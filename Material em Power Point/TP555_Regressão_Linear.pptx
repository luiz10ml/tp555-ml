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theme" Target="theme/theme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tableStyles" Target="tableStyle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microsoft.com/office/2016/11/relationships/changesInfo" Target="changesInfos/changesInfo1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190" Type="http://schemas.openxmlformats.org/officeDocument/2006/relationships/slide" Target="slides/slide189.xml"/><Relationship Id="rId204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notesMaster" Target="notesMasters/notesMaster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Augusto Melo Pereira" userId="4bd5ce759a66f368" providerId="LiveId" clId="{DF20CE85-D089-4370-8C1F-6A7A9E307D35}"/>
    <pc:docChg chg="undo custSel modSld">
      <pc:chgData name="Luiz Augusto Melo Pereira" userId="4bd5ce759a66f368" providerId="LiveId" clId="{DF20CE85-D089-4370-8C1F-6A7A9E307D35}" dt="2025-01-25T22:06:25.219" v="3409" actId="1076"/>
      <pc:docMkLst>
        <pc:docMk/>
      </pc:docMkLst>
      <pc:sldChg chg="modSp mod">
        <pc:chgData name="Luiz Augusto Melo Pereira" userId="4bd5ce759a66f368" providerId="LiveId" clId="{DF20CE85-D089-4370-8C1F-6A7A9E307D35}" dt="2025-01-25T14:56:18.226" v="12" actId="1076"/>
        <pc:sldMkLst>
          <pc:docMk/>
          <pc:sldMk cId="0" sldId="258"/>
        </pc:sldMkLst>
        <pc:spChg chg="mod">
          <ac:chgData name="Luiz Augusto Melo Pereira" userId="4bd5ce759a66f368" providerId="LiveId" clId="{DF20CE85-D089-4370-8C1F-6A7A9E307D35}" dt="2025-01-25T14:56:18.226" v="12" actId="1076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14:56:26.600" v="14" actId="1076"/>
        <pc:sldMkLst>
          <pc:docMk/>
          <pc:sldMk cId="0" sldId="260"/>
        </pc:sldMkLst>
        <pc:spChg chg="mod">
          <ac:chgData name="Luiz Augusto Melo Pereira" userId="4bd5ce759a66f368" providerId="LiveId" clId="{DF20CE85-D089-4370-8C1F-6A7A9E307D35}" dt="2025-01-25T14:56:26.600" v="14" actId="1076"/>
          <ac:spMkLst>
            <pc:docMk/>
            <pc:sldMk cId="0" sldId="260"/>
            <ac:spMk id="3" creationId="{00000000-0000-0000-0000-000000000000}"/>
          </ac:spMkLst>
        </pc:spChg>
      </pc:sldChg>
      <pc:sldChg chg="delSp modSp mod">
        <pc:chgData name="Luiz Augusto Melo Pereira" userId="4bd5ce759a66f368" providerId="LiveId" clId="{DF20CE85-D089-4370-8C1F-6A7A9E307D35}" dt="2025-01-25T22:00:16.080" v="3324" actId="1076"/>
        <pc:sldMkLst>
          <pc:docMk/>
          <pc:sldMk cId="0" sldId="261"/>
        </pc:sldMkLst>
        <pc:spChg chg="mod">
          <ac:chgData name="Luiz Augusto Melo Pereira" userId="4bd5ce759a66f368" providerId="LiveId" clId="{DF20CE85-D089-4370-8C1F-6A7A9E307D35}" dt="2025-01-25T22:00:16.080" v="3324" actId="1076"/>
          <ac:spMkLst>
            <pc:docMk/>
            <pc:sldMk cId="0" sldId="261"/>
            <ac:spMk id="5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14:57:01.724" v="33"/>
          <ac:spMkLst>
            <pc:docMk/>
            <pc:sldMk cId="0" sldId="261"/>
            <ac:spMk id="10" creationId="{0AB62609-DAFC-F416-DB9F-264AD9FD7770}"/>
          </ac:spMkLst>
        </pc:spChg>
        <pc:spChg chg="del mod">
          <ac:chgData name="Luiz Augusto Melo Pereira" userId="4bd5ce759a66f368" providerId="LiveId" clId="{DF20CE85-D089-4370-8C1F-6A7A9E307D35}" dt="2025-01-25T14:57:01.723" v="31" actId="478"/>
          <ac:spMkLst>
            <pc:docMk/>
            <pc:sldMk cId="0" sldId="261"/>
            <ac:spMk id="12" creationId="{241DB0D3-BB99-3271-9A0D-1E181D799E0C}"/>
          </ac:spMkLst>
        </pc:spChg>
      </pc:sldChg>
      <pc:sldChg chg="delSp modSp mod">
        <pc:chgData name="Luiz Augusto Melo Pereira" userId="4bd5ce759a66f368" providerId="LiveId" clId="{DF20CE85-D089-4370-8C1F-6A7A9E307D35}" dt="2025-01-25T22:00:20.382" v="3326" actId="1076"/>
        <pc:sldMkLst>
          <pc:docMk/>
          <pc:sldMk cId="0" sldId="262"/>
        </pc:sldMkLst>
        <pc:spChg chg="del">
          <ac:chgData name="Luiz Augusto Melo Pereira" userId="4bd5ce759a66f368" providerId="LiveId" clId="{DF20CE85-D089-4370-8C1F-6A7A9E307D35}" dt="2025-01-25T14:57:38.635" v="47" actId="478"/>
          <ac:spMkLst>
            <pc:docMk/>
            <pc:sldMk cId="0" sldId="262"/>
            <ac:spMk id="3" creationId="{00000000-0000-0000-0000-000000000000}"/>
          </ac:spMkLst>
        </pc:spChg>
        <pc:spChg chg="mod ord">
          <ac:chgData name="Luiz Augusto Melo Pereira" userId="4bd5ce759a66f368" providerId="LiveId" clId="{DF20CE85-D089-4370-8C1F-6A7A9E307D35}" dt="2025-01-25T22:00:20.382" v="3326" actId="1076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22:00:26.199" v="3328" actId="1076"/>
        <pc:sldMkLst>
          <pc:docMk/>
          <pc:sldMk cId="0" sldId="263"/>
        </pc:sldMkLst>
        <pc:spChg chg="mod">
          <ac:chgData name="Luiz Augusto Melo Pereira" userId="4bd5ce759a66f368" providerId="LiveId" clId="{DF20CE85-D089-4370-8C1F-6A7A9E307D35}" dt="2025-01-25T22:00:26.199" v="3328" actId="1076"/>
          <ac:spMkLst>
            <pc:docMk/>
            <pc:sldMk cId="0" sldId="263"/>
            <ac:spMk id="3" creationId="{00000000-0000-0000-0000-000000000000}"/>
          </ac:spMkLst>
        </pc:spChg>
      </pc:sldChg>
      <pc:sldChg chg="delSp modSp mod">
        <pc:chgData name="Luiz Augusto Melo Pereira" userId="4bd5ce759a66f368" providerId="LiveId" clId="{DF20CE85-D089-4370-8C1F-6A7A9E307D35}" dt="2025-01-25T22:00:44.255" v="3331" actId="1076"/>
        <pc:sldMkLst>
          <pc:docMk/>
          <pc:sldMk cId="0" sldId="264"/>
        </pc:sldMkLst>
        <pc:spChg chg="del">
          <ac:chgData name="Luiz Augusto Melo Pereira" userId="4bd5ce759a66f368" providerId="LiveId" clId="{DF20CE85-D089-4370-8C1F-6A7A9E307D35}" dt="2025-01-25T14:58:06.223" v="62" actId="478"/>
          <ac:spMkLst>
            <pc:docMk/>
            <pc:sldMk cId="0" sldId="264"/>
            <ac:spMk id="3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2:00:38.663" v="3330"/>
          <ac:spMkLst>
            <pc:docMk/>
            <pc:sldMk cId="0" sldId="264"/>
            <ac:spMk id="4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2:00:44.255" v="3331" actId="1076"/>
          <ac:spMkLst>
            <pc:docMk/>
            <pc:sldMk cId="0" sldId="264"/>
            <ac:spMk id="5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14:58:19.235" v="68" actId="1076"/>
        <pc:sldMkLst>
          <pc:docMk/>
          <pc:sldMk cId="0" sldId="265"/>
        </pc:sldMkLst>
        <pc:spChg chg="mod">
          <ac:chgData name="Luiz Augusto Melo Pereira" userId="4bd5ce759a66f368" providerId="LiveId" clId="{DF20CE85-D089-4370-8C1F-6A7A9E307D35}" dt="2025-01-25T14:58:19.235" v="68" actId="1076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14:58:23.066" v="70" actId="1076"/>
        <pc:sldMkLst>
          <pc:docMk/>
          <pc:sldMk cId="0" sldId="266"/>
        </pc:sldMkLst>
        <pc:spChg chg="mod">
          <ac:chgData name="Luiz Augusto Melo Pereira" userId="4bd5ce759a66f368" providerId="LiveId" clId="{DF20CE85-D089-4370-8C1F-6A7A9E307D35}" dt="2025-01-25T14:58:23.066" v="70" actId="1076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14:58:31.899" v="74" actId="1076"/>
        <pc:sldMkLst>
          <pc:docMk/>
          <pc:sldMk cId="0" sldId="267"/>
        </pc:sldMkLst>
        <pc:spChg chg="mod">
          <ac:chgData name="Luiz Augusto Melo Pereira" userId="4bd5ce759a66f368" providerId="LiveId" clId="{DF20CE85-D089-4370-8C1F-6A7A9E307D35}" dt="2025-01-25T14:58:28.187" v="72" actId="1076"/>
          <ac:spMkLst>
            <pc:docMk/>
            <pc:sldMk cId="0" sldId="267"/>
            <ac:spMk id="5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4:58:31.899" v="74" actId="1076"/>
          <ac:spMkLst>
            <pc:docMk/>
            <pc:sldMk cId="0" sldId="267"/>
            <ac:spMk id="7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14:58:39.169" v="78" actId="1076"/>
        <pc:sldMkLst>
          <pc:docMk/>
          <pc:sldMk cId="0" sldId="268"/>
        </pc:sldMkLst>
        <pc:spChg chg="mod">
          <ac:chgData name="Luiz Augusto Melo Pereira" userId="4bd5ce759a66f368" providerId="LiveId" clId="{DF20CE85-D089-4370-8C1F-6A7A9E307D35}" dt="2025-01-25T14:58:39.169" v="78" actId="1076"/>
          <ac:spMkLst>
            <pc:docMk/>
            <pc:sldMk cId="0" sldId="268"/>
            <ac:spMk id="5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4:58:36.645" v="76" actId="1076"/>
          <ac:spMkLst>
            <pc:docMk/>
            <pc:sldMk cId="0" sldId="268"/>
            <ac:spMk id="6" creationId="{00000000-0000-0000-0000-000000000000}"/>
          </ac:spMkLst>
        </pc:spChg>
      </pc:sldChg>
      <pc:sldChg chg="delSp modSp mod">
        <pc:chgData name="Luiz Augusto Melo Pereira" userId="4bd5ce759a66f368" providerId="LiveId" clId="{DF20CE85-D089-4370-8C1F-6A7A9E307D35}" dt="2025-01-25T15:00:28.303" v="148" actId="20577"/>
        <pc:sldMkLst>
          <pc:docMk/>
          <pc:sldMk cId="0" sldId="269"/>
        </pc:sldMkLst>
        <pc:spChg chg="mod">
          <ac:chgData name="Luiz Augusto Melo Pereira" userId="4bd5ce759a66f368" providerId="LiveId" clId="{DF20CE85-D089-4370-8C1F-6A7A9E307D35}" dt="2025-01-25T14:58:45.129" v="80" actId="1076"/>
          <ac:spMkLst>
            <pc:docMk/>
            <pc:sldMk cId="0" sldId="269"/>
            <ac:spMk id="3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00:28.303" v="148" actId="20577"/>
          <ac:spMkLst>
            <pc:docMk/>
            <pc:sldMk cId="0" sldId="269"/>
            <ac:spMk id="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0:03.660" v="141" actId="478"/>
          <ac:spMkLst>
            <pc:docMk/>
            <pc:sldMk cId="0" sldId="269"/>
            <ac:spMk id="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0:01.922" v="139" actId="478"/>
          <ac:spMkLst>
            <pc:docMk/>
            <pc:sldMk cId="0" sldId="269"/>
            <ac:spMk id="8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0:02.808" v="140" actId="478"/>
          <ac:spMkLst>
            <pc:docMk/>
            <pc:sldMk cId="0" sldId="269"/>
            <ac:spMk id="9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0:05.481" v="142" actId="478"/>
          <ac:spMkLst>
            <pc:docMk/>
            <pc:sldMk cId="0" sldId="269"/>
            <ac:spMk id="10" creationId="{00000000-0000-0000-0000-000000000000}"/>
          </ac:spMkLst>
        </pc:spChg>
      </pc:sldChg>
      <pc:sldChg chg="delSp modSp mod">
        <pc:chgData name="Luiz Augusto Melo Pereira" userId="4bd5ce759a66f368" providerId="LiveId" clId="{DF20CE85-D089-4370-8C1F-6A7A9E307D35}" dt="2025-01-25T15:01:06.004" v="157" actId="1076"/>
        <pc:sldMkLst>
          <pc:docMk/>
          <pc:sldMk cId="0" sldId="270"/>
        </pc:sldMkLst>
        <pc:spChg chg="del">
          <ac:chgData name="Luiz Augusto Melo Pereira" userId="4bd5ce759a66f368" providerId="LiveId" clId="{DF20CE85-D089-4370-8C1F-6A7A9E307D35}" dt="2025-01-25T15:00:58.371" v="152" actId="478"/>
          <ac:spMkLst>
            <pc:docMk/>
            <pc:sldMk cId="0" sldId="270"/>
            <ac:spMk id="3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01:06.004" v="157" actId="1076"/>
          <ac:spMkLst>
            <pc:docMk/>
            <pc:sldMk cId="0" sldId="270"/>
            <ac:spMk id="4" creationId="{00000000-0000-0000-0000-000000000000}"/>
          </ac:spMkLst>
        </pc:spChg>
      </pc:sldChg>
      <pc:sldChg chg="delSp modSp mod">
        <pc:chgData name="Luiz Augusto Melo Pereira" userId="4bd5ce759a66f368" providerId="LiveId" clId="{DF20CE85-D089-4370-8C1F-6A7A9E307D35}" dt="2025-01-25T15:01:26.305" v="169" actId="20577"/>
        <pc:sldMkLst>
          <pc:docMk/>
          <pc:sldMk cId="0" sldId="271"/>
        </pc:sldMkLst>
        <pc:spChg chg="del">
          <ac:chgData name="Luiz Augusto Melo Pereira" userId="4bd5ce759a66f368" providerId="LiveId" clId="{DF20CE85-D089-4370-8C1F-6A7A9E307D35}" dt="2025-01-25T15:01:16.108" v="161" actId="478"/>
          <ac:spMkLst>
            <pc:docMk/>
            <pc:sldMk cId="0" sldId="271"/>
            <ac:spMk id="3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01:26.305" v="169" actId="20577"/>
          <ac:spMkLst>
            <pc:docMk/>
            <pc:sldMk cId="0" sldId="271"/>
            <ac:spMk id="4" creationId="{00000000-0000-0000-0000-000000000000}"/>
          </ac:spMkLst>
        </pc:spChg>
      </pc:sldChg>
      <pc:sldChg chg="delSp modSp mod">
        <pc:chgData name="Luiz Augusto Melo Pereira" userId="4bd5ce759a66f368" providerId="LiveId" clId="{DF20CE85-D089-4370-8C1F-6A7A9E307D35}" dt="2025-01-25T15:02:15.899" v="196" actId="1076"/>
        <pc:sldMkLst>
          <pc:docMk/>
          <pc:sldMk cId="0" sldId="272"/>
        </pc:sldMkLst>
        <pc:spChg chg="del">
          <ac:chgData name="Luiz Augusto Melo Pereira" userId="4bd5ce759a66f368" providerId="LiveId" clId="{DF20CE85-D089-4370-8C1F-6A7A9E307D35}" dt="2025-01-25T15:01:34.316" v="171" actId="478"/>
          <ac:spMkLst>
            <pc:docMk/>
            <pc:sldMk cId="0" sldId="272"/>
            <ac:spMk id="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1:59.014" v="186" actId="478"/>
          <ac:spMkLst>
            <pc:docMk/>
            <pc:sldMk cId="0" sldId="272"/>
            <ac:spMk id="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1:57.829" v="185" actId="478"/>
          <ac:spMkLst>
            <pc:docMk/>
            <pc:sldMk cId="0" sldId="272"/>
            <ac:spMk id="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2:03.601" v="189" actId="478"/>
          <ac:spMkLst>
            <pc:docMk/>
            <pc:sldMk cId="0" sldId="272"/>
            <ac:spMk id="6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02:15.899" v="196" actId="1076"/>
          <ac:spMkLst>
            <pc:docMk/>
            <pc:sldMk cId="0" sldId="272"/>
            <ac:spMk id="7" creationId="{00000000-0000-0000-0000-000000000000}"/>
          </ac:spMkLst>
        </pc:spChg>
      </pc:sldChg>
      <pc:sldChg chg="delSp modSp mod">
        <pc:chgData name="Luiz Augusto Melo Pereira" userId="4bd5ce759a66f368" providerId="LiveId" clId="{DF20CE85-D089-4370-8C1F-6A7A9E307D35}" dt="2025-01-25T22:01:27.580" v="3333" actId="1076"/>
        <pc:sldMkLst>
          <pc:docMk/>
          <pc:sldMk cId="0" sldId="273"/>
        </pc:sldMkLst>
        <pc:spChg chg="del">
          <ac:chgData name="Luiz Augusto Melo Pereira" userId="4bd5ce759a66f368" providerId="LiveId" clId="{DF20CE85-D089-4370-8C1F-6A7A9E307D35}" dt="2025-01-25T15:02:40.178" v="203" actId="478"/>
          <ac:spMkLst>
            <pc:docMk/>
            <pc:sldMk cId="0" sldId="273"/>
            <ac:spMk id="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2:40.178" v="203" actId="478"/>
          <ac:spMkLst>
            <pc:docMk/>
            <pc:sldMk cId="0" sldId="273"/>
            <ac:spMk id="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2:39.153" v="202" actId="478"/>
          <ac:spMkLst>
            <pc:docMk/>
            <pc:sldMk cId="0" sldId="273"/>
            <ac:spMk id="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2:39.153" v="202" actId="478"/>
          <ac:spMkLst>
            <pc:docMk/>
            <pc:sldMk cId="0" sldId="273"/>
            <ac:spMk id="6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2:01:27.580" v="3333" actId="1076"/>
          <ac:spMkLst>
            <pc:docMk/>
            <pc:sldMk cId="0" sldId="273"/>
            <ac:spMk id="7" creationId="{00000000-0000-0000-0000-000000000000}"/>
          </ac:spMkLst>
        </pc:spChg>
      </pc:sldChg>
      <pc:sldChg chg="delSp modSp mod">
        <pc:chgData name="Luiz Augusto Melo Pereira" userId="4bd5ce759a66f368" providerId="LiveId" clId="{DF20CE85-D089-4370-8C1F-6A7A9E307D35}" dt="2025-01-25T15:03:42.228" v="230" actId="20577"/>
        <pc:sldMkLst>
          <pc:docMk/>
          <pc:sldMk cId="0" sldId="274"/>
        </pc:sldMkLst>
        <pc:spChg chg="del">
          <ac:chgData name="Luiz Augusto Melo Pereira" userId="4bd5ce759a66f368" providerId="LiveId" clId="{DF20CE85-D089-4370-8C1F-6A7A9E307D35}" dt="2025-01-25T15:03:33.795" v="224" actId="478"/>
          <ac:spMkLst>
            <pc:docMk/>
            <pc:sldMk cId="0" sldId="274"/>
            <ac:spMk id="9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03:42.228" v="230" actId="20577"/>
          <ac:spMkLst>
            <pc:docMk/>
            <pc:sldMk cId="0" sldId="274"/>
            <ac:spMk id="10" creationId="{00000000-0000-0000-0000-000000000000}"/>
          </ac:spMkLst>
        </pc:spChg>
      </pc:sldChg>
      <pc:sldChg chg="addSp delSp modSp mod">
        <pc:chgData name="Luiz Augusto Melo Pereira" userId="4bd5ce759a66f368" providerId="LiveId" clId="{DF20CE85-D089-4370-8C1F-6A7A9E307D35}" dt="2025-01-25T15:06:21.906" v="324" actId="1076"/>
        <pc:sldMkLst>
          <pc:docMk/>
          <pc:sldMk cId="0" sldId="275"/>
        </pc:sldMkLst>
        <pc:spChg chg="add mod">
          <ac:chgData name="Luiz Augusto Melo Pereira" userId="4bd5ce759a66f368" providerId="LiveId" clId="{DF20CE85-D089-4370-8C1F-6A7A9E307D35}" dt="2025-01-25T15:06:21.906" v="324" actId="1076"/>
          <ac:spMkLst>
            <pc:docMk/>
            <pc:sldMk cId="0" sldId="275"/>
            <ac:spMk id="3" creationId="{6700F41F-1073-0D2E-B627-58342155372E}"/>
          </ac:spMkLst>
        </pc:spChg>
        <pc:spChg chg="del">
          <ac:chgData name="Luiz Augusto Melo Pereira" userId="4bd5ce759a66f368" providerId="LiveId" clId="{DF20CE85-D089-4370-8C1F-6A7A9E307D35}" dt="2025-01-25T15:06:13.533" v="321" actId="478"/>
          <ac:spMkLst>
            <pc:docMk/>
            <pc:sldMk cId="0" sldId="275"/>
            <ac:spMk id="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6:14.824" v="322" actId="478"/>
          <ac:spMkLst>
            <pc:docMk/>
            <pc:sldMk cId="0" sldId="275"/>
            <ac:spMk id="8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06:18.361" v="323" actId="1076"/>
          <ac:spMkLst>
            <pc:docMk/>
            <pc:sldMk cId="0" sldId="275"/>
            <ac:spMk id="9" creationId="{00000000-0000-0000-0000-000000000000}"/>
          </ac:spMkLst>
        </pc:spChg>
      </pc:sldChg>
      <pc:sldChg chg="delSp modSp mod">
        <pc:chgData name="Luiz Augusto Melo Pereira" userId="4bd5ce759a66f368" providerId="LiveId" clId="{DF20CE85-D089-4370-8C1F-6A7A9E307D35}" dt="2025-01-25T22:01:40.922" v="3334" actId="20577"/>
        <pc:sldMkLst>
          <pc:docMk/>
          <pc:sldMk cId="0" sldId="276"/>
        </pc:sldMkLst>
        <pc:spChg chg="mod">
          <ac:chgData name="Luiz Augusto Melo Pereira" userId="4bd5ce759a66f368" providerId="LiveId" clId="{DF20CE85-D089-4370-8C1F-6A7A9E307D35}" dt="2025-01-25T22:01:40.922" v="3334" actId="20577"/>
          <ac:spMkLst>
            <pc:docMk/>
            <pc:sldMk cId="0" sldId="276"/>
            <ac:spMk id="3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15:06:49.328" v="332"/>
          <ac:spMkLst>
            <pc:docMk/>
            <pc:sldMk cId="0" sldId="276"/>
            <ac:spMk id="4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06:47.947" v="330" actId="1076"/>
          <ac:spMkLst>
            <pc:docMk/>
            <pc:sldMk cId="0" sldId="276"/>
            <ac:spMk id="16" creationId="{00000000-0000-0000-0000-000000000000}"/>
          </ac:spMkLst>
        </pc:spChg>
      </pc:sldChg>
      <pc:sldChg chg="addSp delSp modSp mod">
        <pc:chgData name="Luiz Augusto Melo Pereira" userId="4bd5ce759a66f368" providerId="LiveId" clId="{DF20CE85-D089-4370-8C1F-6A7A9E307D35}" dt="2025-01-25T15:10:11.509" v="456" actId="12788"/>
        <pc:sldMkLst>
          <pc:docMk/>
          <pc:sldMk cId="0" sldId="277"/>
        </pc:sldMkLst>
        <pc:spChg chg="mod">
          <ac:chgData name="Luiz Augusto Melo Pereira" userId="4bd5ce759a66f368" providerId="LiveId" clId="{DF20CE85-D089-4370-8C1F-6A7A9E307D35}" dt="2025-01-25T15:06:58.321" v="333" actId="1076"/>
          <ac:spMkLst>
            <pc:docMk/>
            <pc:sldMk cId="0" sldId="277"/>
            <ac:spMk id="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8:17.911" v="383" actId="478"/>
          <ac:spMkLst>
            <pc:docMk/>
            <pc:sldMk cId="0" sldId="277"/>
            <ac:spMk id="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8:16.847" v="382" actId="478"/>
          <ac:spMkLst>
            <pc:docMk/>
            <pc:sldMk cId="0" sldId="277"/>
            <ac:spMk id="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8:16.144" v="381" actId="478"/>
          <ac:spMkLst>
            <pc:docMk/>
            <pc:sldMk cId="0" sldId="277"/>
            <ac:spMk id="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8:15.448" v="380" actId="478"/>
          <ac:spMkLst>
            <pc:docMk/>
            <pc:sldMk cId="0" sldId="277"/>
            <ac:spMk id="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8:21.298" v="387" actId="478"/>
          <ac:spMkLst>
            <pc:docMk/>
            <pc:sldMk cId="0" sldId="277"/>
            <ac:spMk id="8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8:20.262" v="386" actId="478"/>
          <ac:spMkLst>
            <pc:docMk/>
            <pc:sldMk cId="0" sldId="277"/>
            <ac:spMk id="9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8:18.648" v="384" actId="478"/>
          <ac:spMkLst>
            <pc:docMk/>
            <pc:sldMk cId="0" sldId="277"/>
            <ac:spMk id="10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8:14.313" v="379" actId="478"/>
          <ac:spMkLst>
            <pc:docMk/>
            <pc:sldMk cId="0" sldId="277"/>
            <ac:spMk id="11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15:08:13.172" v="378" actId="478"/>
          <ac:spMkLst>
            <pc:docMk/>
            <pc:sldMk cId="0" sldId="277"/>
            <ac:spMk id="12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8:19.404" v="385" actId="478"/>
          <ac:spMkLst>
            <pc:docMk/>
            <pc:sldMk cId="0" sldId="277"/>
            <ac:spMk id="13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08:32.969" v="391" actId="1076"/>
          <ac:spMkLst>
            <pc:docMk/>
            <pc:sldMk cId="0" sldId="277"/>
            <ac:spMk id="1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9:56.856" v="449" actId="478"/>
          <ac:spMkLst>
            <pc:docMk/>
            <pc:sldMk cId="0" sldId="277"/>
            <ac:spMk id="1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0:01.543" v="454" actId="478"/>
          <ac:spMkLst>
            <pc:docMk/>
            <pc:sldMk cId="0" sldId="277"/>
            <ac:spMk id="1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0:00.741" v="453" actId="478"/>
          <ac:spMkLst>
            <pc:docMk/>
            <pc:sldMk cId="0" sldId="277"/>
            <ac:spMk id="1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9:57.955" v="450" actId="478"/>
          <ac:spMkLst>
            <pc:docMk/>
            <pc:sldMk cId="0" sldId="277"/>
            <ac:spMk id="18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09:55.856" v="448" actId="478"/>
          <ac:spMkLst>
            <pc:docMk/>
            <pc:sldMk cId="0" sldId="277"/>
            <ac:spMk id="19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15:09:54.922" v="447" actId="478"/>
          <ac:spMkLst>
            <pc:docMk/>
            <pc:sldMk cId="0" sldId="277"/>
            <ac:spMk id="20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15:09:59.972" v="452" actId="478"/>
          <ac:spMkLst>
            <pc:docMk/>
            <pc:sldMk cId="0" sldId="277"/>
            <ac:spMk id="21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15:07:15.761" v="342"/>
          <ac:spMkLst>
            <pc:docMk/>
            <pc:sldMk cId="0" sldId="277"/>
            <ac:spMk id="23" creationId="{973300F5-845B-B52B-AEC7-925FF94C46BF}"/>
          </ac:spMkLst>
        </pc:spChg>
        <pc:spChg chg="add mod">
          <ac:chgData name="Luiz Augusto Melo Pereira" userId="4bd5ce759a66f368" providerId="LiveId" clId="{DF20CE85-D089-4370-8C1F-6A7A9E307D35}" dt="2025-01-25T15:07:15.441" v="341" actId="767"/>
          <ac:spMkLst>
            <pc:docMk/>
            <pc:sldMk cId="0" sldId="277"/>
            <ac:spMk id="24" creationId="{BF502A4D-876D-584F-2773-5FBFEF04547B}"/>
          </ac:spMkLst>
        </pc:spChg>
        <pc:spChg chg="add mod">
          <ac:chgData name="Luiz Augusto Melo Pereira" userId="4bd5ce759a66f368" providerId="LiveId" clId="{DF20CE85-D089-4370-8C1F-6A7A9E307D35}" dt="2025-01-25T15:08:27.346" v="389" actId="12788"/>
          <ac:spMkLst>
            <pc:docMk/>
            <pc:sldMk cId="0" sldId="277"/>
            <ac:spMk id="25" creationId="{21DF231B-5BB1-77EA-66CE-E46055807E36}"/>
          </ac:spMkLst>
        </pc:spChg>
        <pc:spChg chg="add mod">
          <ac:chgData name="Luiz Augusto Melo Pereira" userId="4bd5ce759a66f368" providerId="LiveId" clId="{DF20CE85-D089-4370-8C1F-6A7A9E307D35}" dt="2025-01-25T15:10:11.509" v="456" actId="12788"/>
          <ac:spMkLst>
            <pc:docMk/>
            <pc:sldMk cId="0" sldId="277"/>
            <ac:spMk id="26" creationId="{1010AC58-4DEF-1D9B-CCE4-DEC031E22E96}"/>
          </ac:spMkLst>
        </pc:spChg>
      </pc:sldChg>
      <pc:sldChg chg="modSp mod">
        <pc:chgData name="Luiz Augusto Melo Pereira" userId="4bd5ce759a66f368" providerId="LiveId" clId="{DF20CE85-D089-4370-8C1F-6A7A9E307D35}" dt="2025-01-25T15:10:18.928" v="458" actId="1076"/>
        <pc:sldMkLst>
          <pc:docMk/>
          <pc:sldMk cId="0" sldId="278"/>
        </pc:sldMkLst>
        <pc:spChg chg="mod">
          <ac:chgData name="Luiz Augusto Melo Pereira" userId="4bd5ce759a66f368" providerId="LiveId" clId="{DF20CE85-D089-4370-8C1F-6A7A9E307D35}" dt="2025-01-25T15:10:18.928" v="458" actId="1076"/>
          <ac:spMkLst>
            <pc:docMk/>
            <pc:sldMk cId="0" sldId="278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DF20CE85-D089-4370-8C1F-6A7A9E307D35}" dt="2025-01-25T15:12:27.928" v="553" actId="1076"/>
        <pc:sldMkLst>
          <pc:docMk/>
          <pc:sldMk cId="0" sldId="280"/>
        </pc:sldMkLst>
        <pc:spChg chg="mod">
          <ac:chgData name="Luiz Augusto Melo Pereira" userId="4bd5ce759a66f368" providerId="LiveId" clId="{DF20CE85-D089-4370-8C1F-6A7A9E307D35}" dt="2025-01-25T15:10:24.793" v="459" actId="1076"/>
          <ac:spMkLst>
            <pc:docMk/>
            <pc:sldMk cId="0" sldId="280"/>
            <ac:spMk id="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1:56.413" v="544" actId="478"/>
          <ac:spMkLst>
            <pc:docMk/>
            <pc:sldMk cId="0" sldId="280"/>
            <ac:spMk id="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1:55.846" v="543" actId="478"/>
          <ac:spMkLst>
            <pc:docMk/>
            <pc:sldMk cId="0" sldId="280"/>
            <ac:spMk id="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1:50.465" v="537" actId="478"/>
          <ac:spMkLst>
            <pc:docMk/>
            <pc:sldMk cId="0" sldId="280"/>
            <ac:spMk id="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1:54.501" v="542" actId="478"/>
          <ac:spMkLst>
            <pc:docMk/>
            <pc:sldMk cId="0" sldId="280"/>
            <ac:spMk id="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1:52.796" v="540" actId="478"/>
          <ac:spMkLst>
            <pc:docMk/>
            <pc:sldMk cId="0" sldId="280"/>
            <ac:spMk id="8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1:51.297" v="538" actId="478"/>
          <ac:spMkLst>
            <pc:docMk/>
            <pc:sldMk cId="0" sldId="280"/>
            <ac:spMk id="9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1:51.896" v="539" actId="478"/>
          <ac:spMkLst>
            <pc:docMk/>
            <pc:sldMk cId="0" sldId="280"/>
            <ac:spMk id="10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1:49.020" v="535" actId="478"/>
          <ac:spMkLst>
            <pc:docMk/>
            <pc:sldMk cId="0" sldId="280"/>
            <ac:spMk id="11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1:53.974" v="541" actId="478"/>
          <ac:spMkLst>
            <pc:docMk/>
            <pc:sldMk cId="0" sldId="280"/>
            <ac:spMk id="12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1:49.929" v="536" actId="478"/>
          <ac:spMkLst>
            <pc:docMk/>
            <pc:sldMk cId="0" sldId="280"/>
            <ac:spMk id="1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1:47.401" v="534" actId="478"/>
          <ac:spMkLst>
            <pc:docMk/>
            <pc:sldMk cId="0" sldId="280"/>
            <ac:spMk id="14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12:11.572" v="546" actId="21"/>
          <ac:spMkLst>
            <pc:docMk/>
            <pc:sldMk cId="0" sldId="280"/>
            <ac:spMk id="15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15:12:04.216" v="545" actId="1076"/>
          <ac:spMkLst>
            <pc:docMk/>
            <pc:sldMk cId="0" sldId="280"/>
            <ac:spMk id="19" creationId="{6B41A0B7-1BA6-3595-4737-8D25A35BA03E}"/>
          </ac:spMkLst>
        </pc:spChg>
        <pc:spChg chg="add mod">
          <ac:chgData name="Luiz Augusto Melo Pereira" userId="4bd5ce759a66f368" providerId="LiveId" clId="{DF20CE85-D089-4370-8C1F-6A7A9E307D35}" dt="2025-01-25T15:12:27.928" v="553" actId="1076"/>
          <ac:spMkLst>
            <pc:docMk/>
            <pc:sldMk cId="0" sldId="280"/>
            <ac:spMk id="20" creationId="{5764DE96-B7AD-61EE-6849-805C551759DE}"/>
          </ac:spMkLst>
        </pc:spChg>
      </pc:sldChg>
      <pc:sldChg chg="addSp delSp modSp mod">
        <pc:chgData name="Luiz Augusto Melo Pereira" userId="4bd5ce759a66f368" providerId="LiveId" clId="{DF20CE85-D089-4370-8C1F-6A7A9E307D35}" dt="2025-01-25T15:20:10.502" v="720" actId="114"/>
        <pc:sldMkLst>
          <pc:docMk/>
          <pc:sldMk cId="0" sldId="283"/>
        </pc:sldMkLst>
        <pc:spChg chg="del">
          <ac:chgData name="Luiz Augusto Melo Pereira" userId="4bd5ce759a66f368" providerId="LiveId" clId="{DF20CE85-D089-4370-8C1F-6A7A9E307D35}" dt="2025-01-25T15:14:21.803" v="620" actId="478"/>
          <ac:spMkLst>
            <pc:docMk/>
            <pc:sldMk cId="0" sldId="283"/>
            <ac:spMk id="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4:25.760" v="624" actId="478"/>
          <ac:spMkLst>
            <pc:docMk/>
            <pc:sldMk cId="0" sldId="283"/>
            <ac:spMk id="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4:20.649" v="618" actId="478"/>
          <ac:spMkLst>
            <pc:docMk/>
            <pc:sldMk cId="0" sldId="283"/>
            <ac:spMk id="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4:23.475" v="622" actId="478"/>
          <ac:spMkLst>
            <pc:docMk/>
            <pc:sldMk cId="0" sldId="283"/>
            <ac:spMk id="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4:24.440" v="623" actId="478"/>
          <ac:spMkLst>
            <pc:docMk/>
            <pc:sldMk cId="0" sldId="283"/>
            <ac:spMk id="8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4:26.256" v="625" actId="478"/>
          <ac:spMkLst>
            <pc:docMk/>
            <pc:sldMk cId="0" sldId="283"/>
            <ac:spMk id="9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4:21.157" v="619" actId="478"/>
          <ac:spMkLst>
            <pc:docMk/>
            <pc:sldMk cId="0" sldId="283"/>
            <ac:spMk id="10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4:19.699" v="617" actId="478"/>
          <ac:spMkLst>
            <pc:docMk/>
            <pc:sldMk cId="0" sldId="283"/>
            <ac:spMk id="11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4:22.404" v="621" actId="478"/>
          <ac:spMkLst>
            <pc:docMk/>
            <pc:sldMk cId="0" sldId="283"/>
            <ac:spMk id="12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4:17.975" v="616" actId="478"/>
          <ac:spMkLst>
            <pc:docMk/>
            <pc:sldMk cId="0" sldId="283"/>
            <ac:spMk id="13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12:47.001" v="555" actId="1076"/>
          <ac:spMkLst>
            <pc:docMk/>
            <pc:sldMk cId="0" sldId="283"/>
            <ac:spMk id="1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6:48.186" v="658" actId="478"/>
          <ac:spMkLst>
            <pc:docMk/>
            <pc:sldMk cId="0" sldId="283"/>
            <ac:spMk id="1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6:49.585" v="659" actId="478"/>
          <ac:spMkLst>
            <pc:docMk/>
            <pc:sldMk cId="0" sldId="283"/>
            <ac:spMk id="16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20:10.502" v="720" actId="114"/>
          <ac:spMkLst>
            <pc:docMk/>
            <pc:sldMk cId="0" sldId="283"/>
            <ac:spMk id="1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6:47.527" v="657" actId="478"/>
          <ac:spMkLst>
            <pc:docMk/>
            <pc:sldMk cId="0" sldId="283"/>
            <ac:spMk id="18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16:46.589" v="656" actId="478"/>
          <ac:spMkLst>
            <pc:docMk/>
            <pc:sldMk cId="0" sldId="283"/>
            <ac:spMk id="19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15:14:33.458" v="627" actId="12788"/>
          <ac:spMkLst>
            <pc:docMk/>
            <pc:sldMk cId="0" sldId="283"/>
            <ac:spMk id="20" creationId="{D6E47341-EE6F-A09C-A548-D61D343A2FB1}"/>
          </ac:spMkLst>
        </pc:spChg>
      </pc:sldChg>
      <pc:sldChg chg="addSp delSp modSp mod">
        <pc:chgData name="Luiz Augusto Melo Pereira" userId="4bd5ce759a66f368" providerId="LiveId" clId="{DF20CE85-D089-4370-8C1F-6A7A9E307D35}" dt="2025-01-25T15:24:36.005" v="853" actId="1076"/>
        <pc:sldMkLst>
          <pc:docMk/>
          <pc:sldMk cId="0" sldId="284"/>
        </pc:sldMkLst>
        <pc:spChg chg="mod">
          <ac:chgData name="Luiz Augusto Melo Pereira" userId="4bd5ce759a66f368" providerId="LiveId" clId="{DF20CE85-D089-4370-8C1F-6A7A9E307D35}" dt="2025-01-25T15:22:11.683" v="767" actId="1035"/>
          <ac:spMkLst>
            <pc:docMk/>
            <pc:sldMk cId="0" sldId="284"/>
            <ac:spMk id="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22:00.727" v="763" actId="478"/>
          <ac:spMkLst>
            <pc:docMk/>
            <pc:sldMk cId="0" sldId="284"/>
            <ac:spMk id="4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15:21:58.785" v="762" actId="478"/>
          <ac:spMkLst>
            <pc:docMk/>
            <pc:sldMk cId="0" sldId="284"/>
            <ac:spMk id="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24:01.902" v="839" actId="478"/>
          <ac:spMkLst>
            <pc:docMk/>
            <pc:sldMk cId="0" sldId="284"/>
            <ac:spMk id="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24:05.078" v="841" actId="478"/>
          <ac:spMkLst>
            <pc:docMk/>
            <pc:sldMk cId="0" sldId="284"/>
            <ac:spMk id="7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15:24:03.701" v="840" actId="478"/>
          <ac:spMkLst>
            <pc:docMk/>
            <pc:sldMk cId="0" sldId="284"/>
            <ac:spMk id="8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24:36.005" v="853" actId="1076"/>
          <ac:spMkLst>
            <pc:docMk/>
            <pc:sldMk cId="0" sldId="284"/>
            <ac:spMk id="9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24:18.391" v="844" actId="14100"/>
          <ac:spMkLst>
            <pc:docMk/>
            <pc:sldMk cId="0" sldId="284"/>
            <ac:spMk id="10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15:22:15.628" v="769" actId="1035"/>
          <ac:spMkLst>
            <pc:docMk/>
            <pc:sldMk cId="0" sldId="284"/>
            <ac:spMk id="13" creationId="{A549E678-4E2F-E109-D5A0-ABEB05C37813}"/>
          </ac:spMkLst>
        </pc:spChg>
        <pc:spChg chg="add mod">
          <ac:chgData name="Luiz Augusto Melo Pereira" userId="4bd5ce759a66f368" providerId="LiveId" clId="{DF20CE85-D089-4370-8C1F-6A7A9E307D35}" dt="2025-01-25T15:24:30.468" v="851" actId="1037"/>
          <ac:spMkLst>
            <pc:docMk/>
            <pc:sldMk cId="0" sldId="284"/>
            <ac:spMk id="14" creationId="{12934592-BA10-1900-1E98-98DFC8DD4DBE}"/>
          </ac:spMkLst>
        </pc:spChg>
      </pc:sldChg>
      <pc:sldChg chg="modSp mod">
        <pc:chgData name="Luiz Augusto Melo Pereira" userId="4bd5ce759a66f368" providerId="LiveId" clId="{DF20CE85-D089-4370-8C1F-6A7A9E307D35}" dt="2025-01-25T15:24:44.602" v="854" actId="1076"/>
        <pc:sldMkLst>
          <pc:docMk/>
          <pc:sldMk cId="0" sldId="285"/>
        </pc:sldMkLst>
        <pc:spChg chg="mod">
          <ac:chgData name="Luiz Augusto Melo Pereira" userId="4bd5ce759a66f368" providerId="LiveId" clId="{DF20CE85-D089-4370-8C1F-6A7A9E307D35}" dt="2025-01-25T15:24:44.602" v="854" actId="1076"/>
          <ac:spMkLst>
            <pc:docMk/>
            <pc:sldMk cId="0" sldId="285"/>
            <ac:spMk id="3" creationId="{00000000-0000-0000-0000-000000000000}"/>
          </ac:spMkLst>
        </pc:spChg>
      </pc:sldChg>
      <pc:sldChg chg="delSp modSp mod">
        <pc:chgData name="Luiz Augusto Melo Pereira" userId="4bd5ce759a66f368" providerId="LiveId" clId="{DF20CE85-D089-4370-8C1F-6A7A9E307D35}" dt="2025-01-25T22:02:20.303" v="3336" actId="1076"/>
        <pc:sldMkLst>
          <pc:docMk/>
          <pc:sldMk cId="0" sldId="286"/>
        </pc:sldMkLst>
        <pc:spChg chg="del">
          <ac:chgData name="Luiz Augusto Melo Pereira" userId="4bd5ce759a66f368" providerId="LiveId" clId="{DF20CE85-D089-4370-8C1F-6A7A9E307D35}" dt="2025-01-25T15:25:02.898" v="860" actId="478"/>
          <ac:spMkLst>
            <pc:docMk/>
            <pc:sldMk cId="0" sldId="286"/>
            <ac:spMk id="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25:06.400" v="863" actId="478"/>
          <ac:spMkLst>
            <pc:docMk/>
            <pc:sldMk cId="0" sldId="286"/>
            <ac:spMk id="4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2:02:20.303" v="3336" actId="1076"/>
          <ac:spMkLst>
            <pc:docMk/>
            <pc:sldMk cId="0" sldId="286"/>
            <ac:spMk id="5" creationId="{00000000-0000-0000-0000-000000000000}"/>
          </ac:spMkLst>
        </pc:spChg>
      </pc:sldChg>
      <pc:sldChg chg="addSp delSp modSp mod">
        <pc:chgData name="Luiz Augusto Melo Pereira" userId="4bd5ce759a66f368" providerId="LiveId" clId="{DF20CE85-D089-4370-8C1F-6A7A9E307D35}" dt="2025-01-25T22:02:36.945" v="3342" actId="6549"/>
        <pc:sldMkLst>
          <pc:docMk/>
          <pc:sldMk cId="0" sldId="287"/>
        </pc:sldMkLst>
        <pc:spChg chg="mod">
          <ac:chgData name="Luiz Augusto Melo Pereira" userId="4bd5ce759a66f368" providerId="LiveId" clId="{DF20CE85-D089-4370-8C1F-6A7A9E307D35}" dt="2025-01-25T22:02:36.945" v="3342" actId="6549"/>
          <ac:spMkLst>
            <pc:docMk/>
            <pc:sldMk cId="0" sldId="287"/>
            <ac:spMk id="5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22:02:30.225" v="3341"/>
          <ac:spMkLst>
            <pc:docMk/>
            <pc:sldMk cId="0" sldId="287"/>
            <ac:spMk id="6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30:11.896" v="1016" actId="1076"/>
          <ac:spMkLst>
            <pc:docMk/>
            <pc:sldMk cId="0" sldId="287"/>
            <ac:spMk id="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29:51.498" v="1010" actId="478"/>
          <ac:spMkLst>
            <pc:docMk/>
            <pc:sldMk cId="0" sldId="287"/>
            <ac:spMk id="8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15:29:48.915" v="1007" actId="478"/>
          <ac:spMkLst>
            <pc:docMk/>
            <pc:sldMk cId="0" sldId="287"/>
            <ac:spMk id="9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28:25.032" v="918" actId="478"/>
          <ac:spMkLst>
            <pc:docMk/>
            <pc:sldMk cId="0" sldId="287"/>
            <ac:spMk id="11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28:25.032" v="918" actId="478"/>
          <ac:spMkLst>
            <pc:docMk/>
            <pc:sldMk cId="0" sldId="287"/>
            <ac:spMk id="12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28:25.032" v="918" actId="478"/>
          <ac:spMkLst>
            <pc:docMk/>
            <pc:sldMk cId="0" sldId="287"/>
            <ac:spMk id="1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28:25.032" v="918" actId="478"/>
          <ac:spMkLst>
            <pc:docMk/>
            <pc:sldMk cId="0" sldId="287"/>
            <ac:spMk id="1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28:25.032" v="918" actId="478"/>
          <ac:spMkLst>
            <pc:docMk/>
            <pc:sldMk cId="0" sldId="287"/>
            <ac:spMk id="1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28:25.032" v="918" actId="478"/>
          <ac:spMkLst>
            <pc:docMk/>
            <pc:sldMk cId="0" sldId="287"/>
            <ac:spMk id="1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28:25.032" v="918" actId="478"/>
          <ac:spMkLst>
            <pc:docMk/>
            <pc:sldMk cId="0" sldId="287"/>
            <ac:spMk id="1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28:25.032" v="918" actId="478"/>
          <ac:spMkLst>
            <pc:docMk/>
            <pc:sldMk cId="0" sldId="287"/>
            <ac:spMk id="18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15:28:22.120" v="917" actId="478"/>
          <ac:spMkLst>
            <pc:docMk/>
            <pc:sldMk cId="0" sldId="287"/>
            <ac:spMk id="19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28:25.032" v="918" actId="478"/>
          <ac:spMkLst>
            <pc:docMk/>
            <pc:sldMk cId="0" sldId="287"/>
            <ac:spMk id="20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28:32.256" v="934" actId="1038"/>
          <ac:spMkLst>
            <pc:docMk/>
            <pc:sldMk cId="0" sldId="287"/>
            <ac:spMk id="21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15:28:28.079" v="919" actId="1076"/>
          <ac:spMkLst>
            <pc:docMk/>
            <pc:sldMk cId="0" sldId="287"/>
            <ac:spMk id="22" creationId="{6B4DD8EA-1A4F-633E-6AB6-C3BE072B8D6F}"/>
          </ac:spMkLst>
        </pc:spChg>
        <pc:spChg chg="add del mod">
          <ac:chgData name="Luiz Augusto Melo Pereira" userId="4bd5ce759a66f368" providerId="LiveId" clId="{DF20CE85-D089-4370-8C1F-6A7A9E307D35}" dt="2025-01-25T15:29:48.916" v="1009"/>
          <ac:spMkLst>
            <pc:docMk/>
            <pc:sldMk cId="0" sldId="287"/>
            <ac:spMk id="23" creationId="{A3E4DEB1-5DB6-ACD1-85BE-146CA0C6FE71}"/>
          </ac:spMkLst>
        </pc:spChg>
      </pc:sldChg>
      <pc:sldChg chg="addSp delSp modSp mod">
        <pc:chgData name="Luiz Augusto Melo Pereira" userId="4bd5ce759a66f368" providerId="LiveId" clId="{DF20CE85-D089-4370-8C1F-6A7A9E307D35}" dt="2025-01-25T22:02:53.717" v="3349"/>
        <pc:sldMkLst>
          <pc:docMk/>
          <pc:sldMk cId="0" sldId="289"/>
        </pc:sldMkLst>
        <pc:spChg chg="mod">
          <ac:chgData name="Luiz Augusto Melo Pereira" userId="4bd5ce759a66f368" providerId="LiveId" clId="{DF20CE85-D089-4370-8C1F-6A7A9E307D35}" dt="2025-01-25T22:02:50.374" v="3347" actId="20577"/>
          <ac:spMkLst>
            <pc:docMk/>
            <pc:sldMk cId="0" sldId="289"/>
            <ac:spMk id="4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22:02:53.717" v="3349"/>
          <ac:spMkLst>
            <pc:docMk/>
            <pc:sldMk cId="0" sldId="289"/>
            <ac:spMk id="5" creationId="{00000000-0000-0000-0000-000000000000}"/>
          </ac:spMkLst>
        </pc:spChg>
        <pc:spChg chg="add del">
          <ac:chgData name="Luiz Augusto Melo Pereira" userId="4bd5ce759a66f368" providerId="LiveId" clId="{DF20CE85-D089-4370-8C1F-6A7A9E307D35}" dt="2025-01-25T15:33:50.859" v="1162" actId="478"/>
          <ac:spMkLst>
            <pc:docMk/>
            <pc:sldMk cId="0" sldId="289"/>
            <ac:spMk id="6" creationId="{00000000-0000-0000-0000-000000000000}"/>
          </ac:spMkLst>
        </pc:spChg>
        <pc:spChg chg="add del">
          <ac:chgData name="Luiz Augusto Melo Pereira" userId="4bd5ce759a66f368" providerId="LiveId" clId="{DF20CE85-D089-4370-8C1F-6A7A9E307D35}" dt="2025-01-25T15:33:49.672" v="1160" actId="478"/>
          <ac:spMkLst>
            <pc:docMk/>
            <pc:sldMk cId="0" sldId="289"/>
            <ac:spMk id="7" creationId="{00000000-0000-0000-0000-000000000000}"/>
          </ac:spMkLst>
        </pc:spChg>
        <pc:spChg chg="add del">
          <ac:chgData name="Luiz Augusto Melo Pereira" userId="4bd5ce759a66f368" providerId="LiveId" clId="{DF20CE85-D089-4370-8C1F-6A7A9E307D35}" dt="2025-01-25T15:33:48.131" v="1159" actId="478"/>
          <ac:spMkLst>
            <pc:docMk/>
            <pc:sldMk cId="0" sldId="289"/>
            <ac:spMk id="8" creationId="{00000000-0000-0000-0000-000000000000}"/>
          </ac:spMkLst>
        </pc:spChg>
        <pc:spChg chg="add del">
          <ac:chgData name="Luiz Augusto Melo Pereira" userId="4bd5ce759a66f368" providerId="LiveId" clId="{DF20CE85-D089-4370-8C1F-6A7A9E307D35}" dt="2025-01-25T15:33:52.233" v="1163" actId="478"/>
          <ac:spMkLst>
            <pc:docMk/>
            <pc:sldMk cId="0" sldId="289"/>
            <ac:spMk id="9" creationId="{00000000-0000-0000-0000-000000000000}"/>
          </ac:spMkLst>
        </pc:spChg>
        <pc:spChg chg="add del">
          <ac:chgData name="Luiz Augusto Melo Pereira" userId="4bd5ce759a66f368" providerId="LiveId" clId="{DF20CE85-D089-4370-8C1F-6A7A9E307D35}" dt="2025-01-25T15:33:52.720" v="1164" actId="478"/>
          <ac:spMkLst>
            <pc:docMk/>
            <pc:sldMk cId="0" sldId="289"/>
            <ac:spMk id="10" creationId="{00000000-0000-0000-0000-000000000000}"/>
          </ac:spMkLst>
        </pc:spChg>
        <pc:spChg chg="add del">
          <ac:chgData name="Luiz Augusto Melo Pereira" userId="4bd5ce759a66f368" providerId="LiveId" clId="{DF20CE85-D089-4370-8C1F-6A7A9E307D35}" dt="2025-01-25T15:33:56.435" v="1167" actId="478"/>
          <ac:spMkLst>
            <pc:docMk/>
            <pc:sldMk cId="0" sldId="289"/>
            <ac:spMk id="11" creationId="{00000000-0000-0000-0000-000000000000}"/>
          </ac:spMkLst>
        </pc:spChg>
        <pc:spChg chg="add del">
          <ac:chgData name="Luiz Augusto Melo Pereira" userId="4bd5ce759a66f368" providerId="LiveId" clId="{DF20CE85-D089-4370-8C1F-6A7A9E307D35}" dt="2025-01-25T15:33:50.366" v="1161" actId="478"/>
          <ac:spMkLst>
            <pc:docMk/>
            <pc:sldMk cId="0" sldId="289"/>
            <ac:spMk id="12" creationId="{00000000-0000-0000-0000-000000000000}"/>
          </ac:spMkLst>
        </pc:spChg>
        <pc:spChg chg="add del mod">
          <ac:chgData name="Luiz Augusto Melo Pereira" userId="4bd5ce759a66f368" providerId="LiveId" clId="{DF20CE85-D089-4370-8C1F-6A7A9E307D35}" dt="2025-01-25T15:34:02.832" v="1171" actId="478"/>
          <ac:spMkLst>
            <pc:docMk/>
            <pc:sldMk cId="0" sldId="289"/>
            <ac:spMk id="13" creationId="{00000000-0000-0000-0000-000000000000}"/>
          </ac:spMkLst>
        </pc:spChg>
        <pc:spChg chg="add del">
          <ac:chgData name="Luiz Augusto Melo Pereira" userId="4bd5ce759a66f368" providerId="LiveId" clId="{DF20CE85-D089-4370-8C1F-6A7A9E307D35}" dt="2025-01-25T15:33:45.726" v="1157" actId="478"/>
          <ac:spMkLst>
            <pc:docMk/>
            <pc:sldMk cId="0" sldId="289"/>
            <ac:spMk id="14" creationId="{00000000-0000-0000-0000-000000000000}"/>
          </ac:spMkLst>
        </pc:spChg>
        <pc:spChg chg="add del">
          <ac:chgData name="Luiz Augusto Melo Pereira" userId="4bd5ce759a66f368" providerId="LiveId" clId="{DF20CE85-D089-4370-8C1F-6A7A9E307D35}" dt="2025-01-25T15:33:46.899" v="1158" actId="478"/>
          <ac:spMkLst>
            <pc:docMk/>
            <pc:sldMk cId="0" sldId="289"/>
            <ac:spMk id="15" creationId="{00000000-0000-0000-0000-000000000000}"/>
          </ac:spMkLst>
        </pc:spChg>
        <pc:spChg chg="add del">
          <ac:chgData name="Luiz Augusto Melo Pereira" userId="4bd5ce759a66f368" providerId="LiveId" clId="{DF20CE85-D089-4370-8C1F-6A7A9E307D35}" dt="2025-01-25T15:34:03.777" v="1172" actId="478"/>
          <ac:spMkLst>
            <pc:docMk/>
            <pc:sldMk cId="0" sldId="289"/>
            <ac:spMk id="16" creationId="{00000000-0000-0000-0000-000000000000}"/>
          </ac:spMkLst>
        </pc:spChg>
        <pc:spChg chg="add del mod">
          <ac:chgData name="Luiz Augusto Melo Pereira" userId="4bd5ce759a66f368" providerId="LiveId" clId="{DF20CE85-D089-4370-8C1F-6A7A9E307D35}" dt="2025-01-25T15:33:44.183" v="1156" actId="478"/>
          <ac:spMkLst>
            <pc:docMk/>
            <pc:sldMk cId="0" sldId="289"/>
            <ac:spMk id="17" creationId="{00000000-0000-0000-0000-000000000000}"/>
          </ac:spMkLst>
        </pc:spChg>
        <pc:spChg chg="add del mod">
          <ac:chgData name="Luiz Augusto Melo Pereira" userId="4bd5ce759a66f368" providerId="LiveId" clId="{DF20CE85-D089-4370-8C1F-6A7A9E307D35}" dt="2025-01-25T15:34:09.003" v="1178" actId="20577"/>
          <ac:spMkLst>
            <pc:docMk/>
            <pc:sldMk cId="0" sldId="289"/>
            <ac:spMk id="18" creationId="{00000000-0000-0000-0000-000000000000}"/>
          </ac:spMkLst>
        </pc:spChg>
        <pc:spChg chg="add del mod">
          <ac:chgData name="Luiz Augusto Melo Pereira" userId="4bd5ce759a66f368" providerId="LiveId" clId="{DF20CE85-D089-4370-8C1F-6A7A9E307D35}" dt="2025-01-25T15:35:20.026" v="1213" actId="14100"/>
          <ac:spMkLst>
            <pc:docMk/>
            <pc:sldMk cId="0" sldId="289"/>
            <ac:spMk id="20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34:49.010" v="1197" actId="478"/>
          <ac:spMkLst>
            <pc:docMk/>
            <pc:sldMk cId="0" sldId="289"/>
            <ac:spMk id="21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34:49.553" v="1198" actId="478"/>
          <ac:spMkLst>
            <pc:docMk/>
            <pc:sldMk cId="0" sldId="289"/>
            <ac:spMk id="22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34:47.155" v="1195" actId="478"/>
          <ac:spMkLst>
            <pc:docMk/>
            <pc:sldMk cId="0" sldId="289"/>
            <ac:spMk id="2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34:48.288" v="1196" actId="478"/>
          <ac:spMkLst>
            <pc:docMk/>
            <pc:sldMk cId="0" sldId="289"/>
            <ac:spMk id="24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15:35:23.377" v="1214" actId="478"/>
          <ac:spMkLst>
            <pc:docMk/>
            <pc:sldMk cId="0" sldId="289"/>
            <ac:spMk id="25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15:34:17.597" v="1183" actId="1036"/>
          <ac:spMkLst>
            <pc:docMk/>
            <pc:sldMk cId="0" sldId="289"/>
            <ac:spMk id="30" creationId="{9C316F84-19AA-BFA9-A533-1DB150E9D8A4}"/>
          </ac:spMkLst>
        </pc:spChg>
      </pc:sldChg>
      <pc:sldChg chg="modSp mod">
        <pc:chgData name="Luiz Augusto Melo Pereira" userId="4bd5ce759a66f368" providerId="LiveId" clId="{DF20CE85-D089-4370-8C1F-6A7A9E307D35}" dt="2025-01-25T15:35:28.129" v="1216" actId="1076"/>
        <pc:sldMkLst>
          <pc:docMk/>
          <pc:sldMk cId="0" sldId="290"/>
        </pc:sldMkLst>
        <pc:spChg chg="mod">
          <ac:chgData name="Luiz Augusto Melo Pereira" userId="4bd5ce759a66f368" providerId="LiveId" clId="{DF20CE85-D089-4370-8C1F-6A7A9E307D35}" dt="2025-01-25T15:35:28.129" v="1216" actId="1076"/>
          <ac:spMkLst>
            <pc:docMk/>
            <pc:sldMk cId="0" sldId="290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15:35:31.385" v="1218" actId="1076"/>
        <pc:sldMkLst>
          <pc:docMk/>
          <pc:sldMk cId="0" sldId="291"/>
        </pc:sldMkLst>
        <pc:spChg chg="mod">
          <ac:chgData name="Luiz Augusto Melo Pereira" userId="4bd5ce759a66f368" providerId="LiveId" clId="{DF20CE85-D089-4370-8C1F-6A7A9E307D35}" dt="2025-01-25T15:35:31.385" v="1218" actId="1076"/>
          <ac:spMkLst>
            <pc:docMk/>
            <pc:sldMk cId="0" sldId="291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15:35:34.798" v="1220" actId="1076"/>
        <pc:sldMkLst>
          <pc:docMk/>
          <pc:sldMk cId="0" sldId="292"/>
        </pc:sldMkLst>
        <pc:spChg chg="mod">
          <ac:chgData name="Luiz Augusto Melo Pereira" userId="4bd5ce759a66f368" providerId="LiveId" clId="{DF20CE85-D089-4370-8C1F-6A7A9E307D35}" dt="2025-01-25T15:35:34.798" v="1220" actId="1076"/>
          <ac:spMkLst>
            <pc:docMk/>
            <pc:sldMk cId="0" sldId="292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22:03:04.893" v="3351" actId="20577"/>
        <pc:sldMkLst>
          <pc:docMk/>
          <pc:sldMk cId="0" sldId="293"/>
        </pc:sldMkLst>
        <pc:spChg chg="mod">
          <ac:chgData name="Luiz Augusto Melo Pereira" userId="4bd5ce759a66f368" providerId="LiveId" clId="{DF20CE85-D089-4370-8C1F-6A7A9E307D35}" dt="2025-01-25T22:03:04.893" v="3351" actId="20577"/>
          <ac:spMkLst>
            <pc:docMk/>
            <pc:sldMk cId="0" sldId="293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DF20CE85-D089-4370-8C1F-6A7A9E307D35}" dt="2025-01-25T15:44:53.456" v="1464" actId="20577"/>
        <pc:sldMkLst>
          <pc:docMk/>
          <pc:sldMk cId="0" sldId="294"/>
        </pc:sldMkLst>
        <pc:spChg chg="del">
          <ac:chgData name="Luiz Augusto Melo Pereira" userId="4bd5ce759a66f368" providerId="LiveId" clId="{DF20CE85-D089-4370-8C1F-6A7A9E307D35}" dt="2025-01-25T15:36:51.096" v="1268" actId="478"/>
          <ac:spMkLst>
            <pc:docMk/>
            <pc:sldMk cId="0" sldId="294"/>
            <ac:spMk id="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36:52.135" v="1269" actId="478"/>
          <ac:spMkLst>
            <pc:docMk/>
            <pc:sldMk cId="0" sldId="294"/>
            <ac:spMk id="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36:44.184" v="1266" actId="478"/>
          <ac:spMkLst>
            <pc:docMk/>
            <pc:sldMk cId="0" sldId="294"/>
            <ac:spMk id="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38:06.553" v="1292" actId="478"/>
          <ac:spMkLst>
            <pc:docMk/>
            <pc:sldMk cId="0" sldId="294"/>
            <ac:spMk id="8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39:52.169" v="1334" actId="20577"/>
          <ac:spMkLst>
            <pc:docMk/>
            <pc:sldMk cId="0" sldId="294"/>
            <ac:spMk id="9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38:05.458" v="1291" actId="478"/>
          <ac:spMkLst>
            <pc:docMk/>
            <pc:sldMk cId="0" sldId="294"/>
            <ac:spMk id="10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38:01.925" v="1290" actId="1076"/>
          <ac:spMkLst>
            <pc:docMk/>
            <pc:sldMk cId="0" sldId="294"/>
            <ac:spMk id="11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39:44.780" v="1330" actId="164"/>
          <ac:spMkLst>
            <pc:docMk/>
            <pc:sldMk cId="0" sldId="294"/>
            <ac:spMk id="12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39:44.780" v="1330" actId="164"/>
          <ac:spMkLst>
            <pc:docMk/>
            <pc:sldMk cId="0" sldId="294"/>
            <ac:spMk id="13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39:44.780" v="1330" actId="164"/>
          <ac:spMkLst>
            <pc:docMk/>
            <pc:sldMk cId="0" sldId="294"/>
            <ac:spMk id="14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39:44.780" v="1330" actId="164"/>
          <ac:spMkLst>
            <pc:docMk/>
            <pc:sldMk cId="0" sldId="294"/>
            <ac:spMk id="15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39:44.780" v="1330" actId="164"/>
          <ac:spMkLst>
            <pc:docMk/>
            <pc:sldMk cId="0" sldId="294"/>
            <ac:spMk id="16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39:44.780" v="1330" actId="164"/>
          <ac:spMkLst>
            <pc:docMk/>
            <pc:sldMk cId="0" sldId="294"/>
            <ac:spMk id="17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15:42:03.383" v="1447" actId="478"/>
          <ac:spMkLst>
            <pc:docMk/>
            <pc:sldMk cId="0" sldId="294"/>
            <ac:spMk id="18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42:12.688" v="1452" actId="1076"/>
          <ac:spMkLst>
            <pc:docMk/>
            <pc:sldMk cId="0" sldId="294"/>
            <ac:spMk id="19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15:37:22.580" v="1278" actId="1076"/>
          <ac:spMkLst>
            <pc:docMk/>
            <pc:sldMk cId="0" sldId="294"/>
            <ac:spMk id="20" creationId="{562813B3-8893-AAF2-E7E4-418F2A798028}"/>
          </ac:spMkLst>
        </pc:spChg>
        <pc:spChg chg="add mod">
          <ac:chgData name="Luiz Augusto Melo Pereira" userId="4bd5ce759a66f368" providerId="LiveId" clId="{DF20CE85-D089-4370-8C1F-6A7A9E307D35}" dt="2025-01-25T15:40:31.117" v="1372" actId="1076"/>
          <ac:spMkLst>
            <pc:docMk/>
            <pc:sldMk cId="0" sldId="294"/>
            <ac:spMk id="22" creationId="{81733F8D-932F-3ACB-B5B8-5A4C08F5A5F6}"/>
          </ac:spMkLst>
        </pc:spChg>
        <pc:spChg chg="add mod">
          <ac:chgData name="Luiz Augusto Melo Pereira" userId="4bd5ce759a66f368" providerId="LiveId" clId="{DF20CE85-D089-4370-8C1F-6A7A9E307D35}" dt="2025-01-25T15:41:47.848" v="1446" actId="20577"/>
          <ac:spMkLst>
            <pc:docMk/>
            <pc:sldMk cId="0" sldId="294"/>
            <ac:spMk id="23" creationId="{A09DAD42-1C97-CBC8-1BB0-3F52BD0D519D}"/>
          </ac:spMkLst>
        </pc:spChg>
        <pc:spChg chg="mod">
          <ac:chgData name="Luiz Augusto Melo Pereira" userId="4bd5ce759a66f368" providerId="LiveId" clId="{DF20CE85-D089-4370-8C1F-6A7A9E307D35}" dt="2025-01-23T13:11:12.235" v="4"/>
          <ac:spMkLst>
            <pc:docMk/>
            <pc:sldMk cId="0" sldId="294"/>
            <ac:spMk id="27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44:53.456" v="1464" actId="20577"/>
          <ac:spMkLst>
            <pc:docMk/>
            <pc:sldMk cId="0" sldId="294"/>
            <ac:spMk id="28" creationId="{1C5E2C47-402C-68B6-2B86-258C313AD641}"/>
          </ac:spMkLst>
        </pc:spChg>
        <pc:grpChg chg="add del mod">
          <ac:chgData name="Luiz Augusto Melo Pereira" userId="4bd5ce759a66f368" providerId="LiveId" clId="{DF20CE85-D089-4370-8C1F-6A7A9E307D35}" dt="2025-01-25T15:42:05.335" v="1448" actId="478"/>
          <ac:grpSpMkLst>
            <pc:docMk/>
            <pc:sldMk cId="0" sldId="294"/>
            <ac:grpSpMk id="21" creationId="{207CC9BB-3263-3561-C1DC-D82AA279BF66}"/>
          </ac:grpSpMkLst>
        </pc:grpChg>
      </pc:sldChg>
      <pc:sldChg chg="modSp mod">
        <pc:chgData name="Luiz Augusto Melo Pereira" userId="4bd5ce759a66f368" providerId="LiveId" clId="{DF20CE85-D089-4370-8C1F-6A7A9E307D35}" dt="2025-01-25T15:43:54.861" v="1458" actId="1076"/>
        <pc:sldMkLst>
          <pc:docMk/>
          <pc:sldMk cId="0" sldId="296"/>
        </pc:sldMkLst>
        <pc:spChg chg="mod">
          <ac:chgData name="Luiz Augusto Melo Pereira" userId="4bd5ce759a66f368" providerId="LiveId" clId="{DF20CE85-D089-4370-8C1F-6A7A9E307D35}" dt="2025-01-25T15:43:54.861" v="1458" actId="1076"/>
          <ac:spMkLst>
            <pc:docMk/>
            <pc:sldMk cId="0" sldId="296"/>
            <ac:spMk id="4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15:43:54.576" v="1457" actId="1076"/>
          <ac:spMkLst>
            <pc:docMk/>
            <pc:sldMk cId="0" sldId="296"/>
            <ac:spMk id="6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15:44:12.939" v="1461" actId="1076"/>
        <pc:sldMkLst>
          <pc:docMk/>
          <pc:sldMk cId="0" sldId="298"/>
        </pc:sldMkLst>
        <pc:spChg chg="mod">
          <ac:chgData name="Luiz Augusto Melo Pereira" userId="4bd5ce759a66f368" providerId="LiveId" clId="{DF20CE85-D089-4370-8C1F-6A7A9E307D35}" dt="2025-01-25T15:44:12.939" v="1461" actId="1076"/>
          <ac:spMkLst>
            <pc:docMk/>
            <pc:sldMk cId="0" sldId="298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15:44:48.198" v="1463" actId="1076"/>
        <pc:sldMkLst>
          <pc:docMk/>
          <pc:sldMk cId="0" sldId="301"/>
        </pc:sldMkLst>
        <pc:spChg chg="mod">
          <ac:chgData name="Luiz Augusto Melo Pereira" userId="4bd5ce759a66f368" providerId="LiveId" clId="{DF20CE85-D089-4370-8C1F-6A7A9E307D35}" dt="2025-01-25T15:44:48.198" v="1463" actId="1076"/>
          <ac:spMkLst>
            <pc:docMk/>
            <pc:sldMk cId="0" sldId="301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15:45:00.797" v="1466" actId="1076"/>
        <pc:sldMkLst>
          <pc:docMk/>
          <pc:sldMk cId="0" sldId="302"/>
        </pc:sldMkLst>
        <pc:spChg chg="mod">
          <ac:chgData name="Luiz Augusto Melo Pereira" userId="4bd5ce759a66f368" providerId="LiveId" clId="{DF20CE85-D089-4370-8C1F-6A7A9E307D35}" dt="2025-01-25T15:45:00.797" v="1466" actId="1076"/>
          <ac:spMkLst>
            <pc:docMk/>
            <pc:sldMk cId="0" sldId="302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15:45:06.229" v="1468" actId="1076"/>
        <pc:sldMkLst>
          <pc:docMk/>
          <pc:sldMk cId="0" sldId="304"/>
        </pc:sldMkLst>
        <pc:spChg chg="mod">
          <ac:chgData name="Luiz Augusto Melo Pereira" userId="4bd5ce759a66f368" providerId="LiveId" clId="{DF20CE85-D089-4370-8C1F-6A7A9E307D35}" dt="2025-01-25T15:45:06.229" v="1468" actId="1076"/>
          <ac:spMkLst>
            <pc:docMk/>
            <pc:sldMk cId="0" sldId="304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DF20CE85-D089-4370-8C1F-6A7A9E307D35}" dt="2025-01-25T15:46:09.517" v="1522" actId="1076"/>
        <pc:sldMkLst>
          <pc:docMk/>
          <pc:sldMk cId="0" sldId="307"/>
        </pc:sldMkLst>
        <pc:spChg chg="del">
          <ac:chgData name="Luiz Augusto Melo Pereira" userId="4bd5ce759a66f368" providerId="LiveId" clId="{DF20CE85-D089-4370-8C1F-6A7A9E307D35}" dt="2025-01-25T15:46:05.341" v="1521" actId="478"/>
          <ac:spMkLst>
            <pc:docMk/>
            <pc:sldMk cId="0" sldId="307"/>
            <ac:spMk id="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46:03.937" v="1520" actId="478"/>
          <ac:spMkLst>
            <pc:docMk/>
            <pc:sldMk cId="0" sldId="307"/>
            <ac:spMk id="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46:03.387" v="1519" actId="478"/>
          <ac:spMkLst>
            <pc:docMk/>
            <pc:sldMk cId="0" sldId="307"/>
            <ac:spMk id="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15:46:02.641" v="1518" actId="478"/>
          <ac:spMkLst>
            <pc:docMk/>
            <pc:sldMk cId="0" sldId="307"/>
            <ac:spMk id="7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15:46:09.517" v="1522" actId="1076"/>
          <ac:spMkLst>
            <pc:docMk/>
            <pc:sldMk cId="0" sldId="307"/>
            <ac:spMk id="10" creationId="{BE081436-23D6-D50C-2430-F5F272B4DC06}"/>
          </ac:spMkLst>
        </pc:spChg>
      </pc:sldChg>
      <pc:sldChg chg="addSp delSp modSp mod">
        <pc:chgData name="Luiz Augusto Melo Pereira" userId="4bd5ce759a66f368" providerId="LiveId" clId="{DF20CE85-D089-4370-8C1F-6A7A9E307D35}" dt="2025-01-25T22:04:59.966" v="3396" actId="1076"/>
        <pc:sldMkLst>
          <pc:docMk/>
          <pc:sldMk cId="0" sldId="308"/>
        </pc:sldMkLst>
        <pc:spChg chg="del mod">
          <ac:chgData name="Luiz Augusto Melo Pereira" userId="4bd5ce759a66f368" providerId="LiveId" clId="{DF20CE85-D089-4370-8C1F-6A7A9E307D35}" dt="2025-01-25T22:04:22.033" v="3385" actId="478"/>
          <ac:spMkLst>
            <pc:docMk/>
            <pc:sldMk cId="0" sldId="308"/>
            <ac:spMk id="3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22:04:59.966" v="3396" actId="1076"/>
          <ac:spMkLst>
            <pc:docMk/>
            <pc:sldMk cId="0" sldId="308"/>
            <ac:spMk id="5" creationId="{1FC6A157-B6C8-A660-4EA8-B91B8242D26D}"/>
          </ac:spMkLst>
        </pc:spChg>
        <pc:spChg chg="add del mod">
          <ac:chgData name="Luiz Augusto Melo Pereira" userId="4bd5ce759a66f368" providerId="LiveId" clId="{DF20CE85-D089-4370-8C1F-6A7A9E307D35}" dt="2025-01-25T22:04:24.255" v="3386" actId="478"/>
          <ac:spMkLst>
            <pc:docMk/>
            <pc:sldMk cId="0" sldId="308"/>
            <ac:spMk id="7" creationId="{7C208FB4-D669-E538-9B27-1DF5EA1F3476}"/>
          </ac:spMkLst>
        </pc:spChg>
      </pc:sldChg>
      <pc:sldChg chg="addSp delSp modSp mod">
        <pc:chgData name="Luiz Augusto Melo Pereira" userId="4bd5ce759a66f368" providerId="LiveId" clId="{DF20CE85-D089-4370-8C1F-6A7A9E307D35}" dt="2025-01-25T15:46:25.001" v="1526" actId="1076"/>
        <pc:sldMkLst>
          <pc:docMk/>
          <pc:sldMk cId="0" sldId="309"/>
        </pc:sldMkLst>
        <pc:spChg chg="add del mod">
          <ac:chgData name="Luiz Augusto Melo Pereira" userId="4bd5ce759a66f368" providerId="LiveId" clId="{DF20CE85-D089-4370-8C1F-6A7A9E307D35}" dt="2025-01-25T15:46:25.001" v="1526" actId="1076"/>
          <ac:spMkLst>
            <pc:docMk/>
            <pc:sldMk cId="0" sldId="309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DF20CE85-D089-4370-8C1F-6A7A9E307D35}" dt="2025-01-25T20:48:46.322" v="1721" actId="6549"/>
        <pc:sldMkLst>
          <pc:docMk/>
          <pc:sldMk cId="0" sldId="311"/>
        </pc:sldMkLst>
        <pc:spChg chg="del">
          <ac:chgData name="Luiz Augusto Melo Pereira" userId="4bd5ce759a66f368" providerId="LiveId" clId="{DF20CE85-D089-4370-8C1F-6A7A9E307D35}" dt="2025-01-25T20:44:11.292" v="1530" actId="478"/>
          <ac:spMkLst>
            <pc:docMk/>
            <pc:sldMk cId="0" sldId="311"/>
            <ac:spMk id="3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0:44:26.963" v="1536" actId="1076"/>
          <ac:spMkLst>
            <pc:docMk/>
            <pc:sldMk cId="0" sldId="311"/>
            <ac:spMk id="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44:33.307" v="1538" actId="478"/>
          <ac:spMkLst>
            <pc:docMk/>
            <pc:sldMk cId="0" sldId="311"/>
            <ac:spMk id="5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0:44:46.587" v="1544" actId="1076"/>
          <ac:spMkLst>
            <pc:docMk/>
            <pc:sldMk cId="0" sldId="311"/>
            <ac:spMk id="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48:21.028" v="1713" actId="478"/>
          <ac:spMkLst>
            <pc:docMk/>
            <pc:sldMk cId="0" sldId="311"/>
            <ac:spMk id="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48:21.028" v="1713" actId="478"/>
          <ac:spMkLst>
            <pc:docMk/>
            <pc:sldMk cId="0" sldId="311"/>
            <ac:spMk id="8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48:21.028" v="1713" actId="478"/>
          <ac:spMkLst>
            <pc:docMk/>
            <pc:sldMk cId="0" sldId="311"/>
            <ac:spMk id="9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48:21.028" v="1713" actId="478"/>
          <ac:spMkLst>
            <pc:docMk/>
            <pc:sldMk cId="0" sldId="311"/>
            <ac:spMk id="10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20:48:21.028" v="1713" actId="478"/>
          <ac:spMkLst>
            <pc:docMk/>
            <pc:sldMk cId="0" sldId="311"/>
            <ac:spMk id="11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48:21.028" v="1713" actId="478"/>
          <ac:spMkLst>
            <pc:docMk/>
            <pc:sldMk cId="0" sldId="311"/>
            <ac:spMk id="12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48:21.028" v="1713" actId="478"/>
          <ac:spMkLst>
            <pc:docMk/>
            <pc:sldMk cId="0" sldId="311"/>
            <ac:spMk id="1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48:21.028" v="1713" actId="478"/>
          <ac:spMkLst>
            <pc:docMk/>
            <pc:sldMk cId="0" sldId="311"/>
            <ac:spMk id="1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48:14.894" v="1712" actId="478"/>
          <ac:spMkLst>
            <pc:docMk/>
            <pc:sldMk cId="0" sldId="311"/>
            <ac:spMk id="1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48:21.028" v="1713" actId="478"/>
          <ac:spMkLst>
            <pc:docMk/>
            <pc:sldMk cId="0" sldId="311"/>
            <ac:spMk id="1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48:21.028" v="1713" actId="478"/>
          <ac:spMkLst>
            <pc:docMk/>
            <pc:sldMk cId="0" sldId="311"/>
            <ac:spMk id="1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48:36.310" v="1716" actId="478"/>
          <ac:spMkLst>
            <pc:docMk/>
            <pc:sldMk cId="0" sldId="311"/>
            <ac:spMk id="18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0:48:46.322" v="1721" actId="6549"/>
          <ac:spMkLst>
            <pc:docMk/>
            <pc:sldMk cId="0" sldId="311"/>
            <ac:spMk id="19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20:48:28.287" v="1714" actId="1076"/>
          <ac:spMkLst>
            <pc:docMk/>
            <pc:sldMk cId="0" sldId="311"/>
            <ac:spMk id="20" creationId="{B76996BC-404F-FDFF-6908-8A39E90669D0}"/>
          </ac:spMkLst>
        </pc:spChg>
      </pc:sldChg>
      <pc:sldChg chg="modSp mod">
        <pc:chgData name="Luiz Augusto Melo Pereira" userId="4bd5ce759a66f368" providerId="LiveId" clId="{DF20CE85-D089-4370-8C1F-6A7A9E307D35}" dt="2025-01-25T20:48:56.293" v="1722" actId="1076"/>
        <pc:sldMkLst>
          <pc:docMk/>
          <pc:sldMk cId="0" sldId="312"/>
        </pc:sldMkLst>
        <pc:spChg chg="mod">
          <ac:chgData name="Luiz Augusto Melo Pereira" userId="4bd5ce759a66f368" providerId="LiveId" clId="{DF20CE85-D089-4370-8C1F-6A7A9E307D35}" dt="2025-01-25T20:48:56.293" v="1722" actId="1076"/>
          <ac:spMkLst>
            <pc:docMk/>
            <pc:sldMk cId="0" sldId="312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DF20CE85-D089-4370-8C1F-6A7A9E307D35}" dt="2025-01-25T20:53:02.842" v="1831" actId="1076"/>
        <pc:sldMkLst>
          <pc:docMk/>
          <pc:sldMk cId="0" sldId="313"/>
        </pc:sldMkLst>
        <pc:spChg chg="del">
          <ac:chgData name="Luiz Augusto Melo Pereira" userId="4bd5ce759a66f368" providerId="LiveId" clId="{DF20CE85-D089-4370-8C1F-6A7A9E307D35}" dt="2025-01-25T20:49:13.055" v="1724" actId="478"/>
          <ac:spMkLst>
            <pc:docMk/>
            <pc:sldMk cId="0" sldId="313"/>
            <ac:spMk id="3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0:49:24.189" v="1729" actId="1076"/>
          <ac:spMkLst>
            <pc:docMk/>
            <pc:sldMk cId="0" sldId="313"/>
            <ac:spMk id="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52:57.068" v="1830" actId="478"/>
          <ac:spMkLst>
            <pc:docMk/>
            <pc:sldMk cId="0" sldId="313"/>
            <ac:spMk id="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52:53.419" v="1829" actId="478"/>
          <ac:spMkLst>
            <pc:docMk/>
            <pc:sldMk cId="0" sldId="313"/>
            <ac:spMk id="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52:57.068" v="1830" actId="478"/>
          <ac:spMkLst>
            <pc:docMk/>
            <pc:sldMk cId="0" sldId="313"/>
            <ac:spMk id="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52:57.068" v="1830" actId="478"/>
          <ac:spMkLst>
            <pc:docMk/>
            <pc:sldMk cId="0" sldId="313"/>
            <ac:spMk id="8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52:57.068" v="1830" actId="478"/>
          <ac:spMkLst>
            <pc:docMk/>
            <pc:sldMk cId="0" sldId="313"/>
            <ac:spMk id="9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52:57.068" v="1830" actId="478"/>
          <ac:spMkLst>
            <pc:docMk/>
            <pc:sldMk cId="0" sldId="313"/>
            <ac:spMk id="10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52:57.068" v="1830" actId="478"/>
          <ac:spMkLst>
            <pc:docMk/>
            <pc:sldMk cId="0" sldId="313"/>
            <ac:spMk id="11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52:57.068" v="1830" actId="478"/>
          <ac:spMkLst>
            <pc:docMk/>
            <pc:sldMk cId="0" sldId="313"/>
            <ac:spMk id="12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20:53:02.842" v="1831" actId="1076"/>
          <ac:spMkLst>
            <pc:docMk/>
            <pc:sldMk cId="0" sldId="313"/>
            <ac:spMk id="18" creationId="{635CD4D9-2222-589F-BC79-012DA1478661}"/>
          </ac:spMkLst>
        </pc:spChg>
      </pc:sldChg>
      <pc:sldChg chg="modSp mod">
        <pc:chgData name="Luiz Augusto Melo Pereira" userId="4bd5ce759a66f368" providerId="LiveId" clId="{DF20CE85-D089-4370-8C1F-6A7A9E307D35}" dt="2025-01-25T20:53:23.192" v="1832" actId="1076"/>
        <pc:sldMkLst>
          <pc:docMk/>
          <pc:sldMk cId="0" sldId="315"/>
        </pc:sldMkLst>
        <pc:spChg chg="mod">
          <ac:chgData name="Luiz Augusto Melo Pereira" userId="4bd5ce759a66f368" providerId="LiveId" clId="{DF20CE85-D089-4370-8C1F-6A7A9E307D35}" dt="2025-01-25T20:53:23.192" v="1832" actId="1076"/>
          <ac:spMkLst>
            <pc:docMk/>
            <pc:sldMk cId="0" sldId="315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22:05:27.073" v="3398" actId="20577"/>
        <pc:sldMkLst>
          <pc:docMk/>
          <pc:sldMk cId="0" sldId="316"/>
        </pc:sldMkLst>
        <pc:spChg chg="mod">
          <ac:chgData name="Luiz Augusto Melo Pereira" userId="4bd5ce759a66f368" providerId="LiveId" clId="{DF20CE85-D089-4370-8C1F-6A7A9E307D35}" dt="2025-01-25T22:05:27.073" v="3398" actId="20577"/>
          <ac:spMkLst>
            <pc:docMk/>
            <pc:sldMk cId="0" sldId="316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DF20CE85-D089-4370-8C1F-6A7A9E307D35}" dt="2025-01-25T20:55:43.155" v="1865" actId="20577"/>
        <pc:sldMkLst>
          <pc:docMk/>
          <pc:sldMk cId="0" sldId="317"/>
        </pc:sldMkLst>
        <pc:spChg chg="add del">
          <ac:chgData name="Luiz Augusto Melo Pereira" userId="4bd5ce759a66f368" providerId="LiveId" clId="{DF20CE85-D089-4370-8C1F-6A7A9E307D35}" dt="2025-01-25T20:54:31.551" v="1849" actId="478"/>
          <ac:spMkLst>
            <pc:docMk/>
            <pc:sldMk cId="0" sldId="317"/>
            <ac:spMk id="3" creationId="{00000000-0000-0000-0000-000000000000}"/>
          </ac:spMkLst>
        </pc:spChg>
        <pc:spChg chg="add del">
          <ac:chgData name="Luiz Augusto Melo Pereira" userId="4bd5ce759a66f368" providerId="LiveId" clId="{DF20CE85-D089-4370-8C1F-6A7A9E307D35}" dt="2025-01-25T20:54:31.551" v="1849" actId="478"/>
          <ac:spMkLst>
            <pc:docMk/>
            <pc:sldMk cId="0" sldId="317"/>
            <ac:spMk id="4" creationId="{00000000-0000-0000-0000-000000000000}"/>
          </ac:spMkLst>
        </pc:spChg>
        <pc:spChg chg="add del">
          <ac:chgData name="Luiz Augusto Melo Pereira" userId="4bd5ce759a66f368" providerId="LiveId" clId="{DF20CE85-D089-4370-8C1F-6A7A9E307D35}" dt="2025-01-25T20:54:31.551" v="1849" actId="478"/>
          <ac:spMkLst>
            <pc:docMk/>
            <pc:sldMk cId="0" sldId="317"/>
            <ac:spMk id="5" creationId="{00000000-0000-0000-0000-000000000000}"/>
          </ac:spMkLst>
        </pc:spChg>
        <pc:spChg chg="add del">
          <ac:chgData name="Luiz Augusto Melo Pereira" userId="4bd5ce759a66f368" providerId="LiveId" clId="{DF20CE85-D089-4370-8C1F-6A7A9E307D35}" dt="2025-01-25T20:54:34.565" v="1850" actId="478"/>
          <ac:spMkLst>
            <pc:docMk/>
            <pc:sldMk cId="0" sldId="317"/>
            <ac:spMk id="6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0:55:43.155" v="1865" actId="20577"/>
          <ac:spMkLst>
            <pc:docMk/>
            <pc:sldMk cId="0" sldId="317"/>
            <ac:spMk id="7" creationId="{00000000-0000-0000-0000-000000000000}"/>
          </ac:spMkLst>
        </pc:spChg>
      </pc:sldChg>
      <pc:sldChg chg="delSp modSp mod">
        <pc:chgData name="Luiz Augusto Melo Pereira" userId="4bd5ce759a66f368" providerId="LiveId" clId="{DF20CE85-D089-4370-8C1F-6A7A9E307D35}" dt="2025-01-25T20:57:12.057" v="1894" actId="1076"/>
        <pc:sldMkLst>
          <pc:docMk/>
          <pc:sldMk cId="0" sldId="319"/>
        </pc:sldMkLst>
        <pc:spChg chg="del">
          <ac:chgData name="Luiz Augusto Melo Pereira" userId="4bd5ce759a66f368" providerId="LiveId" clId="{DF20CE85-D089-4370-8C1F-6A7A9E307D35}" dt="2025-01-25T20:56:15.767" v="1873" actId="478"/>
          <ac:spMkLst>
            <pc:docMk/>
            <pc:sldMk cId="0" sldId="319"/>
            <ac:spMk id="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57:07.940" v="1893" actId="478"/>
          <ac:spMkLst>
            <pc:docMk/>
            <pc:sldMk cId="0" sldId="319"/>
            <ac:spMk id="4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0:57:12.057" v="1894" actId="1076"/>
          <ac:spMkLst>
            <pc:docMk/>
            <pc:sldMk cId="0" sldId="319"/>
            <ac:spMk id="5" creationId="{00000000-0000-0000-0000-000000000000}"/>
          </ac:spMkLst>
        </pc:spChg>
      </pc:sldChg>
      <pc:sldChg chg="addSp delSp modSp mod">
        <pc:chgData name="Luiz Augusto Melo Pereira" userId="4bd5ce759a66f368" providerId="LiveId" clId="{DF20CE85-D089-4370-8C1F-6A7A9E307D35}" dt="2025-01-25T21:01:47.151" v="2034" actId="1076"/>
        <pc:sldMkLst>
          <pc:docMk/>
          <pc:sldMk cId="0" sldId="322"/>
        </pc:sldMkLst>
        <pc:spChg chg="mod">
          <ac:chgData name="Luiz Augusto Melo Pereira" userId="4bd5ce759a66f368" providerId="LiveId" clId="{DF20CE85-D089-4370-8C1F-6A7A9E307D35}" dt="2025-01-25T20:59:30.716" v="1932" actId="20577"/>
          <ac:spMkLst>
            <pc:docMk/>
            <pc:sldMk cId="0" sldId="322"/>
            <ac:spMk id="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00:49.591" v="1982" actId="478"/>
          <ac:spMkLst>
            <pc:docMk/>
            <pc:sldMk cId="0" sldId="322"/>
            <ac:spMk id="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00:51.574" v="1983" actId="478"/>
          <ac:spMkLst>
            <pc:docMk/>
            <pc:sldMk cId="0" sldId="322"/>
            <ac:spMk id="5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21:00:47.504" v="1981" actId="478"/>
          <ac:spMkLst>
            <pc:docMk/>
            <pc:sldMk cId="0" sldId="322"/>
            <ac:spMk id="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01:32.036" v="2031" actId="478"/>
          <ac:spMkLst>
            <pc:docMk/>
            <pc:sldMk cId="0" sldId="322"/>
            <ac:spMk id="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59:01.477" v="1923" actId="478"/>
          <ac:spMkLst>
            <pc:docMk/>
            <pc:sldMk cId="0" sldId="322"/>
            <ac:spMk id="8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59:03.897" v="1924" actId="478"/>
          <ac:spMkLst>
            <pc:docMk/>
            <pc:sldMk cId="0" sldId="322"/>
            <ac:spMk id="9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0:58:00.018" v="1902" actId="478"/>
          <ac:spMkLst>
            <pc:docMk/>
            <pc:sldMk cId="0" sldId="322"/>
            <ac:spMk id="10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1:01:47.151" v="2034" actId="1076"/>
          <ac:spMkLst>
            <pc:docMk/>
            <pc:sldMk cId="0" sldId="322"/>
            <ac:spMk id="11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1:01:29.886" v="2030" actId="20577"/>
          <ac:spMkLst>
            <pc:docMk/>
            <pc:sldMk cId="0" sldId="322"/>
            <ac:spMk id="13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21:01:37.260" v="2033" actId="1037"/>
          <ac:spMkLst>
            <pc:docMk/>
            <pc:sldMk cId="0" sldId="322"/>
            <ac:spMk id="15" creationId="{F37312AD-550F-648D-DED1-B7F802A34B55}"/>
          </ac:spMkLst>
        </pc:spChg>
      </pc:sldChg>
      <pc:sldChg chg="modSp mod">
        <pc:chgData name="Luiz Augusto Melo Pereira" userId="4bd5ce759a66f368" providerId="LiveId" clId="{DF20CE85-D089-4370-8C1F-6A7A9E307D35}" dt="2025-01-25T21:02:46.308" v="2036" actId="1076"/>
        <pc:sldMkLst>
          <pc:docMk/>
          <pc:sldMk cId="0" sldId="323"/>
        </pc:sldMkLst>
        <pc:spChg chg="mod">
          <ac:chgData name="Luiz Augusto Melo Pereira" userId="4bd5ce759a66f368" providerId="LiveId" clId="{DF20CE85-D089-4370-8C1F-6A7A9E307D35}" dt="2025-01-25T21:02:46.308" v="2036" actId="1076"/>
          <ac:spMkLst>
            <pc:docMk/>
            <pc:sldMk cId="0" sldId="323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21:02:53.439" v="2038" actId="1076"/>
        <pc:sldMkLst>
          <pc:docMk/>
          <pc:sldMk cId="0" sldId="325"/>
        </pc:sldMkLst>
        <pc:spChg chg="mod">
          <ac:chgData name="Luiz Augusto Melo Pereira" userId="4bd5ce759a66f368" providerId="LiveId" clId="{DF20CE85-D089-4370-8C1F-6A7A9E307D35}" dt="2025-01-25T21:02:53.439" v="2038" actId="1076"/>
          <ac:spMkLst>
            <pc:docMk/>
            <pc:sldMk cId="0" sldId="325"/>
            <ac:spMk id="3" creationId="{00000000-0000-0000-0000-000000000000}"/>
          </ac:spMkLst>
        </pc:spChg>
      </pc:sldChg>
      <pc:sldChg chg="addSp modSp mod">
        <pc:chgData name="Luiz Augusto Melo Pereira" userId="4bd5ce759a66f368" providerId="LiveId" clId="{DF20CE85-D089-4370-8C1F-6A7A9E307D35}" dt="2025-01-25T22:06:25.219" v="3409" actId="1076"/>
        <pc:sldMkLst>
          <pc:docMk/>
          <pc:sldMk cId="0" sldId="327"/>
        </pc:sldMkLst>
        <pc:spChg chg="mod">
          <ac:chgData name="Luiz Augusto Melo Pereira" userId="4bd5ce759a66f368" providerId="LiveId" clId="{DF20CE85-D089-4370-8C1F-6A7A9E307D35}" dt="2025-01-25T21:03:00.573" v="2040" actId="1076"/>
          <ac:spMkLst>
            <pc:docMk/>
            <pc:sldMk cId="0" sldId="327"/>
            <ac:spMk id="4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2:06:25.219" v="3409" actId="1076"/>
          <ac:spMkLst>
            <pc:docMk/>
            <pc:sldMk cId="0" sldId="327"/>
            <ac:spMk id="17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21:03:29.979" v="2052" actId="1037"/>
          <ac:spMkLst>
            <pc:docMk/>
            <pc:sldMk cId="0" sldId="327"/>
            <ac:spMk id="19" creationId="{6F98EB94-2963-446D-6198-D6076A67173C}"/>
          </ac:spMkLst>
        </pc:spChg>
        <pc:spChg chg="add mod">
          <ac:chgData name="Luiz Augusto Melo Pereira" userId="4bd5ce759a66f368" providerId="LiveId" clId="{DF20CE85-D089-4370-8C1F-6A7A9E307D35}" dt="2025-01-25T22:06:23.019" v="3408" actId="1076"/>
          <ac:spMkLst>
            <pc:docMk/>
            <pc:sldMk cId="0" sldId="327"/>
            <ac:spMk id="21" creationId="{62AA06CE-47E9-F402-62A9-D6EAFA6B1190}"/>
          </ac:spMkLst>
        </pc:spChg>
      </pc:sldChg>
      <pc:sldChg chg="modSp mod">
        <pc:chgData name="Luiz Augusto Melo Pereira" userId="4bd5ce759a66f368" providerId="LiveId" clId="{DF20CE85-D089-4370-8C1F-6A7A9E307D35}" dt="2025-01-25T21:03:46.296" v="2054" actId="1076"/>
        <pc:sldMkLst>
          <pc:docMk/>
          <pc:sldMk cId="0" sldId="328"/>
        </pc:sldMkLst>
        <pc:spChg chg="mod">
          <ac:chgData name="Luiz Augusto Melo Pereira" userId="4bd5ce759a66f368" providerId="LiveId" clId="{DF20CE85-D089-4370-8C1F-6A7A9E307D35}" dt="2025-01-25T21:03:46.296" v="2054" actId="1076"/>
          <ac:spMkLst>
            <pc:docMk/>
            <pc:sldMk cId="0" sldId="328"/>
            <ac:spMk id="8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3T12:56:06.603" v="3" actId="20577"/>
          <ac:spMkLst>
            <pc:docMk/>
            <pc:sldMk cId="0" sldId="328"/>
            <ac:spMk id="9" creationId="{A22B7C3E-127F-9AC9-EC3D-F7C52996E2C8}"/>
          </ac:spMkLst>
        </pc:spChg>
      </pc:sldChg>
      <pc:sldChg chg="modSp mod">
        <pc:chgData name="Luiz Augusto Melo Pereira" userId="4bd5ce759a66f368" providerId="LiveId" clId="{DF20CE85-D089-4370-8C1F-6A7A9E307D35}" dt="2025-01-25T21:03:58.600" v="2056" actId="1076"/>
        <pc:sldMkLst>
          <pc:docMk/>
          <pc:sldMk cId="0" sldId="329"/>
        </pc:sldMkLst>
        <pc:spChg chg="mod">
          <ac:chgData name="Luiz Augusto Melo Pereira" userId="4bd5ce759a66f368" providerId="LiveId" clId="{DF20CE85-D089-4370-8C1F-6A7A9E307D35}" dt="2025-01-25T21:03:58.600" v="2056" actId="1076"/>
          <ac:spMkLst>
            <pc:docMk/>
            <pc:sldMk cId="0" sldId="329"/>
            <ac:spMk id="29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21:04:10.826" v="2060" actId="1036"/>
        <pc:sldMkLst>
          <pc:docMk/>
          <pc:sldMk cId="0" sldId="330"/>
        </pc:sldMkLst>
        <pc:spChg chg="mod">
          <ac:chgData name="Luiz Augusto Melo Pereira" userId="4bd5ce759a66f368" providerId="LiveId" clId="{DF20CE85-D089-4370-8C1F-6A7A9E307D35}" dt="2025-01-25T21:04:10.826" v="2060" actId="1036"/>
          <ac:spMkLst>
            <pc:docMk/>
            <pc:sldMk cId="0" sldId="330"/>
            <ac:spMk id="16" creationId="{00000000-0000-0000-0000-000000000000}"/>
          </ac:spMkLst>
        </pc:spChg>
      </pc:sldChg>
      <pc:sldChg chg="modSp">
        <pc:chgData name="Luiz Augusto Melo Pereira" userId="4bd5ce759a66f368" providerId="LiveId" clId="{DF20CE85-D089-4370-8C1F-6A7A9E307D35}" dt="2025-01-23T16:27:02.131" v="5"/>
        <pc:sldMkLst>
          <pc:docMk/>
          <pc:sldMk cId="0" sldId="336"/>
        </pc:sldMkLst>
        <pc:spChg chg="mod">
          <ac:chgData name="Luiz Augusto Melo Pereira" userId="4bd5ce759a66f368" providerId="LiveId" clId="{DF20CE85-D089-4370-8C1F-6A7A9E307D35}" dt="2025-01-23T16:27:02.131" v="5"/>
          <ac:spMkLst>
            <pc:docMk/>
            <pc:sldMk cId="0" sldId="336"/>
            <ac:spMk id="9" creationId="{00000000-0000-0000-0000-000000000000}"/>
          </ac:spMkLst>
        </pc:spChg>
      </pc:sldChg>
      <pc:sldChg chg="modSp">
        <pc:chgData name="Luiz Augusto Melo Pereira" userId="4bd5ce759a66f368" providerId="LiveId" clId="{DF20CE85-D089-4370-8C1F-6A7A9E307D35}" dt="2025-01-23T16:27:57.329" v="6"/>
        <pc:sldMkLst>
          <pc:docMk/>
          <pc:sldMk cId="0" sldId="337"/>
        </pc:sldMkLst>
        <pc:spChg chg="mod">
          <ac:chgData name="Luiz Augusto Melo Pereira" userId="4bd5ce759a66f368" providerId="LiveId" clId="{DF20CE85-D089-4370-8C1F-6A7A9E307D35}" dt="2025-01-23T16:27:57.329" v="6"/>
          <ac:spMkLst>
            <pc:docMk/>
            <pc:sldMk cId="0" sldId="337"/>
            <ac:spMk id="9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21:04:55.427" v="2062" actId="1076"/>
        <pc:sldMkLst>
          <pc:docMk/>
          <pc:sldMk cId="0" sldId="340"/>
        </pc:sldMkLst>
        <pc:spChg chg="mod">
          <ac:chgData name="Luiz Augusto Melo Pereira" userId="4bd5ce759a66f368" providerId="LiveId" clId="{DF20CE85-D089-4370-8C1F-6A7A9E307D35}" dt="2025-01-25T21:04:55.427" v="2062" actId="1076"/>
          <ac:spMkLst>
            <pc:docMk/>
            <pc:sldMk cId="0" sldId="340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DF20CE85-D089-4370-8C1F-6A7A9E307D35}" dt="2025-01-25T21:07:29.264" v="2126" actId="1076"/>
        <pc:sldMkLst>
          <pc:docMk/>
          <pc:sldMk cId="0" sldId="341"/>
        </pc:sldMkLst>
        <pc:spChg chg="del">
          <ac:chgData name="Luiz Augusto Melo Pereira" userId="4bd5ce759a66f368" providerId="LiveId" clId="{DF20CE85-D089-4370-8C1F-6A7A9E307D35}" dt="2025-01-25T21:07:14.910" v="2124" actId="478"/>
          <ac:spMkLst>
            <pc:docMk/>
            <pc:sldMk cId="0" sldId="341"/>
            <ac:spMk id="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07:18.229" v="2125" actId="478"/>
          <ac:spMkLst>
            <pc:docMk/>
            <pc:sldMk cId="0" sldId="341"/>
            <ac:spMk id="4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1:07:29.264" v="2126" actId="1076"/>
          <ac:spMkLst>
            <pc:docMk/>
            <pc:sldMk cId="0" sldId="341"/>
            <ac:spMk id="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05:23.191" v="2069" actId="478"/>
          <ac:spMkLst>
            <pc:docMk/>
            <pc:sldMk cId="0" sldId="341"/>
            <ac:spMk id="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05:21.548" v="2068" actId="478"/>
          <ac:spMkLst>
            <pc:docMk/>
            <pc:sldMk cId="0" sldId="341"/>
            <ac:spMk id="7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1:06:41.494" v="2102" actId="6549"/>
          <ac:spMkLst>
            <pc:docMk/>
            <pc:sldMk cId="0" sldId="341"/>
            <ac:spMk id="8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21:06:44.887" v="2105"/>
          <ac:spMkLst>
            <pc:docMk/>
            <pc:sldMk cId="0" sldId="341"/>
            <ac:spMk id="9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21:06:44.887" v="2107"/>
          <ac:spMkLst>
            <pc:docMk/>
            <pc:sldMk cId="0" sldId="341"/>
            <ac:spMk id="10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1:06:44.180" v="2103" actId="21"/>
          <ac:spMkLst>
            <pc:docMk/>
            <pc:sldMk cId="0" sldId="341"/>
            <ac:spMk id="11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21:06:53.514" v="2111" actId="14100"/>
          <ac:spMkLst>
            <pc:docMk/>
            <pc:sldMk cId="0" sldId="341"/>
            <ac:spMk id="13" creationId="{07FBC7FB-7C28-A599-6044-89ED20B04C8B}"/>
          </ac:spMkLst>
        </pc:spChg>
      </pc:sldChg>
      <pc:sldChg chg="modSp mod">
        <pc:chgData name="Luiz Augusto Melo Pereira" userId="4bd5ce759a66f368" providerId="LiveId" clId="{DF20CE85-D089-4370-8C1F-6A7A9E307D35}" dt="2025-01-25T21:07:42.334" v="2128" actId="1076"/>
        <pc:sldMkLst>
          <pc:docMk/>
          <pc:sldMk cId="0" sldId="344"/>
        </pc:sldMkLst>
        <pc:spChg chg="mod">
          <ac:chgData name="Luiz Augusto Melo Pereira" userId="4bd5ce759a66f368" providerId="LiveId" clId="{DF20CE85-D089-4370-8C1F-6A7A9E307D35}" dt="2025-01-25T21:07:42.334" v="2128" actId="1076"/>
          <ac:spMkLst>
            <pc:docMk/>
            <pc:sldMk cId="0" sldId="344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DF20CE85-D089-4370-8C1F-6A7A9E307D35}" dt="2025-01-25T21:09:01.866" v="2199" actId="1076"/>
        <pc:sldMkLst>
          <pc:docMk/>
          <pc:sldMk cId="0" sldId="345"/>
        </pc:sldMkLst>
        <pc:spChg chg="del">
          <ac:chgData name="Luiz Augusto Melo Pereira" userId="4bd5ce759a66f368" providerId="LiveId" clId="{DF20CE85-D089-4370-8C1F-6A7A9E307D35}" dt="2025-01-25T21:08:55.403" v="2198" actId="478"/>
          <ac:spMkLst>
            <pc:docMk/>
            <pc:sldMk cId="0" sldId="345"/>
            <ac:spMk id="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08:55.403" v="2198" actId="478"/>
          <ac:spMkLst>
            <pc:docMk/>
            <pc:sldMk cId="0" sldId="345"/>
            <ac:spMk id="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08:55.403" v="2198" actId="478"/>
          <ac:spMkLst>
            <pc:docMk/>
            <pc:sldMk cId="0" sldId="345"/>
            <ac:spMk id="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08:55.403" v="2198" actId="478"/>
          <ac:spMkLst>
            <pc:docMk/>
            <pc:sldMk cId="0" sldId="345"/>
            <ac:spMk id="7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21:09:01.866" v="2199" actId="1076"/>
          <ac:spMkLst>
            <pc:docMk/>
            <pc:sldMk cId="0" sldId="345"/>
            <ac:spMk id="8" creationId="{F92E0DF1-C36A-A5BD-A68B-90A9752171D7}"/>
          </ac:spMkLst>
        </pc:spChg>
      </pc:sldChg>
      <pc:sldChg chg="modSp mod">
        <pc:chgData name="Luiz Augusto Melo Pereira" userId="4bd5ce759a66f368" providerId="LiveId" clId="{DF20CE85-D089-4370-8C1F-6A7A9E307D35}" dt="2025-01-25T21:09:20.482" v="2201" actId="1076"/>
        <pc:sldMkLst>
          <pc:docMk/>
          <pc:sldMk cId="0" sldId="347"/>
        </pc:sldMkLst>
        <pc:spChg chg="mod">
          <ac:chgData name="Luiz Augusto Melo Pereira" userId="4bd5ce759a66f368" providerId="LiveId" clId="{DF20CE85-D089-4370-8C1F-6A7A9E307D35}" dt="2025-01-25T21:09:20.482" v="2201" actId="1076"/>
          <ac:spMkLst>
            <pc:docMk/>
            <pc:sldMk cId="0" sldId="34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21:09:26.076" v="2203" actId="1076"/>
        <pc:sldMkLst>
          <pc:docMk/>
          <pc:sldMk cId="0" sldId="348"/>
        </pc:sldMkLst>
        <pc:spChg chg="mod">
          <ac:chgData name="Luiz Augusto Melo Pereira" userId="4bd5ce759a66f368" providerId="LiveId" clId="{DF20CE85-D089-4370-8C1F-6A7A9E307D35}" dt="2025-01-25T21:09:26.076" v="2203" actId="1076"/>
          <ac:spMkLst>
            <pc:docMk/>
            <pc:sldMk cId="0" sldId="348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21:09:31.445" v="2205" actId="1076"/>
        <pc:sldMkLst>
          <pc:docMk/>
          <pc:sldMk cId="0" sldId="349"/>
        </pc:sldMkLst>
        <pc:spChg chg="mod">
          <ac:chgData name="Luiz Augusto Melo Pereira" userId="4bd5ce759a66f368" providerId="LiveId" clId="{DF20CE85-D089-4370-8C1F-6A7A9E307D35}" dt="2025-01-25T21:09:31.445" v="2205" actId="1076"/>
          <ac:spMkLst>
            <pc:docMk/>
            <pc:sldMk cId="0" sldId="349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21:10:16.147" v="2207" actId="1076"/>
        <pc:sldMkLst>
          <pc:docMk/>
          <pc:sldMk cId="0" sldId="359"/>
        </pc:sldMkLst>
        <pc:spChg chg="mod">
          <ac:chgData name="Luiz Augusto Melo Pereira" userId="4bd5ce759a66f368" providerId="LiveId" clId="{DF20CE85-D089-4370-8C1F-6A7A9E307D35}" dt="2025-01-25T21:10:16.147" v="2207" actId="1076"/>
          <ac:spMkLst>
            <pc:docMk/>
            <pc:sldMk cId="0" sldId="359"/>
            <ac:spMk id="3" creationId="{00000000-0000-0000-0000-000000000000}"/>
          </ac:spMkLst>
        </pc:spChg>
      </pc:sldChg>
      <pc:sldChg chg="delSp modSp mod">
        <pc:chgData name="Luiz Augusto Melo Pereira" userId="4bd5ce759a66f368" providerId="LiveId" clId="{DF20CE85-D089-4370-8C1F-6A7A9E307D35}" dt="2025-01-25T21:11:04.905" v="2222" actId="1076"/>
        <pc:sldMkLst>
          <pc:docMk/>
          <pc:sldMk cId="0" sldId="360"/>
        </pc:sldMkLst>
        <pc:spChg chg="del">
          <ac:chgData name="Luiz Augusto Melo Pereira" userId="4bd5ce759a66f368" providerId="LiveId" clId="{DF20CE85-D089-4370-8C1F-6A7A9E307D35}" dt="2025-01-25T21:10:39.539" v="2217" actId="478"/>
          <ac:spMkLst>
            <pc:docMk/>
            <pc:sldMk cId="0" sldId="360"/>
            <ac:spMk id="3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1:11:04.905" v="2222" actId="1076"/>
          <ac:spMkLst>
            <pc:docMk/>
            <pc:sldMk cId="0" sldId="360"/>
            <ac:spMk id="4" creationId="{00000000-0000-0000-0000-000000000000}"/>
          </ac:spMkLst>
        </pc:spChg>
      </pc:sldChg>
      <pc:sldChg chg="modSp">
        <pc:chgData name="Luiz Augusto Melo Pereira" userId="4bd5ce759a66f368" providerId="LiveId" clId="{DF20CE85-D089-4370-8C1F-6A7A9E307D35}" dt="2025-01-23T16:30:01.265" v="7"/>
        <pc:sldMkLst>
          <pc:docMk/>
          <pc:sldMk cId="0" sldId="361"/>
        </pc:sldMkLst>
        <pc:spChg chg="mod">
          <ac:chgData name="Luiz Augusto Melo Pereira" userId="4bd5ce759a66f368" providerId="LiveId" clId="{DF20CE85-D089-4370-8C1F-6A7A9E307D35}" dt="2025-01-23T16:30:01.265" v="7"/>
          <ac:spMkLst>
            <pc:docMk/>
            <pc:sldMk cId="0" sldId="361"/>
            <ac:spMk id="3" creationId="{00000000-0000-0000-0000-000000000000}"/>
          </ac:spMkLst>
        </pc:spChg>
      </pc:sldChg>
      <pc:sldChg chg="addSp modSp mod">
        <pc:chgData name="Luiz Augusto Melo Pereira" userId="4bd5ce759a66f368" providerId="LiveId" clId="{DF20CE85-D089-4370-8C1F-6A7A9E307D35}" dt="2025-01-25T21:12:22.581" v="2239" actId="14100"/>
        <pc:sldMkLst>
          <pc:docMk/>
          <pc:sldMk cId="0" sldId="362"/>
        </pc:sldMkLst>
        <pc:spChg chg="mod">
          <ac:chgData name="Luiz Augusto Melo Pereira" userId="4bd5ce759a66f368" providerId="LiveId" clId="{DF20CE85-D089-4370-8C1F-6A7A9E307D35}" dt="2025-01-25T21:11:08.322" v="2223" actId="21"/>
          <ac:spMkLst>
            <pc:docMk/>
            <pc:sldMk cId="0" sldId="362"/>
            <ac:spMk id="4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21:12:22.581" v="2239" actId="14100"/>
          <ac:spMkLst>
            <pc:docMk/>
            <pc:sldMk cId="0" sldId="362"/>
            <ac:spMk id="6" creationId="{29F4D199-7556-6FC1-3883-3D5D51949F59}"/>
          </ac:spMkLst>
        </pc:spChg>
      </pc:sldChg>
      <pc:sldChg chg="modSp mod">
        <pc:chgData name="Luiz Augusto Melo Pereira" userId="4bd5ce759a66f368" providerId="LiveId" clId="{DF20CE85-D089-4370-8C1F-6A7A9E307D35}" dt="2025-01-25T21:11:47.842" v="2233" actId="14100"/>
        <pc:sldMkLst>
          <pc:docMk/>
          <pc:sldMk cId="0" sldId="364"/>
        </pc:sldMkLst>
        <pc:spChg chg="mod">
          <ac:chgData name="Luiz Augusto Melo Pereira" userId="4bd5ce759a66f368" providerId="LiveId" clId="{DF20CE85-D089-4370-8C1F-6A7A9E307D35}" dt="2025-01-25T21:11:47.842" v="2233" actId="14100"/>
          <ac:spMkLst>
            <pc:docMk/>
            <pc:sldMk cId="0" sldId="364"/>
            <ac:spMk id="12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1:11:39.824" v="2231" actId="1035"/>
          <ac:spMkLst>
            <pc:docMk/>
            <pc:sldMk cId="0" sldId="364"/>
            <ac:spMk id="13" creationId="{A1DDAA7E-EAEC-9D7C-10DA-94F69E887264}"/>
          </ac:spMkLst>
        </pc:spChg>
      </pc:sldChg>
      <pc:sldChg chg="modSp mod">
        <pc:chgData name="Luiz Augusto Melo Pereira" userId="4bd5ce759a66f368" providerId="LiveId" clId="{DF20CE85-D089-4370-8C1F-6A7A9E307D35}" dt="2025-01-25T21:12:01.724" v="2238" actId="1076"/>
        <pc:sldMkLst>
          <pc:docMk/>
          <pc:sldMk cId="0" sldId="365"/>
        </pc:sldMkLst>
        <pc:spChg chg="mod">
          <ac:chgData name="Luiz Augusto Melo Pereira" userId="4bd5ce759a66f368" providerId="LiveId" clId="{DF20CE85-D089-4370-8C1F-6A7A9E307D35}" dt="2025-01-25T21:11:58.672" v="2236" actId="1076"/>
          <ac:spMkLst>
            <pc:docMk/>
            <pc:sldMk cId="0" sldId="365"/>
            <ac:spMk id="3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1:12:01.724" v="2238" actId="1076"/>
          <ac:spMkLst>
            <pc:docMk/>
            <pc:sldMk cId="0" sldId="365"/>
            <ac:spMk id="6" creationId="{00000000-0000-0000-0000-000000000000}"/>
          </ac:spMkLst>
        </pc:spChg>
      </pc:sldChg>
      <pc:sldChg chg="delSp modSp mod">
        <pc:chgData name="Luiz Augusto Melo Pereira" userId="4bd5ce759a66f368" providerId="LiveId" clId="{DF20CE85-D089-4370-8C1F-6A7A9E307D35}" dt="2025-01-25T21:12:53.215" v="2246" actId="20577"/>
        <pc:sldMkLst>
          <pc:docMk/>
          <pc:sldMk cId="0" sldId="370"/>
        </pc:sldMkLst>
        <pc:spChg chg="mod">
          <ac:chgData name="Luiz Augusto Melo Pereira" userId="4bd5ce759a66f368" providerId="LiveId" clId="{DF20CE85-D089-4370-8C1F-6A7A9E307D35}" dt="2025-01-25T21:12:53.215" v="2246" actId="20577"/>
          <ac:spMkLst>
            <pc:docMk/>
            <pc:sldMk cId="0" sldId="370"/>
            <ac:spMk id="16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21:12:45.472" v="2244" actId="478"/>
          <ac:spMkLst>
            <pc:docMk/>
            <pc:sldMk cId="0" sldId="370"/>
            <ac:spMk id="17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21:13:17.257" v="2248" actId="1076"/>
        <pc:sldMkLst>
          <pc:docMk/>
          <pc:sldMk cId="0" sldId="375"/>
        </pc:sldMkLst>
        <pc:spChg chg="mod">
          <ac:chgData name="Luiz Augusto Melo Pereira" userId="4bd5ce759a66f368" providerId="LiveId" clId="{DF20CE85-D089-4370-8C1F-6A7A9E307D35}" dt="2025-01-25T21:13:17.257" v="2248" actId="1076"/>
          <ac:spMkLst>
            <pc:docMk/>
            <pc:sldMk cId="0" sldId="375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21:13:27.899" v="2250" actId="1076"/>
        <pc:sldMkLst>
          <pc:docMk/>
          <pc:sldMk cId="0" sldId="376"/>
        </pc:sldMkLst>
        <pc:spChg chg="mod">
          <ac:chgData name="Luiz Augusto Melo Pereira" userId="4bd5ce759a66f368" providerId="LiveId" clId="{DF20CE85-D089-4370-8C1F-6A7A9E307D35}" dt="2025-01-25T21:13:27.899" v="2250" actId="1076"/>
          <ac:spMkLst>
            <pc:docMk/>
            <pc:sldMk cId="0" sldId="376"/>
            <ac:spMk id="25" creationId="{45CB3FE3-4D76-378E-BC7C-249FD6386DFE}"/>
          </ac:spMkLst>
        </pc:spChg>
      </pc:sldChg>
      <pc:sldChg chg="delSp modSp mod">
        <pc:chgData name="Luiz Augusto Melo Pereira" userId="4bd5ce759a66f368" providerId="LiveId" clId="{DF20CE85-D089-4370-8C1F-6A7A9E307D35}" dt="2025-01-25T21:14:29.875" v="2270" actId="20577"/>
        <pc:sldMkLst>
          <pc:docMk/>
          <pc:sldMk cId="0" sldId="377"/>
        </pc:sldMkLst>
        <pc:spChg chg="del">
          <ac:chgData name="Luiz Augusto Melo Pereira" userId="4bd5ce759a66f368" providerId="LiveId" clId="{DF20CE85-D089-4370-8C1F-6A7A9E307D35}" dt="2025-01-25T21:13:51.243" v="2256" actId="478"/>
          <ac:spMkLst>
            <pc:docMk/>
            <pc:sldMk cId="0" sldId="377"/>
            <ac:spMk id="3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1:14:29.875" v="2270" actId="20577"/>
          <ac:spMkLst>
            <pc:docMk/>
            <pc:sldMk cId="0" sldId="377"/>
            <ac:spMk id="4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3T16:31:33.650" v="8"/>
          <ac:spMkLst>
            <pc:docMk/>
            <pc:sldMk cId="0" sldId="377"/>
            <ac:spMk id="5" creationId="{00000000-0000-0000-0000-000000000000}"/>
          </ac:spMkLst>
        </pc:spChg>
      </pc:sldChg>
      <pc:sldChg chg="modSp mod">
        <pc:chgData name="Luiz Augusto Melo Pereira" userId="4bd5ce759a66f368" providerId="LiveId" clId="{DF20CE85-D089-4370-8C1F-6A7A9E307D35}" dt="2025-01-25T21:14:47.307" v="2274" actId="1076"/>
        <pc:sldMkLst>
          <pc:docMk/>
          <pc:sldMk cId="0" sldId="379"/>
        </pc:sldMkLst>
        <pc:spChg chg="mod">
          <ac:chgData name="Luiz Augusto Melo Pereira" userId="4bd5ce759a66f368" providerId="LiveId" clId="{DF20CE85-D089-4370-8C1F-6A7A9E307D35}" dt="2025-01-25T21:14:43.821" v="2272" actId="1076"/>
          <ac:spMkLst>
            <pc:docMk/>
            <pc:sldMk cId="0" sldId="379"/>
            <ac:spMk id="6" creationId="{6EF5CA68-8A55-ADFA-DA7B-6D785163F17C}"/>
          </ac:spMkLst>
        </pc:spChg>
        <pc:spChg chg="mod">
          <ac:chgData name="Luiz Augusto Melo Pereira" userId="4bd5ce759a66f368" providerId="LiveId" clId="{DF20CE85-D089-4370-8C1F-6A7A9E307D35}" dt="2025-01-25T21:14:47.307" v="2274" actId="1076"/>
          <ac:spMkLst>
            <pc:docMk/>
            <pc:sldMk cId="0" sldId="379"/>
            <ac:spMk id="7" creationId="{44D82CFE-8D76-0FC9-0CE4-B2A391A259D4}"/>
          </ac:spMkLst>
        </pc:spChg>
      </pc:sldChg>
      <pc:sldChg chg="delSp modSp mod">
        <pc:chgData name="Luiz Augusto Melo Pereira" userId="4bd5ce759a66f368" providerId="LiveId" clId="{DF20CE85-D089-4370-8C1F-6A7A9E307D35}" dt="2025-01-25T21:15:22.147" v="2281"/>
        <pc:sldMkLst>
          <pc:docMk/>
          <pc:sldMk cId="0" sldId="381"/>
        </pc:sldMkLst>
        <pc:spChg chg="mod">
          <ac:chgData name="Luiz Augusto Melo Pereira" userId="4bd5ce759a66f368" providerId="LiveId" clId="{DF20CE85-D089-4370-8C1F-6A7A9E307D35}" dt="2025-01-25T21:15:22.147" v="2281"/>
          <ac:spMkLst>
            <pc:docMk/>
            <pc:sldMk cId="0" sldId="381"/>
            <ac:spMk id="3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21:15:19.542" v="2279" actId="478"/>
          <ac:spMkLst>
            <pc:docMk/>
            <pc:sldMk cId="0" sldId="381"/>
            <ac:spMk id="4" creationId="{00000000-0000-0000-0000-000000000000}"/>
          </ac:spMkLst>
        </pc:spChg>
      </pc:sldChg>
      <pc:sldChg chg="addSp delSp modSp mod">
        <pc:chgData name="Luiz Augusto Melo Pereira" userId="4bd5ce759a66f368" providerId="LiveId" clId="{DF20CE85-D089-4370-8C1F-6A7A9E307D35}" dt="2025-01-25T21:20:27.438" v="2437" actId="1076"/>
        <pc:sldMkLst>
          <pc:docMk/>
          <pc:sldMk cId="0" sldId="387"/>
        </pc:sldMkLst>
        <pc:spChg chg="mod">
          <ac:chgData name="Luiz Augusto Melo Pereira" userId="4bd5ce759a66f368" providerId="LiveId" clId="{DF20CE85-D089-4370-8C1F-6A7A9E307D35}" dt="2025-01-25T21:20:27.438" v="2437" actId="1076"/>
          <ac:spMkLst>
            <pc:docMk/>
            <pc:sldMk cId="0" sldId="387"/>
            <ac:spMk id="2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21:19:19.512" v="2423"/>
          <ac:spMkLst>
            <pc:docMk/>
            <pc:sldMk cId="0" sldId="387"/>
            <ac:spMk id="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19:23.007" v="2424" actId="478"/>
          <ac:spMkLst>
            <pc:docMk/>
            <pc:sldMk cId="0" sldId="387"/>
            <ac:spMk id="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17:35.300" v="2373" actId="478"/>
          <ac:spMkLst>
            <pc:docMk/>
            <pc:sldMk cId="0" sldId="387"/>
            <ac:spMk id="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17:31.786" v="2372" actId="478"/>
          <ac:spMkLst>
            <pc:docMk/>
            <pc:sldMk cId="0" sldId="387"/>
            <ac:spMk id="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17:27.836" v="2371" actId="478"/>
          <ac:spMkLst>
            <pc:docMk/>
            <pc:sldMk cId="0" sldId="387"/>
            <ac:spMk id="8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18:47.852" v="2406" actId="478"/>
          <ac:spMkLst>
            <pc:docMk/>
            <pc:sldMk cId="0" sldId="387"/>
            <ac:spMk id="9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18:42.286" v="2404" actId="478"/>
          <ac:spMkLst>
            <pc:docMk/>
            <pc:sldMk cId="0" sldId="387"/>
            <ac:spMk id="10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18:45.861" v="2405" actId="478"/>
          <ac:spMkLst>
            <pc:docMk/>
            <pc:sldMk cId="0" sldId="387"/>
            <ac:spMk id="11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1:20:00.886" v="2433" actId="1036"/>
          <ac:spMkLst>
            <pc:docMk/>
            <pc:sldMk cId="0" sldId="387"/>
            <ac:spMk id="12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21:19:28.055" v="2425" actId="1076"/>
          <ac:spMkLst>
            <pc:docMk/>
            <pc:sldMk cId="0" sldId="387"/>
            <ac:spMk id="15" creationId="{D520E5FE-DE64-9C05-0C15-642E0E834656}"/>
          </ac:spMkLst>
        </pc:spChg>
        <pc:spChg chg="add mod">
          <ac:chgData name="Luiz Augusto Melo Pereira" userId="4bd5ce759a66f368" providerId="LiveId" clId="{DF20CE85-D089-4370-8C1F-6A7A9E307D35}" dt="2025-01-25T21:20:12.622" v="2435" actId="12788"/>
          <ac:spMkLst>
            <pc:docMk/>
            <pc:sldMk cId="0" sldId="387"/>
            <ac:spMk id="16" creationId="{4407EABF-330C-9287-D8FF-B6652CF70960}"/>
          </ac:spMkLst>
        </pc:spChg>
        <pc:spChg chg="add mod">
          <ac:chgData name="Luiz Augusto Melo Pereira" userId="4bd5ce759a66f368" providerId="LiveId" clId="{DF20CE85-D089-4370-8C1F-6A7A9E307D35}" dt="2025-01-25T21:19:52.732" v="2430" actId="208"/>
          <ac:spMkLst>
            <pc:docMk/>
            <pc:sldMk cId="0" sldId="387"/>
            <ac:spMk id="17" creationId="{D21E48A5-1206-BF73-EED9-D3974B4C28CC}"/>
          </ac:spMkLst>
        </pc:spChg>
        <pc:graphicFrameChg chg="del mod modGraphic">
          <ac:chgData name="Luiz Augusto Melo Pereira" userId="4bd5ce759a66f368" providerId="LiveId" clId="{DF20CE85-D089-4370-8C1F-6A7A9E307D35}" dt="2025-01-25T21:19:00.665" v="2408" actId="478"/>
          <ac:graphicFrameMkLst>
            <pc:docMk/>
            <pc:sldMk cId="0" sldId="387"/>
            <ac:graphicFrameMk id="5" creationId="{00000000-0000-0000-0000-000000000000}"/>
          </ac:graphicFrameMkLst>
        </pc:graphicFrameChg>
      </pc:sldChg>
      <pc:sldChg chg="addSp delSp modSp mod">
        <pc:chgData name="Luiz Augusto Melo Pereira" userId="4bd5ce759a66f368" providerId="LiveId" clId="{DF20CE85-D089-4370-8C1F-6A7A9E307D35}" dt="2025-01-25T21:21:10.138" v="2450" actId="1036"/>
        <pc:sldMkLst>
          <pc:docMk/>
          <pc:sldMk cId="0" sldId="388"/>
        </pc:sldMkLst>
        <pc:spChg chg="mod">
          <ac:chgData name="Luiz Augusto Melo Pereira" userId="4bd5ce759a66f368" providerId="LiveId" clId="{DF20CE85-D089-4370-8C1F-6A7A9E307D35}" dt="2025-01-25T21:20:48.054" v="2442" actId="1076"/>
          <ac:spMkLst>
            <pc:docMk/>
            <pc:sldMk cId="0" sldId="388"/>
            <ac:spMk id="2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0:52.577" v="2443" actId="478"/>
          <ac:spMkLst>
            <pc:docMk/>
            <pc:sldMk cId="0" sldId="388"/>
            <ac:spMk id="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0:52.577" v="2443" actId="478"/>
          <ac:spMkLst>
            <pc:docMk/>
            <pc:sldMk cId="0" sldId="388"/>
            <ac:spMk id="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0:52.577" v="2443" actId="478"/>
          <ac:spMkLst>
            <pc:docMk/>
            <pc:sldMk cId="0" sldId="388"/>
            <ac:spMk id="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0:52.577" v="2443" actId="478"/>
          <ac:spMkLst>
            <pc:docMk/>
            <pc:sldMk cId="0" sldId="388"/>
            <ac:spMk id="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0:52.577" v="2443" actId="478"/>
          <ac:spMkLst>
            <pc:docMk/>
            <pc:sldMk cId="0" sldId="388"/>
            <ac:spMk id="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0:52.577" v="2443" actId="478"/>
          <ac:spMkLst>
            <pc:docMk/>
            <pc:sldMk cId="0" sldId="388"/>
            <ac:spMk id="8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0:52.577" v="2443" actId="478"/>
          <ac:spMkLst>
            <pc:docMk/>
            <pc:sldMk cId="0" sldId="388"/>
            <ac:spMk id="9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0:52.577" v="2443" actId="478"/>
          <ac:spMkLst>
            <pc:docMk/>
            <pc:sldMk cId="0" sldId="388"/>
            <ac:spMk id="10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0:52.577" v="2443" actId="478"/>
          <ac:spMkLst>
            <pc:docMk/>
            <pc:sldMk cId="0" sldId="388"/>
            <ac:spMk id="11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0:52.577" v="2443" actId="478"/>
          <ac:spMkLst>
            <pc:docMk/>
            <pc:sldMk cId="0" sldId="388"/>
            <ac:spMk id="12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0:52.577" v="2443" actId="478"/>
          <ac:spMkLst>
            <pc:docMk/>
            <pc:sldMk cId="0" sldId="388"/>
            <ac:spMk id="13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1:21:10.138" v="2450" actId="1036"/>
          <ac:spMkLst>
            <pc:docMk/>
            <pc:sldMk cId="0" sldId="388"/>
            <ac:spMk id="14" creationId="{00000000-0000-0000-0000-000000000000}"/>
          </ac:spMkLst>
        </pc:spChg>
        <pc:spChg chg="add del mod">
          <ac:chgData name="Luiz Augusto Melo Pereira" userId="4bd5ce759a66f368" providerId="LiveId" clId="{DF20CE85-D089-4370-8C1F-6A7A9E307D35}" dt="2025-01-25T21:20:43.794" v="2440" actId="21"/>
          <ac:spMkLst>
            <pc:docMk/>
            <pc:sldMk cId="0" sldId="388"/>
            <ac:spMk id="16" creationId="{5C8DA3B2-46CF-B7DA-6A33-86E3BC6A2555}"/>
          </ac:spMkLst>
        </pc:spChg>
        <pc:spChg chg="add del mod">
          <ac:chgData name="Luiz Augusto Melo Pereira" userId="4bd5ce759a66f368" providerId="LiveId" clId="{DF20CE85-D089-4370-8C1F-6A7A9E307D35}" dt="2025-01-25T21:20:43.794" v="2440" actId="21"/>
          <ac:spMkLst>
            <pc:docMk/>
            <pc:sldMk cId="0" sldId="388"/>
            <ac:spMk id="17" creationId="{25538C1A-6BB7-3523-56A3-4B605B065A4F}"/>
          </ac:spMkLst>
        </pc:spChg>
        <pc:spChg chg="add del mod">
          <ac:chgData name="Luiz Augusto Melo Pereira" userId="4bd5ce759a66f368" providerId="LiveId" clId="{DF20CE85-D089-4370-8C1F-6A7A9E307D35}" dt="2025-01-25T21:20:43.794" v="2440" actId="21"/>
          <ac:spMkLst>
            <pc:docMk/>
            <pc:sldMk cId="0" sldId="388"/>
            <ac:spMk id="18" creationId="{878C4903-D57F-59EF-FE97-C930218E0E36}"/>
          </ac:spMkLst>
        </pc:spChg>
        <pc:spChg chg="add mod">
          <ac:chgData name="Luiz Augusto Melo Pereira" userId="4bd5ce759a66f368" providerId="LiveId" clId="{DF20CE85-D089-4370-8C1F-6A7A9E307D35}" dt="2025-01-25T21:20:57.618" v="2445" actId="1076"/>
          <ac:spMkLst>
            <pc:docMk/>
            <pc:sldMk cId="0" sldId="388"/>
            <ac:spMk id="20" creationId="{5C8DA3B2-46CF-B7DA-6A33-86E3BC6A2555}"/>
          </ac:spMkLst>
        </pc:spChg>
        <pc:spChg chg="add mod">
          <ac:chgData name="Luiz Augusto Melo Pereira" userId="4bd5ce759a66f368" providerId="LiveId" clId="{DF20CE85-D089-4370-8C1F-6A7A9E307D35}" dt="2025-01-25T21:20:57.618" v="2445" actId="1076"/>
          <ac:spMkLst>
            <pc:docMk/>
            <pc:sldMk cId="0" sldId="388"/>
            <ac:spMk id="21" creationId="{25538C1A-6BB7-3523-56A3-4B605B065A4F}"/>
          </ac:spMkLst>
        </pc:spChg>
        <pc:spChg chg="add del mod">
          <ac:chgData name="Luiz Augusto Melo Pereira" userId="4bd5ce759a66f368" providerId="LiveId" clId="{DF20CE85-D089-4370-8C1F-6A7A9E307D35}" dt="2025-01-25T21:21:05.269" v="2447" actId="478"/>
          <ac:spMkLst>
            <pc:docMk/>
            <pc:sldMk cId="0" sldId="388"/>
            <ac:spMk id="22" creationId="{878C4903-D57F-59EF-FE97-C930218E0E36}"/>
          </ac:spMkLst>
        </pc:spChg>
        <pc:picChg chg="add del mod">
          <ac:chgData name="Luiz Augusto Melo Pereira" userId="4bd5ce759a66f368" providerId="LiveId" clId="{DF20CE85-D089-4370-8C1F-6A7A9E307D35}" dt="2025-01-25T21:20:43.794" v="2440" actId="21"/>
          <ac:picMkLst>
            <pc:docMk/>
            <pc:sldMk cId="0" sldId="388"/>
            <ac:picMk id="15" creationId="{D2EA57B2-D622-D8A5-AC70-99CA95A14B4B}"/>
          </ac:picMkLst>
        </pc:picChg>
        <pc:picChg chg="add del mod">
          <ac:chgData name="Luiz Augusto Melo Pereira" userId="4bd5ce759a66f368" providerId="LiveId" clId="{DF20CE85-D089-4370-8C1F-6A7A9E307D35}" dt="2025-01-25T21:21:02.111" v="2446" actId="478"/>
          <ac:picMkLst>
            <pc:docMk/>
            <pc:sldMk cId="0" sldId="388"/>
            <ac:picMk id="19" creationId="{D2EA57B2-D622-D8A5-AC70-99CA95A14B4B}"/>
          </ac:picMkLst>
        </pc:picChg>
      </pc:sldChg>
      <pc:sldChg chg="addSp delSp modSp mod">
        <pc:chgData name="Luiz Augusto Melo Pereira" userId="4bd5ce759a66f368" providerId="LiveId" clId="{DF20CE85-D089-4370-8C1F-6A7A9E307D35}" dt="2025-01-25T21:22:27.448" v="2484" actId="1036"/>
        <pc:sldMkLst>
          <pc:docMk/>
          <pc:sldMk cId="0" sldId="391"/>
        </pc:sldMkLst>
        <pc:spChg chg="del">
          <ac:chgData name="Luiz Augusto Melo Pereira" userId="4bd5ce759a66f368" providerId="LiveId" clId="{DF20CE85-D089-4370-8C1F-6A7A9E307D35}" dt="2025-01-25T21:22:04.779" v="2469" actId="478"/>
          <ac:spMkLst>
            <pc:docMk/>
            <pc:sldMk cId="0" sldId="391"/>
            <ac:spMk id="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2:04.779" v="2469" actId="478"/>
          <ac:spMkLst>
            <pc:docMk/>
            <pc:sldMk cId="0" sldId="391"/>
            <ac:spMk id="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2:04.779" v="2469" actId="478"/>
          <ac:spMkLst>
            <pc:docMk/>
            <pc:sldMk cId="0" sldId="391"/>
            <ac:spMk id="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2:04.779" v="2469" actId="478"/>
          <ac:spMkLst>
            <pc:docMk/>
            <pc:sldMk cId="0" sldId="391"/>
            <ac:spMk id="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2:04.779" v="2469" actId="478"/>
          <ac:spMkLst>
            <pc:docMk/>
            <pc:sldMk cId="0" sldId="391"/>
            <ac:spMk id="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2:04.779" v="2469" actId="478"/>
          <ac:spMkLst>
            <pc:docMk/>
            <pc:sldMk cId="0" sldId="391"/>
            <ac:spMk id="8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2:04.779" v="2469" actId="478"/>
          <ac:spMkLst>
            <pc:docMk/>
            <pc:sldMk cId="0" sldId="391"/>
            <ac:spMk id="9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2:04.779" v="2469" actId="478"/>
          <ac:spMkLst>
            <pc:docMk/>
            <pc:sldMk cId="0" sldId="391"/>
            <ac:spMk id="10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2:04.779" v="2469" actId="478"/>
          <ac:spMkLst>
            <pc:docMk/>
            <pc:sldMk cId="0" sldId="391"/>
            <ac:spMk id="11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2:04.779" v="2469" actId="478"/>
          <ac:spMkLst>
            <pc:docMk/>
            <pc:sldMk cId="0" sldId="391"/>
            <ac:spMk id="12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2:04.779" v="2469" actId="478"/>
          <ac:spMkLst>
            <pc:docMk/>
            <pc:sldMk cId="0" sldId="391"/>
            <ac:spMk id="13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1:22:20.233" v="2477" actId="1036"/>
          <ac:spMkLst>
            <pc:docMk/>
            <pc:sldMk cId="0" sldId="391"/>
            <ac:spMk id="14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21:22:27.448" v="2484" actId="1036"/>
          <ac:spMkLst>
            <pc:docMk/>
            <pc:sldMk cId="0" sldId="391"/>
            <ac:spMk id="15" creationId="{3DCD6788-98D7-3B17-A857-6BA577851F11}"/>
          </ac:spMkLst>
        </pc:spChg>
        <pc:spChg chg="add mod">
          <ac:chgData name="Luiz Augusto Melo Pereira" userId="4bd5ce759a66f368" providerId="LiveId" clId="{DF20CE85-D089-4370-8C1F-6A7A9E307D35}" dt="2025-01-25T21:22:24.894" v="2481" actId="1036"/>
          <ac:spMkLst>
            <pc:docMk/>
            <pc:sldMk cId="0" sldId="391"/>
            <ac:spMk id="16" creationId="{03859E51-2472-BF6D-8DA3-7F523D747CF8}"/>
          </ac:spMkLst>
        </pc:spChg>
      </pc:sldChg>
      <pc:sldChg chg="modSp mod">
        <pc:chgData name="Luiz Augusto Melo Pereira" userId="4bd5ce759a66f368" providerId="LiveId" clId="{DF20CE85-D089-4370-8C1F-6A7A9E307D35}" dt="2025-01-25T21:22:46.236" v="2485" actId="1036"/>
        <pc:sldMkLst>
          <pc:docMk/>
          <pc:sldMk cId="0" sldId="394"/>
        </pc:sldMkLst>
        <pc:spChg chg="mod">
          <ac:chgData name="Luiz Augusto Melo Pereira" userId="4bd5ce759a66f368" providerId="LiveId" clId="{DF20CE85-D089-4370-8C1F-6A7A9E307D35}" dt="2025-01-25T21:22:46.236" v="2485" actId="1036"/>
          <ac:spMkLst>
            <pc:docMk/>
            <pc:sldMk cId="0" sldId="394"/>
            <ac:spMk id="24" creationId="{00000000-0000-0000-0000-000000000000}"/>
          </ac:spMkLst>
        </pc:spChg>
      </pc:sldChg>
      <pc:sldChg chg="addSp delSp modSp mod">
        <pc:chgData name="Luiz Augusto Melo Pereira" userId="4bd5ce759a66f368" providerId="LiveId" clId="{DF20CE85-D089-4370-8C1F-6A7A9E307D35}" dt="2025-01-25T21:25:58.553" v="2586" actId="21"/>
        <pc:sldMkLst>
          <pc:docMk/>
          <pc:sldMk cId="0" sldId="399"/>
        </pc:sldMkLst>
        <pc:spChg chg="del">
          <ac:chgData name="Luiz Augusto Melo Pereira" userId="4bd5ce759a66f368" providerId="LiveId" clId="{DF20CE85-D089-4370-8C1F-6A7A9E307D35}" dt="2025-01-25T21:24:37.331" v="2558" actId="478"/>
          <ac:spMkLst>
            <pc:docMk/>
            <pc:sldMk cId="0" sldId="399"/>
            <ac:spMk id="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4:35.154" v="2557" actId="478"/>
          <ac:spMkLst>
            <pc:docMk/>
            <pc:sldMk cId="0" sldId="399"/>
            <ac:spMk id="4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1:24:48.293" v="2560" actId="1076"/>
          <ac:spMkLst>
            <pc:docMk/>
            <pc:sldMk cId="0" sldId="399"/>
            <ac:spMk id="5" creationId="{00000000-0000-0000-0000-000000000000}"/>
          </ac:spMkLst>
        </pc:spChg>
        <pc:spChg chg="add del mod">
          <ac:chgData name="Luiz Augusto Melo Pereira" userId="4bd5ce759a66f368" providerId="LiveId" clId="{DF20CE85-D089-4370-8C1F-6A7A9E307D35}" dt="2025-01-25T21:25:58.553" v="2586" actId="21"/>
          <ac:spMkLst>
            <pc:docMk/>
            <pc:sldMk cId="0" sldId="399"/>
            <ac:spMk id="7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21:24:42.512" v="2559" actId="1076"/>
          <ac:spMkLst>
            <pc:docMk/>
            <pc:sldMk cId="0" sldId="399"/>
            <ac:spMk id="10" creationId="{5D6B19B0-235B-7ECF-04FB-D73E310CAC42}"/>
          </ac:spMkLst>
        </pc:spChg>
        <pc:spChg chg="add mod">
          <ac:chgData name="Luiz Augusto Melo Pereira" userId="4bd5ce759a66f368" providerId="LiveId" clId="{DF20CE85-D089-4370-8C1F-6A7A9E307D35}" dt="2025-01-25T21:25:00.868" v="2564" actId="1076"/>
          <ac:spMkLst>
            <pc:docMk/>
            <pc:sldMk cId="0" sldId="399"/>
            <ac:spMk id="12" creationId="{7F59F7BE-1448-9A9C-A9F6-82B940A573D4}"/>
          </ac:spMkLst>
        </pc:spChg>
        <pc:spChg chg="add del mod">
          <ac:chgData name="Luiz Augusto Melo Pereira" userId="4bd5ce759a66f368" providerId="LiveId" clId="{DF20CE85-D089-4370-8C1F-6A7A9E307D35}" dt="2025-01-25T21:25:25.709" v="2575" actId="22"/>
          <ac:spMkLst>
            <pc:docMk/>
            <pc:sldMk cId="0" sldId="399"/>
            <ac:spMk id="14" creationId="{886BD802-B7E5-3D4C-CBA4-F6BE7F5C3789}"/>
          </ac:spMkLst>
        </pc:spChg>
        <pc:spChg chg="add mod">
          <ac:chgData name="Luiz Augusto Melo Pereira" userId="4bd5ce759a66f368" providerId="LiveId" clId="{DF20CE85-D089-4370-8C1F-6A7A9E307D35}" dt="2025-01-25T21:25:58.364" v="2585"/>
          <ac:spMkLst>
            <pc:docMk/>
            <pc:sldMk cId="0" sldId="399"/>
            <ac:spMk id="15" creationId="{A56C8638-4250-4B61-EEED-EC0B38E1D43B}"/>
          </ac:spMkLst>
        </pc:spChg>
      </pc:sldChg>
      <pc:sldChg chg="addSp delSp modSp mod">
        <pc:chgData name="Luiz Augusto Melo Pereira" userId="4bd5ce759a66f368" providerId="LiveId" clId="{DF20CE85-D089-4370-8C1F-6A7A9E307D35}" dt="2025-01-25T21:29:55.478" v="2692" actId="14100"/>
        <pc:sldMkLst>
          <pc:docMk/>
          <pc:sldMk cId="0" sldId="403"/>
        </pc:sldMkLst>
        <pc:spChg chg="del">
          <ac:chgData name="Luiz Augusto Melo Pereira" userId="4bd5ce759a66f368" providerId="LiveId" clId="{DF20CE85-D089-4370-8C1F-6A7A9E307D35}" dt="2025-01-25T21:28:53.877" v="2669" actId="478"/>
          <ac:spMkLst>
            <pc:docMk/>
            <pc:sldMk cId="0" sldId="403"/>
            <ac:spMk id="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8:53.877" v="2669" actId="478"/>
          <ac:spMkLst>
            <pc:docMk/>
            <pc:sldMk cId="0" sldId="403"/>
            <ac:spMk id="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8:53.877" v="2669" actId="478"/>
          <ac:spMkLst>
            <pc:docMk/>
            <pc:sldMk cId="0" sldId="403"/>
            <ac:spMk id="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8:53.877" v="2669" actId="478"/>
          <ac:spMkLst>
            <pc:docMk/>
            <pc:sldMk cId="0" sldId="403"/>
            <ac:spMk id="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8:53.877" v="2669" actId="478"/>
          <ac:spMkLst>
            <pc:docMk/>
            <pc:sldMk cId="0" sldId="403"/>
            <ac:spMk id="8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8:53.877" v="2669" actId="478"/>
          <ac:spMkLst>
            <pc:docMk/>
            <pc:sldMk cId="0" sldId="403"/>
            <ac:spMk id="9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8:53.877" v="2669" actId="478"/>
          <ac:spMkLst>
            <pc:docMk/>
            <pc:sldMk cId="0" sldId="403"/>
            <ac:spMk id="10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8:53.877" v="2669" actId="478"/>
          <ac:spMkLst>
            <pc:docMk/>
            <pc:sldMk cId="0" sldId="403"/>
            <ac:spMk id="11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8:53.877" v="2669" actId="478"/>
          <ac:spMkLst>
            <pc:docMk/>
            <pc:sldMk cId="0" sldId="403"/>
            <ac:spMk id="12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8:57.692" v="2670" actId="478"/>
          <ac:spMkLst>
            <pc:docMk/>
            <pc:sldMk cId="0" sldId="403"/>
            <ac:spMk id="1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8:53.877" v="2669" actId="478"/>
          <ac:spMkLst>
            <pc:docMk/>
            <pc:sldMk cId="0" sldId="403"/>
            <ac:spMk id="1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8:53.877" v="2669" actId="478"/>
          <ac:spMkLst>
            <pc:docMk/>
            <pc:sldMk cId="0" sldId="403"/>
            <ac:spMk id="1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8:49.334" v="2668" actId="478"/>
          <ac:spMkLst>
            <pc:docMk/>
            <pc:sldMk cId="0" sldId="403"/>
            <ac:spMk id="1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8:46.859" v="2667" actId="478"/>
          <ac:spMkLst>
            <pc:docMk/>
            <pc:sldMk cId="0" sldId="403"/>
            <ac:spMk id="1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9:49.172" v="2690" actId="478"/>
          <ac:spMkLst>
            <pc:docMk/>
            <pc:sldMk cId="0" sldId="403"/>
            <ac:spMk id="18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29:46.184" v="2689" actId="478"/>
          <ac:spMkLst>
            <pc:docMk/>
            <pc:sldMk cId="0" sldId="403"/>
            <ac:spMk id="19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1:29:55.478" v="2692" actId="14100"/>
          <ac:spMkLst>
            <pc:docMk/>
            <pc:sldMk cId="0" sldId="403"/>
            <ac:spMk id="20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21:29:02.618" v="2671" actId="1076"/>
          <ac:spMkLst>
            <pc:docMk/>
            <pc:sldMk cId="0" sldId="403"/>
            <ac:spMk id="21" creationId="{A219CD34-9C05-F384-297E-1EFA8BF77936}"/>
          </ac:spMkLst>
        </pc:spChg>
      </pc:sldChg>
      <pc:sldChg chg="addSp delSp modSp mod">
        <pc:chgData name="Luiz Augusto Melo Pereira" userId="4bd5ce759a66f368" providerId="LiveId" clId="{DF20CE85-D089-4370-8C1F-6A7A9E307D35}" dt="2025-01-25T21:31:53.290" v="2755" actId="12788"/>
        <pc:sldMkLst>
          <pc:docMk/>
          <pc:sldMk cId="0" sldId="404"/>
        </pc:sldMkLst>
        <pc:spChg chg="del">
          <ac:chgData name="Luiz Augusto Melo Pereira" userId="4bd5ce759a66f368" providerId="LiveId" clId="{DF20CE85-D089-4370-8C1F-6A7A9E307D35}" dt="2025-01-25T21:31:42.782" v="2753" actId="478"/>
          <ac:spMkLst>
            <pc:docMk/>
            <pc:sldMk cId="0" sldId="404"/>
            <ac:spMk id="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31:42.782" v="2753" actId="478"/>
          <ac:spMkLst>
            <pc:docMk/>
            <pc:sldMk cId="0" sldId="404"/>
            <ac:spMk id="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31:42.782" v="2753" actId="478"/>
          <ac:spMkLst>
            <pc:docMk/>
            <pc:sldMk cId="0" sldId="404"/>
            <ac:spMk id="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31:42.782" v="2753" actId="478"/>
          <ac:spMkLst>
            <pc:docMk/>
            <pc:sldMk cId="0" sldId="404"/>
            <ac:spMk id="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31:42.782" v="2753" actId="478"/>
          <ac:spMkLst>
            <pc:docMk/>
            <pc:sldMk cId="0" sldId="404"/>
            <ac:spMk id="8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31:42.782" v="2753" actId="478"/>
          <ac:spMkLst>
            <pc:docMk/>
            <pc:sldMk cId="0" sldId="404"/>
            <ac:spMk id="9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31:42.782" v="2753" actId="478"/>
          <ac:spMkLst>
            <pc:docMk/>
            <pc:sldMk cId="0" sldId="404"/>
            <ac:spMk id="10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31:42.782" v="2753" actId="478"/>
          <ac:spMkLst>
            <pc:docMk/>
            <pc:sldMk cId="0" sldId="404"/>
            <ac:spMk id="11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21:31:53.290" v="2755" actId="12788"/>
          <ac:spMkLst>
            <pc:docMk/>
            <pc:sldMk cId="0" sldId="404"/>
            <ac:spMk id="13" creationId="{9F974EB5-9FA8-1E35-EC0B-253D49224521}"/>
          </ac:spMkLst>
        </pc:spChg>
      </pc:sldChg>
      <pc:sldChg chg="addSp delSp modSp mod">
        <pc:chgData name="Luiz Augusto Melo Pereira" userId="4bd5ce759a66f368" providerId="LiveId" clId="{DF20CE85-D089-4370-8C1F-6A7A9E307D35}" dt="2025-01-25T21:36:09.782" v="2881" actId="1076"/>
        <pc:sldMkLst>
          <pc:docMk/>
          <pc:sldMk cId="0" sldId="426"/>
        </pc:sldMkLst>
        <pc:spChg chg="add mod">
          <ac:chgData name="Luiz Augusto Melo Pereira" userId="4bd5ce759a66f368" providerId="LiveId" clId="{DF20CE85-D089-4370-8C1F-6A7A9E307D35}" dt="2025-01-25T21:36:09.782" v="2881" actId="1076"/>
          <ac:spMkLst>
            <pc:docMk/>
            <pc:sldMk cId="0" sldId="426"/>
            <ac:spMk id="3" creationId="{6F9A2ABB-848E-AB78-E404-3D0E06F455BF}"/>
          </ac:spMkLst>
        </pc:spChg>
        <pc:spChg chg="del">
          <ac:chgData name="Luiz Augusto Melo Pereira" userId="4bd5ce759a66f368" providerId="LiveId" clId="{DF20CE85-D089-4370-8C1F-6A7A9E307D35}" dt="2025-01-25T21:36:03.947" v="2880" actId="478"/>
          <ac:spMkLst>
            <pc:docMk/>
            <pc:sldMk cId="0" sldId="426"/>
            <ac:spMk id="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36:03.947" v="2880" actId="478"/>
          <ac:spMkLst>
            <pc:docMk/>
            <pc:sldMk cId="0" sldId="426"/>
            <ac:spMk id="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36:03.947" v="2880" actId="478"/>
          <ac:spMkLst>
            <pc:docMk/>
            <pc:sldMk cId="0" sldId="426"/>
            <ac:spMk id="8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36:03.947" v="2880" actId="478"/>
          <ac:spMkLst>
            <pc:docMk/>
            <pc:sldMk cId="0" sldId="426"/>
            <ac:spMk id="9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36:03.947" v="2880" actId="478"/>
          <ac:spMkLst>
            <pc:docMk/>
            <pc:sldMk cId="0" sldId="426"/>
            <ac:spMk id="10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36:03.947" v="2880" actId="478"/>
          <ac:spMkLst>
            <pc:docMk/>
            <pc:sldMk cId="0" sldId="426"/>
            <ac:spMk id="11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36:03.947" v="2880" actId="478"/>
          <ac:spMkLst>
            <pc:docMk/>
            <pc:sldMk cId="0" sldId="426"/>
            <ac:spMk id="12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36:03.947" v="2880" actId="478"/>
          <ac:spMkLst>
            <pc:docMk/>
            <pc:sldMk cId="0" sldId="426"/>
            <ac:spMk id="1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36:03.947" v="2880" actId="478"/>
          <ac:spMkLst>
            <pc:docMk/>
            <pc:sldMk cId="0" sldId="426"/>
            <ac:spMk id="1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36:03.947" v="2880" actId="478"/>
          <ac:spMkLst>
            <pc:docMk/>
            <pc:sldMk cId="0" sldId="426"/>
            <ac:spMk id="1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36:03.947" v="2880" actId="478"/>
          <ac:spMkLst>
            <pc:docMk/>
            <pc:sldMk cId="0" sldId="426"/>
            <ac:spMk id="1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36:03.947" v="2880" actId="478"/>
          <ac:spMkLst>
            <pc:docMk/>
            <pc:sldMk cId="0" sldId="426"/>
            <ac:spMk id="17" creationId="{00000000-0000-0000-0000-000000000000}"/>
          </ac:spMkLst>
        </pc:spChg>
      </pc:sldChg>
      <pc:sldChg chg="addSp delSp modSp mod">
        <pc:chgData name="Luiz Augusto Melo Pereira" userId="4bd5ce759a66f368" providerId="LiveId" clId="{DF20CE85-D089-4370-8C1F-6A7A9E307D35}" dt="2025-01-25T21:38:32.472" v="2948" actId="1076"/>
        <pc:sldMkLst>
          <pc:docMk/>
          <pc:sldMk cId="0" sldId="428"/>
        </pc:sldMkLst>
        <pc:spChg chg="add mod">
          <ac:chgData name="Luiz Augusto Melo Pereira" userId="4bd5ce759a66f368" providerId="LiveId" clId="{DF20CE85-D089-4370-8C1F-6A7A9E307D35}" dt="2025-01-25T21:38:32.472" v="2948" actId="1076"/>
          <ac:spMkLst>
            <pc:docMk/>
            <pc:sldMk cId="0" sldId="428"/>
            <ac:spMk id="4" creationId="{DB16E7AA-FCBD-7132-7F26-CFD12E00B06C}"/>
          </ac:spMkLst>
        </pc:spChg>
        <pc:spChg chg="del">
          <ac:chgData name="Luiz Augusto Melo Pereira" userId="4bd5ce759a66f368" providerId="LiveId" clId="{DF20CE85-D089-4370-8C1F-6A7A9E307D35}" dt="2025-01-25T21:38:25.913" v="2947" actId="478"/>
          <ac:spMkLst>
            <pc:docMk/>
            <pc:sldMk cId="0" sldId="428"/>
            <ac:spMk id="1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38:25.913" v="2947" actId="478"/>
          <ac:spMkLst>
            <pc:docMk/>
            <pc:sldMk cId="0" sldId="428"/>
            <ac:spMk id="1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38:25.913" v="2947" actId="478"/>
          <ac:spMkLst>
            <pc:docMk/>
            <pc:sldMk cId="0" sldId="428"/>
            <ac:spMk id="18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38:25.913" v="2947" actId="478"/>
          <ac:spMkLst>
            <pc:docMk/>
            <pc:sldMk cId="0" sldId="428"/>
            <ac:spMk id="19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21:38:25.913" v="2947" actId="478"/>
          <ac:spMkLst>
            <pc:docMk/>
            <pc:sldMk cId="0" sldId="428"/>
            <ac:spMk id="20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21:38:22.642" v="2946"/>
          <ac:spMkLst>
            <pc:docMk/>
            <pc:sldMk cId="0" sldId="428"/>
            <ac:spMk id="23" creationId="{00000000-0000-0000-0000-000000000000}"/>
          </ac:spMkLst>
        </pc:spChg>
      </pc:sldChg>
      <pc:sldChg chg="addSp delSp modSp mod">
        <pc:chgData name="Luiz Augusto Melo Pereira" userId="4bd5ce759a66f368" providerId="LiveId" clId="{DF20CE85-D089-4370-8C1F-6A7A9E307D35}" dt="2025-01-25T21:51:40.126" v="3099" actId="1076"/>
        <pc:sldMkLst>
          <pc:docMk/>
          <pc:sldMk cId="0" sldId="430"/>
        </pc:sldMkLst>
        <pc:spChg chg="mod">
          <ac:chgData name="Luiz Augusto Melo Pereira" userId="4bd5ce759a66f368" providerId="LiveId" clId="{DF20CE85-D089-4370-8C1F-6A7A9E307D35}" dt="2025-01-25T21:51:18.040" v="3089" actId="20577"/>
          <ac:spMkLst>
            <pc:docMk/>
            <pc:sldMk cId="0" sldId="430"/>
            <ac:spMk id="3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21:51:18.937" v="3091"/>
          <ac:spMkLst>
            <pc:docMk/>
            <pc:sldMk cId="0" sldId="430"/>
            <ac:spMk id="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22.142" v="3092" actId="478"/>
          <ac:spMkLst>
            <pc:docMk/>
            <pc:sldMk cId="0" sldId="430"/>
            <ac:spMk id="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22.142" v="3092" actId="478"/>
          <ac:spMkLst>
            <pc:docMk/>
            <pc:sldMk cId="0" sldId="430"/>
            <ac:spMk id="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10.816" v="3085" actId="478"/>
          <ac:spMkLst>
            <pc:docMk/>
            <pc:sldMk cId="0" sldId="430"/>
            <ac:spMk id="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22.142" v="3092" actId="478"/>
          <ac:spMkLst>
            <pc:docMk/>
            <pc:sldMk cId="0" sldId="430"/>
            <ac:spMk id="8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22.142" v="3092" actId="478"/>
          <ac:spMkLst>
            <pc:docMk/>
            <pc:sldMk cId="0" sldId="430"/>
            <ac:spMk id="9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22.142" v="3092" actId="478"/>
          <ac:spMkLst>
            <pc:docMk/>
            <pc:sldMk cId="0" sldId="430"/>
            <ac:spMk id="10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22.142" v="3092" actId="478"/>
          <ac:spMkLst>
            <pc:docMk/>
            <pc:sldMk cId="0" sldId="430"/>
            <ac:spMk id="11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22.142" v="3092" actId="478"/>
          <ac:spMkLst>
            <pc:docMk/>
            <pc:sldMk cId="0" sldId="430"/>
            <ac:spMk id="12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22.142" v="3092" actId="478"/>
          <ac:spMkLst>
            <pc:docMk/>
            <pc:sldMk cId="0" sldId="430"/>
            <ac:spMk id="1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22.142" v="3092" actId="478"/>
          <ac:spMkLst>
            <pc:docMk/>
            <pc:sldMk cId="0" sldId="430"/>
            <ac:spMk id="1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22.142" v="3092" actId="478"/>
          <ac:spMkLst>
            <pc:docMk/>
            <pc:sldMk cId="0" sldId="430"/>
            <ac:spMk id="1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22.142" v="3092" actId="478"/>
          <ac:spMkLst>
            <pc:docMk/>
            <pc:sldMk cId="0" sldId="430"/>
            <ac:spMk id="1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22.142" v="3092" actId="478"/>
          <ac:spMkLst>
            <pc:docMk/>
            <pc:sldMk cId="0" sldId="430"/>
            <ac:spMk id="1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22.142" v="3092" actId="478"/>
          <ac:spMkLst>
            <pc:docMk/>
            <pc:sldMk cId="0" sldId="430"/>
            <ac:spMk id="18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22.142" v="3092" actId="478"/>
          <ac:spMkLst>
            <pc:docMk/>
            <pc:sldMk cId="0" sldId="430"/>
            <ac:spMk id="19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22.142" v="3092" actId="478"/>
          <ac:spMkLst>
            <pc:docMk/>
            <pc:sldMk cId="0" sldId="430"/>
            <ac:spMk id="20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22.142" v="3092" actId="478"/>
          <ac:spMkLst>
            <pc:docMk/>
            <pc:sldMk cId="0" sldId="430"/>
            <ac:spMk id="21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22.142" v="3092" actId="478"/>
          <ac:spMkLst>
            <pc:docMk/>
            <pc:sldMk cId="0" sldId="430"/>
            <ac:spMk id="22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22.142" v="3092" actId="478"/>
          <ac:spMkLst>
            <pc:docMk/>
            <pc:sldMk cId="0" sldId="430"/>
            <ac:spMk id="2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22.142" v="3092" actId="478"/>
          <ac:spMkLst>
            <pc:docMk/>
            <pc:sldMk cId="0" sldId="430"/>
            <ac:spMk id="2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22.142" v="3092" actId="478"/>
          <ac:spMkLst>
            <pc:docMk/>
            <pc:sldMk cId="0" sldId="430"/>
            <ac:spMk id="2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22.142" v="3092" actId="478"/>
          <ac:spMkLst>
            <pc:docMk/>
            <pc:sldMk cId="0" sldId="430"/>
            <ac:spMk id="2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1:22.142" v="3092" actId="478"/>
          <ac:spMkLst>
            <pc:docMk/>
            <pc:sldMk cId="0" sldId="430"/>
            <ac:spMk id="27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21:51:35.950" v="3097" actId="1076"/>
          <ac:spMkLst>
            <pc:docMk/>
            <pc:sldMk cId="0" sldId="430"/>
            <ac:spMk id="28" creationId="{CBCA4E26-9426-A72C-E873-75D786B3E3AD}"/>
          </ac:spMkLst>
        </pc:spChg>
        <pc:spChg chg="mod">
          <ac:chgData name="Luiz Augusto Melo Pereira" userId="4bd5ce759a66f368" providerId="LiveId" clId="{DF20CE85-D089-4370-8C1F-6A7A9E307D35}" dt="2025-01-25T21:51:40.126" v="3099" actId="1076"/>
          <ac:spMkLst>
            <pc:docMk/>
            <pc:sldMk cId="0" sldId="430"/>
            <ac:spMk id="31" creationId="{00000000-0000-0000-0000-000000000000}"/>
          </ac:spMkLst>
        </pc:spChg>
      </pc:sldChg>
      <pc:sldChg chg="addSp delSp modSp mod">
        <pc:chgData name="Luiz Augusto Melo Pereira" userId="4bd5ce759a66f368" providerId="LiveId" clId="{DF20CE85-D089-4370-8C1F-6A7A9E307D35}" dt="2025-01-25T21:55:33.308" v="3217" actId="1038"/>
        <pc:sldMkLst>
          <pc:docMk/>
          <pc:sldMk cId="0" sldId="431"/>
        </pc:sldMkLst>
        <pc:spChg chg="mod">
          <ac:chgData name="Luiz Augusto Melo Pereira" userId="4bd5ce759a66f368" providerId="LiveId" clId="{DF20CE85-D089-4370-8C1F-6A7A9E307D35}" dt="2025-01-25T21:54:41.935" v="3189" actId="20577"/>
          <ac:spMkLst>
            <pc:docMk/>
            <pc:sldMk cId="0" sldId="431"/>
            <ac:spMk id="3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21:54:45.534" v="3194"/>
          <ac:spMkLst>
            <pc:docMk/>
            <pc:sldMk cId="0" sldId="431"/>
            <ac:spMk id="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4:26.934" v="3179" actId="478"/>
          <ac:spMkLst>
            <pc:docMk/>
            <pc:sldMk cId="0" sldId="431"/>
            <ac:spMk id="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4:26.934" v="3179" actId="478"/>
          <ac:spMkLst>
            <pc:docMk/>
            <pc:sldMk cId="0" sldId="431"/>
            <ac:spMk id="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4:26.934" v="3179" actId="478"/>
          <ac:spMkLst>
            <pc:docMk/>
            <pc:sldMk cId="0" sldId="431"/>
            <ac:spMk id="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4:26.934" v="3179" actId="478"/>
          <ac:spMkLst>
            <pc:docMk/>
            <pc:sldMk cId="0" sldId="431"/>
            <ac:spMk id="8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4:26.934" v="3179" actId="478"/>
          <ac:spMkLst>
            <pc:docMk/>
            <pc:sldMk cId="0" sldId="431"/>
            <ac:spMk id="9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4:26.934" v="3179" actId="478"/>
          <ac:spMkLst>
            <pc:docMk/>
            <pc:sldMk cId="0" sldId="431"/>
            <ac:spMk id="10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4:26.934" v="3179" actId="478"/>
          <ac:spMkLst>
            <pc:docMk/>
            <pc:sldMk cId="0" sldId="431"/>
            <ac:spMk id="11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4:26.934" v="3179" actId="478"/>
          <ac:spMkLst>
            <pc:docMk/>
            <pc:sldMk cId="0" sldId="431"/>
            <ac:spMk id="12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4:26.934" v="3179" actId="478"/>
          <ac:spMkLst>
            <pc:docMk/>
            <pc:sldMk cId="0" sldId="431"/>
            <ac:spMk id="1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4:26.934" v="3179" actId="478"/>
          <ac:spMkLst>
            <pc:docMk/>
            <pc:sldMk cId="0" sldId="431"/>
            <ac:spMk id="1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4:26.934" v="3179" actId="478"/>
          <ac:spMkLst>
            <pc:docMk/>
            <pc:sldMk cId="0" sldId="431"/>
            <ac:spMk id="1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4:26.934" v="3179" actId="478"/>
          <ac:spMkLst>
            <pc:docMk/>
            <pc:sldMk cId="0" sldId="431"/>
            <ac:spMk id="16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4:26.934" v="3179" actId="478"/>
          <ac:spMkLst>
            <pc:docMk/>
            <pc:sldMk cId="0" sldId="431"/>
            <ac:spMk id="1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4:26.934" v="3179" actId="478"/>
          <ac:spMkLst>
            <pc:docMk/>
            <pc:sldMk cId="0" sldId="431"/>
            <ac:spMk id="18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4:26.934" v="3179" actId="478"/>
          <ac:spMkLst>
            <pc:docMk/>
            <pc:sldMk cId="0" sldId="431"/>
            <ac:spMk id="19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4:26.934" v="3179" actId="478"/>
          <ac:spMkLst>
            <pc:docMk/>
            <pc:sldMk cId="0" sldId="431"/>
            <ac:spMk id="20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5:15.172" v="3212" actId="478"/>
          <ac:spMkLst>
            <pc:docMk/>
            <pc:sldMk cId="0" sldId="431"/>
            <ac:spMk id="22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5:18.097" v="3213" actId="478"/>
          <ac:spMkLst>
            <pc:docMk/>
            <pc:sldMk cId="0" sldId="431"/>
            <ac:spMk id="23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5:12.913" v="3211" actId="478"/>
          <ac:spMkLst>
            <pc:docMk/>
            <pc:sldMk cId="0" sldId="431"/>
            <ac:spMk id="2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5:18.097" v="3213" actId="478"/>
          <ac:spMkLst>
            <pc:docMk/>
            <pc:sldMk cId="0" sldId="431"/>
            <ac:spMk id="25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21:54:44.828" v="3192" actId="1035"/>
          <ac:spMkLst>
            <pc:docMk/>
            <pc:sldMk cId="0" sldId="431"/>
            <ac:spMk id="26" creationId="{4CD1F76C-0C03-93C3-63C4-41D84B9D54A2}"/>
          </ac:spMkLst>
        </pc:spChg>
        <pc:spChg chg="add mod">
          <ac:chgData name="Luiz Augusto Melo Pereira" userId="4bd5ce759a66f368" providerId="LiveId" clId="{DF20CE85-D089-4370-8C1F-6A7A9E307D35}" dt="2025-01-25T21:55:29.945" v="3215" actId="12789"/>
          <ac:spMkLst>
            <pc:docMk/>
            <pc:sldMk cId="0" sldId="431"/>
            <ac:spMk id="27" creationId="{0483CFE1-D448-0B5B-BDE9-580E7CFED45C}"/>
          </ac:spMkLst>
        </pc:spChg>
        <pc:spChg chg="mod">
          <ac:chgData name="Luiz Augusto Melo Pereira" userId="4bd5ce759a66f368" providerId="LiveId" clId="{DF20CE85-D089-4370-8C1F-6A7A9E307D35}" dt="2025-01-25T21:55:29.945" v="3215" actId="12789"/>
          <ac:spMkLst>
            <pc:docMk/>
            <pc:sldMk cId="0" sldId="431"/>
            <ac:spMk id="30" creationId="{2361D3C2-8C2B-02E2-CDF5-F5B12B70A3C5}"/>
          </ac:spMkLst>
        </pc:spChg>
        <pc:spChg chg="mod">
          <ac:chgData name="Luiz Augusto Melo Pereira" userId="4bd5ce759a66f368" providerId="LiveId" clId="{DF20CE85-D089-4370-8C1F-6A7A9E307D35}" dt="2025-01-25T21:55:33.308" v="3217" actId="1038"/>
          <ac:spMkLst>
            <pc:docMk/>
            <pc:sldMk cId="0" sldId="431"/>
            <ac:spMk id="31" creationId="{1221A176-1781-517C-0E45-82DFA5C909A2}"/>
          </ac:spMkLst>
        </pc:spChg>
      </pc:sldChg>
      <pc:sldChg chg="addSp delSp modSp mod">
        <pc:chgData name="Luiz Augusto Melo Pereira" userId="4bd5ce759a66f368" providerId="LiveId" clId="{DF20CE85-D089-4370-8C1F-6A7A9E307D35}" dt="2025-01-25T21:59:09.909" v="3322" actId="1036"/>
        <pc:sldMkLst>
          <pc:docMk/>
          <pc:sldMk cId="0" sldId="433"/>
        </pc:sldMkLst>
        <pc:spChg chg="del">
          <ac:chgData name="Luiz Augusto Melo Pereira" userId="4bd5ce759a66f368" providerId="LiveId" clId="{DF20CE85-D089-4370-8C1F-6A7A9E307D35}" dt="2025-01-25T21:57:06.390" v="3275" actId="478"/>
          <ac:spMkLst>
            <pc:docMk/>
            <pc:sldMk cId="0" sldId="433"/>
            <ac:spMk id="4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7:03.350" v="3274" actId="478"/>
          <ac:spMkLst>
            <pc:docMk/>
            <pc:sldMk cId="0" sldId="433"/>
            <ac:spMk id="5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7:00.955" v="3273" actId="478"/>
          <ac:spMkLst>
            <pc:docMk/>
            <pc:sldMk cId="0" sldId="433"/>
            <ac:spMk id="6" creationId="{00000000-0000-0000-0000-000000000000}"/>
          </ac:spMkLst>
        </pc:spChg>
        <pc:spChg chg="del mod">
          <ac:chgData name="Luiz Augusto Melo Pereira" userId="4bd5ce759a66f368" providerId="LiveId" clId="{DF20CE85-D089-4370-8C1F-6A7A9E307D35}" dt="2025-01-25T21:58:34.926" v="3310" actId="478"/>
          <ac:spMkLst>
            <pc:docMk/>
            <pc:sldMk cId="0" sldId="433"/>
            <ac:spMk id="7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8:38.673" v="3311" actId="478"/>
          <ac:spMkLst>
            <pc:docMk/>
            <pc:sldMk cId="0" sldId="433"/>
            <ac:spMk id="8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8:38.673" v="3311" actId="478"/>
          <ac:spMkLst>
            <pc:docMk/>
            <pc:sldMk cId="0" sldId="433"/>
            <ac:spMk id="9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8:38.673" v="3311" actId="478"/>
          <ac:spMkLst>
            <pc:docMk/>
            <pc:sldMk cId="0" sldId="433"/>
            <ac:spMk id="10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8:40.734" v="3312" actId="478"/>
          <ac:spMkLst>
            <pc:docMk/>
            <pc:sldMk cId="0" sldId="433"/>
            <ac:spMk id="11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8:38.673" v="3311" actId="478"/>
          <ac:spMkLst>
            <pc:docMk/>
            <pc:sldMk cId="0" sldId="433"/>
            <ac:spMk id="12" creationId="{00000000-0000-0000-0000-000000000000}"/>
          </ac:spMkLst>
        </pc:spChg>
        <pc:spChg chg="del">
          <ac:chgData name="Luiz Augusto Melo Pereira" userId="4bd5ce759a66f368" providerId="LiveId" clId="{DF20CE85-D089-4370-8C1F-6A7A9E307D35}" dt="2025-01-25T21:58:38.673" v="3311" actId="478"/>
          <ac:spMkLst>
            <pc:docMk/>
            <pc:sldMk cId="0" sldId="433"/>
            <ac:spMk id="13" creationId="{00000000-0000-0000-0000-000000000000}"/>
          </ac:spMkLst>
        </pc:spChg>
        <pc:spChg chg="mod">
          <ac:chgData name="Luiz Augusto Melo Pereira" userId="4bd5ce759a66f368" providerId="LiveId" clId="{DF20CE85-D089-4370-8C1F-6A7A9E307D35}" dt="2025-01-25T21:59:05.918" v="3318" actId="1076"/>
          <ac:spMkLst>
            <pc:docMk/>
            <pc:sldMk cId="0" sldId="433"/>
            <ac:spMk id="14" creationId="{00000000-0000-0000-0000-000000000000}"/>
          </ac:spMkLst>
        </pc:spChg>
        <pc:spChg chg="add mod">
          <ac:chgData name="Luiz Augusto Melo Pereira" userId="4bd5ce759a66f368" providerId="LiveId" clId="{DF20CE85-D089-4370-8C1F-6A7A9E307D35}" dt="2025-01-25T21:59:09.909" v="3322" actId="1036"/>
          <ac:spMkLst>
            <pc:docMk/>
            <pc:sldMk cId="0" sldId="433"/>
            <ac:spMk id="15" creationId="{7B25BD60-8A9C-E251-DD63-D452EB2E6D8C}"/>
          </ac:spMkLst>
        </pc:spChg>
        <pc:spChg chg="add mod">
          <ac:chgData name="Luiz Augusto Melo Pereira" userId="4bd5ce759a66f368" providerId="LiveId" clId="{DF20CE85-D089-4370-8C1F-6A7A9E307D35}" dt="2025-01-25T21:59:09.909" v="3322" actId="1036"/>
          <ac:spMkLst>
            <pc:docMk/>
            <pc:sldMk cId="0" sldId="433"/>
            <ac:spMk id="16" creationId="{E54C50A0-6BE3-32D1-3023-6874EE990A8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25240C-5F72-45BE-B83B-7EB9B42C4BCE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85682-1198-4289-B09F-61A3EB36E6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3824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85682-1198-4289-B09F-61A3EB36E6A9}" type="slidenum">
              <a:rPr lang="pt-BR" smtClean="0"/>
              <a:t>175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438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1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203183" y="1793493"/>
            <a:ext cx="3804920" cy="4677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7924"/>
            <a:ext cx="10358120" cy="1301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40046" y="1798066"/>
            <a:ext cx="6873875" cy="4538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1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felipe.figueiredo@inatel.br" TargetMode="External"/><Relationship Id="rId4" Type="http://schemas.openxmlformats.org/officeDocument/2006/relationships/hyperlink" Target="mailto:luiz.melo@inatel.b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0.jp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luiz10ml/tp555-ml/blob/main/exemplos/linear-regression/normal_equation_example1.ipynb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7.png"/><Relationship Id="rId7" Type="http://schemas.openxmlformats.org/officeDocument/2006/relationships/hyperlink" Target="https://colab.research.google.com/github/luiz10ml/tp555-ml/blob/main/exemplos/linear-regression/superficie_de_erro.ipynb" TargetMode="Externa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52.png"/><Relationship Id="rId5" Type="http://schemas.openxmlformats.org/officeDocument/2006/relationships/image" Target="../media/image38.png"/><Relationship Id="rId10" Type="http://schemas.openxmlformats.org/officeDocument/2006/relationships/image" Target="../media/image51.png"/><Relationship Id="rId4" Type="http://schemas.openxmlformats.org/officeDocument/2006/relationships/image" Target="../media/image370.png"/><Relationship Id="rId9" Type="http://schemas.openxmlformats.org/officeDocument/2006/relationships/image" Target="../media/image5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6.jp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uiz10ml/tp555-ml/blob/main/slides/TP555_Regress%C3%A3o_Linear%20(Varia%C3%A7%C3%B5es%20do%20formato%20da%20superf%C3%ADcie%20de%20erro).pdf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0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hyperlink" Target="https://colab.research.google.com/github/luiz10ml/tp555-ml/blob/main/exemplos/linear-regression/gradient_descent_exemplo_um_atributo.ipynb" TargetMode="Externa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uiz10ml/tp555-ml/blob/main/slides/TP555_Exemplos_Gradiente_Descendente.pdf" TargetMode="Externa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hyperlink" Target="https://colab.research.google.com/github/luiz10ml/tp555-ml/blob/main/exemplos/linear-regression/exemplo_gradiente_descendente_em_batelada.ipynb" TargetMode="Externa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2" Type="http://schemas.openxmlformats.org/officeDocument/2006/relationships/hyperlink" Target="https://colab.research.google.com/github/luiz10ml/tp555-ml/blob/main/exemplos/linear-regression/stocastic_gradient_descent_with_figures.ipynb" TargetMode="Externa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2" Type="http://schemas.openxmlformats.org/officeDocument/2006/relationships/hyperlink" Target="https://colab.research.google.com/github/luiz10ml/tp555-ml/blob/main/exemplos/linear-regression/stocastic_gradient_descent_with_figures.ipynb" TargetMode="Externa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9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90.png"/><Relationship Id="rId7" Type="http://schemas.openxmlformats.org/officeDocument/2006/relationships/image" Target="../media/image85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10" Type="http://schemas.openxmlformats.org/officeDocument/2006/relationships/image" Target="../media/image88.png"/><Relationship Id="rId4" Type="http://schemas.openxmlformats.org/officeDocument/2006/relationships/image" Target="../media/image91.png"/><Relationship Id="rId9" Type="http://schemas.openxmlformats.org/officeDocument/2006/relationships/image" Target="../media/image87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luiz10ml/tp555-ml/blob/main/exemplos/linear-regression/selecionando_o_passo_de_aprendizagem.ipynb" TargetMode="Externa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hyperlink" Target="https://colab.research.google.com/github/luiz10ml/tp555-ml/blob/main/exemplos/linear-regression/linear_regression_grid_search.ipyn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hyperlink" Target="https://colab.research.google.com/github/luiz10ml/tp555-ml/blob/main/exemplos/linear-regression/gde_com_redu%C3%A7%C3%A3o_gradual.ipynb" TargetMode="External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0.png"/><Relationship Id="rId2" Type="http://schemas.openxmlformats.org/officeDocument/2006/relationships/image" Target="../media/image1280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0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linear-regression/gd_versions/momentum_com_superficie_circular_e_eliptica.ipynb" TargetMode="External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2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hyperlink" Target="https://colab.research.google.com/github/luiz10ml/tp555-ml/blob/main/exemplos/linear-regression/momentum_aceleracao_da_convergencia.ipynb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3.jpg"/><Relationship Id="rId4" Type="http://schemas.openxmlformats.org/officeDocument/2006/relationships/image" Target="../media/image132.jpg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jp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3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4" Type="http://schemas.openxmlformats.org/officeDocument/2006/relationships/image" Target="../media/image1410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0.png"/><Relationship Id="rId7" Type="http://schemas.openxmlformats.org/officeDocument/2006/relationships/image" Target="../media/image1430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0.png"/><Relationship Id="rId5" Type="http://schemas.openxmlformats.org/officeDocument/2006/relationships/image" Target="../media/image1410.png"/><Relationship Id="rId4" Type="http://schemas.openxmlformats.org/officeDocument/2006/relationships/image" Target="../media/image1400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0.png"/><Relationship Id="rId5" Type="http://schemas.openxmlformats.org/officeDocument/2006/relationships/image" Target="../media/image1480.png"/><Relationship Id="rId4" Type="http://schemas.openxmlformats.org/officeDocument/2006/relationships/image" Target="../media/image147.png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hyperlink" Target="https://colab.research.google.com/github/luiz10ml/tp555-ml/blob/main/exemplos/linear-regression/gd_versions/stocastic_gradient_descent_with_adam.ipynb" TargetMode="External"/><Relationship Id="rId3" Type="http://schemas.openxmlformats.org/officeDocument/2006/relationships/image" Target="../media/image149.png"/><Relationship Id="rId7" Type="http://schemas.openxmlformats.org/officeDocument/2006/relationships/image" Target="../media/image15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0.png"/><Relationship Id="rId2" Type="http://schemas.openxmlformats.org/officeDocument/2006/relationships/image" Target="../media/image1560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6.png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0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jpg"/><Relationship Id="rId2" Type="http://schemas.openxmlformats.org/officeDocument/2006/relationships/image" Target="../media/image163.jp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jpg"/><Relationship Id="rId2" Type="http://schemas.openxmlformats.org/officeDocument/2006/relationships/image" Target="../media/image163.jp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jpg"/><Relationship Id="rId2" Type="http://schemas.openxmlformats.org/officeDocument/2006/relationships/image" Target="../media/image16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40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jpg"/><Relationship Id="rId2" Type="http://schemas.openxmlformats.org/officeDocument/2006/relationships/image" Target="../media/image16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60.png"/><Relationship Id="rId4" Type="http://schemas.openxmlformats.org/officeDocument/2006/relationships/image" Target="../media/image1650.png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preprocessing.html" TargetMode="Externa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jpg"/><Relationship Id="rId2" Type="http://schemas.openxmlformats.org/officeDocument/2006/relationships/hyperlink" Target="https://colab.research.google.com/github/luiz10ml/tp555-ml/blob/main/exemplos/linear-regression/escalonamento_de_atributos_com_scikit_learn.ipyn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6.jp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7" Type="http://schemas.openxmlformats.org/officeDocument/2006/relationships/image" Target="../media/image165.jpg"/><Relationship Id="rId2" Type="http://schemas.openxmlformats.org/officeDocument/2006/relationships/image" Target="../media/image17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jpg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jpg"/><Relationship Id="rId2" Type="http://schemas.openxmlformats.org/officeDocument/2006/relationships/image" Target="../media/image17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1.jpg"/><Relationship Id="rId5" Type="http://schemas.openxmlformats.org/officeDocument/2006/relationships/image" Target="../media/image180.jpg"/><Relationship Id="rId4" Type="http://schemas.openxmlformats.org/officeDocument/2006/relationships/image" Target="../media/image179.jpg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7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0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8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1.png"/><Relationship Id="rId4" Type="http://schemas.openxmlformats.org/officeDocument/2006/relationships/image" Target="../media/image190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3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6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0.png"/><Relationship Id="rId2" Type="http://schemas.openxmlformats.org/officeDocument/2006/relationships/image" Target="../media/image19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7.png"/><Relationship Id="rId4" Type="http://schemas.openxmlformats.org/officeDocument/2006/relationships/image" Target="../media/image1960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3.png"/><Relationship Id="rId4" Type="http://schemas.openxmlformats.org/officeDocument/2006/relationships/image" Target="../media/image202.png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8.png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5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5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7" Type="http://schemas.openxmlformats.org/officeDocument/2006/relationships/image" Target="../media/image217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6.png"/><Relationship Id="rId5" Type="http://schemas.openxmlformats.org/officeDocument/2006/relationships/image" Target="../media/image215.png"/><Relationship Id="rId4" Type="http://schemas.openxmlformats.org/officeDocument/2006/relationships/image" Target="../media/image214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1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3" Type="http://schemas.openxmlformats.org/officeDocument/2006/relationships/image" Target="../media/image222.png"/><Relationship Id="rId7" Type="http://schemas.openxmlformats.org/officeDocument/2006/relationships/image" Target="../media/image226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5.png"/><Relationship Id="rId5" Type="http://schemas.openxmlformats.org/officeDocument/2006/relationships/image" Target="../media/image224.png"/><Relationship Id="rId4" Type="http://schemas.openxmlformats.org/officeDocument/2006/relationships/image" Target="../media/image223.png"/><Relationship Id="rId9" Type="http://schemas.openxmlformats.org/officeDocument/2006/relationships/image" Target="../media/image228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5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2.png"/><Relationship Id="rId4" Type="http://schemas.openxmlformats.org/officeDocument/2006/relationships/image" Target="../media/image231.png"/></Relationships>
</file>

<file path=ppt/slides/_rels/slide1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png"/><Relationship Id="rId3" Type="http://schemas.openxmlformats.org/officeDocument/2006/relationships/image" Target="../media/image233.png"/><Relationship Id="rId7" Type="http://schemas.openxmlformats.org/officeDocument/2006/relationships/image" Target="../media/image235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9.png"/><Relationship Id="rId5" Type="http://schemas.openxmlformats.org/officeDocument/2006/relationships/image" Target="../media/image234.png"/><Relationship Id="rId4" Type="http://schemas.openxmlformats.org/officeDocument/2006/relationships/image" Target="../media/image215.png"/><Relationship Id="rId9" Type="http://schemas.openxmlformats.org/officeDocument/2006/relationships/image" Target="../media/image237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7" Type="http://schemas.openxmlformats.org/officeDocument/2006/relationships/image" Target="../media/image235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9.png"/><Relationship Id="rId5" Type="http://schemas.openxmlformats.org/officeDocument/2006/relationships/image" Target="../media/image234.png"/><Relationship Id="rId4" Type="http://schemas.openxmlformats.org/officeDocument/2006/relationships/image" Target="../media/image215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3.png"/><Relationship Id="rId5" Type="http://schemas.openxmlformats.org/officeDocument/2006/relationships/image" Target="../media/image239.png"/><Relationship Id="rId4" Type="http://schemas.openxmlformats.org/officeDocument/2006/relationships/image" Target="../media/image238.png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5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4.png"/><Relationship Id="rId4" Type="http://schemas.openxmlformats.org/officeDocument/2006/relationships/image" Target="../media/image243.png"/></Relationships>
</file>

<file path=ppt/slides/_rels/slide1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png"/><Relationship Id="rId3" Type="http://schemas.openxmlformats.org/officeDocument/2006/relationships/image" Target="../media/image246.png"/><Relationship Id="rId7" Type="http://schemas.openxmlformats.org/officeDocument/2006/relationships/image" Target="../media/image250.png"/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9.png"/><Relationship Id="rId5" Type="http://schemas.openxmlformats.org/officeDocument/2006/relationships/image" Target="../media/image248.png"/><Relationship Id="rId4" Type="http://schemas.openxmlformats.org/officeDocument/2006/relationships/image" Target="../media/image247.png"/></Relationships>
</file>

<file path=ppt/slides/_rels/slide1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png"/><Relationship Id="rId3" Type="http://schemas.openxmlformats.org/officeDocument/2006/relationships/image" Target="../media/image253.png"/><Relationship Id="rId7" Type="http://schemas.openxmlformats.org/officeDocument/2006/relationships/image" Target="../media/image257.png"/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6.png"/><Relationship Id="rId11" Type="http://schemas.openxmlformats.org/officeDocument/2006/relationships/image" Target="../media/image261.png"/><Relationship Id="rId5" Type="http://schemas.openxmlformats.org/officeDocument/2006/relationships/image" Target="../media/image255.png"/><Relationship Id="rId10" Type="http://schemas.openxmlformats.org/officeDocument/2006/relationships/image" Target="../media/image260.png"/><Relationship Id="rId4" Type="http://schemas.openxmlformats.org/officeDocument/2006/relationships/image" Target="../media/image254.png"/><Relationship Id="rId9" Type="http://schemas.openxmlformats.org/officeDocument/2006/relationships/image" Target="../media/image259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3.jp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6717" y="1021207"/>
            <a:ext cx="8340725" cy="240792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 marR="5080" algn="ctr">
              <a:lnSpc>
                <a:spcPct val="89700"/>
              </a:lnSpc>
              <a:spcBef>
                <a:spcPts val="765"/>
              </a:spcBef>
            </a:pPr>
            <a:r>
              <a:rPr sz="5400" dirty="0"/>
              <a:t>TP555</a:t>
            </a:r>
            <a:r>
              <a:rPr sz="5400" spc="-65" dirty="0"/>
              <a:t> </a:t>
            </a:r>
            <a:r>
              <a:rPr sz="5400" dirty="0"/>
              <a:t>-</a:t>
            </a:r>
            <a:r>
              <a:rPr sz="5400" spc="-45" dirty="0"/>
              <a:t> </a:t>
            </a:r>
            <a:r>
              <a:rPr sz="5400" dirty="0"/>
              <a:t>Inteligência</a:t>
            </a:r>
            <a:r>
              <a:rPr sz="5400" spc="-90" dirty="0"/>
              <a:t> </a:t>
            </a:r>
            <a:r>
              <a:rPr sz="5400" dirty="0"/>
              <a:t>Artificial</a:t>
            </a:r>
            <a:r>
              <a:rPr sz="5400" spc="-50" dirty="0"/>
              <a:t> e </a:t>
            </a:r>
            <a:r>
              <a:rPr sz="5400" dirty="0"/>
              <a:t>Machine</a:t>
            </a:r>
            <a:r>
              <a:rPr sz="5400" spc="-35" dirty="0"/>
              <a:t> </a:t>
            </a:r>
            <a:r>
              <a:rPr sz="5400" spc="-10" dirty="0"/>
              <a:t>Learning:</a:t>
            </a:r>
            <a:r>
              <a:rPr sz="5400" spc="1350" dirty="0"/>
              <a:t> </a:t>
            </a:r>
            <a:r>
              <a:rPr sz="6000" i="1" spc="-40" dirty="0">
                <a:latin typeface="Calibri Light"/>
                <a:cs typeface="Calibri Light"/>
              </a:rPr>
              <a:t>Regressão</a:t>
            </a:r>
            <a:r>
              <a:rPr sz="6000" i="1" spc="-275" dirty="0">
                <a:latin typeface="Calibri Light"/>
                <a:cs typeface="Calibri Light"/>
              </a:rPr>
              <a:t> </a:t>
            </a:r>
            <a:r>
              <a:rPr sz="6000" i="1" spc="-10" dirty="0">
                <a:latin typeface="Calibri Light"/>
                <a:cs typeface="Calibri Light"/>
              </a:rPr>
              <a:t>Linear</a:t>
            </a:r>
            <a:endParaRPr sz="60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425" y="5557413"/>
            <a:ext cx="2178223" cy="6189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5319" y="3396386"/>
            <a:ext cx="2261361" cy="2237104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E942C5C4-7403-A491-3A83-512603A7D3F3}"/>
              </a:ext>
            </a:extLst>
          </p:cNvPr>
          <p:cNvSpPr txBox="1"/>
          <p:nvPr/>
        </p:nvSpPr>
        <p:spPr>
          <a:xfrm>
            <a:off x="4193222" y="6176369"/>
            <a:ext cx="3805554" cy="60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pt-BR" sz="2000" b="1" dirty="0">
                <a:latin typeface="Calibri"/>
                <a:cs typeface="Calibri"/>
              </a:rPr>
              <a:t>Prof. Dr. Luiz Augusto Melo Pereira</a:t>
            </a:r>
            <a:endParaRPr sz="2000" b="1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"/>
              </a:spcBef>
            </a:pPr>
            <a:r>
              <a:rPr lang="pt-BR" spc="-10" dirty="0">
                <a:latin typeface="Calibri"/>
                <a:cs typeface="Calibri"/>
                <a:hlinkClick r:id="rId4"/>
              </a:rPr>
              <a:t>luiz</a:t>
            </a:r>
            <a:r>
              <a:rPr lang="pt-BR" sz="1800" spc="-10" dirty="0">
                <a:latin typeface="Calibri"/>
                <a:cs typeface="Calibri"/>
                <a:hlinkClick r:id="rId4"/>
              </a:rPr>
              <a:t>.melo@inatel.br</a:t>
            </a:r>
            <a:endParaRPr lang="pt-BR" sz="1800" dirty="0">
              <a:latin typeface="Calibri"/>
              <a:cs typeface="Calibr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E2C0288-26F9-6C9A-3F07-4CA5D85067BF}"/>
              </a:ext>
            </a:extLst>
          </p:cNvPr>
          <p:cNvSpPr txBox="1"/>
          <p:nvPr/>
        </p:nvSpPr>
        <p:spPr>
          <a:xfrm>
            <a:off x="7137790" y="3972006"/>
            <a:ext cx="51251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libri"/>
                <a:cs typeface="Calibri"/>
              </a:rPr>
              <a:t>Esse material foi desenvolvido e gentilmente cedido </a:t>
            </a:r>
          </a:p>
          <a:p>
            <a:r>
              <a:rPr lang="pt-BR" dirty="0">
                <a:latin typeface="Calibri"/>
                <a:cs typeface="Calibri"/>
              </a:rPr>
              <a:t>pelo Prof. Dr. Felipe Augusto Pereira de Figueiredo, </a:t>
            </a:r>
          </a:p>
          <a:p>
            <a:r>
              <a:rPr lang="pt-BR" dirty="0">
                <a:latin typeface="Calibri"/>
                <a:cs typeface="Calibri"/>
              </a:rPr>
              <a:t>do Inatel.</a:t>
            </a:r>
            <a:r>
              <a:rPr lang="pt-BR" sz="1800" spc="-10" dirty="0">
                <a:latin typeface="Calibri"/>
                <a:cs typeface="Calibri"/>
              </a:rPr>
              <a:t>(</a:t>
            </a:r>
            <a:r>
              <a:rPr lang="pt-BR" sz="1800" spc="-10" dirty="0">
                <a:latin typeface="Calibri"/>
                <a:cs typeface="Calibri"/>
                <a:hlinkClick r:id="rId5"/>
              </a:rPr>
              <a:t>felipe.figueiredo@inatel.br</a:t>
            </a:r>
            <a:r>
              <a:rPr lang="pt-BR" sz="1800" spc="-10" dirty="0"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Motivação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5496" y="2921635"/>
            <a:ext cx="2224913" cy="14817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4163" y="2920873"/>
            <a:ext cx="1965070" cy="14738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09533" y="2929508"/>
            <a:ext cx="2620010" cy="147383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06627" y="1622298"/>
            <a:ext cx="55905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Exemplo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1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Estimar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preço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casas.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3003" y="5057343"/>
            <a:ext cx="10758170" cy="160274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marR="5080" indent="-229235" algn="just">
              <a:lnSpc>
                <a:spcPct val="80000"/>
              </a:lnSpc>
              <a:spcBef>
                <a:spcPts val="77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Podemos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regressão</a:t>
            </a:r>
            <a:r>
              <a:rPr sz="2800" b="1" i="1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relação</a:t>
            </a:r>
            <a:r>
              <a:rPr sz="2800" b="1" i="1" spc="-10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matemática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ℎ(𝒙)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</a:t>
            </a:r>
            <a:r>
              <a:rPr sz="2800" dirty="0">
                <a:latin typeface="Cambria Math"/>
                <a:cs typeface="Cambria Math"/>
              </a:rPr>
              <a:t>°</a:t>
            </a:r>
            <a:r>
              <a:rPr sz="2800" spc="-3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quartos,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</a:t>
            </a:r>
            <a:r>
              <a:rPr sz="2800" dirty="0">
                <a:latin typeface="Cambria Math"/>
                <a:cs typeface="Cambria Math"/>
              </a:rPr>
              <a:t>°</a:t>
            </a:r>
            <a:r>
              <a:rPr sz="2800" spc="-7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vagas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garagem,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piscina,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localização,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área, </a:t>
            </a:r>
            <a:r>
              <a:rPr sz="2800" dirty="0">
                <a:latin typeface="Calibri"/>
                <a:cs typeface="Calibri"/>
              </a:rPr>
              <a:t>etc.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seu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valor.</a:t>
            </a:r>
            <a:endParaRPr sz="2800" dirty="0">
              <a:latin typeface="Calibri"/>
              <a:cs typeface="Calibri"/>
            </a:endParaRPr>
          </a:p>
          <a:p>
            <a:pPr marL="241300" indent="-229235" algn="just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935" algn="l"/>
              </a:tabLst>
            </a:pP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Objetivo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agilizar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avaliação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propriedades.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01444" y="4586478"/>
            <a:ext cx="4893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7110" algn="l"/>
              </a:tabLst>
            </a:pPr>
            <a:r>
              <a:rPr sz="2700" baseline="3086" dirty="0">
                <a:latin typeface="Calibri"/>
                <a:cs typeface="Calibri"/>
              </a:rPr>
              <a:t>R$</a:t>
            </a:r>
            <a:r>
              <a:rPr sz="2700" spc="7" baseline="3086" dirty="0">
                <a:latin typeface="Calibri"/>
                <a:cs typeface="Calibri"/>
              </a:rPr>
              <a:t> </a:t>
            </a:r>
            <a:r>
              <a:rPr sz="2700" spc="-15" baseline="3086" dirty="0">
                <a:latin typeface="Calibri"/>
                <a:cs typeface="Calibri"/>
              </a:rPr>
              <a:t>1.000.000,00</a:t>
            </a:r>
            <a:r>
              <a:rPr sz="2700" baseline="3086" dirty="0"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R$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200.000,00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93097" y="4531563"/>
            <a:ext cx="4508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???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40230" y="2329687"/>
            <a:ext cx="2762250" cy="514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5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quartos,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vagas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garagem,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1</a:t>
            </a:r>
            <a:endParaRPr sz="16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1600" spc="-10" dirty="0">
                <a:latin typeface="Calibri"/>
                <a:cs typeface="Calibri"/>
              </a:rPr>
              <a:t>piscina,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cond.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luxo,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500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𝑚</a:t>
            </a:r>
            <a:r>
              <a:rPr sz="1725" spc="-37" baseline="28985" dirty="0">
                <a:latin typeface="Cambria Math"/>
                <a:cs typeface="Cambria Math"/>
              </a:rPr>
              <a:t>2</a:t>
            </a:r>
            <a:endParaRPr sz="1725" baseline="28985" dirty="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50308" y="2337561"/>
            <a:ext cx="2693035" cy="51435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15925" marR="30480" indent="-378460">
              <a:lnSpc>
                <a:spcPct val="100600"/>
              </a:lnSpc>
              <a:spcBef>
                <a:spcPts val="85"/>
              </a:spcBef>
            </a:pPr>
            <a:r>
              <a:rPr sz="1600" dirty="0">
                <a:latin typeface="Calibri"/>
                <a:cs typeface="Calibri"/>
              </a:rPr>
              <a:t>1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quarto,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sem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vaga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garagem, </a:t>
            </a:r>
            <a:r>
              <a:rPr sz="1600" dirty="0">
                <a:latin typeface="Calibri"/>
                <a:cs typeface="Calibri"/>
              </a:rPr>
              <a:t>bairro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afastado,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70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𝑚</a:t>
            </a:r>
            <a:r>
              <a:rPr sz="1725" spc="-37" baseline="28985" dirty="0">
                <a:latin typeface="Cambria Math"/>
                <a:cs typeface="Cambria Math"/>
              </a:rPr>
              <a:t>2</a:t>
            </a:r>
            <a:endParaRPr sz="1725" baseline="28985" dirty="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51215" y="2383027"/>
            <a:ext cx="2126615" cy="51435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 marR="30480" indent="202565">
              <a:lnSpc>
                <a:spcPct val="100600"/>
              </a:lnSpc>
              <a:spcBef>
                <a:spcPts val="85"/>
              </a:spcBef>
            </a:pPr>
            <a:r>
              <a:rPr sz="1600" dirty="0">
                <a:latin typeface="Calibri"/>
                <a:cs typeface="Calibri"/>
              </a:rPr>
              <a:t>2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quartos,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vaga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na </a:t>
            </a:r>
            <a:r>
              <a:rPr sz="1600" spc="-10" dirty="0">
                <a:latin typeface="Calibri"/>
                <a:cs typeface="Calibri"/>
              </a:rPr>
              <a:t>garagem,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centro,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200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𝑚</a:t>
            </a:r>
            <a:r>
              <a:rPr sz="1725" spc="-37" baseline="28985" dirty="0">
                <a:latin typeface="Cambria Math"/>
                <a:cs typeface="Cambria Math"/>
              </a:rPr>
              <a:t>2</a:t>
            </a:r>
            <a:endParaRPr sz="1725" baseline="28985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Motivação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6627" y="1622298"/>
            <a:ext cx="6144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Exemplo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2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Estimar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vendas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picolés.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3003" y="5467299"/>
            <a:ext cx="10663555" cy="126174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5080" indent="-229235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Podemos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regressão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mapeamento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ℎ(𝒙)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spc="-25" dirty="0">
                <a:latin typeface="Calibri"/>
                <a:cs typeface="Calibri"/>
              </a:rPr>
              <a:t>temperatura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média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quantidade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picolés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vendidos.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41935" algn="l"/>
              </a:tabLst>
            </a:pP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Objetivo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reduzir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desperdício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aumentar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lucros.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11778" y="2364613"/>
            <a:ext cx="3794125" cy="2934335"/>
            <a:chOff x="3811778" y="2364613"/>
            <a:chExt cx="3794125" cy="29343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1778" y="2364613"/>
              <a:ext cx="3794080" cy="29342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6505" y="3547529"/>
              <a:ext cx="1075397" cy="10753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0630" y="2276094"/>
            <a:ext cx="10128885" cy="20739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 algn="ctr">
              <a:lnSpc>
                <a:spcPct val="90000"/>
              </a:lnSpc>
              <a:spcBef>
                <a:spcPts val="675"/>
              </a:spcBef>
            </a:pPr>
            <a:r>
              <a:rPr sz="4800" b="0" i="1" dirty="0">
                <a:latin typeface="Calibri"/>
                <a:cs typeface="Calibri"/>
              </a:rPr>
              <a:t>Como</a:t>
            </a:r>
            <a:r>
              <a:rPr sz="4800" b="0" i="1" spc="-20" dirty="0">
                <a:latin typeface="Calibri"/>
                <a:cs typeface="Calibri"/>
              </a:rPr>
              <a:t> </a:t>
            </a:r>
            <a:r>
              <a:rPr sz="4800" b="0" i="1" dirty="0">
                <a:latin typeface="Calibri"/>
                <a:cs typeface="Calibri"/>
              </a:rPr>
              <a:t>podemos</a:t>
            </a:r>
            <a:r>
              <a:rPr sz="4800" b="0" i="1" spc="-35" dirty="0">
                <a:latin typeface="Calibri"/>
                <a:cs typeface="Calibri"/>
              </a:rPr>
              <a:t> </a:t>
            </a:r>
            <a:r>
              <a:rPr sz="4800" b="0" i="1" dirty="0">
                <a:latin typeface="Calibri"/>
                <a:cs typeface="Calibri"/>
              </a:rPr>
              <a:t>resolver</a:t>
            </a:r>
            <a:r>
              <a:rPr sz="4800" b="0" i="1" spc="-30" dirty="0">
                <a:latin typeface="Calibri"/>
                <a:cs typeface="Calibri"/>
              </a:rPr>
              <a:t> </a:t>
            </a:r>
            <a:r>
              <a:rPr sz="4800" b="0" i="1" dirty="0">
                <a:latin typeface="Calibri"/>
                <a:cs typeface="Calibri"/>
              </a:rPr>
              <a:t>esses</a:t>
            </a:r>
            <a:r>
              <a:rPr sz="4800" b="0" i="1" spc="-35" dirty="0">
                <a:latin typeface="Calibri"/>
                <a:cs typeface="Calibri"/>
              </a:rPr>
              <a:t> </a:t>
            </a:r>
            <a:r>
              <a:rPr sz="4800" b="0" i="1" spc="-10" dirty="0">
                <a:latin typeface="Calibri"/>
                <a:cs typeface="Calibri"/>
              </a:rPr>
              <a:t>problemas </a:t>
            </a:r>
            <a:r>
              <a:rPr sz="4800" b="0" i="1" dirty="0">
                <a:latin typeface="Calibri"/>
                <a:cs typeface="Calibri"/>
              </a:rPr>
              <a:t>de</a:t>
            </a:r>
            <a:r>
              <a:rPr sz="4800" b="0" i="1" spc="-65" dirty="0">
                <a:latin typeface="Calibri"/>
                <a:cs typeface="Calibri"/>
              </a:rPr>
              <a:t> </a:t>
            </a:r>
            <a:r>
              <a:rPr sz="4800" b="0" i="1" dirty="0">
                <a:latin typeface="Calibri"/>
                <a:cs typeface="Calibri"/>
              </a:rPr>
              <a:t>estimação</a:t>
            </a:r>
            <a:r>
              <a:rPr sz="4800" b="0" i="1" spc="-50" dirty="0">
                <a:latin typeface="Calibri"/>
                <a:cs typeface="Calibri"/>
              </a:rPr>
              <a:t> </a:t>
            </a:r>
            <a:r>
              <a:rPr sz="4800" b="0" i="1" dirty="0">
                <a:latin typeface="Calibri"/>
                <a:cs typeface="Calibri"/>
              </a:rPr>
              <a:t>sem</a:t>
            </a:r>
            <a:r>
              <a:rPr sz="4800" b="0" i="1" spc="-60" dirty="0">
                <a:latin typeface="Calibri"/>
                <a:cs typeface="Calibri"/>
              </a:rPr>
              <a:t> </a:t>
            </a:r>
            <a:r>
              <a:rPr sz="4800" b="0" i="1" dirty="0">
                <a:latin typeface="Calibri"/>
                <a:cs typeface="Calibri"/>
              </a:rPr>
              <a:t>conhecer</a:t>
            </a:r>
            <a:r>
              <a:rPr sz="4800" b="0" i="1" spc="-45" dirty="0">
                <a:latin typeface="Calibri"/>
                <a:cs typeface="Calibri"/>
              </a:rPr>
              <a:t> </a:t>
            </a:r>
            <a:r>
              <a:rPr sz="4800" b="0" i="1" dirty="0">
                <a:latin typeface="Calibri"/>
                <a:cs typeface="Calibri"/>
              </a:rPr>
              <a:t>as</a:t>
            </a:r>
            <a:r>
              <a:rPr sz="4800" b="0" i="1" spc="-50" dirty="0">
                <a:latin typeface="Calibri"/>
                <a:cs typeface="Calibri"/>
              </a:rPr>
              <a:t> </a:t>
            </a:r>
            <a:r>
              <a:rPr sz="4800" b="0" i="1" dirty="0">
                <a:latin typeface="Calibri"/>
                <a:cs typeface="Calibri"/>
              </a:rPr>
              <a:t>regras</a:t>
            </a:r>
            <a:r>
              <a:rPr sz="4800" b="0" i="1" spc="-65" dirty="0">
                <a:latin typeface="Calibri"/>
                <a:cs typeface="Calibri"/>
              </a:rPr>
              <a:t> </a:t>
            </a:r>
            <a:r>
              <a:rPr sz="4800" b="0" i="1" spc="-25" dirty="0">
                <a:latin typeface="Calibri"/>
                <a:cs typeface="Calibri"/>
              </a:rPr>
              <a:t>de </a:t>
            </a:r>
            <a:r>
              <a:rPr sz="4800" b="0" i="1" spc="-10" dirty="0">
                <a:latin typeface="Calibri"/>
                <a:cs typeface="Calibri"/>
              </a:rPr>
              <a:t>mapeamento?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180" dirty="0"/>
              <a:t> </a:t>
            </a:r>
            <a:r>
              <a:rPr spc="-10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941" y="1793493"/>
            <a:ext cx="6153150" cy="450215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9906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simples,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antigos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usados </a:t>
            </a:r>
            <a:r>
              <a:rPr sz="2800" dirty="0">
                <a:latin typeface="Calibri"/>
                <a:cs typeface="Calibri"/>
              </a:rPr>
              <a:t>algoritmos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máquina.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Regressão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linear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também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conhecida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aproximação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funções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ajuste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3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curvas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marR="327025" lvl="1" indent="-228600">
              <a:lnSpc>
                <a:spcPts val="2590"/>
              </a:lnSpc>
              <a:spcBef>
                <a:spcPts val="530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Por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exemplo,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ajustar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curva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uma </a:t>
            </a:r>
            <a:r>
              <a:rPr sz="2400" dirty="0">
                <a:latin typeface="Calibri"/>
                <a:cs typeface="Calibri"/>
              </a:rPr>
              <a:t>função)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vendas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picolés.</a:t>
            </a:r>
            <a:endParaRPr sz="2400" dirty="0">
              <a:latin typeface="Calibri"/>
              <a:cs typeface="Calibri"/>
            </a:endParaRPr>
          </a:p>
          <a:p>
            <a:pPr marL="241300" marR="34290" indent="-228600">
              <a:lnSpc>
                <a:spcPct val="90000"/>
              </a:lnSpc>
              <a:spcBef>
                <a:spcPts val="9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Vai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intuições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b="1" i="1" spc="-20" dirty="0">
                <a:latin typeface="Calibri"/>
                <a:cs typeface="Calibri"/>
              </a:rPr>
              <a:t>entendimento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algoritmos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mais complexos</a:t>
            </a:r>
            <a:r>
              <a:rPr sz="2800" spc="-2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classificadores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redes neurais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692" y="2539058"/>
            <a:ext cx="4586326" cy="3102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72688" y="3787597"/>
            <a:ext cx="480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mbria Math"/>
                <a:cs typeface="Cambria Math"/>
              </a:rPr>
              <a:t>ℎ(𝒙)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82544" y="3731895"/>
            <a:ext cx="376555" cy="201295"/>
          </a:xfrm>
          <a:custGeom>
            <a:avLst/>
            <a:gdLst/>
            <a:ahLst/>
            <a:cxnLst/>
            <a:rect l="l" t="t" r="r" b="b"/>
            <a:pathLst>
              <a:path w="376554" h="201295">
                <a:moveTo>
                  <a:pt x="307176" y="168304"/>
                </a:moveTo>
                <a:lnTo>
                  <a:pt x="290830" y="199135"/>
                </a:lnTo>
                <a:lnTo>
                  <a:pt x="376046" y="201167"/>
                </a:lnTo>
                <a:lnTo>
                  <a:pt x="356815" y="174243"/>
                </a:lnTo>
                <a:lnTo>
                  <a:pt x="318389" y="174243"/>
                </a:lnTo>
                <a:lnTo>
                  <a:pt x="307176" y="168304"/>
                </a:lnTo>
                <a:close/>
              </a:path>
              <a:path w="376554" h="201295">
                <a:moveTo>
                  <a:pt x="310156" y="162683"/>
                </a:moveTo>
                <a:lnTo>
                  <a:pt x="307176" y="168304"/>
                </a:lnTo>
                <a:lnTo>
                  <a:pt x="318389" y="174243"/>
                </a:lnTo>
                <a:lnTo>
                  <a:pt x="321436" y="168655"/>
                </a:lnTo>
                <a:lnTo>
                  <a:pt x="310156" y="162683"/>
                </a:lnTo>
                <a:close/>
              </a:path>
              <a:path w="376554" h="201295">
                <a:moveTo>
                  <a:pt x="326517" y="131825"/>
                </a:moveTo>
                <a:lnTo>
                  <a:pt x="310156" y="162683"/>
                </a:lnTo>
                <a:lnTo>
                  <a:pt x="321436" y="168655"/>
                </a:lnTo>
                <a:lnTo>
                  <a:pt x="318389" y="174243"/>
                </a:lnTo>
                <a:lnTo>
                  <a:pt x="356815" y="174243"/>
                </a:lnTo>
                <a:lnTo>
                  <a:pt x="326517" y="131825"/>
                </a:lnTo>
                <a:close/>
              </a:path>
              <a:path w="376554" h="201295">
                <a:moveTo>
                  <a:pt x="2920" y="0"/>
                </a:moveTo>
                <a:lnTo>
                  <a:pt x="0" y="5587"/>
                </a:lnTo>
                <a:lnTo>
                  <a:pt x="307176" y="168304"/>
                </a:lnTo>
                <a:lnTo>
                  <a:pt x="310156" y="162683"/>
                </a:lnTo>
                <a:lnTo>
                  <a:pt x="29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Qual</a:t>
            </a:r>
            <a:r>
              <a:rPr spc="-45" dirty="0"/>
              <a:t> </a:t>
            </a:r>
            <a:r>
              <a:rPr dirty="0"/>
              <a:t>o</a:t>
            </a:r>
            <a:r>
              <a:rPr spc="-45" dirty="0"/>
              <a:t> </a:t>
            </a:r>
            <a:r>
              <a:rPr dirty="0"/>
              <a:t>objetivo</a:t>
            </a:r>
            <a:r>
              <a:rPr spc="-15" dirty="0"/>
              <a:t> </a:t>
            </a:r>
            <a:r>
              <a:rPr dirty="0"/>
              <a:t>da</a:t>
            </a:r>
            <a:r>
              <a:rPr spc="-45" dirty="0"/>
              <a:t> </a:t>
            </a:r>
            <a:r>
              <a:rPr dirty="0"/>
              <a:t>regressão</a:t>
            </a:r>
            <a:r>
              <a:rPr spc="-65" dirty="0"/>
              <a:t> </a:t>
            </a:r>
            <a:r>
              <a:rPr spc="-10" dirty="0"/>
              <a:t>linear?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5122133" y="1402080"/>
                <a:ext cx="6841267" cy="4703723"/>
              </a:xfrm>
              <a:prstGeom prst="rect">
                <a:avLst/>
              </a:prstGeom>
            </p:spPr>
            <p:txBody>
              <a:bodyPr vert="horz" wrap="square" lIns="0" tIns="55244" rIns="0" bIns="0" rtlCol="0">
                <a:spAutoFit/>
              </a:bodyPr>
              <a:lstStyle/>
              <a:p>
                <a:pPr marL="241300" marR="150495" indent="-229235">
                  <a:lnSpc>
                    <a:spcPct val="89900"/>
                  </a:lnSpc>
                  <a:spcBef>
                    <a:spcPts val="434"/>
                  </a:spcBef>
                  <a:buFont typeface="Arial"/>
                  <a:buChar char="•"/>
                  <a:tabLst>
                    <a:tab pos="241935" algn="l"/>
                    <a:tab pos="2088514" algn="l"/>
                    <a:tab pos="2440305" algn="l"/>
                    <a:tab pos="5398770" algn="l"/>
                    <a:tab pos="5751195" algn="l"/>
                  </a:tabLst>
                </a:pPr>
                <a:r>
                  <a:rPr sz="2800" b="1" spc="-10" dirty="0">
                    <a:latin typeface="Calibri"/>
                    <a:cs typeface="Calibri"/>
                  </a:rPr>
                  <a:t>Objetivo</a:t>
                </a:r>
                <a:r>
                  <a:rPr sz="2800" spc="-10" dirty="0">
                    <a:latin typeface="Calibri"/>
                    <a:cs typeface="Calibri"/>
                  </a:rPr>
                  <a:t>:</a:t>
                </a:r>
                <a:r>
                  <a:rPr sz="2800" spc="-110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encontrar</a:t>
                </a:r>
                <a:r>
                  <a:rPr sz="2800" spc="-9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uma</a:t>
                </a:r>
                <a:r>
                  <a:rPr sz="2800" spc="-10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função,</a:t>
                </a:r>
                <a:r>
                  <a:rPr sz="2800" spc="-100" dirty="0">
                    <a:latin typeface="Calibri"/>
                    <a:cs typeface="Calibri"/>
                  </a:rPr>
                  <a:t> </a:t>
                </a:r>
                <a:r>
                  <a:rPr sz="2800" spc="-50" dirty="0">
                    <a:latin typeface="Cambria Math"/>
                    <a:cs typeface="Cambria Math"/>
                  </a:rPr>
                  <a:t>ℎ</a:t>
                </a:r>
                <a:r>
                  <a:rPr lang="pt-BR" sz="2800" spc="-50" dirty="0">
                    <a:latin typeface="Cambria Math"/>
                    <a:cs typeface="Cambria Math"/>
                  </a:rPr>
                  <a:t>(</a:t>
                </a:r>
                <a:r>
                  <a:rPr sz="2800" spc="-50" dirty="0">
                    <a:latin typeface="Cambria Math"/>
                    <a:cs typeface="Cambria Math"/>
                  </a:rPr>
                  <a:t>𝒙</a:t>
                </a:r>
                <a:r>
                  <a:rPr lang="pt-BR" sz="2800" spc="-50" dirty="0">
                    <a:latin typeface="Cambria Math"/>
                    <a:cs typeface="Cambria Math"/>
                  </a:rPr>
                  <a:t>)</a:t>
                </a:r>
                <a:r>
                  <a:rPr sz="2800" dirty="0">
                    <a:latin typeface="Cambria Math"/>
                    <a:cs typeface="Cambria Math"/>
                  </a:rPr>
                  <a:t>	</a:t>
                </a:r>
                <a:r>
                  <a:rPr sz="2800" dirty="0">
                    <a:latin typeface="Calibri"/>
                    <a:cs typeface="Calibri"/>
                  </a:rPr>
                  <a:t>, </a:t>
                </a:r>
                <a:r>
                  <a:rPr sz="2800" spc="-25" dirty="0">
                    <a:latin typeface="Calibri"/>
                    <a:cs typeface="Calibri"/>
                  </a:rPr>
                  <a:t>que </a:t>
                </a:r>
                <a:r>
                  <a:rPr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mapeie</a:t>
                </a:r>
                <a:r>
                  <a:rPr sz="2800" b="1" i="1" spc="-5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as</a:t>
                </a:r>
                <a:r>
                  <a:rPr sz="2800" spc="-65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entradas,</a:t>
                </a:r>
                <a:r>
                  <a:rPr sz="2800" spc="-3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mbria Math"/>
                    <a:cs typeface="Cambria Math"/>
                  </a:rPr>
                  <a:t>𝒙</a:t>
                </a:r>
                <a:r>
                  <a:rPr sz="2800" dirty="0">
                    <a:latin typeface="Calibri"/>
                    <a:cs typeface="Calibri"/>
                  </a:rPr>
                  <a:t>,</a:t>
                </a:r>
                <a:r>
                  <a:rPr sz="2800" spc="-4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em</a:t>
                </a:r>
                <a:r>
                  <a:rPr sz="2800" spc="-6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uma</a:t>
                </a:r>
                <a:r>
                  <a:rPr sz="2800" spc="-50" dirty="0">
                    <a:latin typeface="Calibri"/>
                    <a:cs typeface="Calibri"/>
                  </a:rPr>
                  <a:t> </a:t>
                </a:r>
                <a:r>
                  <a:rPr sz="2800" spc="-20" dirty="0">
                    <a:latin typeface="Calibri"/>
                    <a:cs typeface="Calibri"/>
                  </a:rPr>
                  <a:t>variável</a:t>
                </a:r>
                <a:r>
                  <a:rPr sz="2800" spc="-75" dirty="0">
                    <a:latin typeface="Calibri"/>
                    <a:cs typeface="Calibri"/>
                  </a:rPr>
                  <a:t> </a:t>
                </a:r>
                <a:r>
                  <a:rPr sz="2800" spc="-25" dirty="0">
                    <a:latin typeface="Calibri"/>
                    <a:cs typeface="Calibri"/>
                  </a:rPr>
                  <a:t>de </a:t>
                </a:r>
                <a:r>
                  <a:rPr sz="2800" dirty="0" err="1">
                    <a:latin typeface="Calibri"/>
                    <a:cs typeface="Calibri"/>
                  </a:rPr>
                  <a:t>saída</a:t>
                </a:r>
                <a:r>
                  <a:rPr lang="pt-BR" sz="280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dirty="0">
                    <a:latin typeface="Cambria Math"/>
                    <a:cs typeface="Cambria Math"/>
                  </a:rPr>
                  <a:t>	</a:t>
                </a:r>
                <a:r>
                  <a:rPr sz="2800" dirty="0">
                    <a:latin typeface="Calibri"/>
                    <a:cs typeface="Calibri"/>
                  </a:rPr>
                  <a:t>,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de</a:t>
                </a:r>
                <a:r>
                  <a:rPr sz="2800" spc="-3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tal</a:t>
                </a:r>
                <a:r>
                  <a:rPr sz="2800" spc="-4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forma</a:t>
                </a:r>
                <a:r>
                  <a:rPr sz="2800" spc="-5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que</a:t>
                </a:r>
                <a:r>
                  <a:rPr sz="2800" spc="-5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mbria Math"/>
                    <a:cs typeface="Cambria Math"/>
                  </a:rPr>
                  <a:t>ℎ(𝒙)</a:t>
                </a:r>
                <a:r>
                  <a:rPr sz="2800" spc="-30" dirty="0">
                    <a:latin typeface="Cambria Math"/>
                    <a:cs typeface="Cambria Math"/>
                  </a:rPr>
                  <a:t> </a:t>
                </a:r>
                <a:r>
                  <a:rPr sz="2800" spc="-25" dirty="0">
                    <a:latin typeface="Calibri"/>
                    <a:cs typeface="Calibri"/>
                  </a:rPr>
                  <a:t>se </a:t>
                </a:r>
                <a:r>
                  <a:rPr sz="2800" dirty="0">
                    <a:latin typeface="Calibri"/>
                    <a:cs typeface="Calibri"/>
                  </a:rPr>
                  <a:t>ajuste</a:t>
                </a:r>
                <a:r>
                  <a:rPr sz="2800" spc="-8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aos</a:t>
                </a:r>
                <a:r>
                  <a:rPr sz="2800" spc="-8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dados</a:t>
                </a:r>
                <a:r>
                  <a:rPr sz="2800" spc="-70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coletados</a:t>
                </a:r>
                <a:r>
                  <a:rPr sz="2800" spc="-8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de</a:t>
                </a:r>
                <a:r>
                  <a:rPr sz="2800" spc="-60" dirty="0">
                    <a:latin typeface="Calibri"/>
                    <a:cs typeface="Calibri"/>
                  </a:rPr>
                  <a:t> </a:t>
                </a:r>
                <a:r>
                  <a:rPr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forma</a:t>
                </a:r>
                <a:r>
                  <a:rPr sz="2800" b="1" i="1" spc="-8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ótima</a:t>
                </a:r>
                <a:r>
                  <a:rPr sz="2800" spc="-10" dirty="0">
                    <a:latin typeface="Calibri"/>
                    <a:cs typeface="Calibri"/>
                  </a:rPr>
                  <a:t>.</a:t>
                </a:r>
                <a:endParaRPr sz="2800" dirty="0">
                  <a:latin typeface="Calibri"/>
                  <a:cs typeface="Calibri"/>
                </a:endParaRPr>
              </a:p>
              <a:p>
                <a:pPr marL="698500" marR="5080" lvl="1" indent="-228600">
                  <a:lnSpc>
                    <a:spcPct val="90200"/>
                  </a:lnSpc>
                  <a:spcBef>
                    <a:spcPts val="525"/>
                  </a:spcBef>
                  <a:buFont typeface="Wingdings"/>
                  <a:buChar char=""/>
                  <a:tabLst>
                    <a:tab pos="699135" algn="l"/>
                  </a:tabLst>
                </a:pPr>
                <a:r>
                  <a:rPr sz="2400" dirty="0">
                    <a:latin typeface="Calibri"/>
                    <a:cs typeface="Calibri"/>
                  </a:rPr>
                  <a:t>Ótimo</a:t>
                </a:r>
                <a:r>
                  <a:rPr sz="2400" spc="-6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no</a:t>
                </a:r>
                <a:r>
                  <a:rPr sz="2400" spc="-3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sentido</a:t>
                </a:r>
                <a:r>
                  <a:rPr sz="2400" spc="-3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da</a:t>
                </a:r>
                <a:r>
                  <a:rPr sz="2400" spc="-35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minimização</a:t>
                </a:r>
                <a:r>
                  <a:rPr sz="2400" b="1" i="1" spc="-5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da</a:t>
                </a:r>
                <a:r>
                  <a:rPr sz="2400" b="1" i="1" spc="-4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4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diferença </a:t>
                </a:r>
                <a:r>
                  <a:rPr sz="2400" dirty="0">
                    <a:latin typeface="Calibri"/>
                    <a:cs typeface="Calibri"/>
                  </a:rPr>
                  <a:t>entre</a:t>
                </a:r>
                <a:r>
                  <a:rPr sz="2400" spc="-4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as</a:t>
                </a:r>
                <a:r>
                  <a:rPr sz="2400" spc="-3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predições</a:t>
                </a:r>
                <a:r>
                  <a:rPr sz="2400" spc="-3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feitas</a:t>
                </a:r>
                <a:r>
                  <a:rPr sz="2400" spc="-4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por</a:t>
                </a:r>
                <a:r>
                  <a:rPr sz="2400" spc="-2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ℎ(𝒙)</a:t>
                </a:r>
                <a:r>
                  <a:rPr sz="2400" dirty="0">
                    <a:latin typeface="Calibri"/>
                    <a:cs typeface="Calibri"/>
                  </a:rPr>
                  <a:t>,</a:t>
                </a:r>
                <a:r>
                  <a:rPr sz="2400" spc="-3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(i.e.,</a:t>
                </a:r>
                <a:r>
                  <a:rPr sz="2400" spc="-45" dirty="0">
                    <a:latin typeface="Calibri"/>
                    <a:cs typeface="Calibri"/>
                  </a:rPr>
                  <a:t> </a:t>
                </a:r>
                <a:r>
                  <a:rPr sz="2400" spc="-25" dirty="0">
                    <a:latin typeface="Calibri"/>
                    <a:cs typeface="Calibri"/>
                  </a:rPr>
                  <a:t>os </a:t>
                </a:r>
                <a:r>
                  <a:rPr sz="2400" dirty="0" err="1">
                    <a:latin typeface="Calibri"/>
                    <a:cs typeface="Calibri"/>
                  </a:rPr>
                  <a:t>valores</a:t>
                </a:r>
                <a:r>
                  <a:rPr sz="2400" spc="-5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de</a:t>
                </a:r>
                <a:r>
                  <a:rPr lang="pt-BR" sz="240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sz="2400" spc="-240" dirty="0">
                    <a:latin typeface="Calibri"/>
                    <a:cs typeface="Calibri"/>
                  </a:rPr>
                  <a:t>)</a:t>
                </a:r>
                <a:r>
                  <a:rPr sz="2400" spc="-235" dirty="0">
                    <a:latin typeface="Calibri"/>
                    <a:cs typeface="Calibri"/>
                  </a:rPr>
                  <a:t>,</a:t>
                </a:r>
                <a:r>
                  <a:rPr sz="2400" spc="-1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e</a:t>
                </a:r>
                <a:r>
                  <a:rPr sz="2400" spc="-3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os</a:t>
                </a:r>
                <a:r>
                  <a:rPr sz="2400" spc="-3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valores</a:t>
                </a:r>
                <a:r>
                  <a:rPr sz="2400" spc="-3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esperados</a:t>
                </a:r>
                <a:r>
                  <a:rPr sz="2400" spc="-3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de</a:t>
                </a:r>
                <a:r>
                  <a:rPr sz="2400" spc="-25" dirty="0">
                    <a:latin typeface="Calibri"/>
                    <a:cs typeface="Calibri"/>
                  </a:rPr>
                  <a:t> </a:t>
                </a:r>
                <a:r>
                  <a:rPr sz="2400" spc="-10" dirty="0">
                    <a:latin typeface="Calibri"/>
                    <a:cs typeface="Calibri"/>
                  </a:rPr>
                  <a:t>saída, </a:t>
                </a:r>
                <a:r>
                  <a:rPr sz="2400" spc="-25" dirty="0">
                    <a:latin typeface="Cambria Math"/>
                    <a:cs typeface="Cambria Math"/>
                  </a:rPr>
                  <a:t>𝑦</a:t>
                </a:r>
                <a:r>
                  <a:rPr sz="2400" spc="-25" dirty="0">
                    <a:latin typeface="Calibri"/>
                    <a:cs typeface="Calibri"/>
                  </a:rPr>
                  <a:t>.</a:t>
                </a:r>
                <a:endParaRPr sz="2400" dirty="0">
                  <a:latin typeface="Calibri"/>
                  <a:cs typeface="Calibri"/>
                </a:endParaRPr>
              </a:p>
              <a:p>
                <a:pPr marL="241300" marR="178435" indent="-229235">
                  <a:lnSpc>
                    <a:spcPct val="90200"/>
                  </a:lnSpc>
                  <a:spcBef>
                    <a:spcPts val="950"/>
                  </a:spcBef>
                  <a:buFont typeface="Arial"/>
                  <a:buChar char="•"/>
                  <a:tabLst>
                    <a:tab pos="241935" algn="l"/>
                  </a:tabLst>
                </a:pPr>
                <a:r>
                  <a:rPr sz="2800" dirty="0">
                    <a:latin typeface="Calibri"/>
                    <a:cs typeface="Calibri"/>
                  </a:rPr>
                  <a:t>No</a:t>
                </a:r>
                <a:r>
                  <a:rPr sz="2800" spc="-80" dirty="0">
                    <a:latin typeface="Calibri"/>
                    <a:cs typeface="Calibri"/>
                  </a:rPr>
                  <a:t> </a:t>
                </a:r>
                <a:r>
                  <a:rPr sz="2800" spc="-20" dirty="0">
                    <a:latin typeface="Calibri"/>
                    <a:cs typeface="Calibri"/>
                  </a:rPr>
                  <a:t>contexto</a:t>
                </a:r>
                <a:r>
                  <a:rPr sz="2800" spc="-8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da</a:t>
                </a:r>
                <a:r>
                  <a:rPr sz="2800" spc="-65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regressão</a:t>
                </a:r>
                <a:r>
                  <a:rPr sz="2800" spc="-85" dirty="0">
                    <a:latin typeface="Calibri"/>
                    <a:cs typeface="Calibri"/>
                  </a:rPr>
                  <a:t> </a:t>
                </a:r>
                <a:r>
                  <a:rPr sz="2800" spc="-30" dirty="0">
                    <a:latin typeface="Calibri"/>
                    <a:cs typeface="Calibri"/>
                  </a:rPr>
                  <a:t>linear,</a:t>
                </a:r>
                <a:r>
                  <a:rPr sz="2800" spc="-70" dirty="0">
                    <a:latin typeface="Calibri"/>
                    <a:cs typeface="Calibri"/>
                  </a:rPr>
                  <a:t> </a:t>
                </a:r>
                <a:r>
                  <a:rPr sz="2800" spc="-25" dirty="0">
                    <a:latin typeface="Calibri"/>
                    <a:cs typeface="Calibri"/>
                  </a:rPr>
                  <a:t>nos </a:t>
                </a:r>
                <a:r>
                  <a:rPr sz="2800" dirty="0">
                    <a:latin typeface="Calibri"/>
                    <a:cs typeface="Calibri"/>
                  </a:rPr>
                  <a:t>chamamos</a:t>
                </a:r>
                <a:r>
                  <a:rPr sz="2800" spc="-6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as</a:t>
                </a:r>
                <a:r>
                  <a:rPr sz="2800" spc="-55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entradas,</a:t>
                </a:r>
                <a:r>
                  <a:rPr sz="2800" spc="-3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mbria Math"/>
                    <a:cs typeface="Cambria Math"/>
                  </a:rPr>
                  <a:t>𝒙</a:t>
                </a:r>
                <a:r>
                  <a:rPr sz="2800" dirty="0">
                    <a:latin typeface="Calibri"/>
                    <a:cs typeface="Calibri"/>
                  </a:rPr>
                  <a:t>,</a:t>
                </a:r>
                <a:r>
                  <a:rPr sz="2800" spc="-6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de</a:t>
                </a:r>
                <a:r>
                  <a:rPr sz="2800" spc="-60" dirty="0">
                    <a:latin typeface="Calibri"/>
                    <a:cs typeface="Calibri"/>
                  </a:rPr>
                  <a:t> </a:t>
                </a:r>
                <a:r>
                  <a:rPr sz="2800" b="1" i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atributos</a:t>
                </a:r>
                <a:r>
                  <a:rPr sz="2800" b="1" i="1" spc="-65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e</a:t>
                </a:r>
                <a:r>
                  <a:rPr sz="2800" spc="-65" dirty="0">
                    <a:latin typeface="Calibri"/>
                    <a:cs typeface="Calibri"/>
                  </a:rPr>
                  <a:t> </a:t>
                </a:r>
                <a:r>
                  <a:rPr sz="2800" spc="-25" dirty="0">
                    <a:latin typeface="Calibri"/>
                    <a:cs typeface="Calibri"/>
                  </a:rPr>
                  <a:t>os </a:t>
                </a:r>
                <a:r>
                  <a:rPr sz="2800" spc="-10" dirty="0">
                    <a:latin typeface="Calibri"/>
                    <a:cs typeface="Calibri"/>
                  </a:rPr>
                  <a:t>valores</a:t>
                </a:r>
                <a:r>
                  <a:rPr sz="2800" spc="-65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esperados</a:t>
                </a:r>
                <a:r>
                  <a:rPr sz="2800" spc="-3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de</a:t>
                </a:r>
                <a:r>
                  <a:rPr sz="2800" spc="-5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saída,</a:t>
                </a:r>
                <a:r>
                  <a:rPr sz="2800" spc="-4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mbria Math"/>
                    <a:cs typeface="Cambria Math"/>
                  </a:rPr>
                  <a:t>𝑦</a:t>
                </a:r>
                <a:r>
                  <a:rPr sz="2800" dirty="0">
                    <a:latin typeface="Calibri"/>
                    <a:cs typeface="Calibri"/>
                  </a:rPr>
                  <a:t>,</a:t>
                </a:r>
                <a:r>
                  <a:rPr sz="2800" spc="-5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de</a:t>
                </a:r>
                <a:r>
                  <a:rPr sz="2800" spc="-40" dirty="0">
                    <a:latin typeface="Calibri"/>
                    <a:cs typeface="Calibri"/>
                  </a:rPr>
                  <a:t> </a:t>
                </a:r>
                <a:r>
                  <a:rPr sz="2800" b="1" i="1" spc="-10" dirty="0">
                    <a:solidFill>
                      <a:srgbClr val="00AFEF"/>
                    </a:solidFill>
                    <a:latin typeface="Calibri"/>
                    <a:cs typeface="Calibri"/>
                  </a:rPr>
                  <a:t>rótulos</a:t>
                </a:r>
                <a:r>
                  <a:rPr sz="2800" spc="-10" dirty="0">
                    <a:latin typeface="Calibri"/>
                    <a:cs typeface="Calibri"/>
                  </a:rPr>
                  <a:t>.</a:t>
                </a:r>
                <a:endParaRPr sz="2800" dirty="0">
                  <a:latin typeface="Calibri"/>
                  <a:cs typeface="Calibri"/>
                </a:endParaRPr>
              </a:p>
              <a:p>
                <a:pPr marL="698500" marR="598805" lvl="1" indent="-228600">
                  <a:lnSpc>
                    <a:spcPts val="2580"/>
                  </a:lnSpc>
                  <a:spcBef>
                    <a:spcPts val="580"/>
                  </a:spcBef>
                  <a:buFont typeface="Wingdings"/>
                  <a:buChar char=""/>
                  <a:tabLst>
                    <a:tab pos="699135" algn="l"/>
                  </a:tabLst>
                </a:pPr>
                <a:r>
                  <a:rPr sz="2400" spc="-10" dirty="0">
                    <a:latin typeface="Calibri"/>
                    <a:cs typeface="Calibri"/>
                  </a:rPr>
                  <a:t>Vários</a:t>
                </a:r>
                <a:r>
                  <a:rPr sz="2400" spc="-5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pares</a:t>
                </a:r>
                <a:r>
                  <a:rPr sz="2400" spc="-4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de</a:t>
                </a:r>
                <a:r>
                  <a:rPr sz="2400" spc="-3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𝒙</a:t>
                </a:r>
                <a:r>
                  <a:rPr sz="2400" spc="-20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e</a:t>
                </a:r>
                <a:r>
                  <a:rPr sz="2400" spc="-40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𝑦</a:t>
                </a:r>
                <a:r>
                  <a:rPr sz="2400" spc="10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formam</a:t>
                </a:r>
                <a:r>
                  <a:rPr sz="2400" spc="-65" dirty="0">
                    <a:latin typeface="Calibri"/>
                    <a:cs typeface="Calibri"/>
                  </a:rPr>
                  <a:t> </a:t>
                </a:r>
                <a:r>
                  <a:rPr sz="2400" dirty="0">
                    <a:latin typeface="Calibri"/>
                    <a:cs typeface="Calibri"/>
                  </a:rPr>
                  <a:t>o</a:t>
                </a:r>
                <a:r>
                  <a:rPr sz="2400" spc="-35" dirty="0">
                    <a:latin typeface="Calibri"/>
                    <a:cs typeface="Calibri"/>
                  </a:rPr>
                  <a:t> </a:t>
                </a:r>
                <a:r>
                  <a:rPr sz="2400" b="1" i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conjunto</a:t>
                </a:r>
                <a:r>
                  <a:rPr sz="2400" b="1" i="1" spc="-25" dirty="0">
                    <a:solidFill>
                      <a:srgbClr val="00AFEF"/>
                    </a:solidFill>
                    <a:latin typeface="Calibri"/>
                    <a:cs typeface="Calibri"/>
                  </a:rPr>
                  <a:t> de </a:t>
                </a:r>
                <a:r>
                  <a:rPr sz="2400" b="1" i="1" spc="-10" dirty="0">
                    <a:solidFill>
                      <a:srgbClr val="00AFEF"/>
                    </a:solidFill>
                    <a:latin typeface="Calibri"/>
                    <a:cs typeface="Calibri"/>
                  </a:rPr>
                  <a:t>treinamento</a:t>
                </a:r>
                <a:r>
                  <a:rPr sz="2400" spc="-10" dirty="0">
                    <a:latin typeface="Calibri"/>
                    <a:cs typeface="Calibri"/>
                  </a:rPr>
                  <a:t>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133" y="1402080"/>
                <a:ext cx="6841267" cy="4703723"/>
              </a:xfrm>
              <a:prstGeom prst="rect">
                <a:avLst/>
              </a:prstGeom>
              <a:blipFill>
                <a:blip r:embed="rId2"/>
                <a:stretch>
                  <a:fillRect l="-2760" t="-2332" b="-29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692" y="2539058"/>
            <a:ext cx="4586326" cy="31024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72688" y="3787597"/>
            <a:ext cx="480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mbria Math"/>
                <a:cs typeface="Cambria Math"/>
              </a:rPr>
              <a:t>ℎ(𝒙)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82544" y="3731895"/>
            <a:ext cx="376555" cy="201295"/>
          </a:xfrm>
          <a:custGeom>
            <a:avLst/>
            <a:gdLst/>
            <a:ahLst/>
            <a:cxnLst/>
            <a:rect l="l" t="t" r="r" b="b"/>
            <a:pathLst>
              <a:path w="376554" h="201295">
                <a:moveTo>
                  <a:pt x="307176" y="168304"/>
                </a:moveTo>
                <a:lnTo>
                  <a:pt x="290830" y="199135"/>
                </a:lnTo>
                <a:lnTo>
                  <a:pt x="376046" y="201167"/>
                </a:lnTo>
                <a:lnTo>
                  <a:pt x="356815" y="174243"/>
                </a:lnTo>
                <a:lnTo>
                  <a:pt x="318389" y="174243"/>
                </a:lnTo>
                <a:lnTo>
                  <a:pt x="307176" y="168304"/>
                </a:lnTo>
                <a:close/>
              </a:path>
              <a:path w="376554" h="201295">
                <a:moveTo>
                  <a:pt x="310156" y="162683"/>
                </a:moveTo>
                <a:lnTo>
                  <a:pt x="307176" y="168304"/>
                </a:lnTo>
                <a:lnTo>
                  <a:pt x="318389" y="174243"/>
                </a:lnTo>
                <a:lnTo>
                  <a:pt x="321436" y="168655"/>
                </a:lnTo>
                <a:lnTo>
                  <a:pt x="310156" y="162683"/>
                </a:lnTo>
                <a:close/>
              </a:path>
              <a:path w="376554" h="201295">
                <a:moveTo>
                  <a:pt x="326517" y="131825"/>
                </a:moveTo>
                <a:lnTo>
                  <a:pt x="310156" y="162683"/>
                </a:lnTo>
                <a:lnTo>
                  <a:pt x="321436" y="168655"/>
                </a:lnTo>
                <a:lnTo>
                  <a:pt x="318389" y="174243"/>
                </a:lnTo>
                <a:lnTo>
                  <a:pt x="356815" y="174243"/>
                </a:lnTo>
                <a:lnTo>
                  <a:pt x="326517" y="131825"/>
                </a:lnTo>
                <a:close/>
              </a:path>
              <a:path w="376554" h="201295">
                <a:moveTo>
                  <a:pt x="2920" y="0"/>
                </a:moveTo>
                <a:lnTo>
                  <a:pt x="0" y="5587"/>
                </a:lnTo>
                <a:lnTo>
                  <a:pt x="307176" y="168304"/>
                </a:lnTo>
                <a:lnTo>
                  <a:pt x="310156" y="162683"/>
                </a:lnTo>
                <a:lnTo>
                  <a:pt x="29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590545" y="2779013"/>
            <a:ext cx="3771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Cambria Math"/>
                <a:cs typeface="Cambria Math"/>
              </a:rPr>
              <a:t>ℎ(𝒙)</a:t>
            </a:r>
            <a:endParaRPr sz="1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410200" y="1609039"/>
            <a:ext cx="6520815" cy="493395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grande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maioria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não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existe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uma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relação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matemática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i.e.,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função,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realmente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descreve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relação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entre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as </a:t>
            </a:r>
            <a:r>
              <a:rPr sz="2800" b="1" i="1" dirty="0">
                <a:latin typeface="Calibri"/>
                <a:cs typeface="Calibri"/>
              </a:rPr>
              <a:t>entradas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saídas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esperadas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𝑦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dos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conjunto.</a:t>
            </a:r>
            <a:endParaRPr sz="2800" dirty="0">
              <a:latin typeface="Calibri"/>
              <a:cs typeface="Calibri"/>
            </a:endParaRPr>
          </a:p>
          <a:p>
            <a:pPr marL="241300" marR="127635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Porém,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mesmo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nestes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casos,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ainda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</a:t>
            </a:r>
            <a:r>
              <a:rPr sz="2800" spc="-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𝑦</a:t>
            </a:r>
            <a:r>
              <a:rPr sz="2800" spc="-2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libri"/>
                <a:cs typeface="Calibri"/>
              </a:rPr>
              <a:t>da </a:t>
            </a:r>
            <a:r>
              <a:rPr sz="2800" dirty="0">
                <a:latin typeface="Calibri"/>
                <a:cs typeface="Calibri"/>
              </a:rPr>
              <a:t>melhor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possível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usando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regressão.</a:t>
            </a:r>
            <a:endParaRPr sz="2800" dirty="0">
              <a:latin typeface="Calibri"/>
              <a:cs typeface="Calibri"/>
            </a:endParaRPr>
          </a:p>
          <a:p>
            <a:pPr marL="241300" marR="73660" indent="-228600">
              <a:lnSpc>
                <a:spcPct val="901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  <a:tab pos="1173480" algn="l"/>
                <a:tab pos="1525905" algn="l"/>
              </a:tabLst>
            </a:pPr>
            <a:r>
              <a:rPr sz="2800" dirty="0">
                <a:latin typeface="Calibri"/>
                <a:cs typeface="Calibri"/>
              </a:rPr>
              <a:t>Nos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existe,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chamamos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800" b="1" i="1" spc="-114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verdadeira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ou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objetivo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normalmente,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denotada </a:t>
            </a:r>
            <a:r>
              <a:rPr sz="2800" dirty="0" err="1">
                <a:latin typeface="Calibri"/>
                <a:cs typeface="Calibri"/>
              </a:rPr>
              <a:t>por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𝑓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𝒙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spc="-5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6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Relação</a:t>
            </a:r>
            <a:r>
              <a:rPr spc="-80" dirty="0"/>
              <a:t> </a:t>
            </a:r>
            <a:r>
              <a:rPr dirty="0"/>
              <a:t>matemática</a:t>
            </a:r>
            <a:r>
              <a:rPr spc="-60" dirty="0"/>
              <a:t> </a:t>
            </a:r>
            <a:r>
              <a:rPr dirty="0"/>
              <a:t>real</a:t>
            </a:r>
            <a:r>
              <a:rPr spc="-85" dirty="0"/>
              <a:t> </a:t>
            </a:r>
            <a:r>
              <a:rPr dirty="0"/>
              <a:t>entre</a:t>
            </a:r>
            <a:r>
              <a:rPr spc="-120" dirty="0"/>
              <a:t> </a:t>
            </a:r>
            <a:r>
              <a:rPr b="0" dirty="0">
                <a:latin typeface="Cambria Math"/>
                <a:cs typeface="Cambria Math"/>
              </a:rPr>
              <a:t>𝒙</a:t>
            </a:r>
            <a:r>
              <a:rPr b="0" spc="-50" dirty="0">
                <a:latin typeface="Cambria Math"/>
                <a:cs typeface="Cambria Math"/>
              </a:rPr>
              <a:t> </a:t>
            </a:r>
            <a:r>
              <a:rPr dirty="0"/>
              <a:t>e</a:t>
            </a:r>
            <a:r>
              <a:rPr spc="-85" dirty="0"/>
              <a:t> </a:t>
            </a:r>
            <a:r>
              <a:rPr b="0" spc="-50" dirty="0">
                <a:latin typeface="Cambria Math"/>
                <a:cs typeface="Cambria Math"/>
              </a:rPr>
              <a:t>𝑦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265426"/>
            <a:ext cx="3794080" cy="293420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64158" y="5300217"/>
            <a:ext cx="3491229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Não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existe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realmente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uma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função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trás</a:t>
            </a:r>
            <a:r>
              <a:rPr sz="1400" spc="5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desse</a:t>
            </a:r>
            <a:r>
              <a:rPr sz="1400" spc="-10" dirty="0">
                <a:latin typeface="Calibri"/>
                <a:cs typeface="Calibri"/>
              </a:rPr>
              <a:t> comportamento,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podemos</a:t>
            </a:r>
            <a:r>
              <a:rPr sz="1400" spc="-10" dirty="0">
                <a:latin typeface="Calibri"/>
                <a:cs typeface="Calibri"/>
              </a:rPr>
              <a:t> encontrar </a:t>
            </a:r>
            <a:r>
              <a:rPr sz="1400" dirty="0">
                <a:latin typeface="Calibri"/>
                <a:cs typeface="Calibri"/>
              </a:rPr>
              <a:t>uma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função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que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aproxime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usando</a:t>
            </a:r>
            <a:r>
              <a:rPr sz="1400" spc="-10" dirty="0">
                <a:latin typeface="Calibri"/>
                <a:cs typeface="Calibri"/>
              </a:rPr>
              <a:t> regressão.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Dados</a:t>
            </a:r>
            <a:r>
              <a:rPr spc="-5" dirty="0"/>
              <a:t> </a:t>
            </a:r>
            <a:r>
              <a:rPr spc="-10" dirty="0"/>
              <a:t>ruidosos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26838" y="1759966"/>
            <a:ext cx="6968490" cy="489712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marR="22225" indent="-228600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geral,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regressão,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lidamos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dados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estão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sujeitos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ruído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329"/>
              </a:lnSpc>
              <a:spcBef>
                <a:spcPts val="3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Exemplos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introdução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ruído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dados:</a:t>
            </a:r>
            <a:endParaRPr sz="28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54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b="1" dirty="0">
                <a:latin typeface="Calibri"/>
                <a:cs typeface="Calibri"/>
              </a:rPr>
              <a:t>Previsão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preços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imóveis: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preços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imóveis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influenciados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mudanças</a:t>
            </a:r>
            <a:r>
              <a:rPr sz="2400" spc="-25" dirty="0">
                <a:latin typeface="Calibri"/>
                <a:cs typeface="Calibri"/>
              </a:rPr>
              <a:t> na </a:t>
            </a:r>
            <a:r>
              <a:rPr sz="2400" dirty="0">
                <a:latin typeface="Calibri"/>
                <a:cs typeface="Calibri"/>
              </a:rPr>
              <a:t>taxa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juros,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inflação,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preferências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comprador,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sentimental,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etc.</a:t>
            </a:r>
            <a:endParaRPr sz="2400" dirty="0">
              <a:latin typeface="Calibri"/>
              <a:cs typeface="Calibri"/>
            </a:endParaRPr>
          </a:p>
          <a:p>
            <a:pPr marL="698500" marR="255270" lvl="1" indent="-228600" algn="just">
              <a:lnSpc>
                <a:spcPts val="2300"/>
              </a:lnSpc>
              <a:spcBef>
                <a:spcPts val="490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b="1" dirty="0">
                <a:latin typeface="Calibri"/>
                <a:cs typeface="Calibri"/>
              </a:rPr>
              <a:t>Previsão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preços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ações: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preços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ações </a:t>
            </a:r>
            <a:r>
              <a:rPr sz="2400" dirty="0">
                <a:latin typeface="Calibri"/>
                <a:cs typeface="Calibri"/>
              </a:rPr>
              <a:t>podem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influenciados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notícias,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mudanças </a:t>
            </a:r>
            <a:r>
              <a:rPr sz="2400" dirty="0">
                <a:latin typeface="Calibri"/>
                <a:cs typeface="Calibri"/>
              </a:rPr>
              <a:t>econômicas,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eventos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globais,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etc.</a:t>
            </a:r>
            <a:endParaRPr sz="2400" dirty="0">
              <a:latin typeface="Calibri"/>
              <a:cs typeface="Calibri"/>
            </a:endParaRPr>
          </a:p>
          <a:p>
            <a:pPr marL="698500" marR="288925" lvl="1" indent="-228600" algn="just">
              <a:lnSpc>
                <a:spcPct val="80000"/>
              </a:lnSpc>
              <a:spcBef>
                <a:spcPts val="52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b="1" dirty="0">
                <a:latin typeface="Calibri"/>
                <a:cs typeface="Calibri"/>
              </a:rPr>
              <a:t>Detecção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símbolos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símbolos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transmitidos </a:t>
            </a:r>
            <a:r>
              <a:rPr sz="2400" dirty="0">
                <a:latin typeface="Calibri"/>
                <a:cs typeface="Calibri"/>
              </a:rPr>
              <a:t>passam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através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ruidoso.</a:t>
            </a:r>
            <a:endParaRPr sz="2400" dirty="0">
              <a:latin typeface="Calibri"/>
              <a:cs typeface="Calibri"/>
            </a:endParaRPr>
          </a:p>
          <a:p>
            <a:pPr marL="241300" marR="375920" indent="-228600" algn="just">
              <a:lnSpc>
                <a:spcPts val="269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nossos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modelaremos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ruído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variável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aleatória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Gaussiana.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120" y="2175255"/>
            <a:ext cx="4411217" cy="33726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0123" y="5593486"/>
            <a:ext cx="37788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alibri"/>
                <a:cs typeface="Calibri"/>
              </a:rPr>
              <a:t>OBS</a:t>
            </a:r>
            <a:r>
              <a:rPr sz="1400" dirty="0">
                <a:latin typeface="Calibri"/>
                <a:cs typeface="Calibri"/>
              </a:rPr>
              <a:t>.: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representa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ruído</a:t>
            </a:r>
            <a:r>
              <a:rPr sz="1400" spc="-10" dirty="0">
                <a:latin typeface="Calibri"/>
                <a:cs typeface="Calibri"/>
              </a:rPr>
              <a:t> contaminando</a:t>
            </a:r>
            <a:r>
              <a:rPr sz="1400" dirty="0">
                <a:latin typeface="Calibri"/>
                <a:cs typeface="Calibri"/>
              </a:rPr>
              <a:t> os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dados.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</a:t>
            </a:r>
            <a:r>
              <a:rPr spc="-75" dirty="0"/>
              <a:t> </a:t>
            </a:r>
            <a:r>
              <a:rPr dirty="0"/>
              <a:t>objetivo</a:t>
            </a:r>
            <a:r>
              <a:rPr spc="-45" dirty="0"/>
              <a:t> </a:t>
            </a:r>
            <a:r>
              <a:rPr dirty="0"/>
              <a:t>geral</a:t>
            </a:r>
            <a:r>
              <a:rPr spc="-70" dirty="0"/>
              <a:t> </a:t>
            </a:r>
            <a:r>
              <a:rPr dirty="0"/>
              <a:t>da</a:t>
            </a:r>
            <a:r>
              <a:rPr spc="-65" dirty="0"/>
              <a:t> </a:t>
            </a:r>
            <a:r>
              <a:rPr dirty="0"/>
              <a:t>regressão</a:t>
            </a:r>
            <a:r>
              <a:rPr spc="-95" dirty="0"/>
              <a:t> </a:t>
            </a:r>
            <a:r>
              <a:rPr spc="-10" dirty="0"/>
              <a:t>linear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18659" y="1674979"/>
            <a:ext cx="6657340" cy="2446823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41300" marR="5080" indent="-228600">
              <a:lnSpc>
                <a:spcPts val="3040"/>
              </a:lnSpc>
              <a:spcBef>
                <a:spcPts val="459"/>
              </a:spcBef>
              <a:buFont typeface="Arial"/>
              <a:buChar char="•"/>
              <a:tabLst>
                <a:tab pos="241300" algn="l"/>
                <a:tab pos="3876040" algn="l"/>
                <a:tab pos="4308475" algn="l"/>
              </a:tabLst>
            </a:pPr>
            <a:r>
              <a:rPr sz="2800" dirty="0">
                <a:latin typeface="Calibri"/>
                <a:cs typeface="Calibri"/>
              </a:rPr>
              <a:t>Assim,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objetivo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geral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regressão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linear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é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 err="1">
                <a:latin typeface="Calibri"/>
                <a:cs typeface="Calibri"/>
              </a:rPr>
              <a:t>função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ℎ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𝒙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descreva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lang="pt-BR" sz="2800" dirty="0">
                <a:latin typeface="Calibri"/>
                <a:cs typeface="Calibri"/>
              </a:rPr>
              <a:t>relação</a:t>
            </a:r>
            <a:r>
              <a:rPr lang="pt-BR" sz="2800" spc="-6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entre</a:t>
            </a:r>
            <a:r>
              <a:rPr lang="pt-BR" sz="2800" spc="-6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mbria Math"/>
                <a:cs typeface="Cambria Math"/>
              </a:rPr>
              <a:t>𝒙</a:t>
            </a:r>
            <a:r>
              <a:rPr lang="pt-BR" sz="2800" spc="-45" dirty="0">
                <a:latin typeface="Cambria Math"/>
                <a:cs typeface="Cambria Math"/>
              </a:rPr>
              <a:t> </a:t>
            </a:r>
            <a:r>
              <a:rPr lang="pt-BR" sz="2800" dirty="0">
                <a:latin typeface="Calibri"/>
                <a:cs typeface="Calibri"/>
              </a:rPr>
              <a:t>e</a:t>
            </a:r>
            <a:r>
              <a:rPr lang="pt-BR" sz="2800" spc="-5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mbria Math"/>
                <a:cs typeface="Cambria Math"/>
              </a:rPr>
              <a:t>𝑦</a:t>
            </a:r>
            <a:r>
              <a:rPr lang="pt-BR" sz="2800" dirty="0">
                <a:latin typeface="Calibri"/>
                <a:cs typeface="Calibri"/>
              </a:rPr>
              <a:t>,</a:t>
            </a:r>
            <a:r>
              <a:rPr lang="pt-BR" sz="2800" spc="-50" dirty="0"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00AF50"/>
                </a:solidFill>
                <a:latin typeface="Calibri"/>
                <a:cs typeface="Calibri"/>
              </a:rPr>
              <a:t>mesmo</a:t>
            </a:r>
            <a:r>
              <a:rPr lang="pt-BR"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lang="pt-BR"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00AF50"/>
                </a:solidFill>
                <a:latin typeface="Calibri"/>
                <a:cs typeface="Calibri"/>
              </a:rPr>
              <a:t>os</a:t>
            </a:r>
            <a:r>
              <a:rPr lang="pt-BR"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dados coletados</a:t>
            </a:r>
            <a:r>
              <a:rPr lang="pt-BR"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estejam</a:t>
            </a:r>
            <a:r>
              <a:rPr lang="pt-BR"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corrompidos</a:t>
            </a:r>
            <a:r>
              <a:rPr lang="pt-BR"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00AF50"/>
                </a:solidFill>
                <a:latin typeface="Calibri"/>
                <a:cs typeface="Calibri"/>
              </a:rPr>
              <a:t>por</a:t>
            </a:r>
            <a:r>
              <a:rPr lang="pt-BR"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ruído</a:t>
            </a:r>
            <a:r>
              <a:rPr lang="pt-BR" sz="2800" spc="-10" dirty="0">
                <a:latin typeface="Calibri"/>
                <a:cs typeface="Calibri"/>
              </a:rPr>
              <a:t>, </a:t>
            </a:r>
            <a:r>
              <a:rPr lang="pt-BR" sz="2800" dirty="0">
                <a:latin typeface="Calibri"/>
                <a:cs typeface="Calibri"/>
              </a:rPr>
              <a:t>i.e.,</a:t>
            </a:r>
            <a:r>
              <a:rPr lang="pt-BR" sz="2800" spc="-2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mbria Math"/>
                <a:cs typeface="Cambria Math"/>
              </a:rPr>
              <a:t>𝑦</a:t>
            </a:r>
            <a:r>
              <a:rPr lang="pt-BR" sz="2800" spc="15" dirty="0">
                <a:latin typeface="Cambria Math"/>
                <a:cs typeface="Cambria Math"/>
              </a:rPr>
              <a:t> </a:t>
            </a:r>
            <a:r>
              <a:rPr lang="pt-BR" sz="2800" dirty="0">
                <a:latin typeface="Cambria Math"/>
                <a:cs typeface="Cambria Math"/>
              </a:rPr>
              <a:t>+</a:t>
            </a:r>
            <a:r>
              <a:rPr lang="pt-BR" sz="2800" spc="-30" dirty="0">
                <a:latin typeface="Cambria Math"/>
                <a:cs typeface="Cambria Math"/>
              </a:rPr>
              <a:t> </a:t>
            </a:r>
            <a:r>
              <a:rPr lang="pt-BR" sz="2800" spc="-25" dirty="0">
                <a:latin typeface="Cambria Math"/>
                <a:cs typeface="Cambria Math"/>
              </a:rPr>
              <a:t>𝑤</a:t>
            </a:r>
            <a:r>
              <a:rPr lang="pt-BR" sz="2800" spc="-25" dirty="0">
                <a:latin typeface="Calibri"/>
                <a:cs typeface="Calibri"/>
              </a:rPr>
              <a:t>.</a:t>
            </a:r>
            <a:endParaRPr lang="pt-BR"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40"/>
              </a:lnSpc>
              <a:spcBef>
                <a:spcPts val="459"/>
              </a:spcBef>
              <a:buFont typeface="Arial"/>
              <a:buChar char="•"/>
              <a:tabLst>
                <a:tab pos="241300" algn="l"/>
                <a:tab pos="3876040" algn="l"/>
                <a:tab pos="4308475" algn="l"/>
              </a:tabLst>
            </a:pP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18659" y="3734034"/>
            <a:ext cx="6852284" cy="2897973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palavras,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regressão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busca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capturar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padrão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geral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por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trás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dos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dados,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mesmo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ruidosos,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forma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se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obter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uma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boa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capacidade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generalização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981710" indent="-228600" algn="just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valores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coletados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ou </a:t>
            </a:r>
            <a:r>
              <a:rPr sz="2800" b="1" i="1" spc="-10" dirty="0">
                <a:latin typeface="Calibri"/>
                <a:cs typeface="Calibri"/>
              </a:rPr>
              <a:t>experiências</a:t>
            </a:r>
            <a:r>
              <a:rPr sz="2800" b="1" i="1" spc="-114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prévias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será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chamado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conjunto</a:t>
            </a:r>
            <a:r>
              <a:rPr sz="2800" b="1" i="1" spc="-9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treinamento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8670" y="5459069"/>
            <a:ext cx="37877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OBS</a:t>
            </a:r>
            <a:r>
              <a:rPr sz="1400" dirty="0">
                <a:latin typeface="Calibri"/>
                <a:cs typeface="Calibri"/>
              </a:rPr>
              <a:t>.: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representa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ruído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contaminando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dados.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054" y="2257805"/>
            <a:ext cx="4146677" cy="31703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Qual</a:t>
            </a:r>
            <a:r>
              <a:rPr spc="-30" dirty="0"/>
              <a:t> </a:t>
            </a:r>
            <a:r>
              <a:rPr dirty="0"/>
              <a:t>é</a:t>
            </a:r>
            <a:r>
              <a:rPr spc="-20" dirty="0"/>
              <a:t> </a:t>
            </a:r>
            <a:r>
              <a:rPr dirty="0"/>
              <a:t>o</a:t>
            </a:r>
            <a:r>
              <a:rPr spc="-20" dirty="0"/>
              <a:t> </a:t>
            </a:r>
            <a:r>
              <a:rPr dirty="0"/>
              <a:t>paradigma</a:t>
            </a:r>
            <a:r>
              <a:rPr spc="-3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spc="-10" dirty="0"/>
              <a:t>aprendizado?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20892" y="1793493"/>
            <a:ext cx="6108700" cy="23729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Dado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possuímos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conjunto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entrada,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</a:t>
            </a:r>
            <a:r>
              <a:rPr sz="2800" spc="-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(os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atributos</a:t>
            </a:r>
            <a:r>
              <a:rPr sz="2800" dirty="0">
                <a:latin typeface="Calibri"/>
                <a:cs typeface="Calibri"/>
              </a:rPr>
              <a:t>),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os </a:t>
            </a:r>
            <a:r>
              <a:rPr sz="2800" dirty="0">
                <a:latin typeface="Calibri"/>
                <a:cs typeface="Calibri"/>
              </a:rPr>
              <a:t>seus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respectivos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esperados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saída,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𝑦</a:t>
            </a:r>
            <a:r>
              <a:rPr sz="2800" spc="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(os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rótulos</a:t>
            </a:r>
            <a:r>
              <a:rPr sz="2800" dirty="0">
                <a:latin typeface="Calibri"/>
                <a:cs typeface="Calibri"/>
              </a:rPr>
              <a:t>),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que</a:t>
            </a:r>
            <a:r>
              <a:rPr sz="2800" b="1" i="1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tipo</a:t>
            </a:r>
            <a:r>
              <a:rPr sz="2800" b="1" i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EF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aprendizado</a:t>
            </a:r>
            <a:r>
              <a:rPr sz="2800" b="1" i="1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é</a:t>
            </a:r>
            <a:r>
              <a:rPr sz="2800" b="1" i="1" spc="-7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realizado</a:t>
            </a:r>
            <a:r>
              <a:rPr sz="2800" b="1" i="1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pela</a:t>
            </a:r>
            <a:r>
              <a:rPr sz="2800" b="1" i="1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regressão linear?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8755" y="5293614"/>
            <a:ext cx="37807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OBS</a:t>
            </a:r>
            <a:r>
              <a:rPr sz="1400" dirty="0">
                <a:latin typeface="Calibri"/>
                <a:cs typeface="Calibri"/>
              </a:rPr>
              <a:t>.: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 </a:t>
            </a:r>
            <a:r>
              <a:rPr sz="1400" spc="-10" dirty="0">
                <a:latin typeface="Calibri"/>
                <a:cs typeface="Calibri"/>
              </a:rPr>
              <a:t>representa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 ruído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contaminando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os</a:t>
            </a:r>
            <a:r>
              <a:rPr sz="1400" spc="-10" dirty="0">
                <a:latin typeface="Calibri"/>
                <a:cs typeface="Calibri"/>
              </a:rPr>
              <a:t> dados.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936" y="2092579"/>
            <a:ext cx="4146677" cy="31703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Qual</a:t>
            </a:r>
            <a:r>
              <a:rPr spc="-30" dirty="0"/>
              <a:t> </a:t>
            </a:r>
            <a:r>
              <a:rPr dirty="0"/>
              <a:t>é</a:t>
            </a:r>
            <a:r>
              <a:rPr spc="-20" dirty="0"/>
              <a:t> </a:t>
            </a:r>
            <a:r>
              <a:rPr dirty="0"/>
              <a:t>o</a:t>
            </a:r>
            <a:r>
              <a:rPr spc="-20" dirty="0"/>
              <a:t> </a:t>
            </a:r>
            <a:r>
              <a:rPr dirty="0"/>
              <a:t>paradigma</a:t>
            </a:r>
            <a:r>
              <a:rPr spc="-3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spc="-10" dirty="0"/>
              <a:t>aprendizado?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20892" y="1793493"/>
            <a:ext cx="6108700" cy="23729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Dado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possuímos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conjunto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entrada,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</a:t>
            </a:r>
            <a:r>
              <a:rPr sz="2800" spc="-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(os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atributos</a:t>
            </a:r>
            <a:r>
              <a:rPr sz="2800" dirty="0">
                <a:latin typeface="Calibri"/>
                <a:cs typeface="Calibri"/>
              </a:rPr>
              <a:t>),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os </a:t>
            </a:r>
            <a:r>
              <a:rPr sz="2800" dirty="0">
                <a:latin typeface="Calibri"/>
                <a:cs typeface="Calibri"/>
              </a:rPr>
              <a:t>seus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respectivos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esperados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saída,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𝑦</a:t>
            </a:r>
            <a:r>
              <a:rPr sz="2800" spc="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(os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rótulos</a:t>
            </a:r>
            <a:r>
              <a:rPr sz="2800" dirty="0">
                <a:latin typeface="Calibri"/>
                <a:cs typeface="Calibri"/>
              </a:rPr>
              <a:t>),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que</a:t>
            </a:r>
            <a:r>
              <a:rPr sz="2800" b="1" i="1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tipo</a:t>
            </a:r>
            <a:r>
              <a:rPr sz="2800" b="1" i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EF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aprendizado</a:t>
            </a:r>
            <a:r>
              <a:rPr sz="2800" b="1" i="1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é</a:t>
            </a:r>
            <a:r>
              <a:rPr sz="2800" b="1" i="1" spc="-7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realizado</a:t>
            </a:r>
            <a:r>
              <a:rPr sz="2800" b="1" i="1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pela</a:t>
            </a:r>
            <a:r>
              <a:rPr sz="2800" b="1" i="1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regressão linear?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8755" y="5293614"/>
            <a:ext cx="37807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OBS</a:t>
            </a:r>
            <a:r>
              <a:rPr sz="1400" dirty="0">
                <a:latin typeface="Calibri"/>
                <a:cs typeface="Calibri"/>
              </a:rPr>
              <a:t>.: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 </a:t>
            </a:r>
            <a:r>
              <a:rPr sz="1400" spc="-10" dirty="0">
                <a:latin typeface="Calibri"/>
                <a:cs typeface="Calibri"/>
              </a:rPr>
              <a:t>representa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 ruído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contaminando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os</a:t>
            </a:r>
            <a:r>
              <a:rPr sz="1400" spc="-10" dirty="0">
                <a:latin typeface="Calibri"/>
                <a:cs typeface="Calibri"/>
              </a:rPr>
              <a:t> dados.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936" y="2092579"/>
            <a:ext cx="4146677" cy="317034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487793" y="4509973"/>
            <a:ext cx="258635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13360">
              <a:lnSpc>
                <a:spcPct val="100000"/>
              </a:lnSpc>
              <a:spcBef>
                <a:spcPts val="105"/>
              </a:spcBef>
            </a:pPr>
            <a:r>
              <a:rPr sz="3200" b="1" i="1" spc="-10" dirty="0">
                <a:solidFill>
                  <a:srgbClr val="00AF50"/>
                </a:solidFill>
                <a:latin typeface="Calibri"/>
                <a:cs typeface="Calibri"/>
              </a:rPr>
              <a:t>Aprendizado supervisionado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Por</a:t>
            </a:r>
            <a:r>
              <a:rPr spc="-60" dirty="0"/>
              <a:t> </a:t>
            </a:r>
            <a:r>
              <a:rPr dirty="0"/>
              <a:t>que</a:t>
            </a:r>
            <a:r>
              <a:rPr spc="-55" dirty="0"/>
              <a:t> </a:t>
            </a:r>
            <a:r>
              <a:rPr spc="-10" dirty="0"/>
              <a:t>linear?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4647102" y="1334592"/>
                <a:ext cx="7294245" cy="3699474"/>
              </a:xfrm>
              <a:prstGeom prst="rect">
                <a:avLst/>
              </a:prstGeom>
            </p:spPr>
            <p:txBody>
              <a:bodyPr vert="horz" wrap="square" lIns="0" tIns="97155" rIns="0" bIns="0" rtlCol="0">
                <a:spAutoFit/>
              </a:bodyPr>
              <a:lstStyle/>
              <a:p>
                <a:pPr marL="279400" marR="43180" indent="-228600">
                  <a:lnSpc>
                    <a:spcPct val="80000"/>
                  </a:lnSpc>
                  <a:spcBef>
                    <a:spcPts val="765"/>
                  </a:spcBef>
                  <a:buFont typeface="Arial"/>
                  <a:buChar char="•"/>
                  <a:tabLst>
                    <a:tab pos="279400" algn="l"/>
                    <a:tab pos="5083175" algn="l"/>
                    <a:tab pos="54356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regressão</a:t>
                </a:r>
                <a:r>
                  <a:rPr lang="pt-BR" sz="28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chamada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linear</a:t>
                </a:r>
                <a:r>
                  <a:rPr lang="pt-BR" sz="2800" b="1" i="1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porque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saída </a:t>
                </a:r>
                <a:r>
                  <a:rPr lang="pt-BR" sz="2800" dirty="0">
                    <a:latin typeface="Calibri"/>
                    <a:cs typeface="Calibri"/>
                  </a:rPr>
                  <a:t>da</a:t>
                </a:r>
                <a:r>
                  <a:rPr lang="pt-BR" sz="2800" spc="-13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função</a:t>
                </a:r>
                <a:r>
                  <a:rPr lang="pt-BR" sz="2800" b="1" i="1" spc="-5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 err="1">
                    <a:latin typeface="Calibri"/>
                    <a:cs typeface="Calibri"/>
                  </a:rPr>
                  <a:t>aproximadora</a:t>
                </a:r>
                <a:r>
                  <a:rPr lang="pt-BR" sz="2800" spc="-10" dirty="0">
                    <a:latin typeface="Calibri"/>
                    <a:cs typeface="Calibri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  <a:cs typeface="Calibri"/>
                      </a:rPr>
                      <m:t>𝒙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pt-BR" sz="2800" spc="-740" dirty="0">
                    <a:latin typeface="Cambria Math"/>
                    <a:cs typeface="Cambria Math"/>
                  </a:rPr>
                  <a:t>  ,</a:t>
                </a:r>
              </a:p>
              <a:p>
                <a:pPr marL="50800" marR="43180">
                  <a:lnSpc>
                    <a:spcPct val="80000"/>
                  </a:lnSpc>
                  <a:spcBef>
                    <a:spcPts val="765"/>
                  </a:spcBef>
                  <a:tabLst>
                    <a:tab pos="279400" algn="l"/>
                    <a:tab pos="5083175" algn="l"/>
                    <a:tab pos="5435600" algn="l"/>
                  </a:tabLst>
                </a:pPr>
                <a:r>
                  <a:rPr lang="pt-BR" sz="2800" spc="-50" dirty="0">
                    <a:latin typeface="Calibri"/>
                    <a:cs typeface="Calibri"/>
                  </a:rPr>
                  <a:t>é </a:t>
                </a:r>
                <a:r>
                  <a:rPr lang="pt-BR" sz="2800" dirty="0">
                    <a:latin typeface="Calibri"/>
                    <a:cs typeface="Calibri"/>
                  </a:rPr>
                  <a:t>modelada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como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sendo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uma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combinação</a:t>
                </a:r>
                <a:r>
                  <a:rPr lang="pt-BR" sz="2800" b="1" i="1" spc="-10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linear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dos</a:t>
                </a:r>
                <a:r>
                  <a:rPr lang="pt-BR" sz="2800" b="1" i="1" spc="-8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atributos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𝒙</a:t>
                </a:r>
                <a:r>
                  <a:rPr lang="pt-BR" sz="2800" spc="-25" dirty="0">
                    <a:latin typeface="Calibri"/>
                    <a:cs typeface="Calibri"/>
                  </a:rPr>
                  <a:t>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79400" marR="1191260" indent="-228600">
                  <a:lnSpc>
                    <a:spcPts val="2690"/>
                  </a:lnSpc>
                  <a:spcBef>
                    <a:spcPts val="975"/>
                  </a:spcBef>
                  <a:buFont typeface="Arial"/>
                  <a:buChar char="•"/>
                  <a:tabLst>
                    <a:tab pos="2794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Ou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seja,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usamos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uma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função</a:t>
                </a:r>
                <a:r>
                  <a:rPr lang="pt-BR" sz="2800" b="1" i="1" spc="-80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linear</a:t>
                </a:r>
                <a:r>
                  <a:rPr lang="pt-BR" sz="2800" b="1" i="1" spc="-65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para </a:t>
                </a:r>
                <a:r>
                  <a:rPr lang="pt-BR" sz="2800" dirty="0">
                    <a:latin typeface="Calibri"/>
                    <a:cs typeface="Calibri"/>
                  </a:rPr>
                  <a:t>modelar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relacionamento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entre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𝒙</a:t>
                </a:r>
                <a:r>
                  <a:rPr lang="pt-BR" sz="2800" spc="-3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𝑦</a:t>
                </a:r>
                <a:r>
                  <a:rPr lang="pt-BR" sz="2800" spc="-25" dirty="0">
                    <a:latin typeface="Calibri"/>
                    <a:cs typeface="Calibri"/>
                  </a:rPr>
                  <a:t>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79400" marR="746760" indent="-228600">
                  <a:lnSpc>
                    <a:spcPct val="80000"/>
                  </a:lnSpc>
                  <a:spcBef>
                    <a:spcPts val="1030"/>
                  </a:spcBef>
                  <a:buFont typeface="Arial"/>
                  <a:buChar char="•"/>
                  <a:tabLst>
                    <a:tab pos="2794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Por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exemplo,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um</a:t>
                </a:r>
                <a:r>
                  <a:rPr lang="pt-BR" sz="2800" b="1" i="1" spc="-65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atributo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𝑥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1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temos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50" dirty="0">
                    <a:latin typeface="Calibri"/>
                    <a:cs typeface="Calibri"/>
                  </a:rPr>
                  <a:t>a </a:t>
                </a:r>
                <a:r>
                  <a:rPr lang="pt-BR" sz="2800" dirty="0">
                    <a:latin typeface="Calibri"/>
                    <a:cs typeface="Calibri"/>
                  </a:rPr>
                  <a:t>equação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uma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20" dirty="0">
                    <a:latin typeface="Calibri"/>
                    <a:cs typeface="Calibri"/>
                  </a:rPr>
                  <a:t>reta</a:t>
                </a:r>
                <a:r>
                  <a:rPr lang="pt-BR" sz="2800" spc="-20" dirty="0">
                    <a:latin typeface="Calibri"/>
                    <a:cs typeface="Calibri"/>
                  </a:rPr>
                  <a:t>:</a:t>
                </a:r>
              </a:p>
              <a:p>
                <a:pPr marL="50800" marR="746760" lvl="2">
                  <a:lnSpc>
                    <a:spcPct val="80000"/>
                  </a:lnSpc>
                  <a:spcBef>
                    <a:spcPts val="1030"/>
                  </a:spcBef>
                  <a:tabLst>
                    <a:tab pos="279400" algn="l"/>
                  </a:tabLst>
                </a:pPr>
                <a:r>
                  <a:rPr lang="pt-BR" sz="2800" spc="-20" dirty="0">
                    <a:latin typeface="Calibri"/>
                    <a:cs typeface="Calibri"/>
                  </a:rPr>
                  <a:t>		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b="0" i="1" spc="-2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8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d>
                      <m:dPr>
                        <m:ctrlPr>
                          <a:rPr lang="pt-BR" sz="2800" b="1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800" b="1" i="1" dirty="0" smtClean="0">
                            <a:latin typeface="Cambria Math" panose="02040503050406030204" pitchFamily="18" charset="0"/>
                            <a:cs typeface="Calibri"/>
                          </a:rPr>
                          <m:t>𝒙</m:t>
                        </m:r>
                      </m:e>
                    </m:d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𝑎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sub>
                    </m:sSub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+</m:t>
                    </m:r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𝑎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endParaRPr lang="pt-BR"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102" y="1334592"/>
                <a:ext cx="7294245" cy="3699474"/>
              </a:xfrm>
              <a:prstGeom prst="rect">
                <a:avLst/>
              </a:prstGeom>
              <a:blipFill>
                <a:blip r:embed="rId2"/>
                <a:stretch>
                  <a:fillRect l="-2256" t="-2306" r="-250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4647102" y="5041351"/>
                <a:ext cx="7176134" cy="1732782"/>
              </a:xfrm>
              <a:prstGeom prst="rect">
                <a:avLst/>
              </a:prstGeom>
            </p:spPr>
            <p:txBody>
              <a:bodyPr vert="horz" wrap="square" lIns="0" tIns="97155" rIns="0" bIns="0" rtlCol="0">
                <a:spAutoFit/>
              </a:bodyPr>
              <a:lstStyle/>
              <a:p>
                <a:pPr marL="279400" marR="43180" indent="-228600">
                  <a:lnSpc>
                    <a:spcPct val="80000"/>
                  </a:lnSpc>
                  <a:spcBef>
                    <a:spcPts val="765"/>
                  </a:spcBef>
                  <a:buFont typeface="Arial"/>
                  <a:buChar char="•"/>
                  <a:tabLst>
                    <a:tab pos="2794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Já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dois</a:t>
                </a:r>
                <a:r>
                  <a:rPr lang="pt-BR" sz="2800" b="1" i="1" spc="-35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atributos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𝑥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1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𝑥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2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temos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2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equação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plano</a:t>
                </a:r>
                <a:r>
                  <a:rPr lang="pt-BR" sz="2800" spc="-10" dirty="0">
                    <a:latin typeface="Calibri"/>
                    <a:cs typeface="Calibri"/>
                  </a:rPr>
                  <a:t>:</a:t>
                </a:r>
              </a:p>
              <a:p>
                <a:pPr marL="50800" marR="43180" lvl="6">
                  <a:lnSpc>
                    <a:spcPct val="80000"/>
                  </a:lnSpc>
                  <a:spcBef>
                    <a:spcPts val="765"/>
                  </a:spcBef>
                  <a:tabLst>
                    <a:tab pos="279400" algn="l"/>
                  </a:tabLst>
                </a:pPr>
                <a:r>
                  <a:rPr lang="pt-BR" sz="2800" spc="-10" dirty="0">
                    <a:latin typeface="Calibri"/>
                    <a:cs typeface="Calibri"/>
                  </a:rPr>
                  <a:t>		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d>
                      <m:dPr>
                        <m:ctrlP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</m:d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𝑎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sub>
                    </m:sSub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+</m:t>
                    </m:r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𝑎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+</m:t>
                    </m:r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𝑎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</m:oMath>
                </a14:m>
                <a:endParaRPr lang="pt-BR" sz="2800" spc="-10" dirty="0">
                  <a:latin typeface="Calibri"/>
                  <a:cs typeface="Calibri"/>
                </a:endParaRPr>
              </a:p>
              <a:p>
                <a:pPr marL="279400" marR="43180" indent="-228600">
                  <a:lnSpc>
                    <a:spcPct val="80000"/>
                  </a:lnSpc>
                  <a:spcBef>
                    <a:spcPts val="765"/>
                  </a:spcBef>
                  <a:buFont typeface="Arial"/>
                  <a:buChar char="•"/>
                  <a:tabLst>
                    <a:tab pos="279400" algn="l"/>
                  </a:tabLst>
                </a:pP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102" y="5041351"/>
                <a:ext cx="7176134" cy="1732782"/>
              </a:xfrm>
              <a:prstGeom prst="rect">
                <a:avLst/>
              </a:prstGeom>
              <a:blipFill>
                <a:blip r:embed="rId3"/>
                <a:stretch>
                  <a:fillRect l="-2122" t="-5986" r="-26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object 8"/>
          <p:cNvGrpSpPr/>
          <p:nvPr/>
        </p:nvGrpSpPr>
        <p:grpSpPr>
          <a:xfrm>
            <a:off x="921740" y="4194683"/>
            <a:ext cx="2696845" cy="2611120"/>
            <a:chOff x="921740" y="4194683"/>
            <a:chExt cx="2696845" cy="261112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1740" y="4414393"/>
              <a:ext cx="2696718" cy="239123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8397" y="4194683"/>
              <a:ext cx="249656" cy="187706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4854" y="2004222"/>
            <a:ext cx="2652178" cy="196893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76630" y="4130497"/>
            <a:ext cx="27743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96570" algn="l"/>
              </a:tabLst>
            </a:pPr>
            <a:r>
              <a:rPr sz="1600" dirty="0">
                <a:latin typeface="Cambria Math"/>
                <a:cs typeface="Cambria Math"/>
              </a:rPr>
              <a:t>ℎ</a:t>
            </a:r>
            <a:r>
              <a:rPr sz="1600" spc="320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𝒙</a:t>
            </a:r>
            <a:r>
              <a:rPr sz="1600" dirty="0">
                <a:latin typeface="Cambria Math"/>
                <a:cs typeface="Cambria Math"/>
              </a:rPr>
              <a:t>	=</a:t>
            </a:r>
            <a:r>
              <a:rPr sz="1600" spc="49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𝑎</a:t>
            </a:r>
            <a:r>
              <a:rPr sz="1725" baseline="-16908" dirty="0">
                <a:latin typeface="Cambria Math"/>
                <a:cs typeface="Cambria Math"/>
              </a:rPr>
              <a:t>0</a:t>
            </a:r>
            <a:r>
              <a:rPr sz="1725" spc="300" baseline="-16908" dirty="0">
                <a:latin typeface="Cambria Math"/>
                <a:cs typeface="Cambria Math"/>
              </a:rPr>
              <a:t> </a:t>
            </a:r>
            <a:r>
              <a:rPr sz="1600" dirty="0">
                <a:latin typeface="Calibri"/>
                <a:cs typeface="Calibri"/>
              </a:rPr>
              <a:t>+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𝑎</a:t>
            </a:r>
            <a:r>
              <a:rPr sz="1725" baseline="-16908" dirty="0">
                <a:latin typeface="Cambria Math"/>
                <a:cs typeface="Cambria Math"/>
              </a:rPr>
              <a:t>1</a:t>
            </a:r>
            <a:r>
              <a:rPr sz="1600" dirty="0">
                <a:latin typeface="Cambria Math"/>
                <a:cs typeface="Cambria Math"/>
              </a:rPr>
              <a:t>𝑥</a:t>
            </a:r>
            <a:r>
              <a:rPr sz="1725" baseline="-16908" dirty="0">
                <a:latin typeface="Cambria Math"/>
                <a:cs typeface="Cambria Math"/>
              </a:rPr>
              <a:t>1</a:t>
            </a:r>
            <a:r>
              <a:rPr sz="1600" dirty="0">
                <a:latin typeface="Calibri"/>
                <a:cs typeface="Calibri"/>
              </a:rPr>
              <a:t>+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𝑎</a:t>
            </a:r>
            <a:r>
              <a:rPr sz="1725" baseline="-16908" dirty="0">
                <a:latin typeface="Cambria Math"/>
                <a:cs typeface="Cambria Math"/>
              </a:rPr>
              <a:t>2</a:t>
            </a:r>
            <a:r>
              <a:rPr sz="1600" dirty="0">
                <a:latin typeface="Cambria Math"/>
                <a:cs typeface="Cambria Math"/>
              </a:rPr>
              <a:t>𝑥</a:t>
            </a:r>
            <a:r>
              <a:rPr sz="1725" baseline="-16908" dirty="0">
                <a:latin typeface="Cambria Math"/>
                <a:cs typeface="Cambria Math"/>
              </a:rPr>
              <a:t>2</a:t>
            </a:r>
            <a:r>
              <a:rPr sz="1725" spc="284" baseline="-16908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libri"/>
                <a:cs typeface="Calibri"/>
              </a:rPr>
              <a:t>(plano)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92097" y="1721485"/>
            <a:ext cx="330835" cy="187960"/>
          </a:xfrm>
          <a:custGeom>
            <a:avLst/>
            <a:gdLst/>
            <a:ahLst/>
            <a:cxnLst/>
            <a:rect l="l" t="t" r="r" b="b"/>
            <a:pathLst>
              <a:path w="330834" h="187960">
                <a:moveTo>
                  <a:pt x="270637" y="0"/>
                </a:moveTo>
                <a:lnTo>
                  <a:pt x="267970" y="7619"/>
                </a:lnTo>
                <a:lnTo>
                  <a:pt x="278828" y="12334"/>
                </a:lnTo>
                <a:lnTo>
                  <a:pt x="288163" y="18859"/>
                </a:lnTo>
                <a:lnTo>
                  <a:pt x="310546" y="62293"/>
                </a:lnTo>
                <a:lnTo>
                  <a:pt x="313309" y="92963"/>
                </a:lnTo>
                <a:lnTo>
                  <a:pt x="312618" y="109464"/>
                </a:lnTo>
                <a:lnTo>
                  <a:pt x="302260" y="149987"/>
                </a:lnTo>
                <a:lnTo>
                  <a:pt x="268224" y="180086"/>
                </a:lnTo>
                <a:lnTo>
                  <a:pt x="270637" y="187705"/>
                </a:lnTo>
                <a:lnTo>
                  <a:pt x="306409" y="166417"/>
                </a:lnTo>
                <a:lnTo>
                  <a:pt x="326612" y="127063"/>
                </a:lnTo>
                <a:lnTo>
                  <a:pt x="330454" y="93852"/>
                </a:lnTo>
                <a:lnTo>
                  <a:pt x="329479" y="76684"/>
                </a:lnTo>
                <a:lnTo>
                  <a:pt x="314960" y="32892"/>
                </a:lnTo>
                <a:lnTo>
                  <a:pt x="284206" y="4907"/>
                </a:lnTo>
                <a:lnTo>
                  <a:pt x="270637" y="0"/>
                </a:lnTo>
                <a:close/>
              </a:path>
              <a:path w="330834" h="187960">
                <a:moveTo>
                  <a:pt x="59943" y="0"/>
                </a:moveTo>
                <a:lnTo>
                  <a:pt x="24064" y="21341"/>
                </a:lnTo>
                <a:lnTo>
                  <a:pt x="3889" y="60801"/>
                </a:lnTo>
                <a:lnTo>
                  <a:pt x="0" y="93852"/>
                </a:lnTo>
                <a:lnTo>
                  <a:pt x="974" y="111113"/>
                </a:lnTo>
                <a:lnTo>
                  <a:pt x="15493" y="154939"/>
                </a:lnTo>
                <a:lnTo>
                  <a:pt x="46247" y="182800"/>
                </a:lnTo>
                <a:lnTo>
                  <a:pt x="59943" y="187705"/>
                </a:lnTo>
                <a:lnTo>
                  <a:pt x="62230" y="180086"/>
                </a:lnTo>
                <a:lnTo>
                  <a:pt x="51538" y="175347"/>
                </a:lnTo>
                <a:lnTo>
                  <a:pt x="42322" y="168751"/>
                </a:lnTo>
                <a:lnTo>
                  <a:pt x="19923" y="124475"/>
                </a:lnTo>
                <a:lnTo>
                  <a:pt x="17145" y="92963"/>
                </a:lnTo>
                <a:lnTo>
                  <a:pt x="17837" y="76914"/>
                </a:lnTo>
                <a:lnTo>
                  <a:pt x="28321" y="37337"/>
                </a:lnTo>
                <a:lnTo>
                  <a:pt x="62611" y="7619"/>
                </a:lnTo>
                <a:lnTo>
                  <a:pt x="599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33144" y="1656664"/>
            <a:ext cx="21367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561975" algn="l"/>
              </a:tabLst>
            </a:pPr>
            <a:r>
              <a:rPr sz="1600" dirty="0">
                <a:latin typeface="Cambria Math"/>
                <a:cs typeface="Cambria Math"/>
              </a:rPr>
              <a:t>ℎ</a:t>
            </a:r>
            <a:r>
              <a:rPr sz="1600" spc="330" dirty="0">
                <a:latin typeface="Cambria Math"/>
                <a:cs typeface="Cambria Math"/>
              </a:rPr>
              <a:t> </a:t>
            </a:r>
            <a:r>
              <a:rPr sz="1600" spc="-35" dirty="0">
                <a:latin typeface="Cambria Math"/>
                <a:cs typeface="Cambria Math"/>
              </a:rPr>
              <a:t>𝑥</a:t>
            </a:r>
            <a:r>
              <a:rPr sz="1725" spc="-52" baseline="-16908" dirty="0">
                <a:latin typeface="Cambria Math"/>
                <a:cs typeface="Cambria Math"/>
              </a:rPr>
              <a:t>1</a:t>
            </a:r>
            <a:r>
              <a:rPr sz="1725" baseline="-16908" dirty="0">
                <a:latin typeface="Cambria Math"/>
                <a:cs typeface="Cambria Math"/>
              </a:rPr>
              <a:t>	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44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𝑎</a:t>
            </a:r>
            <a:r>
              <a:rPr sz="1725" baseline="-16908" dirty="0">
                <a:latin typeface="Cambria Math"/>
                <a:cs typeface="Cambria Math"/>
              </a:rPr>
              <a:t>0</a:t>
            </a:r>
            <a:r>
              <a:rPr sz="1725" spc="262" baseline="-16908" dirty="0">
                <a:latin typeface="Cambria Math"/>
                <a:cs typeface="Cambria Math"/>
              </a:rPr>
              <a:t> </a:t>
            </a:r>
            <a:r>
              <a:rPr sz="1600" dirty="0">
                <a:latin typeface="Calibri"/>
                <a:cs typeface="Calibri"/>
              </a:rPr>
              <a:t>+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𝑎</a:t>
            </a:r>
            <a:r>
              <a:rPr sz="1725" baseline="-16908" dirty="0">
                <a:latin typeface="Cambria Math"/>
                <a:cs typeface="Cambria Math"/>
              </a:rPr>
              <a:t>1</a:t>
            </a:r>
            <a:r>
              <a:rPr sz="1600" dirty="0">
                <a:latin typeface="Cambria Math"/>
                <a:cs typeface="Cambria Math"/>
              </a:rPr>
              <a:t>𝑥</a:t>
            </a:r>
            <a:r>
              <a:rPr sz="1725" baseline="-16908" dirty="0">
                <a:latin typeface="Cambria Math"/>
                <a:cs typeface="Cambria Math"/>
              </a:rPr>
              <a:t>1</a:t>
            </a:r>
            <a:r>
              <a:rPr sz="1725" spc="247" baseline="-16908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libri"/>
                <a:cs typeface="Calibri"/>
              </a:rPr>
              <a:t>(reta)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4239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Por</a:t>
            </a:r>
            <a:r>
              <a:rPr spc="-60" dirty="0"/>
              <a:t> </a:t>
            </a:r>
            <a:r>
              <a:rPr dirty="0"/>
              <a:t>que</a:t>
            </a:r>
            <a:r>
              <a:rPr spc="-55" dirty="0"/>
              <a:t> </a:t>
            </a:r>
            <a:r>
              <a:rPr spc="-10" dirty="0"/>
              <a:t>linear?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3882408" y="3200400"/>
                <a:ext cx="8227145" cy="3367845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266700" marR="456565" indent="-228600">
                  <a:lnSpc>
                    <a:spcPct val="90000"/>
                  </a:lnSpc>
                  <a:spcBef>
                    <a:spcPts val="450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hiperplano</a:t>
                </a:r>
                <a:r>
                  <a:rPr lang="pt-BR" sz="2800" b="1" i="1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será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primeiro</a:t>
                </a:r>
                <a:r>
                  <a:rPr lang="pt-BR" sz="2800" b="1" i="1" spc="-80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formato</a:t>
                </a:r>
                <a:r>
                  <a:rPr lang="pt-BR" sz="2800" b="1" i="1" spc="-75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função aproximadora</a:t>
                </a:r>
                <a:r>
                  <a:rPr lang="pt-BR" sz="2800" b="1" i="1" spc="-10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(também,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chamado</a:t>
                </a:r>
                <a:r>
                  <a:rPr lang="pt-BR" sz="2800" spc="-10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modelo</a:t>
                </a:r>
                <a:r>
                  <a:rPr lang="pt-BR" sz="2800" dirty="0">
                    <a:latin typeface="Calibri"/>
                    <a:cs typeface="Calibri"/>
                  </a:rPr>
                  <a:t>)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que </a:t>
                </a:r>
                <a:r>
                  <a:rPr lang="pt-BR" sz="2800" dirty="0">
                    <a:latin typeface="Calibri"/>
                    <a:cs typeface="Calibri"/>
                  </a:rPr>
                  <a:t>iremos</a:t>
                </a:r>
                <a:r>
                  <a:rPr lang="pt-BR" sz="2800" spc="-13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utilizar.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66700" indent="-228600">
                  <a:lnSpc>
                    <a:spcPts val="3200"/>
                  </a:lnSpc>
                  <a:spcBef>
                    <a:spcPts val="660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modelo</a:t>
                </a:r>
                <a:r>
                  <a:rPr lang="pt-BR" sz="2800" b="1" i="1" spc="-6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definido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pela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equação</a:t>
                </a:r>
                <a:r>
                  <a:rPr lang="pt-BR" sz="2800" b="1" i="1" spc="-7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pelos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pesos</a:t>
                </a:r>
                <a:r>
                  <a:rPr lang="pt-BR" sz="2800" spc="-10" dirty="0">
                    <a:latin typeface="Calibri"/>
                    <a:cs typeface="Calibri"/>
                  </a:rPr>
                  <a:t>,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66700">
                  <a:lnSpc>
                    <a:spcPts val="3200"/>
                  </a:lnSpc>
                </a:pPr>
                <a:r>
                  <a:rPr lang="pt-BR" sz="2800" spc="75" dirty="0">
                    <a:latin typeface="Cambria Math"/>
                    <a:cs typeface="Cambria Math"/>
                  </a:rPr>
                  <a:t>𝑎</a:t>
                </a:r>
                <a:r>
                  <a:rPr lang="pt-BR" sz="3075" spc="112" baseline="-16260" dirty="0">
                    <a:latin typeface="Cambria Math"/>
                    <a:cs typeface="Cambria Math"/>
                  </a:rPr>
                  <a:t>𝑖</a:t>
                </a:r>
                <a:r>
                  <a:rPr lang="pt-BR" sz="2800" spc="75" dirty="0">
                    <a:latin typeface="Cambria Math"/>
                    <a:cs typeface="Cambria Math"/>
                  </a:rPr>
                  <a:t>,</a:t>
                </a:r>
                <a:r>
                  <a:rPr lang="pt-BR" sz="2800" spc="-150" dirty="0">
                    <a:latin typeface="Cambria Math"/>
                    <a:cs typeface="Cambria Math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∀𝑖</a:t>
                </a:r>
                <a:r>
                  <a:rPr lang="pt-BR" sz="2800" spc="-25" dirty="0">
                    <a:latin typeface="Calibri"/>
                    <a:cs typeface="Calibri"/>
                  </a:rPr>
                  <a:t>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66700" marR="30480" indent="-228600">
                  <a:lnSpc>
                    <a:spcPts val="3020"/>
                  </a:lnSpc>
                  <a:spcBef>
                    <a:spcPts val="1040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lang="pt-BR" sz="2800" spc="-10" dirty="0">
                    <a:latin typeface="Calibri"/>
                    <a:cs typeface="Calibri"/>
                  </a:rPr>
                  <a:t>Existem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outros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formatos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funções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(i.e.,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modelos), </a:t>
                </a:r>
                <a:r>
                  <a:rPr lang="pt-BR" sz="2800" dirty="0">
                    <a:latin typeface="Calibri"/>
                    <a:cs typeface="Calibri"/>
                  </a:rPr>
                  <a:t>como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os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polinômios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os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quais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veremos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mais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adiante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spc="-50" dirty="0">
                    <a:latin typeface="Calibri"/>
                    <a:cs typeface="Calibri"/>
                  </a:rPr>
                  <a:t>e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12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modelarão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relações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não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lineares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entre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75" dirty="0">
                    <a:latin typeface="Cambria Math"/>
                    <a:cs typeface="Cambria Math"/>
                  </a:rPr>
                  <a:t>𝑥</a:t>
                </a:r>
                <a:r>
                  <a:rPr lang="pt-BR" sz="3075" spc="112" baseline="-16260" dirty="0">
                    <a:latin typeface="Cambria Math"/>
                    <a:cs typeface="Cambria Math"/>
                  </a:rPr>
                  <a:t>𝑘</a:t>
                </a:r>
                <a:r>
                  <a:rPr lang="pt-BR" sz="2800" spc="75" dirty="0">
                    <a:latin typeface="Cambria Math"/>
                    <a:cs typeface="Cambria Math"/>
                  </a:rPr>
                  <a:t>,</a:t>
                </a:r>
                <a:r>
                  <a:rPr lang="pt-BR" sz="2800" spc="-15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∀𝑘</a:t>
                </a:r>
                <a:r>
                  <a:rPr lang="pt-BR" sz="2800" spc="15" dirty="0">
                    <a:latin typeface="Cambria Math"/>
                    <a:cs typeface="Cambria Math"/>
                  </a:rPr>
                  <a:t> </a:t>
                </a:r>
                <a:r>
                  <a:rPr lang="pt-BR" sz="2800" spc="-50" dirty="0">
                    <a:latin typeface="Calibri"/>
                    <a:cs typeface="Calibri"/>
                  </a:rPr>
                  <a:t>e</a:t>
                </a:r>
                <a14:m>
                  <m:oMath xmlns:m="http://schemas.openxmlformats.org/officeDocument/2006/math">
                    <m:r>
                      <a:rPr lang="pt-BR" sz="2800" b="0" i="0" spc="700" smtClean="0"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  <m:acc>
                      <m:accPr>
                        <m:chr m:val="̂"/>
                        <m:ctrlPr>
                          <a:rPr lang="pt-BR" sz="2800" b="0" i="1" spc="70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800" b="0" i="1" spc="700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</m:oMath>
                </a14:m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2408" y="3200400"/>
                <a:ext cx="8227145" cy="3367845"/>
              </a:xfrm>
              <a:prstGeom prst="rect">
                <a:avLst/>
              </a:prstGeom>
              <a:blipFill>
                <a:blip r:embed="rId2"/>
                <a:stretch>
                  <a:fillRect l="-2001" t="-3986" r="-222" b="-56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3581401" y="1459698"/>
                <a:ext cx="8610600" cy="1661992"/>
              </a:xfrm>
              <a:prstGeom prst="rect">
                <a:avLst/>
              </a:prstGeom>
            </p:spPr>
            <p:txBody>
              <a:bodyPr vert="horz" wrap="square" lIns="0" tIns="58419" rIns="0" bIns="0" rtlCol="0">
                <a:spAutoFit/>
              </a:bodyPr>
              <a:lstStyle/>
              <a:p>
                <a:pPr marL="241300" marR="817244" indent="-228600">
                  <a:lnSpc>
                    <a:spcPts val="3040"/>
                  </a:lnSpc>
                  <a:spcBef>
                    <a:spcPts val="459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Uma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generalização</a:t>
                </a:r>
                <a:r>
                  <a:rPr lang="pt-BR" sz="2800" b="1" i="1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para</a:t>
                </a:r>
                <a:r>
                  <a:rPr lang="pt-BR" sz="2800" spc="-10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qualquer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número</a:t>
                </a:r>
                <a:r>
                  <a:rPr lang="pt-BR" sz="2800" b="1" i="1" spc="-105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35" dirty="0">
                    <a:solidFill>
                      <a:srgbClr val="00AFEF"/>
                    </a:solidFill>
                    <a:latin typeface="Calibri"/>
                    <a:cs typeface="Calibri"/>
                  </a:rPr>
                  <a:t>de </a:t>
                </a:r>
                <a:r>
                  <a:rPr lang="pt-BR" sz="2800" b="1" i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atributos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𝐾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dada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pela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equação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hiperplano</a:t>
                </a:r>
                <a:r>
                  <a:rPr lang="pt-BR" sz="2800" spc="-10" dirty="0">
                    <a:latin typeface="Calibri"/>
                    <a:cs typeface="Calibri"/>
                  </a:rPr>
                  <a:t>:</a:t>
                </a:r>
              </a:p>
              <a:p>
                <a:pPr marL="241300" marR="817244" lvl="1" indent="-228600">
                  <a:lnSpc>
                    <a:spcPts val="3040"/>
                  </a:lnSpc>
                  <a:spcBef>
                    <a:spcPts val="459"/>
                  </a:spcBef>
                  <a:buFont typeface="Arial"/>
                  <a:buChar char="•"/>
                  <a:tabLst>
                    <a:tab pos="241300" algn="l"/>
                  </a:tabLst>
                </a:pPr>
                <a:endParaRPr lang="pt-BR" sz="2800" spc="-10" dirty="0">
                  <a:latin typeface="Calibri"/>
                  <a:cs typeface="Calibri"/>
                </a:endParaRPr>
              </a:p>
              <a:p>
                <a:pPr marL="12700" marR="817244">
                  <a:lnSpc>
                    <a:spcPts val="3040"/>
                  </a:lnSpc>
                  <a:spcBef>
                    <a:spcPts val="459"/>
                  </a:spcBef>
                  <a:tabLst>
                    <a:tab pos="2413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acc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𝑦</m:t>
                          </m:r>
                        </m:e>
                      </m:acc>
                      <m:r>
                        <a:rPr lang="pt-BR" sz="2400" b="0" i="1" dirty="0" smtClean="0"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pt-BR" sz="2400" b="0" i="1" dirty="0" smtClean="0">
                          <a:latin typeface="Cambria Math" panose="02040503050406030204" pitchFamily="18" charset="0"/>
                          <a:cs typeface="Calibri"/>
                        </a:rPr>
                        <m:t>h</m:t>
                      </m:r>
                      <m:d>
                        <m:d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pt-BR" sz="2400" b="1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𝒙</m:t>
                          </m:r>
                        </m:e>
                      </m:d>
                      <m:r>
                        <a:rPr lang="pt-BR" sz="2400" b="0" i="1" dirty="0" smtClean="0"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sSub>
                        <m:sSub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0</m:t>
                          </m:r>
                        </m:sub>
                      </m:sSub>
                      <m:r>
                        <a:rPr lang="pt-BR" sz="2400" b="0" i="1" dirty="0" smtClean="0"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sSub>
                        <m:sSub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1</m:t>
                          </m:r>
                        </m:sub>
                      </m:sSub>
                      <m:r>
                        <a:rPr lang="pt-BR" sz="2400" b="0" i="1" dirty="0" smtClean="0">
                          <a:latin typeface="Cambria Math" panose="02040503050406030204" pitchFamily="18" charset="0"/>
                          <a:cs typeface="Calibri"/>
                        </a:rPr>
                        <m:t>+…+</m:t>
                      </m:r>
                      <m:sSub>
                        <m:sSub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𝐾</m:t>
                          </m:r>
                        </m:sub>
                      </m:sSub>
                      <m:sSub>
                        <m:sSub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𝐾</m:t>
                          </m:r>
                        </m:sub>
                      </m:sSub>
                      <m:r>
                        <a:rPr lang="pt-BR" sz="2400" b="0" i="1" dirty="0" smtClean="0"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sSub>
                        <m:sSub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0</m:t>
                          </m:r>
                        </m:sub>
                      </m:sSub>
                      <m:r>
                        <a:rPr lang="pt-BR" sz="2400" b="0" i="1" dirty="0" smtClean="0"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𝑖</m:t>
                          </m:r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1</m:t>
                          </m:r>
                        </m:sub>
                        <m:sup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pt-BR" sz="2400" b="0" i="1" dirty="0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b="0" i="1" dirty="0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t-BR"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1" y="1459698"/>
                <a:ext cx="8610600" cy="1661992"/>
              </a:xfrm>
              <a:prstGeom prst="rect">
                <a:avLst/>
              </a:prstGeom>
              <a:blipFill>
                <a:blip r:embed="rId3"/>
                <a:stretch>
                  <a:fillRect l="-2195" t="-20147" r="-5737" b="-1238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object 7"/>
          <p:cNvGrpSpPr/>
          <p:nvPr/>
        </p:nvGrpSpPr>
        <p:grpSpPr>
          <a:xfrm>
            <a:off x="10345420" y="2392180"/>
            <a:ext cx="398780" cy="296545"/>
            <a:chOff x="10593196" y="2697226"/>
            <a:chExt cx="398780" cy="296545"/>
          </a:xfrm>
        </p:grpSpPr>
        <p:sp>
          <p:nvSpPr>
            <p:cNvPr id="8" name="object 8"/>
            <p:cNvSpPr/>
            <p:nvPr/>
          </p:nvSpPr>
          <p:spPr>
            <a:xfrm>
              <a:off x="10602721" y="2706751"/>
              <a:ext cx="262890" cy="277495"/>
            </a:xfrm>
            <a:custGeom>
              <a:avLst/>
              <a:gdLst/>
              <a:ahLst/>
              <a:cxnLst/>
              <a:rect l="l" t="t" r="r" b="b"/>
              <a:pathLst>
                <a:path w="262890" h="277494">
                  <a:moveTo>
                    <a:pt x="0" y="138557"/>
                  </a:moveTo>
                  <a:lnTo>
                    <a:pt x="6696" y="94739"/>
                  </a:lnTo>
                  <a:lnTo>
                    <a:pt x="25347" y="56701"/>
                  </a:lnTo>
                  <a:lnTo>
                    <a:pt x="53794" y="26716"/>
                  </a:lnTo>
                  <a:lnTo>
                    <a:pt x="89879" y="7058"/>
                  </a:lnTo>
                  <a:lnTo>
                    <a:pt x="131445" y="0"/>
                  </a:lnTo>
                  <a:lnTo>
                    <a:pt x="173010" y="7058"/>
                  </a:lnTo>
                  <a:lnTo>
                    <a:pt x="209095" y="26716"/>
                  </a:lnTo>
                  <a:lnTo>
                    <a:pt x="237542" y="56701"/>
                  </a:lnTo>
                  <a:lnTo>
                    <a:pt x="256193" y="94739"/>
                  </a:lnTo>
                  <a:lnTo>
                    <a:pt x="262889" y="138557"/>
                  </a:lnTo>
                  <a:lnTo>
                    <a:pt x="256193" y="182312"/>
                  </a:lnTo>
                  <a:lnTo>
                    <a:pt x="237542" y="220312"/>
                  </a:lnTo>
                  <a:lnTo>
                    <a:pt x="209095" y="250278"/>
                  </a:lnTo>
                  <a:lnTo>
                    <a:pt x="173010" y="269929"/>
                  </a:lnTo>
                  <a:lnTo>
                    <a:pt x="131445" y="276987"/>
                  </a:lnTo>
                  <a:lnTo>
                    <a:pt x="89879" y="269929"/>
                  </a:lnTo>
                  <a:lnTo>
                    <a:pt x="53794" y="250278"/>
                  </a:lnTo>
                  <a:lnTo>
                    <a:pt x="25347" y="220312"/>
                  </a:lnTo>
                  <a:lnTo>
                    <a:pt x="6696" y="182312"/>
                  </a:lnTo>
                  <a:lnTo>
                    <a:pt x="0" y="138557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63960" y="2768600"/>
              <a:ext cx="127889" cy="7937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591235" y="4073525"/>
            <a:ext cx="2696845" cy="2611120"/>
            <a:chOff x="591235" y="4073525"/>
            <a:chExt cx="2696845" cy="261112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1235" y="4293209"/>
              <a:ext cx="2696718" cy="239123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7880" y="4073525"/>
              <a:ext cx="249669" cy="187706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24349" y="1861474"/>
            <a:ext cx="2652178" cy="196893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46227" y="4009771"/>
            <a:ext cx="27870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96570" algn="l"/>
              </a:tabLst>
            </a:pPr>
            <a:r>
              <a:rPr sz="1600" dirty="0">
                <a:latin typeface="Cambria Math"/>
                <a:cs typeface="Cambria Math"/>
              </a:rPr>
              <a:t>ℎ</a:t>
            </a:r>
            <a:r>
              <a:rPr sz="1600" spc="320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𝒙</a:t>
            </a:r>
            <a:r>
              <a:rPr sz="1600" dirty="0">
                <a:latin typeface="Cambria Math"/>
                <a:cs typeface="Cambria Math"/>
              </a:rPr>
              <a:t>	=</a:t>
            </a:r>
            <a:r>
              <a:rPr sz="1600" spc="75" dirty="0">
                <a:latin typeface="Cambria Math"/>
                <a:cs typeface="Cambria Math"/>
              </a:rPr>
              <a:t>  </a:t>
            </a:r>
            <a:r>
              <a:rPr sz="1600" dirty="0">
                <a:latin typeface="Cambria Math"/>
                <a:cs typeface="Cambria Math"/>
              </a:rPr>
              <a:t>𝑎</a:t>
            </a:r>
            <a:r>
              <a:rPr sz="1725" baseline="-14492" dirty="0">
                <a:latin typeface="Cambria Math"/>
                <a:cs typeface="Cambria Math"/>
              </a:rPr>
              <a:t>0</a:t>
            </a:r>
            <a:r>
              <a:rPr sz="1725" spc="300" baseline="-14492" dirty="0">
                <a:latin typeface="Cambria Math"/>
                <a:cs typeface="Cambria Math"/>
              </a:rPr>
              <a:t> </a:t>
            </a:r>
            <a:r>
              <a:rPr sz="1600" dirty="0">
                <a:latin typeface="Calibri"/>
                <a:cs typeface="Calibri"/>
              </a:rPr>
              <a:t>+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𝑎</a:t>
            </a:r>
            <a:r>
              <a:rPr sz="1725" baseline="-14492" dirty="0">
                <a:latin typeface="Cambria Math"/>
                <a:cs typeface="Cambria Math"/>
              </a:rPr>
              <a:t>1</a:t>
            </a:r>
            <a:r>
              <a:rPr sz="1600" dirty="0">
                <a:latin typeface="Cambria Math"/>
                <a:cs typeface="Cambria Math"/>
              </a:rPr>
              <a:t>𝑥</a:t>
            </a:r>
            <a:r>
              <a:rPr sz="1725" baseline="-14492" dirty="0">
                <a:latin typeface="Cambria Math"/>
                <a:cs typeface="Cambria Math"/>
              </a:rPr>
              <a:t>1</a:t>
            </a:r>
            <a:r>
              <a:rPr sz="1600" dirty="0">
                <a:latin typeface="Calibri"/>
                <a:cs typeface="Calibri"/>
              </a:rPr>
              <a:t>+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𝑎</a:t>
            </a:r>
            <a:r>
              <a:rPr sz="1725" baseline="-14492" dirty="0">
                <a:latin typeface="Cambria Math"/>
                <a:cs typeface="Cambria Math"/>
              </a:rPr>
              <a:t>2</a:t>
            </a:r>
            <a:r>
              <a:rPr sz="1600" dirty="0">
                <a:latin typeface="Cambria Math"/>
                <a:cs typeface="Cambria Math"/>
              </a:rPr>
              <a:t>𝑥</a:t>
            </a:r>
            <a:r>
              <a:rPr sz="1725" baseline="-14492" dirty="0">
                <a:latin typeface="Cambria Math"/>
                <a:cs typeface="Cambria Math"/>
              </a:rPr>
              <a:t>2</a:t>
            </a:r>
            <a:r>
              <a:rPr sz="1725" spc="292" baseline="-14492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libri"/>
                <a:cs typeface="Calibri"/>
              </a:rPr>
              <a:t>(plano)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61618" y="1600327"/>
            <a:ext cx="330835" cy="187960"/>
          </a:xfrm>
          <a:custGeom>
            <a:avLst/>
            <a:gdLst/>
            <a:ahLst/>
            <a:cxnLst/>
            <a:rect l="l" t="t" r="r" b="b"/>
            <a:pathLst>
              <a:path w="330834" h="187960">
                <a:moveTo>
                  <a:pt x="270560" y="0"/>
                </a:moveTo>
                <a:lnTo>
                  <a:pt x="267881" y="7620"/>
                </a:lnTo>
                <a:lnTo>
                  <a:pt x="278751" y="12334"/>
                </a:lnTo>
                <a:lnTo>
                  <a:pt x="288099" y="18859"/>
                </a:lnTo>
                <a:lnTo>
                  <a:pt x="310564" y="62277"/>
                </a:lnTo>
                <a:lnTo>
                  <a:pt x="313334" y="92837"/>
                </a:lnTo>
                <a:lnTo>
                  <a:pt x="312642" y="109410"/>
                </a:lnTo>
                <a:lnTo>
                  <a:pt x="302183" y="149987"/>
                </a:lnTo>
                <a:lnTo>
                  <a:pt x="268185" y="180086"/>
                </a:lnTo>
                <a:lnTo>
                  <a:pt x="270560" y="187706"/>
                </a:lnTo>
                <a:lnTo>
                  <a:pt x="306422" y="166417"/>
                </a:lnTo>
                <a:lnTo>
                  <a:pt x="326590" y="127015"/>
                </a:lnTo>
                <a:lnTo>
                  <a:pt x="330479" y="93852"/>
                </a:lnTo>
                <a:lnTo>
                  <a:pt x="329505" y="76666"/>
                </a:lnTo>
                <a:lnTo>
                  <a:pt x="314985" y="32893"/>
                </a:lnTo>
                <a:lnTo>
                  <a:pt x="284172" y="4907"/>
                </a:lnTo>
                <a:lnTo>
                  <a:pt x="270560" y="0"/>
                </a:lnTo>
                <a:close/>
              </a:path>
              <a:path w="330834" h="187960">
                <a:moveTo>
                  <a:pt x="59880" y="0"/>
                </a:moveTo>
                <a:lnTo>
                  <a:pt x="24070" y="21341"/>
                </a:lnTo>
                <a:lnTo>
                  <a:pt x="3868" y="60753"/>
                </a:lnTo>
                <a:lnTo>
                  <a:pt x="0" y="93852"/>
                </a:lnTo>
                <a:lnTo>
                  <a:pt x="964" y="111095"/>
                </a:lnTo>
                <a:lnTo>
                  <a:pt x="15443" y="154939"/>
                </a:lnTo>
                <a:lnTo>
                  <a:pt x="46223" y="182800"/>
                </a:lnTo>
                <a:lnTo>
                  <a:pt x="59880" y="187706"/>
                </a:lnTo>
                <a:lnTo>
                  <a:pt x="62255" y="180086"/>
                </a:lnTo>
                <a:lnTo>
                  <a:pt x="51556" y="175347"/>
                </a:lnTo>
                <a:lnTo>
                  <a:pt x="42322" y="168751"/>
                </a:lnTo>
                <a:lnTo>
                  <a:pt x="19902" y="124460"/>
                </a:lnTo>
                <a:lnTo>
                  <a:pt x="17119" y="92837"/>
                </a:lnTo>
                <a:lnTo>
                  <a:pt x="17815" y="76860"/>
                </a:lnTo>
                <a:lnTo>
                  <a:pt x="28257" y="37337"/>
                </a:lnTo>
                <a:lnTo>
                  <a:pt x="62547" y="7620"/>
                </a:lnTo>
                <a:lnTo>
                  <a:pt x="598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02741" y="1535937"/>
            <a:ext cx="21367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561340" algn="l"/>
              </a:tabLst>
            </a:pPr>
            <a:r>
              <a:rPr sz="1600" dirty="0">
                <a:latin typeface="Cambria Math"/>
                <a:cs typeface="Cambria Math"/>
              </a:rPr>
              <a:t>ℎ</a:t>
            </a:r>
            <a:r>
              <a:rPr sz="1600" spc="330" dirty="0">
                <a:latin typeface="Cambria Math"/>
                <a:cs typeface="Cambria Math"/>
              </a:rPr>
              <a:t> </a:t>
            </a:r>
            <a:r>
              <a:rPr sz="1600" spc="-35" dirty="0">
                <a:latin typeface="Cambria Math"/>
                <a:cs typeface="Cambria Math"/>
              </a:rPr>
              <a:t>𝑥</a:t>
            </a:r>
            <a:r>
              <a:rPr sz="1725" spc="-52" baseline="-14492" dirty="0">
                <a:latin typeface="Cambria Math"/>
                <a:cs typeface="Cambria Math"/>
              </a:rPr>
              <a:t>1</a:t>
            </a:r>
            <a:r>
              <a:rPr sz="1725" baseline="-14492" dirty="0">
                <a:latin typeface="Cambria Math"/>
                <a:cs typeface="Cambria Math"/>
              </a:rPr>
              <a:t>	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45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𝑎</a:t>
            </a:r>
            <a:r>
              <a:rPr sz="1725" baseline="-14492" dirty="0">
                <a:latin typeface="Cambria Math"/>
                <a:cs typeface="Cambria Math"/>
              </a:rPr>
              <a:t>0</a:t>
            </a:r>
            <a:r>
              <a:rPr sz="1725" spc="262" baseline="-14492" dirty="0">
                <a:latin typeface="Cambria Math"/>
                <a:cs typeface="Cambria Math"/>
              </a:rPr>
              <a:t> </a:t>
            </a:r>
            <a:r>
              <a:rPr sz="1600" dirty="0">
                <a:latin typeface="Calibri"/>
                <a:cs typeface="Calibri"/>
              </a:rPr>
              <a:t>+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𝑎</a:t>
            </a:r>
            <a:r>
              <a:rPr sz="1725" baseline="-14492" dirty="0">
                <a:latin typeface="Cambria Math"/>
                <a:cs typeface="Cambria Math"/>
              </a:rPr>
              <a:t>1</a:t>
            </a:r>
            <a:r>
              <a:rPr sz="1600" dirty="0">
                <a:latin typeface="Cambria Math"/>
                <a:cs typeface="Cambria Math"/>
              </a:rPr>
              <a:t>𝑥</a:t>
            </a:r>
            <a:r>
              <a:rPr sz="1725" baseline="-14492" dirty="0">
                <a:latin typeface="Cambria Math"/>
                <a:cs typeface="Cambria Math"/>
              </a:rPr>
              <a:t>1</a:t>
            </a:r>
            <a:r>
              <a:rPr sz="1725" spc="247" baseline="-14492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libri"/>
                <a:cs typeface="Calibri"/>
              </a:rPr>
              <a:t>(reta)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2">
            <a:extLst>
              <a:ext uri="{FF2B5EF4-FFF2-40B4-BE49-F238E27FC236}">
                <a16:creationId xmlns:a16="http://schemas.microsoft.com/office/drawing/2014/main" id="{E4C6D093-AE93-8D3A-93A4-51DE7BDEFF6A}"/>
              </a:ext>
            </a:extLst>
          </p:cNvPr>
          <p:cNvSpPr txBox="1">
            <a:spLocks/>
          </p:cNvSpPr>
          <p:nvPr/>
        </p:nvSpPr>
        <p:spPr>
          <a:xfrm>
            <a:off x="10609938" y="2187258"/>
            <a:ext cx="1499616" cy="1981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pt-BR" sz="1200" dirty="0"/>
              <a:t>Número de atributos</a:t>
            </a:r>
            <a:endParaRPr lang="pt-BR" sz="1200" spc="-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873127" y="4810451"/>
                <a:ext cx="8423273" cy="1077090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1181100" indent="-229235">
                  <a:lnSpc>
                    <a:spcPts val="1705"/>
                  </a:lnSpc>
                  <a:spcBef>
                    <a:spcPts val="105"/>
                  </a:spcBef>
                  <a:buFont typeface="Wingdings"/>
                  <a:buChar char=""/>
                  <a:tabLst>
                    <a:tab pos="1181735" algn="l"/>
                    <a:tab pos="2232660" algn="l"/>
                  </a:tabLst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sz="2000" dirty="0">
                    <a:latin typeface="Cambria Math"/>
                    <a:cs typeface="Cambria Math"/>
                  </a:rPr>
                  <a:t>=</a:t>
                </a:r>
                <a:r>
                  <a:rPr lang="pt-BR" sz="2000" spc="114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ℎ(</a:t>
                </a:r>
                <a:r>
                  <a:rPr lang="pt-BR" sz="2000" spc="-50" dirty="0">
                    <a:latin typeface="Cambria Math"/>
                    <a:cs typeface="Cambria Math"/>
                  </a:rPr>
                  <a:t>𝒙)</a:t>
                </a:r>
                <a:r>
                  <a:rPr lang="pt-BR" sz="2000" dirty="0">
                    <a:latin typeface="Cambria Math"/>
                    <a:cs typeface="Cambria Math"/>
                  </a:rPr>
                  <a:t>	=</a:t>
                </a:r>
                <a:r>
                  <a:rPr lang="pt-BR" sz="2000" spc="120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𝑎</a:t>
                </a:r>
                <a:r>
                  <a:rPr lang="pt-BR" sz="2175" baseline="-15325" dirty="0">
                    <a:latin typeface="Cambria Math"/>
                    <a:cs typeface="Cambria Math"/>
                  </a:rPr>
                  <a:t>0</a:t>
                </a:r>
                <a:r>
                  <a:rPr lang="pt-BR" sz="2175" spc="337" baseline="-15325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+</a:t>
                </a:r>
                <a:r>
                  <a:rPr lang="pt-BR" sz="2000" spc="10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𝑎</a:t>
                </a:r>
                <a:r>
                  <a:rPr lang="pt-BR" sz="2175" baseline="-15325" dirty="0">
                    <a:latin typeface="Cambria Math"/>
                    <a:cs typeface="Cambria Math"/>
                  </a:rPr>
                  <a:t>1</a:t>
                </a:r>
                <a:r>
                  <a:rPr lang="pt-BR" sz="2000" dirty="0">
                    <a:latin typeface="Cambria Math"/>
                    <a:cs typeface="Cambria Math"/>
                  </a:rPr>
                  <a:t>𝑥</a:t>
                </a:r>
                <a:r>
                  <a:rPr lang="pt-BR" sz="2175" baseline="-15325" dirty="0">
                    <a:latin typeface="Cambria Math"/>
                    <a:cs typeface="Cambria Math"/>
                  </a:rPr>
                  <a:t>1</a:t>
                </a:r>
                <a:r>
                  <a:rPr lang="pt-BR" sz="2175" spc="307" baseline="-15325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+</a:t>
                </a:r>
                <a:r>
                  <a:rPr lang="pt-BR" sz="2000" spc="10" dirty="0">
                    <a:latin typeface="Cambria Math"/>
                    <a:cs typeface="Cambria Math"/>
                  </a:rPr>
                  <a:t> </a:t>
                </a:r>
                <a:r>
                  <a:rPr lang="pt-BR" sz="2000" spc="65" dirty="0">
                    <a:latin typeface="Cambria Math"/>
                    <a:cs typeface="Cambria Math"/>
                  </a:rPr>
                  <a:t>𝑎</a:t>
                </a:r>
                <a:r>
                  <a:rPr lang="pt-BR" sz="2175" spc="97" baseline="-15325" dirty="0">
                    <a:latin typeface="Cambria Math"/>
                    <a:cs typeface="Cambria Math"/>
                  </a:rPr>
                  <a:t>2</a:t>
                </a:r>
                <a:r>
                  <a:rPr lang="pt-BR" sz="2000" spc="65" dirty="0">
                    <a:latin typeface="Cambria Math"/>
                    <a:cs typeface="Cambria Math"/>
                  </a:rPr>
                  <a:t>𝑥</a:t>
                </a:r>
                <a:r>
                  <a:rPr lang="pt-BR" sz="2175" spc="97" baseline="28735" dirty="0">
                    <a:latin typeface="Cambria Math"/>
                    <a:cs typeface="Cambria Math"/>
                  </a:rPr>
                  <a:t>2</a:t>
                </a:r>
                <a:r>
                  <a:rPr lang="pt-BR" sz="2175" spc="315" baseline="28735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+</a:t>
                </a:r>
                <a:r>
                  <a:rPr lang="pt-BR" sz="2000" spc="10" dirty="0">
                    <a:latin typeface="Cambria Math"/>
                    <a:cs typeface="Cambria Math"/>
                  </a:rPr>
                  <a:t> </a:t>
                </a:r>
                <a:r>
                  <a:rPr lang="pt-BR" sz="2000" spc="45" dirty="0">
                    <a:latin typeface="Cambria Math"/>
                    <a:cs typeface="Cambria Math"/>
                  </a:rPr>
                  <a:t>𝑎</a:t>
                </a:r>
                <a:r>
                  <a:rPr lang="pt-BR" sz="2175" spc="67" baseline="-15325" dirty="0">
                    <a:latin typeface="Cambria Math"/>
                    <a:cs typeface="Cambria Math"/>
                  </a:rPr>
                  <a:t>3</a:t>
                </a:r>
                <a:r>
                  <a:rPr lang="pt-BR" sz="2000" spc="45" dirty="0">
                    <a:latin typeface="Cambria Math"/>
                    <a:cs typeface="Cambria Math"/>
                  </a:rPr>
                  <a:t>𝑥</a:t>
                </a:r>
                <a:r>
                  <a:rPr lang="pt-BR" sz="2175" spc="67" baseline="28735" dirty="0">
                    <a:latin typeface="Cambria Math"/>
                    <a:cs typeface="Cambria Math"/>
                  </a:rPr>
                  <a:t>3</a:t>
                </a:r>
                <a:endParaRPr lang="pt-BR" sz="2175" baseline="28735" dirty="0">
                  <a:latin typeface="Cambria Math"/>
                  <a:cs typeface="Cambria Math"/>
                </a:endParaRPr>
              </a:p>
              <a:p>
                <a:pPr marL="4246245">
                  <a:lnSpc>
                    <a:spcPts val="1045"/>
                  </a:lnSpc>
                  <a:tabLst>
                    <a:tab pos="5076825" algn="l"/>
                  </a:tabLst>
                </a:pPr>
                <a:r>
                  <a:rPr lang="pt-BR" sz="1450" spc="-50" dirty="0">
                    <a:latin typeface="Cambria Math"/>
                    <a:cs typeface="Cambria Math"/>
                  </a:rPr>
                  <a:t>1</a:t>
                </a:r>
                <a:r>
                  <a:rPr lang="pt-BR" sz="1450" dirty="0">
                    <a:latin typeface="Cambria Math"/>
                    <a:cs typeface="Cambria Math"/>
                  </a:rPr>
                  <a:t>	</a:t>
                </a:r>
                <a:r>
                  <a:rPr lang="pt-BR" sz="1450" spc="-50" dirty="0">
                    <a:latin typeface="Cambria Math"/>
                    <a:cs typeface="Cambria Math"/>
                  </a:rPr>
                  <a:t>1</a:t>
                </a:r>
                <a:endParaRPr lang="pt-BR" sz="1450" dirty="0">
                  <a:latin typeface="Cambria Math"/>
                  <a:cs typeface="Cambria Math"/>
                </a:endParaRPr>
              </a:p>
              <a:p>
                <a:pPr marL="266700" indent="-228600">
                  <a:lnSpc>
                    <a:spcPct val="100000"/>
                  </a:lnSpc>
                  <a:spcBef>
                    <a:spcPts val="670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lang="pt-BR" sz="2800" spc="-10" dirty="0">
                    <a:latin typeface="Calibri"/>
                    <a:cs typeface="Calibri"/>
                  </a:rPr>
                  <a:t>Exemplo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</a:t>
                </a:r>
                <a:r>
                  <a:rPr lang="pt-BR" sz="2800" spc="-1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modelo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spc="-35" dirty="0">
                    <a:latin typeface="Calibri"/>
                    <a:cs typeface="Calibri"/>
                  </a:rPr>
                  <a:t>não-</a:t>
                </a:r>
                <a:r>
                  <a:rPr lang="pt-BR" sz="2800" dirty="0">
                    <a:latin typeface="Calibri"/>
                    <a:cs typeface="Calibri"/>
                  </a:rPr>
                  <a:t>linear:</a:t>
                </a:r>
                <a:r>
                  <a:rPr lang="pt-BR" sz="2800" spc="-2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b="0" i="1" spc="-2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8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  <m:r>
                      <a:rPr lang="pt-BR" sz="2800" b="0" i="1" spc="-2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pt-BR" sz="2800" b="0" i="1" spc="-20" smtClean="0"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d>
                      <m:dPr>
                        <m:ctrlPr>
                          <a:rPr lang="pt-BR" sz="2800" b="0" i="1" spc="-2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800" b="1" i="1" spc="-20" smtClean="0">
                            <a:latin typeface="Cambria Math" panose="02040503050406030204" pitchFamily="18" charset="0"/>
                            <a:cs typeface="Calibri"/>
                          </a:rPr>
                          <m:t>𝒙</m:t>
                        </m:r>
                      </m:e>
                    </m:d>
                    <m:r>
                      <a:rPr lang="pt-BR" sz="2800" b="0" i="0" spc="-2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pt-BR" sz="2800" b="0" i="1" spc="-2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8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8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800" b="0" i="0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pt-BR" sz="28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8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0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sz="28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8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8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+</m:t>
                        </m:r>
                        <m:sSub>
                          <m:sSubPr>
                            <m:ctrlPr>
                              <a:rPr lang="pt-BR" sz="28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8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pt-BR" sz="2800" b="0" i="1" spc="-20" smtClean="0">
                        <a:latin typeface="Cambria Math" panose="02040503050406030204" pitchFamily="18" charset="0"/>
                        <a:cs typeface="Calibri"/>
                      </a:rPr>
                      <m:t>.</m:t>
                    </m:r>
                  </m:oMath>
                </a14:m>
                <a:endParaRPr sz="28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127" y="4810451"/>
                <a:ext cx="8423273" cy="1077090"/>
              </a:xfrm>
              <a:prstGeom prst="rect">
                <a:avLst/>
              </a:prstGeom>
              <a:blipFill>
                <a:blip r:embed="rId2"/>
                <a:stretch>
                  <a:fillRect l="-1954" t="-14124" b="-678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1806194" y="4018254"/>
                <a:ext cx="4337685" cy="700192"/>
              </a:xfrm>
              <a:prstGeom prst="rect">
                <a:avLst/>
              </a:prstGeom>
            </p:spPr>
            <p:txBody>
              <a:bodyPr vert="horz" wrap="square" lIns="0" tIns="45720" rIns="0" bIns="0" rtlCol="0">
                <a:spAutoFit/>
              </a:bodyPr>
              <a:lstStyle/>
              <a:p>
                <a:pPr marL="266700" indent="-228600">
                  <a:lnSpc>
                    <a:spcPct val="100000"/>
                  </a:lnSpc>
                  <a:spcBef>
                    <a:spcPts val="360"/>
                  </a:spcBef>
                  <a:buFont typeface="Wingdings"/>
                  <a:buChar char=""/>
                  <a:tabLst>
                    <a:tab pos="266700" algn="l"/>
                  </a:tabLst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sz="2000" dirty="0">
                    <a:latin typeface="Cambria Math"/>
                    <a:cs typeface="Cambria Math"/>
                  </a:rPr>
                  <a:t>=</a:t>
                </a:r>
                <a:r>
                  <a:rPr lang="pt-BR" sz="2000" spc="120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ℎ(𝒙)</a:t>
                </a:r>
                <a:r>
                  <a:rPr lang="pt-BR" sz="2000" spc="105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=</a:t>
                </a:r>
                <a:r>
                  <a:rPr lang="pt-BR" sz="2000" spc="130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𝑎</a:t>
                </a:r>
                <a:r>
                  <a:rPr lang="pt-BR" sz="2175" baseline="-15325" dirty="0">
                    <a:latin typeface="Cambria Math"/>
                    <a:cs typeface="Cambria Math"/>
                  </a:rPr>
                  <a:t>0</a:t>
                </a:r>
                <a:r>
                  <a:rPr lang="pt-BR" sz="2175" spc="315" baseline="-15325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+</a:t>
                </a:r>
                <a:r>
                  <a:rPr lang="pt-BR" sz="2000" spc="10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𝑎</a:t>
                </a:r>
                <a:r>
                  <a:rPr lang="pt-BR" sz="2175" baseline="-15325" dirty="0">
                    <a:latin typeface="Cambria Math"/>
                    <a:cs typeface="Cambria Math"/>
                  </a:rPr>
                  <a:t>1</a:t>
                </a:r>
                <a:r>
                  <a:rPr lang="pt-BR" sz="2175" spc="165" baseline="-15325" dirty="0">
                    <a:latin typeface="Cambria Math"/>
                    <a:cs typeface="Cambria Math"/>
                  </a:rPr>
                  <a:t> </a:t>
                </a:r>
                <a:r>
                  <a:rPr lang="pt-BR" sz="2000" spc="-10" dirty="0">
                    <a:latin typeface="Cambria Math"/>
                    <a:cs typeface="Cambria Math"/>
                  </a:rPr>
                  <a:t>log</a:t>
                </a:r>
                <a:r>
                  <a:rPr lang="pt-BR" sz="2000" spc="-120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𝑥</a:t>
                </a:r>
                <a:r>
                  <a:rPr lang="pt-BR" sz="2175" baseline="-15325" dirty="0">
                    <a:latin typeface="Cambria Math"/>
                    <a:cs typeface="Cambria Math"/>
                  </a:rPr>
                  <a:t>1</a:t>
                </a:r>
                <a:r>
                  <a:rPr lang="pt-BR" sz="2175" spc="322" baseline="-15325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+</a:t>
                </a:r>
                <a:r>
                  <a:rPr lang="pt-BR" sz="2000" spc="10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𝑎</a:t>
                </a:r>
                <a:r>
                  <a:rPr lang="pt-BR" sz="2175" baseline="-15325" dirty="0">
                    <a:latin typeface="Cambria Math"/>
                    <a:cs typeface="Cambria Math"/>
                  </a:rPr>
                  <a:t>2</a:t>
                </a:r>
                <a:r>
                  <a:rPr lang="pt-BR" sz="2175" spc="142" baseline="-15325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cos</a:t>
                </a:r>
                <a:r>
                  <a:rPr lang="pt-BR" sz="2000" spc="-110" dirty="0">
                    <a:latin typeface="Cambria Math"/>
                    <a:cs typeface="Cambria Math"/>
                  </a:rPr>
                  <a:t> </a:t>
                </a:r>
                <a:r>
                  <a:rPr lang="pt-BR" sz="2000" spc="-25" dirty="0">
                    <a:latin typeface="Cambria Math"/>
                    <a:cs typeface="Cambria Math"/>
                  </a:rPr>
                  <a:t>𝑥</a:t>
                </a:r>
                <a:r>
                  <a:rPr lang="pt-BR" sz="2175" spc="-37" baseline="-15325" dirty="0">
                    <a:latin typeface="Cambria Math"/>
                    <a:cs typeface="Cambria Math"/>
                  </a:rPr>
                  <a:t>2</a:t>
                </a:r>
                <a:endParaRPr lang="pt-BR" sz="2175" baseline="-15325" dirty="0">
                  <a:latin typeface="Cambria Math"/>
                  <a:cs typeface="Cambria Math"/>
                </a:endParaRPr>
              </a:p>
              <a:p>
                <a:pPr marL="266700" indent="-228600">
                  <a:lnSpc>
                    <a:spcPct val="100000"/>
                  </a:lnSpc>
                  <a:spcBef>
                    <a:spcPts val="265"/>
                  </a:spcBef>
                  <a:buFont typeface="Wingdings"/>
                  <a:buChar char=""/>
                  <a:tabLst>
                    <a:tab pos="266700" algn="l"/>
                  </a:tabLst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si-LK" sz="2000" dirty="0">
                    <a:latin typeface="Cambria Math"/>
                    <a:cs typeface="Cambria Math"/>
                  </a:rPr>
                  <a:t>=</a:t>
                </a:r>
                <a:r>
                  <a:rPr lang="si-LK" sz="2000" spc="125" dirty="0">
                    <a:latin typeface="Cambria Math"/>
                    <a:cs typeface="Cambria Math"/>
                  </a:rPr>
                  <a:t> </a:t>
                </a:r>
                <a:r>
                  <a:rPr lang="si-LK" sz="2000" dirty="0">
                    <a:latin typeface="Cambria Math"/>
                    <a:cs typeface="Cambria Math"/>
                  </a:rPr>
                  <a:t>ℎ(𝒙)</a:t>
                </a:r>
                <a:r>
                  <a:rPr lang="si-LK" sz="2000" spc="105" dirty="0">
                    <a:latin typeface="Cambria Math"/>
                    <a:cs typeface="Cambria Math"/>
                  </a:rPr>
                  <a:t> </a:t>
                </a:r>
                <a:r>
                  <a:rPr lang="si-LK" sz="2000" dirty="0">
                    <a:latin typeface="Cambria Math"/>
                    <a:cs typeface="Cambria Math"/>
                  </a:rPr>
                  <a:t>=</a:t>
                </a:r>
                <a:r>
                  <a:rPr lang="si-LK" sz="2000" spc="140" dirty="0">
                    <a:latin typeface="Cambria Math"/>
                    <a:cs typeface="Cambria Math"/>
                  </a:rPr>
                  <a:t> </a:t>
                </a:r>
                <a:r>
                  <a:rPr lang="si-LK" sz="2000" dirty="0">
                    <a:latin typeface="Cambria Math"/>
                    <a:cs typeface="Cambria Math"/>
                  </a:rPr>
                  <a:t>𝑎</a:t>
                </a:r>
                <a:r>
                  <a:rPr lang="si-LK" sz="2175" baseline="-15325" dirty="0">
                    <a:latin typeface="Cambria Math"/>
                    <a:cs typeface="Cambria Math"/>
                  </a:rPr>
                  <a:t>0</a:t>
                </a:r>
                <a:r>
                  <a:rPr lang="si-LK" sz="2175" spc="315" baseline="-15325" dirty="0">
                    <a:latin typeface="Cambria Math"/>
                    <a:cs typeface="Cambria Math"/>
                  </a:rPr>
                  <a:t> </a:t>
                </a:r>
                <a:r>
                  <a:rPr lang="si-LK" sz="2000" dirty="0">
                    <a:latin typeface="Cambria Math"/>
                    <a:cs typeface="Cambria Math"/>
                  </a:rPr>
                  <a:t>+</a:t>
                </a:r>
                <a:r>
                  <a:rPr lang="si-LK" sz="2000" spc="15" dirty="0">
                    <a:latin typeface="Cambria Math"/>
                    <a:cs typeface="Cambria Math"/>
                  </a:rPr>
                  <a:t> </a:t>
                </a:r>
                <a:r>
                  <a:rPr lang="si-LK" sz="2000" spc="50" dirty="0">
                    <a:latin typeface="Cambria Math"/>
                    <a:cs typeface="Cambria Math"/>
                  </a:rPr>
                  <a:t>𝑎</a:t>
                </a:r>
                <a:r>
                  <a:rPr lang="si-LK" sz="2175" spc="75" baseline="-15325" dirty="0">
                    <a:latin typeface="Cambria Math"/>
                    <a:cs typeface="Cambria Math"/>
                  </a:rPr>
                  <a:t>1</a:t>
                </a:r>
                <a:r>
                  <a:rPr lang="si-LK" sz="2000" spc="50" dirty="0">
                    <a:latin typeface="Cambria Math"/>
                    <a:cs typeface="Cambria Math"/>
                  </a:rPr>
                  <a:t>𝑒</a:t>
                </a:r>
                <a:r>
                  <a:rPr lang="si-LK" sz="2175" spc="75" baseline="28735" dirty="0">
                    <a:latin typeface="Cambria Math"/>
                    <a:cs typeface="Cambria Math"/>
                  </a:rPr>
                  <a:t>𝑥</a:t>
                </a:r>
                <a:r>
                  <a:rPr lang="si-LK" sz="1800" spc="75" baseline="20833" dirty="0">
                    <a:latin typeface="Cambria Math"/>
                    <a:cs typeface="Cambria Math"/>
                  </a:rPr>
                  <a:t>1</a:t>
                </a:r>
                <a:endParaRPr sz="1800" baseline="2083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194" y="4018254"/>
                <a:ext cx="4337685" cy="700192"/>
              </a:xfrm>
              <a:prstGeom prst="rect">
                <a:avLst/>
              </a:prstGeom>
              <a:blipFill>
                <a:blip r:embed="rId3"/>
                <a:stretch>
                  <a:fillRect l="-2528" t="-4348" b="-208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Por</a:t>
            </a:r>
            <a:r>
              <a:rPr spc="-60" dirty="0"/>
              <a:t> </a:t>
            </a:r>
            <a:r>
              <a:rPr dirty="0"/>
              <a:t>que</a:t>
            </a:r>
            <a:r>
              <a:rPr spc="-55" dirty="0"/>
              <a:t> </a:t>
            </a:r>
            <a:r>
              <a:rPr spc="-10" dirty="0"/>
              <a:t>linear?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10788015" cy="232918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10" dirty="0">
                <a:latin typeface="Calibri"/>
                <a:cs typeface="Calibri"/>
              </a:rPr>
              <a:t>Observação</a:t>
            </a:r>
            <a:endParaRPr sz="2800" dirty="0">
              <a:latin typeface="Calibri"/>
              <a:cs typeface="Calibri"/>
            </a:endParaRPr>
          </a:p>
          <a:p>
            <a:pPr marL="241300" marR="363220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palavra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linear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contexto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regressão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significa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“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linear</a:t>
            </a:r>
            <a:r>
              <a:rPr sz="2800" b="1" i="1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com</a:t>
            </a:r>
            <a:r>
              <a:rPr sz="2800" b="1" i="1" spc="-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relação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aos</a:t>
            </a:r>
            <a:r>
              <a:rPr sz="2800" b="1" i="1" spc="-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pesos</a:t>
            </a:r>
            <a:r>
              <a:rPr sz="2800" dirty="0">
                <a:latin typeface="Calibri"/>
                <a:cs typeface="Calibri"/>
              </a:rPr>
              <a:t>”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relação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atributos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𝒙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Desta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seguintes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modelos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também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lineares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relação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aos </a:t>
            </a:r>
            <a:r>
              <a:rPr sz="2800" spc="-10" dirty="0">
                <a:latin typeface="Calibri"/>
                <a:cs typeface="Calibri"/>
              </a:rPr>
              <a:t>pesos: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939" y="5801055"/>
            <a:ext cx="1041336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geral,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possível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aplicar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algumas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técnicas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regressão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 </a:t>
            </a:r>
            <a:r>
              <a:rPr sz="2800" spc="-10" dirty="0">
                <a:latin typeface="Calibri"/>
                <a:cs typeface="Calibri"/>
              </a:rPr>
              <a:t>veremos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breve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não-</a:t>
            </a:r>
            <a:r>
              <a:rPr sz="2800" spc="-10" dirty="0">
                <a:latin typeface="Calibri"/>
                <a:cs typeface="Calibri"/>
              </a:rPr>
              <a:t>lineares.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90461" y="4181043"/>
            <a:ext cx="34759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Mesmo não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tendo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um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mapeamento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linear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das </a:t>
            </a:r>
            <a:r>
              <a:rPr sz="1200" spc="-10" dirty="0">
                <a:latin typeface="Calibri"/>
                <a:cs typeface="Calibri"/>
              </a:rPr>
              <a:t>entradas </a:t>
            </a:r>
            <a:r>
              <a:rPr sz="1200" dirty="0">
                <a:latin typeface="Calibri"/>
                <a:cs typeface="Calibri"/>
              </a:rPr>
              <a:t>na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saída,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continuamos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tendo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uma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combinação</a:t>
            </a:r>
            <a:r>
              <a:rPr sz="1200" spc="-10" dirty="0">
                <a:latin typeface="Calibri"/>
                <a:cs typeface="Calibri"/>
              </a:rPr>
              <a:t> linear </a:t>
            </a:r>
            <a:r>
              <a:rPr sz="1200" dirty="0">
                <a:latin typeface="Calibri"/>
                <a:cs typeface="Calibri"/>
              </a:rPr>
              <a:t>dos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atributos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em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relação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aos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pesos.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187694" y="4156583"/>
            <a:ext cx="224154" cy="970280"/>
          </a:xfrm>
          <a:custGeom>
            <a:avLst/>
            <a:gdLst/>
            <a:ahLst/>
            <a:cxnLst/>
            <a:rect l="l" t="t" r="r" b="b"/>
            <a:pathLst>
              <a:path w="224154" h="970279">
                <a:moveTo>
                  <a:pt x="0" y="0"/>
                </a:moveTo>
                <a:lnTo>
                  <a:pt x="43594" y="1470"/>
                </a:lnTo>
                <a:lnTo>
                  <a:pt x="79200" y="5476"/>
                </a:lnTo>
                <a:lnTo>
                  <a:pt x="103209" y="11412"/>
                </a:lnTo>
                <a:lnTo>
                  <a:pt x="112013" y="18669"/>
                </a:lnTo>
                <a:lnTo>
                  <a:pt x="112013" y="466344"/>
                </a:lnTo>
                <a:lnTo>
                  <a:pt x="120800" y="473600"/>
                </a:lnTo>
                <a:lnTo>
                  <a:pt x="144779" y="479536"/>
                </a:lnTo>
                <a:lnTo>
                  <a:pt x="180379" y="483542"/>
                </a:lnTo>
                <a:lnTo>
                  <a:pt x="224027" y="485013"/>
                </a:lnTo>
                <a:lnTo>
                  <a:pt x="180379" y="486483"/>
                </a:lnTo>
                <a:lnTo>
                  <a:pt x="144779" y="490489"/>
                </a:lnTo>
                <a:lnTo>
                  <a:pt x="120800" y="496425"/>
                </a:lnTo>
                <a:lnTo>
                  <a:pt x="112013" y="503682"/>
                </a:lnTo>
                <a:lnTo>
                  <a:pt x="112013" y="951230"/>
                </a:lnTo>
                <a:lnTo>
                  <a:pt x="103209" y="958486"/>
                </a:lnTo>
                <a:lnTo>
                  <a:pt x="79200" y="964422"/>
                </a:lnTo>
                <a:lnTo>
                  <a:pt x="43594" y="968428"/>
                </a:lnTo>
                <a:lnTo>
                  <a:pt x="0" y="969899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831069" y="4962905"/>
            <a:ext cx="20288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Não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é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possível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expressar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60" dirty="0">
                <a:latin typeface="Calibri"/>
                <a:cs typeface="Calibri"/>
              </a:rPr>
              <a:t>a </a:t>
            </a:r>
            <a:r>
              <a:rPr sz="1200" dirty="0">
                <a:latin typeface="Calibri"/>
                <a:cs typeface="Calibri"/>
              </a:rPr>
              <a:t>equação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como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uma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combinação </a:t>
            </a:r>
            <a:r>
              <a:rPr sz="1200" dirty="0">
                <a:latin typeface="Calibri"/>
                <a:cs typeface="Calibri"/>
              </a:rPr>
              <a:t>linear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atributos.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042400" y="5257927"/>
            <a:ext cx="684530" cy="161290"/>
          </a:xfrm>
          <a:custGeom>
            <a:avLst/>
            <a:gdLst/>
            <a:ahLst/>
            <a:cxnLst/>
            <a:rect l="l" t="t" r="r" b="b"/>
            <a:pathLst>
              <a:path w="684529" h="161289">
                <a:moveTo>
                  <a:pt x="67309" y="86360"/>
                </a:moveTo>
                <a:lnTo>
                  <a:pt x="0" y="138557"/>
                </a:lnTo>
                <a:lnTo>
                  <a:pt x="82169" y="161163"/>
                </a:lnTo>
                <a:lnTo>
                  <a:pt x="75836" y="129286"/>
                </a:lnTo>
                <a:lnTo>
                  <a:pt x="62865" y="129286"/>
                </a:lnTo>
                <a:lnTo>
                  <a:pt x="61722" y="123063"/>
                </a:lnTo>
                <a:lnTo>
                  <a:pt x="74113" y="120609"/>
                </a:lnTo>
                <a:lnTo>
                  <a:pt x="67309" y="86360"/>
                </a:lnTo>
                <a:close/>
              </a:path>
              <a:path w="684529" h="161289">
                <a:moveTo>
                  <a:pt x="74113" y="120609"/>
                </a:moveTo>
                <a:lnTo>
                  <a:pt x="61722" y="123063"/>
                </a:lnTo>
                <a:lnTo>
                  <a:pt x="62865" y="129286"/>
                </a:lnTo>
                <a:lnTo>
                  <a:pt x="75346" y="126815"/>
                </a:lnTo>
                <a:lnTo>
                  <a:pt x="74113" y="120609"/>
                </a:lnTo>
                <a:close/>
              </a:path>
              <a:path w="684529" h="161289">
                <a:moveTo>
                  <a:pt x="75346" y="126815"/>
                </a:moveTo>
                <a:lnTo>
                  <a:pt x="62865" y="129286"/>
                </a:lnTo>
                <a:lnTo>
                  <a:pt x="75836" y="129286"/>
                </a:lnTo>
                <a:lnTo>
                  <a:pt x="75346" y="126815"/>
                </a:lnTo>
                <a:close/>
              </a:path>
              <a:path w="684529" h="161289">
                <a:moveTo>
                  <a:pt x="683259" y="0"/>
                </a:moveTo>
                <a:lnTo>
                  <a:pt x="74113" y="120609"/>
                </a:lnTo>
                <a:lnTo>
                  <a:pt x="75346" y="126815"/>
                </a:lnTo>
                <a:lnTo>
                  <a:pt x="684529" y="6223"/>
                </a:lnTo>
                <a:lnTo>
                  <a:pt x="68325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Função </a:t>
            </a:r>
            <a:r>
              <a:rPr spc="-10" dirty="0"/>
              <a:t>hipótese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524000"/>
            <a:ext cx="10948035" cy="46272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37020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  <a:tab pos="8029575" algn="l"/>
                <a:tab pos="8380095" algn="l"/>
              </a:tabLst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contexto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regressão,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aproximadora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ℎ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𝒙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chamada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hipótese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refere-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explicação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proposta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para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relação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entre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entradas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</a:t>
            </a:r>
            <a:r>
              <a:rPr sz="2800" spc="-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saída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esperada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𝑦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marR="27305" lvl="1" indent="-228600">
              <a:lnSpc>
                <a:spcPts val="2590"/>
              </a:lnSpc>
              <a:spcBef>
                <a:spcPts val="56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Por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exemplo,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anteriormente,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hipotetizamos</a:t>
            </a:r>
            <a:r>
              <a:rPr sz="24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reta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explicaria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relação </a:t>
            </a:r>
            <a:r>
              <a:rPr sz="2400" dirty="0">
                <a:latin typeface="Calibri"/>
                <a:cs typeface="Calibri"/>
              </a:rPr>
              <a:t>entre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temperatura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média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número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picolés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vendidos.</a:t>
            </a:r>
            <a:endParaRPr sz="2400" dirty="0">
              <a:latin typeface="Calibri"/>
              <a:cs typeface="Calibri"/>
            </a:endParaRPr>
          </a:p>
          <a:p>
            <a:pPr marL="241300" marR="241935" indent="-228600">
              <a:lnSpc>
                <a:spcPts val="304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conjunto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possíveis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funções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hipótese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chamado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espaço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hipóteses,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AF50"/>
                </a:solidFill>
                <a:latin typeface="Cambria Math"/>
                <a:cs typeface="Cambria Math"/>
              </a:rPr>
              <a:t>𝑯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palavras,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espaço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criado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todas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as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combinações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possíveis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atributos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valores</a:t>
            </a:r>
            <a:r>
              <a:rPr sz="2800" b="1" i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dos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pesos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405130" indent="-228600">
              <a:lnSpc>
                <a:spcPts val="301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solução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melhor</a:t>
            </a:r>
            <a:r>
              <a:rPr sz="2800" b="1" i="1" spc="-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mapeia</a:t>
            </a:r>
            <a:r>
              <a:rPr sz="2800" b="1" i="1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</a:t>
            </a:r>
            <a:r>
              <a:rPr sz="2800" spc="-4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𝑦</a:t>
            </a:r>
            <a:r>
              <a:rPr sz="2800" spc="-25" dirty="0">
                <a:latin typeface="Cambria Math"/>
                <a:cs typeface="Cambria Math"/>
              </a:rPr>
              <a:t> </a:t>
            </a:r>
            <a:r>
              <a:rPr sz="2800" spc="-35" dirty="0">
                <a:latin typeface="Calibri"/>
                <a:cs typeface="Calibri"/>
              </a:rPr>
              <a:t>encontra-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dentro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espaço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dirty="0">
                <a:latin typeface="Calibri"/>
                <a:cs typeface="Calibri"/>
              </a:rPr>
              <a:t>hipóteses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nosso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objetivo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encontra-</a:t>
            </a:r>
            <a:r>
              <a:rPr sz="2800" spc="-25" dirty="0">
                <a:latin typeface="Calibri"/>
                <a:cs typeface="Calibri"/>
              </a:rPr>
              <a:t>la.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Espaço</a:t>
            </a:r>
            <a:r>
              <a:rPr spc="-3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10" dirty="0"/>
              <a:t>hipóteses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5494020" y="1609039"/>
                <a:ext cx="6697980" cy="4740785"/>
              </a:xfrm>
              <a:prstGeom prst="rect">
                <a:avLst/>
              </a:prstGeom>
            </p:spPr>
            <p:txBody>
              <a:bodyPr vert="horz" wrap="square" lIns="0" tIns="54610" rIns="0" bIns="0" rtlCol="0">
                <a:spAutoFit/>
              </a:bodyPr>
              <a:lstStyle/>
              <a:p>
                <a:pPr marL="279400" marR="330835" indent="-228600" algn="just">
                  <a:lnSpc>
                    <a:spcPct val="90000"/>
                  </a:lnSpc>
                  <a:spcBef>
                    <a:spcPts val="430"/>
                  </a:spcBef>
                  <a:buFont typeface="Arial"/>
                  <a:buChar char="•"/>
                  <a:tabLst>
                    <a:tab pos="2794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No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exemplo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previsão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quantidade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de </a:t>
                </a:r>
                <a:r>
                  <a:rPr lang="pt-BR" sz="2800" dirty="0">
                    <a:latin typeface="Calibri"/>
                    <a:cs typeface="Calibri"/>
                  </a:rPr>
                  <a:t>picolés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vendidos,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onde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usamos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equação </a:t>
                </a:r>
                <a:r>
                  <a:rPr lang="pt-BR" sz="2800" b="1" i="1" dirty="0">
                    <a:latin typeface="Calibri"/>
                    <a:cs typeface="Calibri"/>
                  </a:rPr>
                  <a:t>de</a:t>
                </a:r>
                <a:r>
                  <a:rPr lang="pt-BR" sz="2800" b="1" i="1" spc="-8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uma</a:t>
                </a:r>
                <a:r>
                  <a:rPr lang="pt-BR" sz="2800" b="1" i="1" spc="-8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reta</a:t>
                </a:r>
                <a:r>
                  <a:rPr lang="pt-BR" sz="2800" b="1" i="1" spc="-6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como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função</a:t>
                </a:r>
                <a:r>
                  <a:rPr lang="pt-BR" sz="2800" b="1" i="1" spc="-8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hipótese</a:t>
                </a:r>
                <a:r>
                  <a:rPr lang="pt-BR" sz="2800" spc="-10" dirty="0">
                    <a:latin typeface="Calibri"/>
                    <a:cs typeface="Calibri"/>
                  </a:rPr>
                  <a:t>,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48895" algn="ctr">
                  <a:lnSpc>
                    <a:spcPct val="100000"/>
                  </a:lnSpc>
                  <a:spcBef>
                    <a:spcPts val="675"/>
                  </a:spcBef>
                  <a:tabLst>
                    <a:tab pos="1067435" algn="l"/>
                    <a:tab pos="1518285" algn="l"/>
                    <a:tab pos="1960245" algn="l"/>
                  </a:tabLst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sz="2800" dirty="0">
                    <a:latin typeface="Cambria Math"/>
                    <a:cs typeface="Cambria Math"/>
                  </a:rPr>
                  <a:t>=</a:t>
                </a:r>
                <a:r>
                  <a:rPr lang="pt-BR" sz="2800" spc="140" dirty="0">
                    <a:latin typeface="Cambria Math"/>
                    <a:cs typeface="Cambria Math"/>
                  </a:rPr>
                  <a:t> </a:t>
                </a:r>
                <a:r>
                  <a:rPr lang="pt-BR" sz="2800" spc="-50" dirty="0">
                    <a:latin typeface="Cambria Math"/>
                    <a:cs typeface="Cambria Math"/>
                  </a:rPr>
                  <a:t>ℎ</a:t>
                </a:r>
                <a:r>
                  <a:rPr lang="pt-BR" sz="2800" dirty="0">
                    <a:latin typeface="Cambria Math"/>
                    <a:cs typeface="Cambria Math"/>
                  </a:rPr>
                  <a:t>(</a:t>
                </a:r>
                <a:r>
                  <a:rPr lang="pt-BR" sz="2800" spc="-50" dirty="0">
                    <a:latin typeface="Cambria Math"/>
                    <a:cs typeface="Cambria Math"/>
                  </a:rPr>
                  <a:t>𝒙) = </a:t>
                </a:r>
                <a:r>
                  <a:rPr lang="pt-BR" sz="2800" dirty="0">
                    <a:latin typeface="Cambria Math"/>
                    <a:cs typeface="Cambria Math"/>
                  </a:rPr>
                  <a:t>𝑎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0</a:t>
                </a:r>
                <a:r>
                  <a:rPr lang="pt-BR" sz="3075" spc="465" baseline="-1626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+</a:t>
                </a:r>
                <a:r>
                  <a:rPr lang="pt-BR" sz="2800" spc="1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mbria Math"/>
                    <a:cs typeface="Cambria Math"/>
                  </a:rPr>
                  <a:t>𝑎</a:t>
                </a:r>
                <a:r>
                  <a:rPr lang="pt-BR" sz="3075" spc="-15" baseline="-16260" dirty="0">
                    <a:latin typeface="Cambria Math"/>
                    <a:cs typeface="Cambria Math"/>
                  </a:rPr>
                  <a:t>1</a:t>
                </a:r>
                <a:r>
                  <a:rPr lang="pt-BR" sz="2800" spc="-10" dirty="0">
                    <a:latin typeface="Cambria Math"/>
                    <a:cs typeface="Cambria Math"/>
                  </a:rPr>
                  <a:t>𝑥</a:t>
                </a:r>
                <a:r>
                  <a:rPr lang="pt-BR" sz="3075" spc="-15" baseline="-16260" dirty="0">
                    <a:latin typeface="Cambria Math"/>
                    <a:cs typeface="Cambria Math"/>
                  </a:rPr>
                  <a:t>1</a:t>
                </a:r>
                <a:r>
                  <a:rPr lang="pt-BR" sz="2800" spc="-10" dirty="0">
                    <a:latin typeface="Calibri"/>
                    <a:cs typeface="Calibri"/>
                  </a:rPr>
                  <a:t>,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50800" marR="417830">
                  <a:lnSpc>
                    <a:spcPts val="3020"/>
                  </a:lnSpc>
                  <a:spcBef>
                    <a:spcPts val="1045"/>
                  </a:spcBef>
                </a:pP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espaço</a:t>
                </a:r>
                <a:r>
                  <a:rPr lang="pt-BR" sz="2800" b="1" i="1" spc="-9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de</a:t>
                </a:r>
                <a:r>
                  <a:rPr lang="pt-BR" sz="2800" b="1" i="1" spc="-9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hipóteses</a:t>
                </a:r>
                <a:r>
                  <a:rPr lang="pt-BR" sz="2800" b="1" i="1" spc="-8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contém</a:t>
                </a:r>
                <a:r>
                  <a:rPr lang="pt-BR" sz="2800" b="1" i="1" spc="-9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todas</a:t>
                </a:r>
                <a:r>
                  <a:rPr lang="pt-BR" sz="2800" b="1" i="1" spc="-9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25" dirty="0">
                    <a:solidFill>
                      <a:srgbClr val="00AF50"/>
                    </a:solidFill>
                    <a:latin typeface="Calibri"/>
                    <a:cs typeface="Calibri"/>
                  </a:rPr>
                  <a:t>as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possíveis</a:t>
                </a:r>
                <a:r>
                  <a:rPr lang="pt-BR" sz="2800" b="1" i="1" spc="-11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retas</a:t>
                </a:r>
                <a:r>
                  <a:rPr lang="pt-BR" sz="2800" b="1" i="1" spc="-8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(restringimos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10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espaço)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que </a:t>
                </a:r>
                <a:r>
                  <a:rPr lang="pt-BR" sz="2800" dirty="0">
                    <a:latin typeface="Calibri"/>
                    <a:cs typeface="Calibri"/>
                  </a:rPr>
                  <a:t>podem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ser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usadas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para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mapear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os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dados.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79400" marR="30480" indent="-228600">
                  <a:lnSpc>
                    <a:spcPts val="3020"/>
                  </a:lnSpc>
                  <a:spcBef>
                    <a:spcPts val="1010"/>
                  </a:spcBef>
                  <a:buFont typeface="Arial"/>
                  <a:buChar char="•"/>
                  <a:tabLst>
                    <a:tab pos="279400" algn="l"/>
                  </a:tabLst>
                </a:pPr>
                <a:r>
                  <a:rPr lang="pt-BR" sz="2800" spc="-10" dirty="0">
                    <a:latin typeface="Calibri"/>
                    <a:cs typeface="Calibri"/>
                  </a:rPr>
                  <a:t>Porém,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claro,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apenas</a:t>
                </a:r>
                <a:r>
                  <a:rPr lang="pt-BR" sz="2800" b="1" i="1" spc="-75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uma</a:t>
                </a:r>
                <a:r>
                  <a:rPr lang="pt-BR" sz="2800" b="1" i="1" spc="-55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é</a:t>
                </a:r>
                <a:r>
                  <a:rPr lang="pt-BR" sz="2800" b="1" i="1" spc="-75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a</a:t>
                </a:r>
                <a:r>
                  <a:rPr lang="pt-BR" sz="2800" b="1" i="1" spc="-70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AFEF"/>
                    </a:solidFill>
                    <a:latin typeface="Calibri"/>
                    <a:cs typeface="Calibri"/>
                  </a:rPr>
                  <a:t>melhor </a:t>
                </a:r>
                <a:r>
                  <a:rPr lang="pt-BR" sz="2800" b="1" i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segundo</a:t>
                </a:r>
                <a:r>
                  <a:rPr lang="pt-BR" sz="2800" b="1" i="1" spc="-90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o</a:t>
                </a:r>
                <a:r>
                  <a:rPr lang="pt-BR" sz="2800" b="1" i="1" spc="-90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critério</a:t>
                </a:r>
                <a:r>
                  <a:rPr lang="pt-BR" sz="2800" b="1" i="1" spc="-65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de</a:t>
                </a:r>
                <a:r>
                  <a:rPr lang="pt-BR" sz="2800" b="1" i="1" spc="-90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AFEF"/>
                    </a:solidFill>
                    <a:latin typeface="Calibri"/>
                    <a:cs typeface="Calibri"/>
                  </a:rPr>
                  <a:t>minimização</a:t>
                </a:r>
                <a:r>
                  <a:rPr lang="pt-BR" sz="2800" b="1" i="1" spc="-65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25" dirty="0">
                    <a:solidFill>
                      <a:srgbClr val="00AFEF"/>
                    </a:solidFill>
                    <a:latin typeface="Calibri"/>
                    <a:cs typeface="Calibri"/>
                  </a:rPr>
                  <a:t>da </a:t>
                </a:r>
                <a:r>
                  <a:rPr lang="pt-BR" sz="2800" b="1" i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diferença</a:t>
                </a:r>
                <a:r>
                  <a:rPr lang="pt-BR" sz="2800" b="1" i="1" spc="-3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entre</a:t>
                </a:r>
                <a:r>
                  <a:rPr lang="pt-BR" sz="2800" b="1" i="1" spc="-5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a</a:t>
                </a:r>
                <a:r>
                  <a:rPr lang="pt-BR" sz="2800" b="1" i="1" spc="-6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saída</a:t>
                </a:r>
                <a:r>
                  <a:rPr lang="pt-BR" sz="2800" b="1" i="1" spc="-5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do</a:t>
                </a:r>
                <a:r>
                  <a:rPr lang="pt-BR" sz="2800" b="1" i="1" spc="-5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modelo</a:t>
                </a:r>
                <a:r>
                  <a:rPr lang="pt-BR" sz="2800" b="1" i="1" spc="-4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e</a:t>
                </a:r>
                <a:r>
                  <a:rPr lang="pt-BR" sz="2800" b="1" i="1" spc="-6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o</a:t>
                </a:r>
                <a:r>
                  <a:rPr lang="pt-BR" sz="2800" b="1" i="1" spc="-6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valor esperado</a:t>
                </a:r>
                <a:r>
                  <a:rPr lang="pt-BR" sz="2800" spc="-10" dirty="0">
                    <a:latin typeface="Calibri"/>
                    <a:cs typeface="Calibri"/>
                  </a:rPr>
                  <a:t>.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020" y="1609039"/>
                <a:ext cx="6697980" cy="4740785"/>
              </a:xfrm>
              <a:prstGeom prst="rect">
                <a:avLst/>
              </a:prstGeom>
              <a:blipFill>
                <a:blip r:embed="rId2"/>
                <a:stretch>
                  <a:fillRect l="-2457" t="-1928" r="-3003" b="-244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372" y="2271204"/>
            <a:ext cx="4450842" cy="339217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85824" y="5852871"/>
            <a:ext cx="3740785" cy="4546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7335" marR="5080" indent="-255270">
              <a:lnSpc>
                <a:spcPct val="100699"/>
              </a:lnSpc>
              <a:spcBef>
                <a:spcPts val="90"/>
              </a:spcBef>
            </a:pPr>
            <a:r>
              <a:rPr sz="1400" dirty="0">
                <a:latin typeface="Calibri"/>
                <a:cs typeface="Calibri"/>
              </a:rPr>
              <a:t>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figura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mostra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algumas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possíveis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funções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hipótese </a:t>
            </a:r>
            <a:r>
              <a:rPr sz="1400" dirty="0">
                <a:latin typeface="Calibri"/>
                <a:cs typeface="Calibri"/>
              </a:rPr>
              <a:t>que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modelam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</a:t>
            </a:r>
            <a:r>
              <a:rPr sz="1400" spc="-10" dirty="0">
                <a:latin typeface="Calibri"/>
                <a:cs typeface="Calibri"/>
              </a:rPr>
              <a:t> relacionamento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entre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𝑥</a:t>
            </a:r>
            <a:r>
              <a:rPr sz="1400" spc="40" dirty="0">
                <a:latin typeface="Cambria Math"/>
                <a:cs typeface="Cambria Math"/>
              </a:rPr>
              <a:t> 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𝑦</a:t>
            </a:r>
            <a:r>
              <a:rPr sz="1400" spc="-25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Refinando</a:t>
            </a:r>
            <a:r>
              <a:rPr spc="-75" dirty="0"/>
              <a:t> </a:t>
            </a:r>
            <a:r>
              <a:rPr dirty="0"/>
              <a:t>o</a:t>
            </a:r>
            <a:r>
              <a:rPr spc="-60" dirty="0"/>
              <a:t> </a:t>
            </a:r>
            <a:r>
              <a:rPr dirty="0"/>
              <a:t>objetivo</a:t>
            </a:r>
            <a:r>
              <a:rPr spc="-45" dirty="0"/>
              <a:t> </a:t>
            </a:r>
            <a:r>
              <a:rPr dirty="0"/>
              <a:t>da</a:t>
            </a:r>
            <a:r>
              <a:rPr spc="-70" dirty="0"/>
              <a:t> </a:t>
            </a:r>
            <a:r>
              <a:rPr dirty="0"/>
              <a:t>regressão</a:t>
            </a:r>
            <a:r>
              <a:rPr spc="-95" dirty="0"/>
              <a:t> </a:t>
            </a:r>
            <a:r>
              <a:rPr spc="-10" dirty="0"/>
              <a:t>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613726" y="1828800"/>
                <a:ext cx="10964545" cy="4072890"/>
              </a:xfrm>
              <a:prstGeom prst="rect">
                <a:avLst/>
              </a:prstGeom>
            </p:spPr>
            <p:txBody>
              <a:bodyPr vert="horz" wrap="square" lIns="0" tIns="60960" rIns="0" bIns="0" rtlCol="0">
                <a:spAutoFit/>
              </a:bodyPr>
              <a:lstStyle/>
              <a:p>
                <a:pPr marL="292100" marR="791845" indent="-228600">
                  <a:lnSpc>
                    <a:spcPts val="3020"/>
                  </a:lnSpc>
                  <a:spcBef>
                    <a:spcPts val="480"/>
                  </a:spcBef>
                  <a:buFont typeface="Arial"/>
                  <a:buChar char="•"/>
                  <a:tabLst>
                    <a:tab pos="292100" algn="l"/>
                    <a:tab pos="6979920" algn="l"/>
                    <a:tab pos="7331709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Agora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temos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formato</a:t>
                </a:r>
                <a:r>
                  <a:rPr lang="pt-BR" sz="2800" spc="-10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definido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para</a:t>
                </a:r>
                <a:r>
                  <a:rPr lang="pt-BR" sz="2800" spc="-150" dirty="0">
                    <a:latin typeface="Calibri"/>
                    <a:cs typeface="Calibri"/>
                  </a:rPr>
                  <a:t> </a:t>
                </a:r>
                <a:r>
                  <a:rPr lang="pt-BR" sz="2800" spc="-50" dirty="0">
                    <a:latin typeface="Cambria Math"/>
                    <a:cs typeface="Cambria Math"/>
                  </a:rPr>
                  <a:t>ℎ(</a:t>
                </a:r>
                <a:r>
                  <a:rPr lang="pt-BR" sz="2800" spc="-60" dirty="0">
                    <a:latin typeface="Cambria Math"/>
                    <a:cs typeface="Cambria Math"/>
                  </a:rPr>
                  <a:t>𝒙)</a:t>
                </a:r>
                <a:r>
                  <a:rPr lang="pt-BR" sz="2800" dirty="0">
                    <a:latin typeface="Cambria Math"/>
                    <a:cs typeface="Cambria Math"/>
                  </a:rPr>
                  <a:t>	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ou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seja,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1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modelo</a:t>
                </a:r>
                <a:r>
                  <a:rPr lang="pt-BR" sz="2800" spc="-10" dirty="0">
                    <a:latin typeface="Calibri"/>
                    <a:cs typeface="Calibri"/>
                  </a:rPr>
                  <a:t>, </a:t>
                </a:r>
                <a:r>
                  <a:rPr lang="pt-BR" sz="2800" dirty="0">
                    <a:latin typeface="Calibri"/>
                    <a:cs typeface="Calibri"/>
                  </a:rPr>
                  <a:t>podemos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refinar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objetivo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regressão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pouco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mais.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92100" indent="-228600">
                  <a:lnSpc>
                    <a:spcPts val="3190"/>
                  </a:lnSpc>
                  <a:spcBef>
                    <a:spcPts val="620"/>
                  </a:spcBef>
                  <a:buFont typeface="Arial"/>
                  <a:buChar char="•"/>
                  <a:tabLst>
                    <a:tab pos="292100" algn="l"/>
                    <a:tab pos="9977755" algn="l"/>
                    <a:tab pos="10410825" algn="l"/>
                  </a:tabLst>
                </a:pPr>
                <a:r>
                  <a:rPr lang="pt-BR" sz="2800" b="1" spc="-10" dirty="0">
                    <a:latin typeface="Calibri"/>
                    <a:cs typeface="Calibri"/>
                  </a:rPr>
                  <a:t>Objetivo</a:t>
                </a:r>
                <a:r>
                  <a:rPr lang="pt-BR" sz="2800" spc="-10" dirty="0">
                    <a:latin typeface="Calibri"/>
                    <a:cs typeface="Calibri"/>
                  </a:rPr>
                  <a:t>: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Encontrar</a:t>
                </a:r>
                <a:r>
                  <a:rPr lang="pt-BR" sz="2800" b="1" i="1" spc="-3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os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pesos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𝑎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0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𝑎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1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…,</a:t>
                </a:r>
                <a:r>
                  <a:rPr lang="pt-BR" sz="2800" spc="-20" dirty="0">
                    <a:latin typeface="Calibri"/>
                    <a:cs typeface="Calibri"/>
                  </a:rPr>
                  <a:t> </a:t>
                </a:r>
                <a:r>
                  <a:rPr lang="pt-BR" sz="2800" spc="60" dirty="0">
                    <a:latin typeface="Cambria Math"/>
                    <a:cs typeface="Cambria Math"/>
                  </a:rPr>
                  <a:t>𝑎</a:t>
                </a:r>
                <a:r>
                  <a:rPr lang="pt-BR" sz="3075" spc="89" baseline="-16260" dirty="0">
                    <a:latin typeface="Cambria Math"/>
                    <a:cs typeface="Cambria Math"/>
                  </a:rPr>
                  <a:t>𝐾</a:t>
                </a:r>
                <a:r>
                  <a:rPr lang="pt-BR" sz="2800" spc="60" dirty="0">
                    <a:latin typeface="Calibri"/>
                    <a:cs typeface="Calibri"/>
                  </a:rPr>
                  <a:t>,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2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façam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10" dirty="0">
                    <a:latin typeface="Calibri"/>
                    <a:cs typeface="Calibri"/>
                  </a:rPr>
                  <a:t> </a:t>
                </a:r>
                <a:r>
                  <a:rPr lang="pt-BR" sz="2800" spc="-50" dirty="0">
                    <a:latin typeface="Cambria Math"/>
                    <a:cs typeface="Cambria Math"/>
                  </a:rPr>
                  <a:t>ℎ(𝒙)</a:t>
                </a:r>
                <a:r>
                  <a:rPr lang="pt-BR" sz="2800" dirty="0">
                    <a:latin typeface="Cambria Math"/>
                    <a:cs typeface="Cambria Math"/>
                  </a:rPr>
                  <a:t>	</a:t>
                </a:r>
                <a:r>
                  <a:rPr lang="pt-BR" sz="2800" spc="-25" dirty="0">
                    <a:latin typeface="Calibri"/>
                    <a:cs typeface="Calibri"/>
                  </a:rPr>
                  <a:t>se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92100">
                  <a:lnSpc>
                    <a:spcPts val="3190"/>
                  </a:lnSpc>
                </a:pP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ajuste</a:t>
                </a:r>
                <a:r>
                  <a:rPr lang="pt-BR" sz="2800" b="1" i="1" spc="-8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de</a:t>
                </a:r>
                <a:r>
                  <a:rPr lang="pt-BR" sz="2800" b="1" i="1" spc="-6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forma</a:t>
                </a:r>
                <a:r>
                  <a:rPr lang="pt-BR" sz="2800" b="1" i="1" spc="-6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ótima</a:t>
                </a:r>
                <a:r>
                  <a:rPr lang="pt-BR" sz="2800" b="1" i="1" spc="-8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ao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conjunto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dados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coletado.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749300" lvl="1" indent="-229235">
                  <a:lnSpc>
                    <a:spcPts val="2735"/>
                  </a:lnSpc>
                  <a:spcBef>
                    <a:spcPts val="245"/>
                  </a:spcBef>
                  <a:buFont typeface="Wingdings"/>
                  <a:buChar char=""/>
                  <a:tabLst>
                    <a:tab pos="749935" algn="l"/>
                    <a:tab pos="4291330" algn="l"/>
                    <a:tab pos="4663440" algn="l"/>
                  </a:tabLst>
                </a:pPr>
                <a:r>
                  <a:rPr lang="pt-BR" sz="2400" b="1" i="1" dirty="0">
                    <a:latin typeface="Calibri"/>
                    <a:cs typeface="Calibri"/>
                  </a:rPr>
                  <a:t>Ótima</a:t>
                </a:r>
                <a:r>
                  <a:rPr lang="pt-BR" sz="24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no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sentido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em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que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spc="-50" dirty="0">
                    <a:latin typeface="Cambria Math"/>
                    <a:cs typeface="Cambria Math"/>
                  </a:rPr>
                  <a:t>ℎ(𝒙) </a:t>
                </a:r>
                <a:r>
                  <a:rPr lang="pt-BR" sz="2400" dirty="0">
                    <a:latin typeface="Calibri"/>
                    <a:cs typeface="Calibri"/>
                  </a:rPr>
                  <a:t>minimiza</a:t>
                </a:r>
                <a:r>
                  <a:rPr lang="pt-BR" sz="2400" spc="-9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erro</a:t>
                </a:r>
                <a:r>
                  <a:rPr lang="pt-BR" sz="2400" spc="-7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(i.e.,</a:t>
                </a:r>
                <a:r>
                  <a:rPr lang="pt-BR" sz="2400" spc="-7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diferença)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entre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os</a:t>
                </a:r>
                <a:r>
                  <a:rPr lang="pt-BR" sz="2400" spc="-6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valores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spc="-25" dirty="0">
                    <a:latin typeface="Calibri"/>
                    <a:cs typeface="Calibri"/>
                  </a:rPr>
                  <a:t>de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749300">
                  <a:lnSpc>
                    <a:spcPts val="2735"/>
                  </a:lnSpc>
                </a:pPr>
                <a:r>
                  <a:rPr lang="pt-BR" sz="2400" dirty="0">
                    <a:latin typeface="Calibri"/>
                    <a:cs typeface="Calibri"/>
                  </a:rPr>
                  <a:t>saída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modelo,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b="0" i="1" spc="-1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400" b="0" i="1" spc="-15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 e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os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esperados,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spc="-25" dirty="0">
                    <a:latin typeface="Cambria Math"/>
                    <a:cs typeface="Cambria Math"/>
                  </a:rPr>
                  <a:t>𝑦</a:t>
                </a:r>
                <a:r>
                  <a:rPr lang="pt-BR" sz="2400" spc="-25" dirty="0">
                    <a:latin typeface="Calibri"/>
                    <a:cs typeface="Calibri"/>
                  </a:rPr>
                  <a:t>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292100" marR="1242695" indent="-228600">
                  <a:lnSpc>
                    <a:spcPts val="3020"/>
                  </a:lnSpc>
                  <a:spcBef>
                    <a:spcPts val="1015"/>
                  </a:spcBef>
                  <a:buFont typeface="Arial"/>
                  <a:buChar char="•"/>
                  <a:tabLst>
                    <a:tab pos="2921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Na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sequência,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definiremos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uma</a:t>
                </a:r>
                <a:r>
                  <a:rPr lang="pt-BR" sz="2800" spc="-11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função</a:t>
                </a:r>
                <a:r>
                  <a:rPr lang="pt-BR" sz="2800" b="1" i="1" spc="-8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de</a:t>
                </a:r>
                <a:r>
                  <a:rPr lang="pt-BR" sz="2800" b="1" i="1" spc="-8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erro</a:t>
                </a:r>
                <a:r>
                  <a:rPr lang="pt-BR" sz="2800" b="1" i="1" spc="-6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nos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ajudará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50" dirty="0">
                    <a:latin typeface="Calibri"/>
                    <a:cs typeface="Calibri"/>
                  </a:rPr>
                  <a:t>a </a:t>
                </a:r>
                <a:r>
                  <a:rPr lang="pt-BR" sz="2800" spc="-10" dirty="0">
                    <a:latin typeface="Calibri"/>
                    <a:cs typeface="Calibri"/>
                  </a:rPr>
                  <a:t>encontrar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os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pesos</a:t>
                </a:r>
                <a:r>
                  <a:rPr lang="pt-BR" sz="2800" b="1" i="1" spc="-7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ótimos</a:t>
                </a:r>
                <a:r>
                  <a:rPr lang="pt-BR" sz="2800" b="1" i="1" spc="-6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modelo.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749300" marR="158115" lvl="1" indent="-228600">
                  <a:lnSpc>
                    <a:spcPts val="2580"/>
                  </a:lnSpc>
                  <a:spcBef>
                    <a:spcPts val="545"/>
                  </a:spcBef>
                  <a:buFont typeface="Wingdings"/>
                  <a:buChar char=""/>
                  <a:tabLst>
                    <a:tab pos="749935" algn="l"/>
                    <a:tab pos="7697470" algn="l"/>
                    <a:tab pos="8001634" algn="l"/>
                  </a:tabLst>
                </a:pPr>
                <a:r>
                  <a:rPr lang="pt-BR" sz="2400" b="1" dirty="0">
                    <a:latin typeface="Calibri"/>
                    <a:cs typeface="Calibri"/>
                  </a:rPr>
                  <a:t>Pesos</a:t>
                </a:r>
                <a:r>
                  <a:rPr lang="pt-BR" sz="2400" b="1" spc="-35" dirty="0">
                    <a:latin typeface="Calibri"/>
                    <a:cs typeface="Calibri"/>
                  </a:rPr>
                  <a:t> </a:t>
                </a:r>
                <a:r>
                  <a:rPr lang="pt-BR" sz="2400" b="1" dirty="0">
                    <a:latin typeface="Calibri"/>
                    <a:cs typeface="Calibri"/>
                  </a:rPr>
                  <a:t>ótimos</a:t>
                </a:r>
                <a:r>
                  <a:rPr lang="pt-BR" sz="2400" dirty="0">
                    <a:latin typeface="Calibri"/>
                    <a:cs typeface="Calibri"/>
                  </a:rPr>
                  <a:t>: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conjunto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pesos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função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hipótese,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spc="-50" dirty="0">
                    <a:latin typeface="Cambria Math"/>
                    <a:cs typeface="Cambria Math"/>
                  </a:rPr>
                  <a:t>ℎ(𝒙)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que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fazem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com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spc="-50" dirty="0">
                    <a:latin typeface="Calibri"/>
                    <a:cs typeface="Calibri"/>
                  </a:rPr>
                  <a:t>o </a:t>
                </a:r>
                <a:r>
                  <a:rPr lang="pt-BR" sz="2400" dirty="0">
                    <a:latin typeface="Calibri"/>
                    <a:cs typeface="Calibri"/>
                  </a:rPr>
                  <a:t>erro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seja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minimizado.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726" y="1828800"/>
                <a:ext cx="10964545" cy="4072890"/>
              </a:xfrm>
              <a:prstGeom prst="rect">
                <a:avLst/>
              </a:prstGeom>
              <a:blipFill>
                <a:blip r:embed="rId2"/>
                <a:stretch>
                  <a:fillRect l="-1279" t="-2545" r="-667" b="-35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Definição</a:t>
            </a:r>
            <a:r>
              <a:rPr spc="-50" dirty="0"/>
              <a:t> </a:t>
            </a:r>
            <a:r>
              <a:rPr dirty="0"/>
              <a:t>formal</a:t>
            </a:r>
            <a:r>
              <a:rPr spc="-55" dirty="0"/>
              <a:t> </a:t>
            </a:r>
            <a:r>
              <a:rPr dirty="0"/>
              <a:t>do</a:t>
            </a:r>
            <a:r>
              <a:rPr spc="-60" dirty="0"/>
              <a:t> </a:t>
            </a:r>
            <a:r>
              <a:rPr spc="-10" dirty="0"/>
              <a:t>problema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4991" y="1467531"/>
            <a:ext cx="11042015" cy="508254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425"/>
              </a:spcBef>
            </a:pPr>
            <a:r>
              <a:rPr sz="2800" b="1" spc="-10" dirty="0">
                <a:solidFill>
                  <a:srgbClr val="EC7C30"/>
                </a:solidFill>
                <a:latin typeface="Calibri"/>
                <a:cs typeface="Calibri"/>
              </a:rPr>
              <a:t>Informação</a:t>
            </a:r>
            <a:r>
              <a:rPr sz="2800" b="1" spc="-10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EC7C30"/>
                </a:solidFill>
                <a:latin typeface="Calibri"/>
                <a:cs typeface="Calibri"/>
              </a:rPr>
              <a:t>disponível</a:t>
            </a:r>
            <a:endParaRPr sz="2800" dirty="0">
              <a:latin typeface="Calibri"/>
              <a:cs typeface="Calibri"/>
            </a:endParaRPr>
          </a:p>
          <a:p>
            <a:pPr marL="304800" marR="495300" indent="-228600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304800" algn="l"/>
                <a:tab pos="8677275" algn="l"/>
                <a:tab pos="8948420" algn="l"/>
                <a:tab pos="9469755" algn="l"/>
                <a:tab pos="9740900" algn="l"/>
              </a:tabLst>
            </a:pPr>
            <a:r>
              <a:rPr sz="2800" dirty="0">
                <a:latin typeface="Calibri"/>
                <a:cs typeface="Calibri"/>
              </a:rPr>
              <a:t>Conjunto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𝑁</a:t>
            </a:r>
            <a:r>
              <a:rPr sz="2800" spc="2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observações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pares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treinamento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{𝒙</a:t>
            </a:r>
            <a:r>
              <a:rPr lang="pt-BR" sz="2800" spc="-25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𝑖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i="1" dirty="0">
                <a:latin typeface="Calibri"/>
                <a:cs typeface="Calibri"/>
              </a:rPr>
              <a:t>,</a:t>
            </a:r>
            <a:r>
              <a:rPr sz="2800" i="1" spc="-10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𝑦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𝑖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}</a:t>
            </a:r>
            <a:r>
              <a:rPr sz="2800" i="1" dirty="0">
                <a:latin typeface="Calibri"/>
                <a:cs typeface="Calibri"/>
              </a:rPr>
              <a:t>, </a:t>
            </a:r>
            <a:r>
              <a:rPr sz="2800" dirty="0">
                <a:latin typeface="Cambria Math"/>
                <a:cs typeface="Cambria Math"/>
              </a:rPr>
              <a:t>𝑖</a:t>
            </a:r>
            <a:r>
              <a:rPr sz="2800" spc="229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= </a:t>
            </a:r>
            <a:r>
              <a:rPr sz="2800" spc="-20" dirty="0">
                <a:latin typeface="Cambria Math"/>
                <a:cs typeface="Cambria Math"/>
              </a:rPr>
              <a:t>0,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30" dirty="0">
                <a:latin typeface="Cambria Math"/>
                <a:cs typeface="Cambria Math"/>
              </a:rPr>
              <a:t>…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𝑁</a:t>
            </a:r>
            <a:r>
              <a:rPr sz="2800" spc="4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− 1</a:t>
            </a:r>
            <a:r>
              <a:rPr sz="2800" i="1" dirty="0">
                <a:latin typeface="Calibri"/>
                <a:cs typeface="Calibri"/>
              </a:rPr>
              <a:t>,</a:t>
            </a:r>
            <a:r>
              <a:rPr sz="2800" i="1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onde</a:t>
            </a:r>
            <a:endParaRPr sz="2800" dirty="0">
              <a:latin typeface="Calibri"/>
              <a:cs typeface="Calibri"/>
            </a:endParaRPr>
          </a:p>
          <a:p>
            <a:pPr marL="762000" marR="330835" lvl="1" indent="-228600">
              <a:lnSpc>
                <a:spcPts val="2300"/>
              </a:lnSpc>
              <a:spcBef>
                <a:spcPts val="525"/>
              </a:spcBef>
              <a:buFont typeface="Wingdings"/>
              <a:buChar char=""/>
              <a:tabLst>
                <a:tab pos="762635" algn="l"/>
              </a:tabLst>
            </a:pPr>
            <a:r>
              <a:rPr sz="2400" dirty="0">
                <a:latin typeface="Cambria Math"/>
                <a:cs typeface="Cambria Math"/>
              </a:rPr>
              <a:t>𝒙(𝑖)</a:t>
            </a:r>
            <a:r>
              <a:rPr sz="2400" spc="1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[1,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400" dirty="0">
                <a:latin typeface="Cambria Math"/>
                <a:cs typeface="Cambria Math"/>
              </a:rPr>
              <a:t>(𝑖),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…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𝑥</a:t>
            </a:r>
            <a:r>
              <a:rPr sz="2625" spc="67" baseline="-15873" dirty="0">
                <a:latin typeface="Cambria Math"/>
                <a:cs typeface="Cambria Math"/>
              </a:rPr>
              <a:t>𝐾</a:t>
            </a:r>
            <a:r>
              <a:rPr sz="2400" spc="45" dirty="0">
                <a:latin typeface="Cambria Math"/>
                <a:cs typeface="Cambria Math"/>
              </a:rPr>
              <a:t>(𝑖)]</a:t>
            </a:r>
            <a:r>
              <a:rPr sz="2625" spc="67" baseline="28571" dirty="0">
                <a:latin typeface="Cambria Math"/>
                <a:cs typeface="Cambria Math"/>
              </a:rPr>
              <a:t>𝑇</a:t>
            </a:r>
            <a:r>
              <a:rPr sz="2400" spc="45" dirty="0">
                <a:latin typeface="Cambria Math"/>
                <a:cs typeface="Cambria Math"/>
              </a:rPr>
              <a:t>∈</a:t>
            </a:r>
            <a:r>
              <a:rPr sz="2400" spc="15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ℝ</a:t>
            </a:r>
            <a:r>
              <a:rPr sz="2400" spc="20" dirty="0">
                <a:latin typeface="Cambria Math"/>
                <a:cs typeface="Cambria Math"/>
              </a:rPr>
              <a:t> </a:t>
            </a:r>
            <a:r>
              <a:rPr sz="2625" baseline="28571" dirty="0">
                <a:latin typeface="Cambria Math"/>
                <a:cs typeface="Cambria Math"/>
              </a:rPr>
              <a:t>𝐾+1×1</a:t>
            </a:r>
            <a:r>
              <a:rPr sz="2625" spc="397" baseline="28571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 </a:t>
            </a:r>
            <a:r>
              <a:rPr sz="2400" b="1" i="1" dirty="0">
                <a:solidFill>
                  <a:srgbClr val="00AFEF"/>
                </a:solidFill>
                <a:latin typeface="Calibri"/>
                <a:cs typeface="Calibri"/>
              </a:rPr>
              <a:t>vetor</a:t>
            </a:r>
            <a:r>
              <a:rPr sz="2400" b="1" i="1" spc="-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Calibri"/>
                <a:cs typeface="Calibri"/>
              </a:rPr>
              <a:t>de</a:t>
            </a:r>
            <a:r>
              <a:rPr sz="2400" b="1" i="1" spc="-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Calibri"/>
                <a:cs typeface="Calibri"/>
              </a:rPr>
              <a:t>atributos</a:t>
            </a:r>
            <a:r>
              <a:rPr sz="2400" b="1" i="1" spc="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(vetor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coluna)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com </a:t>
            </a:r>
            <a:r>
              <a:rPr sz="2400" dirty="0">
                <a:latin typeface="Calibri"/>
                <a:cs typeface="Calibri"/>
              </a:rPr>
              <a:t>dimensão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(𝐾</a:t>
            </a:r>
            <a:r>
              <a:rPr sz="2400" spc="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1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×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1)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contendo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ésimos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atributos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762000" marR="1026794" lvl="1" indent="-228600">
              <a:lnSpc>
                <a:spcPct val="80000"/>
              </a:lnSpc>
              <a:spcBef>
                <a:spcPts val="530"/>
              </a:spcBef>
              <a:buFont typeface="Wingdings"/>
              <a:buChar char=""/>
              <a:tabLst>
                <a:tab pos="762635" algn="l"/>
                <a:tab pos="1063625" algn="l"/>
                <a:tab pos="1365250" algn="l"/>
                <a:tab pos="2561590" algn="l"/>
              </a:tabLst>
            </a:pPr>
            <a:r>
              <a:rPr sz="2400" spc="-50" dirty="0">
                <a:latin typeface="Cambria Math"/>
                <a:cs typeface="Cambria Math"/>
              </a:rPr>
              <a:t>𝑦</a:t>
            </a:r>
            <a:r>
              <a:rPr lang="pt-BR" sz="2400" spc="-50" dirty="0">
                <a:latin typeface="Cambria Math"/>
                <a:cs typeface="Cambria Math"/>
              </a:rPr>
              <a:t>(</a:t>
            </a:r>
            <a:r>
              <a:rPr sz="2400" spc="-50" dirty="0">
                <a:latin typeface="Cambria Math"/>
                <a:cs typeface="Cambria Math"/>
              </a:rPr>
              <a:t>𝑖</a:t>
            </a:r>
            <a:r>
              <a:rPr lang="pt-BR" sz="2400" spc="-50" dirty="0">
                <a:latin typeface="Cambria Math"/>
                <a:cs typeface="Cambria Math"/>
              </a:rPr>
              <a:t>)</a:t>
            </a:r>
            <a:r>
              <a:rPr sz="2400" dirty="0">
                <a:latin typeface="Cambria Math"/>
                <a:cs typeface="Cambria Math"/>
              </a:rPr>
              <a:t>	∈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ℝ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ésimo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Calibri"/>
                <a:cs typeface="Calibri"/>
              </a:rPr>
              <a:t>rótulo</a:t>
            </a:r>
            <a:r>
              <a:rPr sz="2400" b="1" i="1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(valor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esperado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referente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vetor</a:t>
            </a:r>
            <a:r>
              <a:rPr sz="2400" spc="-25" dirty="0">
                <a:latin typeface="Calibri"/>
                <a:cs typeface="Calibri"/>
              </a:rPr>
              <a:t> de </a:t>
            </a:r>
            <a:r>
              <a:rPr sz="2400" dirty="0">
                <a:latin typeface="Calibri"/>
                <a:cs typeface="Calibri"/>
              </a:rPr>
              <a:t>atributos,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lang="pt-BR" sz="2400" spc="415" dirty="0">
                <a:latin typeface="Cambria Math"/>
                <a:cs typeface="Cambria Math"/>
              </a:rPr>
              <a:t>(</a:t>
            </a:r>
            <a:r>
              <a:rPr sz="2400" spc="-50" dirty="0">
                <a:latin typeface="Cambria Math"/>
                <a:cs typeface="Cambria Math"/>
              </a:rPr>
              <a:t>𝑖</a:t>
            </a:r>
            <a:r>
              <a:rPr lang="pt-BR" sz="2400" spc="-50" dirty="0">
                <a:latin typeface="Cambria Math"/>
                <a:cs typeface="Cambria Math"/>
              </a:rPr>
              <a:t>)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i="1" spc="-5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304800" marR="17780" indent="-228600">
              <a:lnSpc>
                <a:spcPts val="2690"/>
              </a:lnSpc>
              <a:spcBef>
                <a:spcPts val="955"/>
              </a:spcBef>
              <a:buFont typeface="Arial"/>
              <a:buChar char="•"/>
              <a:tabLst>
                <a:tab pos="304800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𝑁</a:t>
            </a:r>
            <a:r>
              <a:rPr sz="2800" spc="3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observações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conjunto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treinamento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amostras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coletadas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utilizaremos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treinar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modelo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304800" marR="186055" indent="-228600">
              <a:lnSpc>
                <a:spcPct val="80000"/>
              </a:lnSpc>
              <a:spcBef>
                <a:spcPts val="1019"/>
              </a:spcBef>
              <a:buFont typeface="Arial"/>
              <a:buChar char="•"/>
              <a:tabLst>
                <a:tab pos="304800" algn="l"/>
              </a:tabLst>
            </a:pPr>
            <a:r>
              <a:rPr sz="2800" dirty="0">
                <a:latin typeface="Calibri"/>
                <a:cs typeface="Calibri"/>
              </a:rPr>
              <a:t>Notem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atributos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sempre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𝐾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304800" marR="303530" indent="-228600">
              <a:lnSpc>
                <a:spcPts val="2690"/>
              </a:lnSpc>
              <a:spcBef>
                <a:spcPts val="985"/>
              </a:spcBef>
              <a:buFont typeface="Arial"/>
              <a:buChar char="•"/>
              <a:tabLst>
                <a:tab pos="304800" algn="l"/>
              </a:tabLst>
            </a:pP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veremos,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elemento,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primeiro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vetor,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constante </a:t>
            </a:r>
            <a:r>
              <a:rPr sz="2800" dirty="0">
                <a:latin typeface="Calibri"/>
                <a:cs typeface="Calibri"/>
              </a:rPr>
              <a:t>igual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possamos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representar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modelo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formato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vetorial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Definição</a:t>
            </a:r>
            <a:r>
              <a:rPr spc="-50" dirty="0"/>
              <a:t> </a:t>
            </a:r>
            <a:r>
              <a:rPr dirty="0"/>
              <a:t>formal</a:t>
            </a:r>
            <a:r>
              <a:rPr spc="-55" dirty="0"/>
              <a:t> </a:t>
            </a:r>
            <a:r>
              <a:rPr dirty="0"/>
              <a:t>do</a:t>
            </a:r>
            <a:r>
              <a:rPr spc="-60" dirty="0"/>
              <a:t> </a:t>
            </a:r>
            <a:r>
              <a:rPr spc="-10" dirty="0"/>
              <a:t>problema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939" y="1707159"/>
            <a:ext cx="4364990" cy="105092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10" dirty="0">
                <a:solidFill>
                  <a:srgbClr val="EC7C30"/>
                </a:solidFill>
                <a:latin typeface="Calibri"/>
                <a:cs typeface="Calibri"/>
              </a:rPr>
              <a:t>Modelo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hiperplano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2819400" y="2537281"/>
                <a:ext cx="5715811" cy="894027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95"/>
                  </a:spcBef>
                  <a:tabLst>
                    <a:tab pos="19526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l-G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</m:oMath>
                  </m:oMathPara>
                </a14:m>
                <a:endParaRPr sz="28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2537281"/>
                <a:ext cx="5715811" cy="8940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bject 8"/>
          <p:cNvSpPr txBox="1"/>
          <p:nvPr/>
        </p:nvSpPr>
        <p:spPr>
          <a:xfrm>
            <a:off x="8458200" y="2718307"/>
            <a:ext cx="1163955" cy="62357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675"/>
              </a:spcBef>
            </a:pPr>
            <a:r>
              <a:rPr sz="2800" spc="-10" dirty="0">
                <a:latin typeface="Cambria Math"/>
                <a:cs typeface="Cambria Math"/>
              </a:rPr>
              <a:t>𝒂</a:t>
            </a:r>
            <a:r>
              <a:rPr sz="3075" spc="-15" baseline="27100" dirty="0">
                <a:latin typeface="Cambria Math"/>
                <a:cs typeface="Cambria Math"/>
              </a:rPr>
              <a:t>𝑇</a:t>
            </a:r>
            <a:r>
              <a:rPr sz="2800" spc="-10" dirty="0">
                <a:latin typeface="Cambria Math"/>
                <a:cs typeface="Cambria Math"/>
              </a:rPr>
              <a:t>𝒙(𝑖)</a:t>
            </a:r>
            <a:r>
              <a:rPr sz="2800" spc="-10" dirty="0">
                <a:latin typeface="Calibri"/>
                <a:cs typeface="Calibri"/>
              </a:rPr>
              <a:t>,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6952" y="3522903"/>
            <a:ext cx="10798175" cy="312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ts val="3180"/>
              </a:lnSpc>
              <a:spcBef>
                <a:spcPts val="95"/>
              </a:spcBef>
              <a:tabLst>
                <a:tab pos="9525635" algn="l"/>
              </a:tabLst>
            </a:pPr>
            <a:r>
              <a:rPr sz="2800" dirty="0">
                <a:latin typeface="Calibri"/>
                <a:cs typeface="Calibri"/>
              </a:rPr>
              <a:t>onde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𝒂</a:t>
            </a:r>
            <a:r>
              <a:rPr sz="2800" spc="10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14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[𝑎</a:t>
            </a:r>
            <a:r>
              <a:rPr sz="3075" baseline="-16260" dirty="0">
                <a:latin typeface="Cambria Math"/>
                <a:cs typeface="Cambria Math"/>
              </a:rPr>
              <a:t>0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spc="-30" dirty="0">
                <a:latin typeface="Cambria Math"/>
                <a:cs typeface="Cambria Math"/>
              </a:rPr>
              <a:t>…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spc="50" dirty="0">
                <a:latin typeface="Cambria Math"/>
                <a:cs typeface="Cambria Math"/>
              </a:rPr>
              <a:t>𝑎</a:t>
            </a:r>
            <a:r>
              <a:rPr sz="3075" spc="75" baseline="-16260" dirty="0">
                <a:latin typeface="Cambria Math"/>
                <a:cs typeface="Cambria Math"/>
              </a:rPr>
              <a:t>𝐾</a:t>
            </a:r>
            <a:r>
              <a:rPr sz="2800" spc="50" dirty="0">
                <a:latin typeface="Cambria Math"/>
                <a:cs typeface="Cambria Math"/>
              </a:rPr>
              <a:t>]</a:t>
            </a:r>
            <a:r>
              <a:rPr sz="3075" spc="75" baseline="27100" dirty="0">
                <a:latin typeface="Cambria Math"/>
                <a:cs typeface="Cambria Math"/>
              </a:rPr>
              <a:t>𝑇</a:t>
            </a:r>
            <a:r>
              <a:rPr sz="3075" spc="487" baseline="2710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coluna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dimensão </a:t>
            </a:r>
            <a:r>
              <a:rPr sz="2800" dirty="0">
                <a:latin typeface="Cambria Math"/>
                <a:cs typeface="Cambria Math"/>
              </a:rPr>
              <a:t>(𝐾</a:t>
            </a:r>
            <a:r>
              <a:rPr sz="2800" spc="4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+</a:t>
            </a:r>
            <a:r>
              <a:rPr sz="2800" spc="-35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1</a:t>
            </a:r>
            <a:r>
              <a:rPr sz="2800" dirty="0">
                <a:latin typeface="Cambria Math"/>
                <a:cs typeface="Cambria Math"/>
              </a:rPr>
              <a:t>×</a:t>
            </a:r>
            <a:r>
              <a:rPr sz="2800" spc="-2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1)</a:t>
            </a:r>
            <a:endParaRPr sz="2800" dirty="0">
              <a:latin typeface="Cambria Math"/>
              <a:cs typeface="Cambria Math"/>
            </a:endParaRPr>
          </a:p>
          <a:p>
            <a:pPr marL="63500">
              <a:lnSpc>
                <a:spcPts val="3180"/>
              </a:lnSpc>
            </a:pPr>
            <a:r>
              <a:rPr sz="2800" spc="-10" dirty="0">
                <a:latin typeface="Calibri"/>
                <a:cs typeface="Calibri"/>
              </a:rPr>
              <a:t>contendo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pesos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hipótese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675"/>
              </a:spcBef>
            </a:pPr>
            <a:r>
              <a:rPr sz="2800" b="1" spc="-10" dirty="0">
                <a:latin typeface="Calibri"/>
                <a:cs typeface="Calibri"/>
              </a:rPr>
              <a:t>Observações</a:t>
            </a:r>
            <a:endParaRPr sz="2800" dirty="0">
              <a:latin typeface="Calibri"/>
              <a:cs typeface="Calibri"/>
            </a:endParaRPr>
          </a:p>
          <a:p>
            <a:pPr marL="749300" indent="-229235">
              <a:lnSpc>
                <a:spcPts val="2740"/>
              </a:lnSpc>
              <a:spcBef>
                <a:spcPts val="244"/>
              </a:spcBef>
              <a:buFont typeface="Wingdings"/>
              <a:buChar char=""/>
              <a:tabLst>
                <a:tab pos="749935" algn="l"/>
                <a:tab pos="6720840" algn="l"/>
                <a:tab pos="7092950" algn="l"/>
              </a:tabLst>
            </a:pPr>
            <a:r>
              <a:rPr sz="2400" dirty="0">
                <a:latin typeface="Cambria Math"/>
                <a:cs typeface="Cambria Math"/>
              </a:rPr>
              <a:t>𝑎</a:t>
            </a:r>
            <a:r>
              <a:rPr sz="2625" baseline="-15873" dirty="0">
                <a:latin typeface="Cambria Math"/>
                <a:cs typeface="Cambria Math"/>
              </a:rPr>
              <a:t>0</a:t>
            </a:r>
            <a:r>
              <a:rPr sz="2625" spc="359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coeficiente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linear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ℎ</a:t>
            </a:r>
            <a:r>
              <a:rPr lang="pt-BR" sz="2400" spc="-50" dirty="0">
                <a:latin typeface="Cambria Math"/>
                <a:cs typeface="Cambria Math"/>
              </a:rPr>
              <a:t>(</a:t>
            </a:r>
            <a:r>
              <a:rPr sz="2400" spc="-50" dirty="0">
                <a:latin typeface="Cambria Math"/>
                <a:cs typeface="Cambria Math"/>
              </a:rPr>
              <a:t>𝒙</a:t>
            </a:r>
            <a:r>
              <a:rPr lang="pt-BR" sz="2400" spc="-50" dirty="0">
                <a:latin typeface="Cambria Math"/>
                <a:cs typeface="Cambria Math"/>
              </a:rPr>
              <a:t>)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intercepta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eixo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das</a:t>
            </a:r>
            <a:endParaRPr sz="2400" dirty="0">
              <a:latin typeface="Calibri"/>
              <a:cs typeface="Calibri"/>
            </a:endParaRPr>
          </a:p>
          <a:p>
            <a:pPr marL="749300">
              <a:lnSpc>
                <a:spcPts val="2740"/>
              </a:lnSpc>
            </a:pPr>
            <a:r>
              <a:rPr sz="2400" dirty="0">
                <a:latin typeface="Calibri"/>
                <a:cs typeface="Calibri"/>
              </a:rPr>
              <a:t>ordenadas,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𝑦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𝑎</a:t>
            </a:r>
            <a:r>
              <a:rPr sz="2625" baseline="-15873" dirty="0">
                <a:latin typeface="Cambria Math"/>
                <a:cs typeface="Cambria Math"/>
              </a:rPr>
              <a:t>0</a:t>
            </a:r>
            <a:r>
              <a:rPr sz="2625" spc="33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conhecido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também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intercept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bias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749300" marR="43180" indent="-228600">
              <a:lnSpc>
                <a:spcPts val="2590"/>
              </a:lnSpc>
              <a:spcBef>
                <a:spcPts val="530"/>
              </a:spcBef>
              <a:buFont typeface="Wingdings"/>
              <a:buChar char=""/>
              <a:tabLst>
                <a:tab pos="749935" algn="l"/>
              </a:tabLst>
            </a:pPr>
            <a:r>
              <a:rPr sz="2400" dirty="0">
                <a:latin typeface="Calibri"/>
                <a:cs typeface="Calibri"/>
              </a:rPr>
              <a:t>Como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𝑎</a:t>
            </a:r>
            <a:r>
              <a:rPr sz="2625" baseline="-15873" dirty="0">
                <a:latin typeface="Cambria Math"/>
                <a:cs typeface="Cambria Math"/>
              </a:rPr>
              <a:t>0</a:t>
            </a:r>
            <a:r>
              <a:rPr sz="2625" spc="35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atributo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relacionado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6FC0"/>
                </a:solidFill>
                <a:latin typeface="Calibri"/>
                <a:cs typeface="Calibri"/>
              </a:rPr>
              <a:t>facilitar</a:t>
            </a:r>
            <a:r>
              <a:rPr sz="2400" b="1" i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b="1" i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6FC0"/>
                </a:solidFill>
                <a:latin typeface="Calibri"/>
                <a:cs typeface="Calibri"/>
              </a:rPr>
              <a:t>representação </a:t>
            </a:r>
            <a:r>
              <a:rPr sz="2400" b="1" i="1" dirty="0">
                <a:solidFill>
                  <a:srgbClr val="006FC0"/>
                </a:solidFill>
                <a:latin typeface="Calibri"/>
                <a:cs typeface="Calibri"/>
              </a:rPr>
              <a:t>vetorial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criamos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6FC0"/>
                </a:solidFill>
                <a:latin typeface="Calibri"/>
                <a:cs typeface="Calibri"/>
              </a:rPr>
              <a:t>atributo</a:t>
            </a:r>
            <a:r>
              <a:rPr sz="2400" b="1" i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6FC0"/>
                </a:solidFill>
                <a:latin typeface="Calibri"/>
                <a:cs typeface="Calibri"/>
              </a:rPr>
              <a:t>falso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625" baseline="-15873" dirty="0">
                <a:latin typeface="Cambria Math"/>
                <a:cs typeface="Cambria Math"/>
              </a:rPr>
              <a:t>0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chamado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 </a:t>
            </a:r>
            <a:r>
              <a:rPr sz="2400" b="1" i="1" dirty="0">
                <a:solidFill>
                  <a:srgbClr val="006FC0"/>
                </a:solidFill>
                <a:latin typeface="Calibri"/>
                <a:cs typeface="Calibri"/>
              </a:rPr>
              <a:t>atributos</a:t>
            </a:r>
            <a:r>
              <a:rPr sz="2400" b="1" i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2400" b="1" i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6FC0"/>
                </a:solidFill>
                <a:latin typeface="Calibri"/>
                <a:cs typeface="Calibri"/>
              </a:rPr>
              <a:t>bias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valor constante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igual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625" baseline="-15873" dirty="0">
                <a:latin typeface="Cambria Math"/>
                <a:cs typeface="Cambria Math"/>
              </a:rPr>
              <a:t>0</a:t>
            </a:r>
            <a:r>
              <a:rPr sz="2625" spc="540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1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68204" y="2330970"/>
            <a:ext cx="144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Representação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vetorial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622027" y="2580524"/>
            <a:ext cx="885190" cy="449580"/>
          </a:xfrm>
          <a:custGeom>
            <a:avLst/>
            <a:gdLst/>
            <a:ahLst/>
            <a:cxnLst/>
            <a:rect l="l" t="t" r="r" b="b"/>
            <a:pathLst>
              <a:path w="885190" h="449580">
                <a:moveTo>
                  <a:pt x="50800" y="381126"/>
                </a:moveTo>
                <a:lnTo>
                  <a:pt x="0" y="449452"/>
                </a:lnTo>
                <a:lnTo>
                  <a:pt x="85217" y="449071"/>
                </a:lnTo>
                <a:lnTo>
                  <a:pt x="72350" y="423671"/>
                </a:lnTo>
                <a:lnTo>
                  <a:pt x="58038" y="423671"/>
                </a:lnTo>
                <a:lnTo>
                  <a:pt x="55245" y="417956"/>
                </a:lnTo>
                <a:lnTo>
                  <a:pt x="66558" y="412236"/>
                </a:lnTo>
                <a:lnTo>
                  <a:pt x="50800" y="381126"/>
                </a:lnTo>
                <a:close/>
              </a:path>
              <a:path w="885190" h="449580">
                <a:moveTo>
                  <a:pt x="66558" y="412236"/>
                </a:moveTo>
                <a:lnTo>
                  <a:pt x="55245" y="417956"/>
                </a:lnTo>
                <a:lnTo>
                  <a:pt x="58038" y="423671"/>
                </a:lnTo>
                <a:lnTo>
                  <a:pt x="69432" y="417909"/>
                </a:lnTo>
                <a:lnTo>
                  <a:pt x="66558" y="412236"/>
                </a:lnTo>
                <a:close/>
              </a:path>
              <a:path w="885190" h="449580">
                <a:moveTo>
                  <a:pt x="69432" y="417909"/>
                </a:moveTo>
                <a:lnTo>
                  <a:pt x="58038" y="423671"/>
                </a:lnTo>
                <a:lnTo>
                  <a:pt x="72350" y="423671"/>
                </a:lnTo>
                <a:lnTo>
                  <a:pt x="69432" y="417909"/>
                </a:lnTo>
                <a:close/>
              </a:path>
              <a:path w="885190" h="449580">
                <a:moveTo>
                  <a:pt x="881760" y="0"/>
                </a:moveTo>
                <a:lnTo>
                  <a:pt x="66558" y="412236"/>
                </a:lnTo>
                <a:lnTo>
                  <a:pt x="69432" y="417909"/>
                </a:lnTo>
                <a:lnTo>
                  <a:pt x="884681" y="5587"/>
                </a:lnTo>
                <a:lnTo>
                  <a:pt x="8817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Definição</a:t>
            </a:r>
            <a:r>
              <a:rPr spc="-50" dirty="0"/>
              <a:t> </a:t>
            </a:r>
            <a:r>
              <a:rPr dirty="0"/>
              <a:t>formal</a:t>
            </a:r>
            <a:r>
              <a:rPr spc="-55" dirty="0"/>
              <a:t> </a:t>
            </a:r>
            <a:r>
              <a:rPr dirty="0"/>
              <a:t>do</a:t>
            </a:r>
            <a:r>
              <a:rPr spc="-60" dirty="0"/>
              <a:t> </a:t>
            </a:r>
            <a:r>
              <a:rPr spc="-10" dirty="0"/>
              <a:t>problema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916939" y="1454225"/>
                <a:ext cx="10966450" cy="1825500"/>
              </a:xfrm>
              <a:prstGeom prst="rect">
                <a:avLst/>
              </a:prstGeom>
            </p:spPr>
            <p:txBody>
              <a:bodyPr vert="horz" wrap="square" lIns="0" tIns="9842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775"/>
                  </a:spcBef>
                </a:pPr>
                <a:r>
                  <a:rPr lang="pt-BR" sz="2800" b="1" spc="-10" dirty="0">
                    <a:solidFill>
                      <a:srgbClr val="EC7C30"/>
                    </a:solidFill>
                    <a:latin typeface="Calibri"/>
                    <a:cs typeface="Calibri"/>
                  </a:rPr>
                  <a:t>Objetivo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66700" marR="30480" indent="-228600">
                  <a:lnSpc>
                    <a:spcPts val="3020"/>
                  </a:lnSpc>
                  <a:spcBef>
                    <a:spcPts val="1060"/>
                  </a:spcBef>
                  <a:buFont typeface="Arial"/>
                  <a:buChar char="•"/>
                  <a:tabLst>
                    <a:tab pos="266700" algn="l"/>
                    <a:tab pos="1920239" algn="l"/>
                    <a:tab pos="2287270" algn="l"/>
                    <a:tab pos="6236970" algn="l"/>
                    <a:tab pos="6508115" algn="l"/>
                    <a:tab pos="9550400" algn="l"/>
                    <a:tab pos="9821545" algn="l"/>
                  </a:tabLst>
                </a:pPr>
                <a:r>
                  <a:rPr lang="pt-BR" sz="2800" spc="-10" dirty="0">
                    <a:latin typeface="Calibri"/>
                    <a:cs typeface="Calibri"/>
                  </a:rPr>
                  <a:t>Encontrar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6FC0"/>
                    </a:solidFill>
                    <a:latin typeface="Calibri"/>
                    <a:cs typeface="Calibri"/>
                  </a:rPr>
                  <a:t>vetor</a:t>
                </a:r>
                <a:r>
                  <a:rPr lang="pt-BR" sz="2800" b="1" i="1" spc="-55" dirty="0">
                    <a:solidFill>
                      <a:srgbClr val="006FC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6FC0"/>
                    </a:solidFill>
                    <a:latin typeface="Calibri"/>
                    <a:cs typeface="Calibri"/>
                  </a:rPr>
                  <a:t>de</a:t>
                </a:r>
                <a:r>
                  <a:rPr lang="pt-BR" sz="2800" b="1" i="1" spc="-60" dirty="0">
                    <a:solidFill>
                      <a:srgbClr val="006FC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6FC0"/>
                    </a:solidFill>
                    <a:latin typeface="Calibri"/>
                    <a:cs typeface="Calibri"/>
                  </a:rPr>
                  <a:t>pesos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𝒂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minimize</a:t>
                </a:r>
                <a:r>
                  <a:rPr lang="pt-BR" sz="2800" b="1" i="1" spc="-50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o</a:t>
                </a:r>
                <a:r>
                  <a:rPr lang="pt-BR" sz="2800" b="1" i="1" spc="-70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erro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dado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por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uma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função </a:t>
                </a:r>
                <a:r>
                  <a:rPr lang="pt-BR" sz="2800" b="1" i="1" dirty="0">
                    <a:latin typeface="Calibri"/>
                    <a:cs typeface="Calibri"/>
                  </a:rPr>
                  <a:t>de</a:t>
                </a:r>
                <a:r>
                  <a:rPr lang="pt-BR" sz="28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erro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𝐽</a:t>
                </a:r>
                <a:r>
                  <a:rPr lang="pt-BR" sz="3075" spc="-37" baseline="-16260" dirty="0">
                    <a:latin typeface="Cambria Math"/>
                    <a:cs typeface="Cambria Math"/>
                  </a:rPr>
                  <a:t>𝑒</a:t>
                </a:r>
                <a:r>
                  <a:rPr lang="pt-BR" sz="2800" spc="-50" dirty="0">
                    <a:latin typeface="Cambria Math"/>
                    <a:cs typeface="Cambria Math"/>
                  </a:rPr>
                  <a:t>(𝒂</a:t>
                </a:r>
                <a:r>
                  <a:rPr lang="pt-BR" sz="2800" dirty="0">
                    <a:latin typeface="Cambria Math"/>
                    <a:cs typeface="Cambria Math"/>
                  </a:rPr>
                  <a:t>)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entre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valor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esperado,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spc="-50" dirty="0">
                    <a:latin typeface="Cambria Math"/>
                    <a:cs typeface="Cambria Math"/>
                  </a:rPr>
                  <a:t>𝑦(𝑖)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aproximação,</a:t>
                </a:r>
                <a:r>
                  <a:rPr lang="pt-BR" sz="2800" spc="-1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i="1" spc="-15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800" b="0" i="1" spc="-15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pt-BR" sz="2800" b="0" i="1" spc="-1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800" b="0" i="1" spc="-1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</m:e>
                    </m:d>
                    <m:r>
                      <a:rPr lang="pt-BR" sz="2800" b="0" i="1" spc="-1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</m:oMath>
                </a14:m>
                <a:r>
                  <a:rPr lang="pt-BR" sz="2800" spc="-15" dirty="0">
                    <a:solidFill>
                      <a:schemeClr val="tx1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spc="-15" dirty="0">
                    <a:latin typeface="Calibri"/>
                    <a:cs typeface="Calibri"/>
                  </a:rPr>
                  <a:t>para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todos</a:t>
                </a:r>
                <a:r>
                  <a:rPr lang="pt-BR" sz="2800" b="1" i="1" spc="-70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os</a:t>
                </a:r>
                <a:r>
                  <a:rPr lang="pt-BR" sz="2800" b="1" i="1" spc="-60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20" dirty="0">
                    <a:solidFill>
                      <a:srgbClr val="EC7C30"/>
                    </a:solidFill>
                    <a:latin typeface="Calibri"/>
                    <a:cs typeface="Calibri"/>
                  </a:rPr>
                  <a:t>exemplos</a:t>
                </a:r>
                <a:r>
                  <a:rPr lang="pt-BR" sz="2800" b="1" i="1" spc="-60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6FC0"/>
                    </a:solidFill>
                    <a:latin typeface="Calibri"/>
                    <a:cs typeface="Calibri"/>
                  </a:rPr>
                  <a:t>do</a:t>
                </a:r>
                <a:r>
                  <a:rPr lang="pt-BR" sz="2800" b="1" i="1" spc="-65" dirty="0">
                    <a:solidFill>
                      <a:srgbClr val="006FC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6FC0"/>
                    </a:solidFill>
                    <a:latin typeface="Calibri"/>
                    <a:cs typeface="Calibri"/>
                  </a:rPr>
                  <a:t>conjunto</a:t>
                </a:r>
                <a:r>
                  <a:rPr lang="pt-BR" sz="2800" b="1" i="1" spc="-80" dirty="0">
                    <a:solidFill>
                      <a:srgbClr val="006FC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6FC0"/>
                    </a:solidFill>
                    <a:latin typeface="Calibri"/>
                    <a:cs typeface="Calibri"/>
                  </a:rPr>
                  <a:t>de</a:t>
                </a:r>
                <a:r>
                  <a:rPr lang="pt-BR" sz="2800" b="1" i="1" spc="-60" dirty="0">
                    <a:solidFill>
                      <a:srgbClr val="006FC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6FC0"/>
                    </a:solidFill>
                    <a:latin typeface="Calibri"/>
                    <a:cs typeface="Calibri"/>
                  </a:rPr>
                  <a:t>treinamento</a:t>
                </a:r>
                <a:r>
                  <a:rPr lang="pt-BR" sz="2800" spc="-10" dirty="0">
                    <a:latin typeface="Calibri"/>
                    <a:cs typeface="Calibri"/>
                  </a:rPr>
                  <a:t>.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1454225"/>
                <a:ext cx="10966450" cy="1825500"/>
              </a:xfrm>
              <a:prstGeom prst="rect">
                <a:avLst/>
              </a:prstGeom>
              <a:blipFill>
                <a:blip r:embed="rId2"/>
                <a:stretch>
                  <a:fillRect l="-1612" t="-334" r="-1556" b="-110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bject 9"/>
          <p:cNvSpPr txBox="1"/>
          <p:nvPr/>
        </p:nvSpPr>
        <p:spPr>
          <a:xfrm>
            <a:off x="915690" y="3578276"/>
            <a:ext cx="10928350" cy="28854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Ou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treinamento</a:t>
            </a:r>
            <a:r>
              <a:rPr sz="2800" b="1" i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envolve</a:t>
            </a:r>
            <a:r>
              <a:rPr sz="28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minimização</a:t>
            </a:r>
            <a:r>
              <a:rPr sz="2800" b="1" i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2800" b="1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uma</a:t>
            </a:r>
            <a:r>
              <a:rPr sz="28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função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2800" b="1" i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6FC0"/>
                </a:solidFill>
                <a:latin typeface="Calibri"/>
                <a:cs typeface="Calibri"/>
              </a:rPr>
              <a:t>erro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Isso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escrito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problema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otimização</a:t>
            </a:r>
            <a:endParaRPr lang="pt-BR" sz="2800" spc="-1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endParaRPr lang="pt-BR" sz="2800" dirty="0">
              <a:latin typeface="Cambria Math"/>
              <a:cs typeface="Cambria Math"/>
            </a:endParaRPr>
          </a:p>
          <a:p>
            <a:pPr marL="241300" indent="-228600">
              <a:lnSpc>
                <a:spcPts val="3190"/>
              </a:lnSpc>
              <a:spcBef>
                <a:spcPts val="17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 err="1">
                <a:latin typeface="Calibri"/>
                <a:cs typeface="Calibri"/>
              </a:rPr>
              <a:t>Portanto</a:t>
            </a:r>
            <a:r>
              <a:rPr sz="2800" spc="-2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consigamos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 err="1">
                <a:latin typeface="Calibri"/>
                <a:cs typeface="Calibri"/>
              </a:rPr>
              <a:t>treinar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precisamos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definir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função</a:t>
            </a:r>
            <a:r>
              <a:rPr sz="2800" b="1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erro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700F41F-1073-0D2E-B627-58342155372E}"/>
                  </a:ext>
                </a:extLst>
              </p:cNvPr>
              <p:cNvSpPr txBox="1"/>
              <p:nvPr/>
            </p:nvSpPr>
            <p:spPr>
              <a:xfrm>
                <a:off x="4887174" y="4954490"/>
                <a:ext cx="2417650" cy="5889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 ∈  </m:t>
                              </m:r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700F41F-1073-0D2E-B627-583421553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7174" y="4954490"/>
                <a:ext cx="2417650" cy="588944"/>
              </a:xfrm>
              <a:prstGeom prst="rect">
                <a:avLst/>
              </a:prstGeom>
              <a:blipFill>
                <a:blip r:embed="rId3"/>
                <a:stretch>
                  <a:fillRect b="-104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Função</a:t>
            </a:r>
            <a:r>
              <a:rPr spc="-5" dirty="0"/>
              <a:t> </a:t>
            </a:r>
            <a:r>
              <a:rPr dirty="0"/>
              <a:t>de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17599"/>
            <a:ext cx="10235565" cy="12266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Existem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várias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possibilidades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definir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erro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Porém,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regressão,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comum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utilizar-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 err="1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10" dirty="0" err="1">
                <a:solidFill>
                  <a:srgbClr val="00AF50"/>
                </a:solidFill>
                <a:latin typeface="Calibri"/>
                <a:cs typeface="Calibri"/>
              </a:rPr>
              <a:t>quadrático</a:t>
            </a:r>
            <a:r>
              <a:rPr lang="pt-BR"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600" b="1" i="1" dirty="0">
                <a:solidFill>
                  <a:srgbClr val="00AF50"/>
                </a:solidFill>
                <a:latin typeface="Calibri"/>
                <a:cs typeface="Calibri"/>
              </a:rPr>
              <a:t>médio</a:t>
            </a:r>
            <a:r>
              <a:rPr lang="pt-BR"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(EQM)</a:t>
            </a:r>
            <a:endParaRPr lang="pt-BR" sz="26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6939" y="3894921"/>
            <a:ext cx="10539095" cy="2744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onde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𝑁</a:t>
            </a:r>
            <a:r>
              <a:rPr sz="2600" spc="5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número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(ou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observações).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EQM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média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aritmética</a:t>
            </a:r>
            <a:r>
              <a:rPr sz="26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quadrado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 erros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Veremos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adiante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razão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pela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EQM</a:t>
            </a:r>
            <a:r>
              <a:rPr sz="26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utilizado.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vetor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foi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evidenciado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hipótese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mostrar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b="1" i="1" spc="-20" dirty="0">
                <a:solidFill>
                  <a:srgbClr val="EC7C30"/>
                </a:solidFill>
                <a:latin typeface="Calibri"/>
                <a:cs typeface="Calibri"/>
              </a:rPr>
              <a:t>erro </a:t>
            </a:r>
            <a:r>
              <a:rPr sz="2600" b="1" i="1" dirty="0">
                <a:solidFill>
                  <a:srgbClr val="EC7C30"/>
                </a:solidFill>
                <a:latin typeface="Calibri"/>
                <a:cs typeface="Calibri"/>
              </a:rPr>
              <a:t>depende</a:t>
            </a:r>
            <a:r>
              <a:rPr sz="26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EC7C30"/>
                </a:solidFill>
                <a:latin typeface="Calibri"/>
                <a:cs typeface="Calibri"/>
              </a:rPr>
              <a:t>dos</a:t>
            </a:r>
            <a:r>
              <a:rPr sz="2600" b="1" i="1" spc="1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EC7C30"/>
                </a:solidFill>
                <a:latin typeface="Calibri"/>
                <a:cs typeface="Calibri"/>
              </a:rPr>
              <a:t>valores</a:t>
            </a:r>
            <a:r>
              <a:rPr sz="2600" b="1" i="1" spc="-1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EC7C30"/>
                </a:solidFill>
                <a:latin typeface="Calibri"/>
                <a:cs typeface="Calibri"/>
              </a:rPr>
              <a:t>dos</a:t>
            </a:r>
            <a:r>
              <a:rPr sz="2600" b="1" i="1" spc="-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EC7C30"/>
                </a:solidFill>
                <a:latin typeface="Calibri"/>
                <a:cs typeface="Calibri"/>
              </a:rPr>
              <a:t>pesos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marR="222250" lvl="1" indent="-228600">
              <a:lnSpc>
                <a:spcPct val="70000"/>
              </a:lnSpc>
              <a:spcBef>
                <a:spcPts val="49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spc="-20" dirty="0">
                <a:latin typeface="Calibri"/>
                <a:cs typeface="Calibri"/>
              </a:rPr>
              <a:t>Variando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pesos,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ficamos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6F2F9F"/>
                </a:solidFill>
                <a:latin typeface="Calibri"/>
                <a:cs typeface="Calibri"/>
              </a:rPr>
              <a:t>mais</a:t>
            </a:r>
            <a:r>
              <a:rPr sz="22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6F2F9F"/>
                </a:solidFill>
                <a:latin typeface="Calibri"/>
                <a:cs typeface="Calibri"/>
              </a:rPr>
              <a:t>próximos</a:t>
            </a:r>
            <a:r>
              <a:rPr sz="22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6F2F9F"/>
                </a:solidFill>
                <a:latin typeface="Calibri"/>
                <a:cs typeface="Calibri"/>
              </a:rPr>
              <a:t>ou</a:t>
            </a:r>
            <a:r>
              <a:rPr sz="22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6F2F9F"/>
                </a:solidFill>
                <a:latin typeface="Calibri"/>
                <a:cs typeface="Calibri"/>
              </a:rPr>
              <a:t>mais</a:t>
            </a:r>
            <a:r>
              <a:rPr sz="22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6F2F9F"/>
                </a:solidFill>
                <a:latin typeface="Calibri"/>
                <a:cs typeface="Calibri"/>
              </a:rPr>
              <a:t>distantes</a:t>
            </a:r>
            <a:r>
              <a:rPr sz="22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função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hipótese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que </a:t>
            </a:r>
            <a:r>
              <a:rPr sz="2200" dirty="0">
                <a:latin typeface="Calibri"/>
                <a:cs typeface="Calibri"/>
              </a:rPr>
              <a:t>minimiza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erro,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i.e.,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6F2F9F"/>
                </a:solidFill>
                <a:latin typeface="Calibri"/>
                <a:cs typeface="Calibri"/>
              </a:rPr>
              <a:t>função</a:t>
            </a:r>
            <a:r>
              <a:rPr sz="22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6F2F9F"/>
                </a:solidFill>
                <a:latin typeface="Calibri"/>
                <a:cs typeface="Calibri"/>
              </a:rPr>
              <a:t>hipótese</a:t>
            </a:r>
            <a:r>
              <a:rPr sz="22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6F2F9F"/>
                </a:solidFill>
                <a:latin typeface="Calibri"/>
                <a:cs typeface="Calibri"/>
              </a:rPr>
              <a:t>ótima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Assim,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variar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pesos,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estamos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caminhando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espaço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hipóteses.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681461" y="2506471"/>
            <a:ext cx="1114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Erro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entre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saída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614406" y="2689352"/>
            <a:ext cx="1249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937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esperada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 a </a:t>
            </a:r>
            <a:r>
              <a:rPr sz="1200" spc="-20" dirty="0">
                <a:latin typeface="Calibri"/>
                <a:cs typeface="Calibri"/>
              </a:rPr>
              <a:t>saída </a:t>
            </a:r>
            <a:r>
              <a:rPr sz="1200" dirty="0">
                <a:latin typeface="Calibri"/>
                <a:cs typeface="Calibri"/>
              </a:rPr>
              <a:t>da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função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hipótese.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506079" y="2612517"/>
            <a:ext cx="2084705" cy="534670"/>
          </a:xfrm>
          <a:custGeom>
            <a:avLst/>
            <a:gdLst/>
            <a:ahLst/>
            <a:cxnLst/>
            <a:rect l="l" t="t" r="r" b="b"/>
            <a:pathLst>
              <a:path w="2084704" h="534669">
                <a:moveTo>
                  <a:pt x="64897" y="460502"/>
                </a:moveTo>
                <a:lnTo>
                  <a:pt x="0" y="515747"/>
                </a:lnTo>
                <a:lnTo>
                  <a:pt x="83057" y="534543"/>
                </a:lnTo>
                <a:lnTo>
                  <a:pt x="75488" y="503682"/>
                </a:lnTo>
                <a:lnTo>
                  <a:pt x="62356" y="503682"/>
                </a:lnTo>
                <a:lnTo>
                  <a:pt x="60832" y="497459"/>
                </a:lnTo>
                <a:lnTo>
                  <a:pt x="73214" y="494413"/>
                </a:lnTo>
                <a:lnTo>
                  <a:pt x="64897" y="460502"/>
                </a:lnTo>
                <a:close/>
              </a:path>
              <a:path w="2084704" h="534669">
                <a:moveTo>
                  <a:pt x="73214" y="494413"/>
                </a:moveTo>
                <a:lnTo>
                  <a:pt x="60832" y="497459"/>
                </a:lnTo>
                <a:lnTo>
                  <a:pt x="62356" y="503682"/>
                </a:lnTo>
                <a:lnTo>
                  <a:pt x="74741" y="500635"/>
                </a:lnTo>
                <a:lnTo>
                  <a:pt x="73214" y="494413"/>
                </a:lnTo>
                <a:close/>
              </a:path>
              <a:path w="2084704" h="534669">
                <a:moveTo>
                  <a:pt x="74741" y="500635"/>
                </a:moveTo>
                <a:lnTo>
                  <a:pt x="62356" y="503682"/>
                </a:lnTo>
                <a:lnTo>
                  <a:pt x="75488" y="503682"/>
                </a:lnTo>
                <a:lnTo>
                  <a:pt x="74741" y="500635"/>
                </a:lnTo>
                <a:close/>
              </a:path>
              <a:path w="2084704" h="534669">
                <a:moveTo>
                  <a:pt x="2083180" y="0"/>
                </a:moveTo>
                <a:lnTo>
                  <a:pt x="73214" y="494413"/>
                </a:lnTo>
                <a:lnTo>
                  <a:pt x="74741" y="500635"/>
                </a:lnTo>
                <a:lnTo>
                  <a:pt x="2084704" y="6223"/>
                </a:lnTo>
                <a:lnTo>
                  <a:pt x="20831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CBAE2412-825A-DCC2-436D-E583D81E8FA7}"/>
                  </a:ext>
                </a:extLst>
              </p:cNvPr>
              <p:cNvSpPr txBox="1"/>
              <p:nvPr/>
            </p:nvSpPr>
            <p:spPr>
              <a:xfrm>
                <a:off x="2371218" y="2608364"/>
                <a:ext cx="8194743" cy="11254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6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sz="2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pt-BR" sz="2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pt-BR" sz="2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BR" sz="26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d>
                                        <m:dPr>
                                          <m:ctrlPr>
                                            <a:rPr lang="pt-BR" sz="2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pt-BR" sz="2600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pt-BR" sz="2600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CBAE2412-825A-DCC2-436D-E583D81E8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1218" y="2608364"/>
                <a:ext cx="8194743" cy="11254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Função</a:t>
            </a:r>
            <a:r>
              <a:rPr spc="-5" dirty="0"/>
              <a:t> </a:t>
            </a:r>
            <a:r>
              <a:rPr dirty="0"/>
              <a:t>de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37970"/>
            <a:ext cx="94672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reescrita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formato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matricial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como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2209" y="2984906"/>
            <a:ext cx="10908665" cy="21132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 marR="30480">
              <a:lnSpc>
                <a:spcPct val="89900"/>
              </a:lnSpc>
              <a:spcBef>
                <a:spcPts val="434"/>
              </a:spcBef>
            </a:pPr>
            <a:r>
              <a:rPr sz="2800" dirty="0">
                <a:latin typeface="Calibri"/>
                <a:cs typeface="Calibri"/>
              </a:rPr>
              <a:t>onde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𝒚</a:t>
            </a:r>
            <a:r>
              <a:rPr sz="2800" spc="12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2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[𝑦(0),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…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𝑦(𝑁</a:t>
            </a:r>
            <a:r>
              <a:rPr sz="2800" spc="3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−</a:t>
            </a:r>
            <a:r>
              <a:rPr sz="2800" spc="-2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1)]</a:t>
            </a:r>
            <a:r>
              <a:rPr sz="3075" baseline="27100" dirty="0">
                <a:latin typeface="Cambria Math"/>
                <a:cs typeface="Cambria Math"/>
              </a:rPr>
              <a:t>𝑇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</a:t>
            </a:r>
            <a:r>
              <a:rPr sz="2800" b="1" i="1" spc="-2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coluna</a:t>
            </a:r>
            <a:r>
              <a:rPr sz="2800" b="1" i="1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dimensão </a:t>
            </a:r>
            <a:r>
              <a:rPr sz="2800" dirty="0">
                <a:latin typeface="Cambria Math"/>
                <a:cs typeface="Cambria Math"/>
              </a:rPr>
              <a:t>(𝑁</a:t>
            </a:r>
            <a:r>
              <a:rPr sz="2800" spc="4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×</a:t>
            </a:r>
            <a:r>
              <a:rPr sz="2800" spc="-3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1) </a:t>
            </a:r>
            <a:r>
              <a:rPr sz="2800" spc="-10" dirty="0">
                <a:latin typeface="Calibri"/>
                <a:cs typeface="Calibri"/>
              </a:rPr>
              <a:t>contendo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todos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𝑁</a:t>
            </a:r>
            <a:r>
              <a:rPr sz="2800" spc="2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esperados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𝑿</a:t>
            </a:r>
            <a:r>
              <a:rPr sz="2800" spc="11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10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[𝒙(0),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…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𝒙(𝑁</a:t>
            </a:r>
            <a:r>
              <a:rPr sz="2800" spc="2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−</a:t>
            </a:r>
            <a:r>
              <a:rPr sz="2800" spc="-3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1)]</a:t>
            </a:r>
            <a:r>
              <a:rPr sz="3075" baseline="27100" dirty="0">
                <a:latin typeface="Cambria Math"/>
                <a:cs typeface="Cambria Math"/>
              </a:rPr>
              <a:t>𝑇</a:t>
            </a:r>
            <a:r>
              <a:rPr sz="3075" spc="457" baseline="2710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 </a:t>
            </a:r>
            <a:r>
              <a:rPr sz="2800" b="1" i="1" dirty="0">
                <a:latin typeface="Calibri"/>
                <a:cs typeface="Calibri"/>
              </a:rPr>
              <a:t>matriz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dimensão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(𝑁 ×</a:t>
            </a:r>
            <a:r>
              <a:rPr sz="2800" spc="-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𝐾</a:t>
            </a:r>
            <a:r>
              <a:rPr sz="2800" spc="1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+</a:t>
            </a:r>
            <a:r>
              <a:rPr sz="2800" spc="-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1)</a:t>
            </a:r>
            <a:r>
              <a:rPr sz="2800" spc="-4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contendo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todos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os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vetores</a:t>
            </a:r>
            <a:r>
              <a:rPr sz="2800" b="1" i="1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atributo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marR="732790" indent="-228600">
              <a:lnSpc>
                <a:spcPts val="3010"/>
              </a:lnSpc>
              <a:spcBef>
                <a:spcPts val="1065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10" dirty="0">
                <a:latin typeface="Calibri"/>
                <a:cs typeface="Calibri"/>
              </a:rPr>
              <a:t>Então,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10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pesos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𝒂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devemos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minimizar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6939" y="5733999"/>
            <a:ext cx="10180955" cy="83439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>
              <a:lnSpc>
                <a:spcPts val="3010"/>
              </a:lnSpc>
              <a:spcBef>
                <a:spcPts val="484"/>
              </a:spcBef>
            </a:pPr>
            <a:r>
              <a:rPr sz="2800" b="1" dirty="0">
                <a:latin typeface="Calibri"/>
                <a:cs typeface="Calibri"/>
              </a:rPr>
              <a:t>OBS</a:t>
            </a:r>
            <a:r>
              <a:rPr sz="2800" dirty="0">
                <a:latin typeface="Calibri"/>
                <a:cs typeface="Calibri"/>
              </a:rPr>
              <a:t>.: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constante,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1/</a:t>
            </a:r>
            <a:r>
              <a:rPr sz="2800" dirty="0">
                <a:latin typeface="Cambria Math"/>
                <a:cs typeface="Cambria Math"/>
              </a:rPr>
              <a:t>𝑁</a:t>
            </a:r>
            <a:r>
              <a:rPr sz="2800" spc="-3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influencia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minimização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e, </a:t>
            </a: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omitido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acima.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73300F5-845B-B52B-AEC7-925FF94C46BF}"/>
              </a:ext>
            </a:extLst>
          </p:cNvPr>
          <p:cNvSpPr txBox="1"/>
          <p:nvPr/>
        </p:nvSpPr>
        <p:spPr>
          <a:xfrm>
            <a:off x="5636301" y="296805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21DF231B-5BB1-77EA-66CE-E46055807E36}"/>
                  </a:ext>
                </a:extLst>
              </p:cNvPr>
              <p:cNvSpPr txBox="1"/>
              <p:nvPr/>
            </p:nvSpPr>
            <p:spPr>
              <a:xfrm>
                <a:off x="4378382" y="2009824"/>
                <a:ext cx="3435236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𝑿𝒂</m:t>
                              </m:r>
                            </m:e>
                          </m:d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21DF231B-5BB1-77EA-66CE-E46055807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382" y="2009824"/>
                <a:ext cx="3435236" cy="8066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1010AC58-4DEF-1D9B-CCE4-DEC031E22E96}"/>
                  </a:ext>
                </a:extLst>
              </p:cNvPr>
              <p:cNvSpPr txBox="1"/>
              <p:nvPr/>
            </p:nvSpPr>
            <p:spPr>
              <a:xfrm>
                <a:off x="4453916" y="4967965"/>
                <a:ext cx="3284168" cy="5973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8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 ∈</m:t>
                              </m:r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+1×1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𝑿𝒂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1010AC58-4DEF-1D9B-CCE4-DEC031E22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3916" y="4967965"/>
                <a:ext cx="3284168" cy="5973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23418"/>
            <a:ext cx="78098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Resumo</a:t>
            </a:r>
            <a:r>
              <a:rPr spc="-60" dirty="0"/>
              <a:t> </a:t>
            </a:r>
            <a:r>
              <a:rPr dirty="0"/>
              <a:t>do</a:t>
            </a:r>
            <a:r>
              <a:rPr spc="-50" dirty="0"/>
              <a:t> </a:t>
            </a:r>
            <a:r>
              <a:rPr dirty="0"/>
              <a:t>problema</a:t>
            </a:r>
            <a:r>
              <a:rPr spc="-45" dirty="0"/>
              <a:t> </a:t>
            </a:r>
            <a:r>
              <a:rPr dirty="0"/>
              <a:t>da</a:t>
            </a:r>
            <a:r>
              <a:rPr spc="-30" dirty="0"/>
              <a:t> </a:t>
            </a:r>
            <a:r>
              <a:rPr spc="-10" dirty="0"/>
              <a:t>regressão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80879" y="1670113"/>
            <a:ext cx="6313170" cy="41636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28003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Resumindo,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nosso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objetivo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treinar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modelo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conjunto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treinamento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minimize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aproximação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 algn="just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Assim,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treinar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precisamos encontrar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maneiras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ajustar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seus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pesos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minimizado.</a:t>
            </a:r>
            <a:endParaRPr sz="2800" dirty="0">
              <a:latin typeface="Calibri"/>
              <a:cs typeface="Calibri"/>
            </a:endParaRPr>
          </a:p>
          <a:p>
            <a:pPr marL="241300" marR="105410" indent="-228600" algn="just">
              <a:lnSpc>
                <a:spcPts val="302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sequência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veremos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conjunto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pesos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através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minimização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da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função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erro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47494" y="2902877"/>
            <a:ext cx="1217295" cy="849630"/>
          </a:xfrm>
          <a:custGeom>
            <a:avLst/>
            <a:gdLst/>
            <a:ahLst/>
            <a:cxnLst/>
            <a:rect l="l" t="t" r="r" b="b"/>
            <a:pathLst>
              <a:path w="1217295" h="849629">
                <a:moveTo>
                  <a:pt x="0" y="849083"/>
                </a:moveTo>
                <a:lnTo>
                  <a:pt x="1216825" y="849083"/>
                </a:lnTo>
                <a:lnTo>
                  <a:pt x="1216825" y="0"/>
                </a:lnTo>
                <a:lnTo>
                  <a:pt x="0" y="0"/>
                </a:lnTo>
                <a:lnTo>
                  <a:pt x="0" y="849083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37538" y="3025597"/>
            <a:ext cx="10344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Modelo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</a:t>
            </a:r>
            <a:endParaRPr sz="18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1800" spc="-25" dirty="0">
                <a:latin typeface="Calibri"/>
                <a:cs typeface="Calibri"/>
              </a:rPr>
              <a:t>ML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79500" y="3289300"/>
            <a:ext cx="2525395" cy="93345"/>
          </a:xfrm>
          <a:custGeom>
            <a:avLst/>
            <a:gdLst/>
            <a:ahLst/>
            <a:cxnLst/>
            <a:rect l="l" t="t" r="r" b="b"/>
            <a:pathLst>
              <a:path w="2525395" h="93345">
                <a:moveTo>
                  <a:pt x="467995" y="54991"/>
                </a:moveTo>
                <a:lnTo>
                  <a:pt x="448945" y="45466"/>
                </a:lnTo>
                <a:lnTo>
                  <a:pt x="391795" y="16891"/>
                </a:lnTo>
                <a:lnTo>
                  <a:pt x="391795" y="45466"/>
                </a:lnTo>
                <a:lnTo>
                  <a:pt x="0" y="45466"/>
                </a:lnTo>
                <a:lnTo>
                  <a:pt x="0" y="64516"/>
                </a:lnTo>
                <a:lnTo>
                  <a:pt x="391795" y="64516"/>
                </a:lnTo>
                <a:lnTo>
                  <a:pt x="391795" y="93091"/>
                </a:lnTo>
                <a:lnTo>
                  <a:pt x="448945" y="64516"/>
                </a:lnTo>
                <a:lnTo>
                  <a:pt x="467995" y="54991"/>
                </a:lnTo>
                <a:close/>
              </a:path>
              <a:path w="2525395" h="93345">
                <a:moveTo>
                  <a:pt x="2525141" y="38100"/>
                </a:moveTo>
                <a:lnTo>
                  <a:pt x="2506091" y="28575"/>
                </a:lnTo>
                <a:lnTo>
                  <a:pt x="2448941" y="0"/>
                </a:lnTo>
                <a:lnTo>
                  <a:pt x="2448941" y="28575"/>
                </a:lnTo>
                <a:lnTo>
                  <a:pt x="1684782" y="28575"/>
                </a:lnTo>
                <a:lnTo>
                  <a:pt x="1684782" y="47625"/>
                </a:lnTo>
                <a:lnTo>
                  <a:pt x="2448941" y="47625"/>
                </a:lnTo>
                <a:lnTo>
                  <a:pt x="2448941" y="76200"/>
                </a:lnTo>
                <a:lnTo>
                  <a:pt x="2506091" y="47625"/>
                </a:lnTo>
                <a:lnTo>
                  <a:pt x="2525141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604640" y="2902877"/>
            <a:ext cx="1217295" cy="84963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352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65"/>
              </a:spcBef>
            </a:pPr>
            <a:r>
              <a:rPr sz="1800" dirty="0">
                <a:latin typeface="Calibri"/>
                <a:cs typeface="Calibri"/>
              </a:rPr>
              <a:t>Função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</a:t>
            </a:r>
            <a:endParaRPr sz="18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1800" spc="-20" dirty="0">
                <a:latin typeface="Calibri"/>
                <a:cs typeface="Calibri"/>
              </a:rPr>
              <a:t>erro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1505" y="2902966"/>
            <a:ext cx="464184" cy="1936114"/>
          </a:xfrm>
          <a:prstGeom prst="rect">
            <a:avLst/>
          </a:prstGeom>
          <a:solidFill>
            <a:srgbClr val="5B9BD4">
              <a:alpha val="41175"/>
            </a:srgbClr>
          </a:solidFill>
          <a:ln w="12700">
            <a:solidFill>
              <a:srgbClr val="213E58"/>
            </a:solidFill>
          </a:ln>
        </p:spPr>
        <p:txBody>
          <a:bodyPr vert="horz" wrap="square" lIns="0" tIns="160020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1260"/>
              </a:spcBef>
            </a:pPr>
            <a:r>
              <a:rPr sz="2400" spc="-50" dirty="0">
                <a:latin typeface="Cambria Math"/>
                <a:cs typeface="Cambria Math"/>
              </a:rPr>
              <a:t>𝑿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00">
              <a:latin typeface="Cambria Math"/>
              <a:cs typeface="Cambria Math"/>
            </a:endParaRPr>
          </a:p>
          <a:p>
            <a:pPr marL="141605">
              <a:lnSpc>
                <a:spcPct val="100000"/>
              </a:lnSpc>
            </a:pPr>
            <a:r>
              <a:rPr sz="2400" spc="-50" dirty="0">
                <a:latin typeface="Cambria Math"/>
                <a:cs typeface="Cambria Math"/>
              </a:rPr>
              <a:t>𝒚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79500" y="2247900"/>
            <a:ext cx="3973829" cy="2226945"/>
            <a:chOff x="1079500" y="2247900"/>
            <a:chExt cx="3973829" cy="2226945"/>
          </a:xfrm>
        </p:grpSpPr>
        <p:sp>
          <p:nvSpPr>
            <p:cNvPr id="10" name="object 10"/>
            <p:cNvSpPr/>
            <p:nvPr/>
          </p:nvSpPr>
          <p:spPr>
            <a:xfrm>
              <a:off x="1079500" y="3751961"/>
              <a:ext cx="3171825" cy="722630"/>
            </a:xfrm>
            <a:custGeom>
              <a:avLst/>
              <a:gdLst/>
              <a:ahLst/>
              <a:cxnLst/>
              <a:rect l="l" t="t" r="r" b="b"/>
              <a:pathLst>
                <a:path w="3171825" h="722629">
                  <a:moveTo>
                    <a:pt x="3130423" y="716026"/>
                  </a:moveTo>
                  <a:lnTo>
                    <a:pt x="0" y="716026"/>
                  </a:lnTo>
                  <a:lnTo>
                    <a:pt x="0" y="722376"/>
                  </a:lnTo>
                  <a:lnTo>
                    <a:pt x="3136773" y="722376"/>
                  </a:lnTo>
                  <a:lnTo>
                    <a:pt x="3136773" y="719201"/>
                  </a:lnTo>
                  <a:lnTo>
                    <a:pt x="3130423" y="719201"/>
                  </a:lnTo>
                  <a:lnTo>
                    <a:pt x="3130423" y="716026"/>
                  </a:lnTo>
                  <a:close/>
                </a:path>
                <a:path w="3171825" h="722629">
                  <a:moveTo>
                    <a:pt x="3136773" y="63500"/>
                  </a:moveTo>
                  <a:lnTo>
                    <a:pt x="3130423" y="63500"/>
                  </a:lnTo>
                  <a:lnTo>
                    <a:pt x="3130423" y="719201"/>
                  </a:lnTo>
                  <a:lnTo>
                    <a:pt x="3133598" y="716026"/>
                  </a:lnTo>
                  <a:lnTo>
                    <a:pt x="3136773" y="716026"/>
                  </a:lnTo>
                  <a:lnTo>
                    <a:pt x="3136773" y="63500"/>
                  </a:lnTo>
                  <a:close/>
                </a:path>
                <a:path w="3171825" h="722629">
                  <a:moveTo>
                    <a:pt x="3136773" y="716026"/>
                  </a:moveTo>
                  <a:lnTo>
                    <a:pt x="3133598" y="716026"/>
                  </a:lnTo>
                  <a:lnTo>
                    <a:pt x="3130423" y="719201"/>
                  </a:lnTo>
                  <a:lnTo>
                    <a:pt x="3136773" y="719201"/>
                  </a:lnTo>
                  <a:lnTo>
                    <a:pt x="3136773" y="716026"/>
                  </a:lnTo>
                  <a:close/>
                </a:path>
                <a:path w="3171825" h="722629">
                  <a:moveTo>
                    <a:pt x="3133598" y="0"/>
                  </a:moveTo>
                  <a:lnTo>
                    <a:pt x="3095498" y="76200"/>
                  </a:lnTo>
                  <a:lnTo>
                    <a:pt x="3130423" y="76200"/>
                  </a:lnTo>
                  <a:lnTo>
                    <a:pt x="3130423" y="63500"/>
                  </a:lnTo>
                  <a:lnTo>
                    <a:pt x="3165348" y="63500"/>
                  </a:lnTo>
                  <a:lnTo>
                    <a:pt x="3133598" y="0"/>
                  </a:lnTo>
                  <a:close/>
                </a:path>
                <a:path w="3171825" h="722629">
                  <a:moveTo>
                    <a:pt x="3165348" y="63500"/>
                  </a:moveTo>
                  <a:lnTo>
                    <a:pt x="3136773" y="63500"/>
                  </a:lnTo>
                  <a:lnTo>
                    <a:pt x="3136773" y="76200"/>
                  </a:lnTo>
                  <a:lnTo>
                    <a:pt x="3171698" y="76200"/>
                  </a:lnTo>
                  <a:lnTo>
                    <a:pt x="3165348" y="6350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48229" y="2251075"/>
              <a:ext cx="2202180" cy="1076325"/>
            </a:xfrm>
            <a:custGeom>
              <a:avLst/>
              <a:gdLst/>
              <a:ahLst/>
              <a:cxnLst/>
              <a:rect l="l" t="t" r="r" b="b"/>
              <a:pathLst>
                <a:path w="2202179" h="1076325">
                  <a:moveTo>
                    <a:pt x="1973325" y="1076325"/>
                  </a:moveTo>
                  <a:lnTo>
                    <a:pt x="2201925" y="1076325"/>
                  </a:lnTo>
                  <a:lnTo>
                    <a:pt x="2201925" y="0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5B9BD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35759" y="2249296"/>
              <a:ext cx="1215390" cy="1744980"/>
            </a:xfrm>
            <a:custGeom>
              <a:avLst/>
              <a:gdLst/>
              <a:ahLst/>
              <a:cxnLst/>
              <a:rect l="l" t="t" r="r" b="b"/>
              <a:pathLst>
                <a:path w="1215389" h="1744979">
                  <a:moveTo>
                    <a:pt x="1209802" y="0"/>
                  </a:moveTo>
                  <a:lnTo>
                    <a:pt x="1195323" y="20827"/>
                  </a:lnTo>
                  <a:lnTo>
                    <a:pt x="1200531" y="24511"/>
                  </a:lnTo>
                  <a:lnTo>
                    <a:pt x="1215008" y="3682"/>
                  </a:lnTo>
                  <a:lnTo>
                    <a:pt x="1209802" y="0"/>
                  </a:lnTo>
                  <a:close/>
                </a:path>
                <a:path w="1215389" h="1744979">
                  <a:moveTo>
                    <a:pt x="1184528" y="36575"/>
                  </a:moveTo>
                  <a:lnTo>
                    <a:pt x="1169923" y="57403"/>
                  </a:lnTo>
                  <a:lnTo>
                    <a:pt x="1175131" y="60960"/>
                  </a:lnTo>
                  <a:lnTo>
                    <a:pt x="1189735" y="40131"/>
                  </a:lnTo>
                  <a:lnTo>
                    <a:pt x="1184528" y="36575"/>
                  </a:lnTo>
                  <a:close/>
                </a:path>
                <a:path w="1215389" h="1744979">
                  <a:moveTo>
                    <a:pt x="1159128" y="73025"/>
                  </a:moveTo>
                  <a:lnTo>
                    <a:pt x="1144523" y="93852"/>
                  </a:lnTo>
                  <a:lnTo>
                    <a:pt x="1149858" y="97536"/>
                  </a:lnTo>
                  <a:lnTo>
                    <a:pt x="1164335" y="76580"/>
                  </a:lnTo>
                  <a:lnTo>
                    <a:pt x="1159128" y="73025"/>
                  </a:lnTo>
                  <a:close/>
                </a:path>
                <a:path w="1215389" h="1744979">
                  <a:moveTo>
                    <a:pt x="1133728" y="109474"/>
                  </a:moveTo>
                  <a:lnTo>
                    <a:pt x="1119251" y="130301"/>
                  </a:lnTo>
                  <a:lnTo>
                    <a:pt x="1124458" y="133985"/>
                  </a:lnTo>
                  <a:lnTo>
                    <a:pt x="1138935" y="113156"/>
                  </a:lnTo>
                  <a:lnTo>
                    <a:pt x="1133728" y="109474"/>
                  </a:lnTo>
                  <a:close/>
                </a:path>
                <a:path w="1215389" h="1744979">
                  <a:moveTo>
                    <a:pt x="1108328" y="146050"/>
                  </a:moveTo>
                  <a:lnTo>
                    <a:pt x="1093851" y="166877"/>
                  </a:lnTo>
                  <a:lnTo>
                    <a:pt x="1099058" y="170433"/>
                  </a:lnTo>
                  <a:lnTo>
                    <a:pt x="1113535" y="149605"/>
                  </a:lnTo>
                  <a:lnTo>
                    <a:pt x="1108328" y="146050"/>
                  </a:lnTo>
                  <a:close/>
                </a:path>
                <a:path w="1215389" h="1744979">
                  <a:moveTo>
                    <a:pt x="1082928" y="182499"/>
                  </a:moveTo>
                  <a:lnTo>
                    <a:pt x="1068451" y="203326"/>
                  </a:lnTo>
                  <a:lnTo>
                    <a:pt x="1073658" y="207010"/>
                  </a:lnTo>
                  <a:lnTo>
                    <a:pt x="1088135" y="186054"/>
                  </a:lnTo>
                  <a:lnTo>
                    <a:pt x="1082928" y="182499"/>
                  </a:lnTo>
                  <a:close/>
                </a:path>
                <a:path w="1215389" h="1744979">
                  <a:moveTo>
                    <a:pt x="1057528" y="218948"/>
                  </a:moveTo>
                  <a:lnTo>
                    <a:pt x="1043051" y="239775"/>
                  </a:lnTo>
                  <a:lnTo>
                    <a:pt x="1048257" y="243458"/>
                  </a:lnTo>
                  <a:lnTo>
                    <a:pt x="1062735" y="222630"/>
                  </a:lnTo>
                  <a:lnTo>
                    <a:pt x="1057528" y="218948"/>
                  </a:lnTo>
                  <a:close/>
                </a:path>
                <a:path w="1215389" h="1744979">
                  <a:moveTo>
                    <a:pt x="1032128" y="255524"/>
                  </a:moveTo>
                  <a:lnTo>
                    <a:pt x="1017651" y="276351"/>
                  </a:lnTo>
                  <a:lnTo>
                    <a:pt x="1022857" y="279907"/>
                  </a:lnTo>
                  <a:lnTo>
                    <a:pt x="1037335" y="259079"/>
                  </a:lnTo>
                  <a:lnTo>
                    <a:pt x="1032128" y="255524"/>
                  </a:lnTo>
                  <a:close/>
                </a:path>
                <a:path w="1215389" h="1744979">
                  <a:moveTo>
                    <a:pt x="1006856" y="291973"/>
                  </a:moveTo>
                  <a:lnTo>
                    <a:pt x="992251" y="312800"/>
                  </a:lnTo>
                  <a:lnTo>
                    <a:pt x="997457" y="316483"/>
                  </a:lnTo>
                  <a:lnTo>
                    <a:pt x="1012063" y="295528"/>
                  </a:lnTo>
                  <a:lnTo>
                    <a:pt x="1006856" y="291973"/>
                  </a:lnTo>
                  <a:close/>
                </a:path>
                <a:path w="1215389" h="1744979">
                  <a:moveTo>
                    <a:pt x="981456" y="328422"/>
                  </a:moveTo>
                  <a:lnTo>
                    <a:pt x="966977" y="349250"/>
                  </a:lnTo>
                  <a:lnTo>
                    <a:pt x="972184" y="352932"/>
                  </a:lnTo>
                  <a:lnTo>
                    <a:pt x="986663" y="332104"/>
                  </a:lnTo>
                  <a:lnTo>
                    <a:pt x="981456" y="328422"/>
                  </a:lnTo>
                  <a:close/>
                </a:path>
                <a:path w="1215389" h="1744979">
                  <a:moveTo>
                    <a:pt x="956056" y="364998"/>
                  </a:moveTo>
                  <a:lnTo>
                    <a:pt x="941577" y="385825"/>
                  </a:lnTo>
                  <a:lnTo>
                    <a:pt x="946784" y="389381"/>
                  </a:lnTo>
                  <a:lnTo>
                    <a:pt x="961263" y="368553"/>
                  </a:lnTo>
                  <a:lnTo>
                    <a:pt x="956056" y="364998"/>
                  </a:lnTo>
                  <a:close/>
                </a:path>
                <a:path w="1215389" h="1744979">
                  <a:moveTo>
                    <a:pt x="930656" y="401447"/>
                  </a:moveTo>
                  <a:lnTo>
                    <a:pt x="916177" y="422275"/>
                  </a:lnTo>
                  <a:lnTo>
                    <a:pt x="921384" y="425957"/>
                  </a:lnTo>
                  <a:lnTo>
                    <a:pt x="935863" y="405002"/>
                  </a:lnTo>
                  <a:lnTo>
                    <a:pt x="930656" y="401447"/>
                  </a:lnTo>
                  <a:close/>
                </a:path>
                <a:path w="1215389" h="1744979">
                  <a:moveTo>
                    <a:pt x="905256" y="437895"/>
                  </a:moveTo>
                  <a:lnTo>
                    <a:pt x="890777" y="458724"/>
                  </a:lnTo>
                  <a:lnTo>
                    <a:pt x="895984" y="462406"/>
                  </a:lnTo>
                  <a:lnTo>
                    <a:pt x="910463" y="441578"/>
                  </a:lnTo>
                  <a:lnTo>
                    <a:pt x="905256" y="437895"/>
                  </a:lnTo>
                  <a:close/>
                </a:path>
                <a:path w="1215389" h="1744979">
                  <a:moveTo>
                    <a:pt x="879856" y="474472"/>
                  </a:moveTo>
                  <a:lnTo>
                    <a:pt x="865377" y="495300"/>
                  </a:lnTo>
                  <a:lnTo>
                    <a:pt x="870584" y="498855"/>
                  </a:lnTo>
                  <a:lnTo>
                    <a:pt x="885063" y="478027"/>
                  </a:lnTo>
                  <a:lnTo>
                    <a:pt x="879856" y="474472"/>
                  </a:lnTo>
                  <a:close/>
                </a:path>
                <a:path w="1215389" h="1744979">
                  <a:moveTo>
                    <a:pt x="854456" y="510920"/>
                  </a:moveTo>
                  <a:lnTo>
                    <a:pt x="839977" y="531749"/>
                  </a:lnTo>
                  <a:lnTo>
                    <a:pt x="845184" y="535431"/>
                  </a:lnTo>
                  <a:lnTo>
                    <a:pt x="859663" y="514476"/>
                  </a:lnTo>
                  <a:lnTo>
                    <a:pt x="854456" y="510920"/>
                  </a:lnTo>
                  <a:close/>
                </a:path>
                <a:path w="1215389" h="1744979">
                  <a:moveTo>
                    <a:pt x="829182" y="547369"/>
                  </a:moveTo>
                  <a:lnTo>
                    <a:pt x="814577" y="568198"/>
                  </a:lnTo>
                  <a:lnTo>
                    <a:pt x="819784" y="571880"/>
                  </a:lnTo>
                  <a:lnTo>
                    <a:pt x="834389" y="551052"/>
                  </a:lnTo>
                  <a:lnTo>
                    <a:pt x="829182" y="547369"/>
                  </a:lnTo>
                  <a:close/>
                </a:path>
                <a:path w="1215389" h="1744979">
                  <a:moveTo>
                    <a:pt x="803782" y="583945"/>
                  </a:moveTo>
                  <a:lnTo>
                    <a:pt x="789304" y="604774"/>
                  </a:lnTo>
                  <a:lnTo>
                    <a:pt x="794512" y="608329"/>
                  </a:lnTo>
                  <a:lnTo>
                    <a:pt x="808989" y="587501"/>
                  </a:lnTo>
                  <a:lnTo>
                    <a:pt x="803782" y="583945"/>
                  </a:lnTo>
                  <a:close/>
                </a:path>
                <a:path w="1215389" h="1744979">
                  <a:moveTo>
                    <a:pt x="778382" y="620394"/>
                  </a:moveTo>
                  <a:lnTo>
                    <a:pt x="763904" y="641223"/>
                  </a:lnTo>
                  <a:lnTo>
                    <a:pt x="769112" y="644905"/>
                  </a:lnTo>
                  <a:lnTo>
                    <a:pt x="783589" y="623951"/>
                  </a:lnTo>
                  <a:lnTo>
                    <a:pt x="778382" y="620394"/>
                  </a:lnTo>
                  <a:close/>
                </a:path>
                <a:path w="1215389" h="1744979">
                  <a:moveTo>
                    <a:pt x="752982" y="656843"/>
                  </a:moveTo>
                  <a:lnTo>
                    <a:pt x="738504" y="677672"/>
                  </a:lnTo>
                  <a:lnTo>
                    <a:pt x="743712" y="681354"/>
                  </a:lnTo>
                  <a:lnTo>
                    <a:pt x="758189" y="660526"/>
                  </a:lnTo>
                  <a:lnTo>
                    <a:pt x="752982" y="656843"/>
                  </a:lnTo>
                  <a:close/>
                </a:path>
                <a:path w="1215389" h="1744979">
                  <a:moveTo>
                    <a:pt x="727582" y="693292"/>
                  </a:moveTo>
                  <a:lnTo>
                    <a:pt x="713104" y="714248"/>
                  </a:lnTo>
                  <a:lnTo>
                    <a:pt x="718312" y="717803"/>
                  </a:lnTo>
                  <a:lnTo>
                    <a:pt x="732789" y="696976"/>
                  </a:lnTo>
                  <a:lnTo>
                    <a:pt x="727582" y="693292"/>
                  </a:lnTo>
                  <a:close/>
                </a:path>
                <a:path w="1215389" h="1744979">
                  <a:moveTo>
                    <a:pt x="702182" y="729868"/>
                  </a:moveTo>
                  <a:lnTo>
                    <a:pt x="687704" y="750697"/>
                  </a:lnTo>
                  <a:lnTo>
                    <a:pt x="692912" y="754379"/>
                  </a:lnTo>
                  <a:lnTo>
                    <a:pt x="707389" y="733425"/>
                  </a:lnTo>
                  <a:lnTo>
                    <a:pt x="702182" y="729868"/>
                  </a:lnTo>
                  <a:close/>
                </a:path>
                <a:path w="1215389" h="1744979">
                  <a:moveTo>
                    <a:pt x="676782" y="766317"/>
                  </a:moveTo>
                  <a:lnTo>
                    <a:pt x="662304" y="787145"/>
                  </a:lnTo>
                  <a:lnTo>
                    <a:pt x="667512" y="790828"/>
                  </a:lnTo>
                  <a:lnTo>
                    <a:pt x="682116" y="770001"/>
                  </a:lnTo>
                  <a:lnTo>
                    <a:pt x="676782" y="766317"/>
                  </a:lnTo>
                  <a:close/>
                </a:path>
                <a:path w="1215389" h="1744979">
                  <a:moveTo>
                    <a:pt x="651509" y="802766"/>
                  </a:moveTo>
                  <a:lnTo>
                    <a:pt x="636904" y="823722"/>
                  </a:lnTo>
                  <a:lnTo>
                    <a:pt x="642112" y="827277"/>
                  </a:lnTo>
                  <a:lnTo>
                    <a:pt x="656716" y="806450"/>
                  </a:lnTo>
                  <a:lnTo>
                    <a:pt x="651509" y="802766"/>
                  </a:lnTo>
                  <a:close/>
                </a:path>
                <a:path w="1215389" h="1744979">
                  <a:moveTo>
                    <a:pt x="626109" y="839342"/>
                  </a:moveTo>
                  <a:lnTo>
                    <a:pt x="611632" y="860170"/>
                  </a:lnTo>
                  <a:lnTo>
                    <a:pt x="616838" y="863853"/>
                  </a:lnTo>
                  <a:lnTo>
                    <a:pt x="631316" y="842899"/>
                  </a:lnTo>
                  <a:lnTo>
                    <a:pt x="626109" y="839342"/>
                  </a:lnTo>
                  <a:close/>
                </a:path>
                <a:path w="1215389" h="1744979">
                  <a:moveTo>
                    <a:pt x="600709" y="875791"/>
                  </a:moveTo>
                  <a:lnTo>
                    <a:pt x="586232" y="896619"/>
                  </a:lnTo>
                  <a:lnTo>
                    <a:pt x="591438" y="900302"/>
                  </a:lnTo>
                  <a:lnTo>
                    <a:pt x="605916" y="879475"/>
                  </a:lnTo>
                  <a:lnTo>
                    <a:pt x="600709" y="875791"/>
                  </a:lnTo>
                  <a:close/>
                </a:path>
                <a:path w="1215389" h="1744979">
                  <a:moveTo>
                    <a:pt x="575309" y="912240"/>
                  </a:moveTo>
                  <a:lnTo>
                    <a:pt x="560832" y="933195"/>
                  </a:lnTo>
                  <a:lnTo>
                    <a:pt x="566038" y="936751"/>
                  </a:lnTo>
                  <a:lnTo>
                    <a:pt x="580516" y="915924"/>
                  </a:lnTo>
                  <a:lnTo>
                    <a:pt x="575309" y="912240"/>
                  </a:lnTo>
                  <a:close/>
                </a:path>
                <a:path w="1215389" h="1744979">
                  <a:moveTo>
                    <a:pt x="549909" y="948816"/>
                  </a:moveTo>
                  <a:lnTo>
                    <a:pt x="535432" y="969644"/>
                  </a:lnTo>
                  <a:lnTo>
                    <a:pt x="540638" y="973327"/>
                  </a:lnTo>
                  <a:lnTo>
                    <a:pt x="555116" y="952373"/>
                  </a:lnTo>
                  <a:lnTo>
                    <a:pt x="549909" y="948816"/>
                  </a:lnTo>
                  <a:close/>
                </a:path>
                <a:path w="1215389" h="1744979">
                  <a:moveTo>
                    <a:pt x="524509" y="985265"/>
                  </a:moveTo>
                  <a:lnTo>
                    <a:pt x="510031" y="1006093"/>
                  </a:lnTo>
                  <a:lnTo>
                    <a:pt x="515238" y="1009776"/>
                  </a:lnTo>
                  <a:lnTo>
                    <a:pt x="529716" y="988949"/>
                  </a:lnTo>
                  <a:lnTo>
                    <a:pt x="524509" y="985265"/>
                  </a:lnTo>
                  <a:close/>
                </a:path>
                <a:path w="1215389" h="1744979">
                  <a:moveTo>
                    <a:pt x="499237" y="1021714"/>
                  </a:moveTo>
                  <a:lnTo>
                    <a:pt x="484631" y="1042669"/>
                  </a:lnTo>
                  <a:lnTo>
                    <a:pt x="489838" y="1046226"/>
                  </a:lnTo>
                  <a:lnTo>
                    <a:pt x="504444" y="1025398"/>
                  </a:lnTo>
                  <a:lnTo>
                    <a:pt x="499237" y="1021714"/>
                  </a:lnTo>
                  <a:close/>
                </a:path>
                <a:path w="1215389" h="1744979">
                  <a:moveTo>
                    <a:pt x="473837" y="1058290"/>
                  </a:moveTo>
                  <a:lnTo>
                    <a:pt x="459231" y="1079118"/>
                  </a:lnTo>
                  <a:lnTo>
                    <a:pt x="464438" y="1082802"/>
                  </a:lnTo>
                  <a:lnTo>
                    <a:pt x="479044" y="1061847"/>
                  </a:lnTo>
                  <a:lnTo>
                    <a:pt x="473837" y="1058290"/>
                  </a:lnTo>
                  <a:close/>
                </a:path>
                <a:path w="1215389" h="1744979">
                  <a:moveTo>
                    <a:pt x="448437" y="1094739"/>
                  </a:moveTo>
                  <a:lnTo>
                    <a:pt x="433958" y="1115567"/>
                  </a:lnTo>
                  <a:lnTo>
                    <a:pt x="439165" y="1119251"/>
                  </a:lnTo>
                  <a:lnTo>
                    <a:pt x="453644" y="1098423"/>
                  </a:lnTo>
                  <a:lnTo>
                    <a:pt x="448437" y="1094739"/>
                  </a:lnTo>
                  <a:close/>
                </a:path>
                <a:path w="1215389" h="1744979">
                  <a:moveTo>
                    <a:pt x="423037" y="1131189"/>
                  </a:moveTo>
                  <a:lnTo>
                    <a:pt x="408558" y="1152143"/>
                  </a:lnTo>
                  <a:lnTo>
                    <a:pt x="413765" y="1155700"/>
                  </a:lnTo>
                  <a:lnTo>
                    <a:pt x="428244" y="1134872"/>
                  </a:lnTo>
                  <a:lnTo>
                    <a:pt x="423037" y="1131189"/>
                  </a:lnTo>
                  <a:close/>
                </a:path>
                <a:path w="1215389" h="1744979">
                  <a:moveTo>
                    <a:pt x="397637" y="1167764"/>
                  </a:moveTo>
                  <a:lnTo>
                    <a:pt x="383158" y="1188592"/>
                  </a:lnTo>
                  <a:lnTo>
                    <a:pt x="388365" y="1192276"/>
                  </a:lnTo>
                  <a:lnTo>
                    <a:pt x="402844" y="1171320"/>
                  </a:lnTo>
                  <a:lnTo>
                    <a:pt x="397637" y="1167764"/>
                  </a:lnTo>
                  <a:close/>
                </a:path>
                <a:path w="1215389" h="1744979">
                  <a:moveTo>
                    <a:pt x="372237" y="1204214"/>
                  </a:moveTo>
                  <a:lnTo>
                    <a:pt x="357758" y="1225041"/>
                  </a:lnTo>
                  <a:lnTo>
                    <a:pt x="362965" y="1228725"/>
                  </a:lnTo>
                  <a:lnTo>
                    <a:pt x="377444" y="1207897"/>
                  </a:lnTo>
                  <a:lnTo>
                    <a:pt x="372237" y="1204214"/>
                  </a:lnTo>
                  <a:close/>
                </a:path>
                <a:path w="1215389" h="1744979">
                  <a:moveTo>
                    <a:pt x="346837" y="1240663"/>
                  </a:moveTo>
                  <a:lnTo>
                    <a:pt x="332358" y="1261617"/>
                  </a:lnTo>
                  <a:lnTo>
                    <a:pt x="337565" y="1265174"/>
                  </a:lnTo>
                  <a:lnTo>
                    <a:pt x="352044" y="1244345"/>
                  </a:lnTo>
                  <a:lnTo>
                    <a:pt x="346837" y="1240663"/>
                  </a:lnTo>
                  <a:close/>
                </a:path>
                <a:path w="1215389" h="1744979">
                  <a:moveTo>
                    <a:pt x="321563" y="1277239"/>
                  </a:moveTo>
                  <a:lnTo>
                    <a:pt x="306958" y="1298066"/>
                  </a:lnTo>
                  <a:lnTo>
                    <a:pt x="312165" y="1301750"/>
                  </a:lnTo>
                  <a:lnTo>
                    <a:pt x="326770" y="1280794"/>
                  </a:lnTo>
                  <a:lnTo>
                    <a:pt x="321563" y="1277239"/>
                  </a:lnTo>
                  <a:close/>
                </a:path>
                <a:path w="1215389" h="1744979">
                  <a:moveTo>
                    <a:pt x="296163" y="1313688"/>
                  </a:moveTo>
                  <a:lnTo>
                    <a:pt x="281558" y="1334515"/>
                  </a:lnTo>
                  <a:lnTo>
                    <a:pt x="286892" y="1338199"/>
                  </a:lnTo>
                  <a:lnTo>
                    <a:pt x="301370" y="1317370"/>
                  </a:lnTo>
                  <a:lnTo>
                    <a:pt x="296163" y="1313688"/>
                  </a:lnTo>
                  <a:close/>
                </a:path>
                <a:path w="1215389" h="1744979">
                  <a:moveTo>
                    <a:pt x="270763" y="1350137"/>
                  </a:moveTo>
                  <a:lnTo>
                    <a:pt x="256285" y="1371091"/>
                  </a:lnTo>
                  <a:lnTo>
                    <a:pt x="261492" y="1374647"/>
                  </a:lnTo>
                  <a:lnTo>
                    <a:pt x="275970" y="1353819"/>
                  </a:lnTo>
                  <a:lnTo>
                    <a:pt x="270763" y="1350137"/>
                  </a:lnTo>
                  <a:close/>
                </a:path>
                <a:path w="1215389" h="1744979">
                  <a:moveTo>
                    <a:pt x="245363" y="1386713"/>
                  </a:moveTo>
                  <a:lnTo>
                    <a:pt x="230885" y="1407540"/>
                  </a:lnTo>
                  <a:lnTo>
                    <a:pt x="236092" y="1411223"/>
                  </a:lnTo>
                  <a:lnTo>
                    <a:pt x="250570" y="1390269"/>
                  </a:lnTo>
                  <a:lnTo>
                    <a:pt x="245363" y="1386713"/>
                  </a:lnTo>
                  <a:close/>
                </a:path>
                <a:path w="1215389" h="1744979">
                  <a:moveTo>
                    <a:pt x="219963" y="1423161"/>
                  </a:moveTo>
                  <a:lnTo>
                    <a:pt x="205485" y="1443989"/>
                  </a:lnTo>
                  <a:lnTo>
                    <a:pt x="210692" y="1447672"/>
                  </a:lnTo>
                  <a:lnTo>
                    <a:pt x="225170" y="1426845"/>
                  </a:lnTo>
                  <a:lnTo>
                    <a:pt x="219963" y="1423161"/>
                  </a:lnTo>
                  <a:close/>
                </a:path>
                <a:path w="1215389" h="1744979">
                  <a:moveTo>
                    <a:pt x="194563" y="1459610"/>
                  </a:moveTo>
                  <a:lnTo>
                    <a:pt x="180085" y="1480565"/>
                  </a:lnTo>
                  <a:lnTo>
                    <a:pt x="185292" y="1484121"/>
                  </a:lnTo>
                  <a:lnTo>
                    <a:pt x="199770" y="1463294"/>
                  </a:lnTo>
                  <a:lnTo>
                    <a:pt x="194563" y="1459610"/>
                  </a:lnTo>
                  <a:close/>
                </a:path>
                <a:path w="1215389" h="1744979">
                  <a:moveTo>
                    <a:pt x="169163" y="1496186"/>
                  </a:moveTo>
                  <a:lnTo>
                    <a:pt x="154685" y="1517014"/>
                  </a:lnTo>
                  <a:lnTo>
                    <a:pt x="159892" y="1520697"/>
                  </a:lnTo>
                  <a:lnTo>
                    <a:pt x="174370" y="1499742"/>
                  </a:lnTo>
                  <a:lnTo>
                    <a:pt x="169163" y="1496186"/>
                  </a:lnTo>
                  <a:close/>
                </a:path>
                <a:path w="1215389" h="1744979">
                  <a:moveTo>
                    <a:pt x="143890" y="1532635"/>
                  </a:moveTo>
                  <a:lnTo>
                    <a:pt x="129285" y="1553464"/>
                  </a:lnTo>
                  <a:lnTo>
                    <a:pt x="134492" y="1557146"/>
                  </a:lnTo>
                  <a:lnTo>
                    <a:pt x="149097" y="1536319"/>
                  </a:lnTo>
                  <a:lnTo>
                    <a:pt x="143890" y="1532635"/>
                  </a:lnTo>
                  <a:close/>
                </a:path>
                <a:path w="1215389" h="1744979">
                  <a:moveTo>
                    <a:pt x="118490" y="1569084"/>
                  </a:moveTo>
                  <a:lnTo>
                    <a:pt x="104012" y="1590039"/>
                  </a:lnTo>
                  <a:lnTo>
                    <a:pt x="109219" y="1593595"/>
                  </a:lnTo>
                  <a:lnTo>
                    <a:pt x="123697" y="1572767"/>
                  </a:lnTo>
                  <a:lnTo>
                    <a:pt x="118490" y="1569084"/>
                  </a:lnTo>
                  <a:close/>
                </a:path>
                <a:path w="1215389" h="1744979">
                  <a:moveTo>
                    <a:pt x="93090" y="1605660"/>
                  </a:moveTo>
                  <a:lnTo>
                    <a:pt x="78612" y="1626489"/>
                  </a:lnTo>
                  <a:lnTo>
                    <a:pt x="83819" y="1630045"/>
                  </a:lnTo>
                  <a:lnTo>
                    <a:pt x="98297" y="1609216"/>
                  </a:lnTo>
                  <a:lnTo>
                    <a:pt x="93090" y="1605660"/>
                  </a:lnTo>
                  <a:close/>
                </a:path>
                <a:path w="1215389" h="1744979">
                  <a:moveTo>
                    <a:pt x="12318" y="1660652"/>
                  </a:moveTo>
                  <a:lnTo>
                    <a:pt x="0" y="1744852"/>
                  </a:lnTo>
                  <a:lnTo>
                    <a:pt x="74802" y="1704085"/>
                  </a:lnTo>
                  <a:lnTo>
                    <a:pt x="61100" y="1694560"/>
                  </a:lnTo>
                  <a:lnTo>
                    <a:pt x="38862" y="1694560"/>
                  </a:lnTo>
                  <a:lnTo>
                    <a:pt x="33654" y="1691004"/>
                  </a:lnTo>
                  <a:lnTo>
                    <a:pt x="40920" y="1680533"/>
                  </a:lnTo>
                  <a:lnTo>
                    <a:pt x="12318" y="1660652"/>
                  </a:lnTo>
                  <a:close/>
                </a:path>
                <a:path w="1215389" h="1744979">
                  <a:moveTo>
                    <a:pt x="40920" y="1680533"/>
                  </a:moveTo>
                  <a:lnTo>
                    <a:pt x="33654" y="1691004"/>
                  </a:lnTo>
                  <a:lnTo>
                    <a:pt x="38862" y="1694560"/>
                  </a:lnTo>
                  <a:lnTo>
                    <a:pt x="46148" y="1684167"/>
                  </a:lnTo>
                  <a:lnTo>
                    <a:pt x="40920" y="1680533"/>
                  </a:lnTo>
                  <a:close/>
                </a:path>
                <a:path w="1215389" h="1744979">
                  <a:moveTo>
                    <a:pt x="46148" y="1684167"/>
                  </a:moveTo>
                  <a:lnTo>
                    <a:pt x="38862" y="1694560"/>
                  </a:lnTo>
                  <a:lnTo>
                    <a:pt x="61100" y="1694560"/>
                  </a:lnTo>
                  <a:lnTo>
                    <a:pt x="46148" y="1684167"/>
                  </a:lnTo>
                  <a:close/>
                </a:path>
                <a:path w="1215389" h="1744979">
                  <a:moveTo>
                    <a:pt x="42290" y="1678558"/>
                  </a:moveTo>
                  <a:lnTo>
                    <a:pt x="40920" y="1680533"/>
                  </a:lnTo>
                  <a:lnTo>
                    <a:pt x="46148" y="1684167"/>
                  </a:lnTo>
                  <a:lnTo>
                    <a:pt x="47497" y="1682241"/>
                  </a:lnTo>
                  <a:lnTo>
                    <a:pt x="42290" y="1678558"/>
                  </a:lnTo>
                  <a:close/>
                </a:path>
                <a:path w="1215389" h="1744979">
                  <a:moveTo>
                    <a:pt x="67690" y="1642109"/>
                  </a:moveTo>
                  <a:lnTo>
                    <a:pt x="53212" y="1662938"/>
                  </a:lnTo>
                  <a:lnTo>
                    <a:pt x="58419" y="1666620"/>
                  </a:lnTo>
                  <a:lnTo>
                    <a:pt x="72897" y="1645792"/>
                  </a:lnTo>
                  <a:lnTo>
                    <a:pt x="67690" y="1642109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74191" y="3972255"/>
            <a:ext cx="11195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Ajuste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modelo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65412" y="3427914"/>
            <a:ext cx="100248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1910" algn="ctr">
              <a:lnSpc>
                <a:spcPct val="100000"/>
              </a:lnSpc>
              <a:spcBef>
                <a:spcPts val="100"/>
              </a:spcBef>
            </a:pPr>
            <a:r>
              <a:rPr lang="pt-BR" sz="1200" dirty="0">
                <a:latin typeface="Calibri"/>
                <a:cs typeface="Calibri"/>
              </a:rPr>
              <a:t>estimativa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66445" y="4846066"/>
            <a:ext cx="800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89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Conjunto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de </a:t>
            </a:r>
            <a:r>
              <a:rPr sz="1200" spc="-10" dirty="0">
                <a:latin typeface="Calibri"/>
                <a:cs typeface="Calibri"/>
              </a:rPr>
              <a:t>treinamento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81117" y="3338321"/>
            <a:ext cx="2857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erro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87167" y="1683257"/>
            <a:ext cx="1933575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-2540" algn="ctr">
              <a:lnSpc>
                <a:spcPct val="100000"/>
              </a:lnSpc>
              <a:spcBef>
                <a:spcPts val="105"/>
              </a:spcBef>
            </a:pPr>
            <a:r>
              <a:rPr sz="1100" b="1" i="1" spc="-10" dirty="0">
                <a:solidFill>
                  <a:srgbClr val="EC7C30"/>
                </a:solidFill>
                <a:latin typeface="Calibri"/>
                <a:cs typeface="Calibri"/>
              </a:rPr>
              <a:t>Indicação</a:t>
            </a:r>
            <a:r>
              <a:rPr sz="1100" b="1" i="1" spc="-2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100" b="1" i="1" dirty="0">
                <a:solidFill>
                  <a:srgbClr val="EC7C30"/>
                </a:solidFill>
                <a:latin typeface="Calibri"/>
                <a:cs typeface="Calibri"/>
              </a:rPr>
              <a:t>para</a:t>
            </a:r>
            <a:r>
              <a:rPr sz="1100" b="1" i="1" spc="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100" b="1" i="1" dirty="0">
                <a:solidFill>
                  <a:srgbClr val="EC7C30"/>
                </a:solidFill>
                <a:latin typeface="Calibri"/>
                <a:cs typeface="Calibri"/>
              </a:rPr>
              <a:t>onde </a:t>
            </a:r>
            <a:r>
              <a:rPr sz="1100" b="1" i="1" spc="-10" dirty="0">
                <a:solidFill>
                  <a:srgbClr val="EC7C30"/>
                </a:solidFill>
                <a:latin typeface="Calibri"/>
                <a:cs typeface="Calibri"/>
              </a:rPr>
              <a:t>deve-</a:t>
            </a:r>
            <a:r>
              <a:rPr sz="1100" b="1" i="1" spc="-25" dirty="0">
                <a:solidFill>
                  <a:srgbClr val="EC7C30"/>
                </a:solidFill>
                <a:latin typeface="Calibri"/>
                <a:cs typeface="Calibri"/>
              </a:rPr>
              <a:t>se </a:t>
            </a:r>
            <a:r>
              <a:rPr sz="1100" b="1" i="1" dirty="0">
                <a:solidFill>
                  <a:srgbClr val="EC7C30"/>
                </a:solidFill>
                <a:latin typeface="Calibri"/>
                <a:cs typeface="Calibri"/>
              </a:rPr>
              <a:t>caminhar</a:t>
            </a:r>
            <a:r>
              <a:rPr sz="11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espaço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hipóteses </a:t>
            </a:r>
            <a:r>
              <a:rPr sz="1100" dirty="0">
                <a:latin typeface="Calibri"/>
                <a:cs typeface="Calibri"/>
              </a:rPr>
              <a:t>para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que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erro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seja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minimizado</a:t>
            </a:r>
            <a:endParaRPr sz="11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119D0D14-A2C2-40BB-18D5-C60E2BB3760A}"/>
                  </a:ext>
                </a:extLst>
              </p:cNvPr>
              <p:cNvSpPr txBox="1"/>
              <p:nvPr/>
            </p:nvSpPr>
            <p:spPr>
              <a:xfrm flipH="1">
                <a:off x="2780420" y="2847981"/>
                <a:ext cx="73786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119D0D14-A2C2-40BB-18D5-C60E2BB37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80420" y="2847981"/>
                <a:ext cx="737860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5198" y="2611577"/>
            <a:ext cx="8261350" cy="141605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452755" marR="5080" indent="-440690">
              <a:lnSpc>
                <a:spcPts val="5190"/>
              </a:lnSpc>
              <a:spcBef>
                <a:spcPts val="750"/>
              </a:spcBef>
            </a:pPr>
            <a:r>
              <a:rPr sz="4800" b="1" i="1" dirty="0">
                <a:latin typeface="Calibri"/>
                <a:cs typeface="Calibri"/>
              </a:rPr>
              <a:t>Como</a:t>
            </a:r>
            <a:r>
              <a:rPr sz="4800" b="1" i="1" spc="-20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encontramos</a:t>
            </a:r>
            <a:r>
              <a:rPr sz="4800" b="1" i="1" spc="-30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os</a:t>
            </a:r>
            <a:r>
              <a:rPr sz="4800" b="1" i="1" spc="-50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pesos</a:t>
            </a:r>
            <a:r>
              <a:rPr sz="4800" b="1" i="1" spc="-45" dirty="0">
                <a:latin typeface="Calibri"/>
                <a:cs typeface="Calibri"/>
              </a:rPr>
              <a:t> </a:t>
            </a:r>
            <a:r>
              <a:rPr sz="4800" b="1" i="1" spc="-25" dirty="0">
                <a:latin typeface="Calibri"/>
                <a:cs typeface="Calibri"/>
              </a:rPr>
              <a:t>que </a:t>
            </a:r>
            <a:r>
              <a:rPr sz="4800" b="1" i="1" dirty="0">
                <a:latin typeface="Calibri"/>
                <a:cs typeface="Calibri"/>
              </a:rPr>
              <a:t>minimizam</a:t>
            </a:r>
            <a:r>
              <a:rPr sz="4800" b="1" i="1" spc="-20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a</a:t>
            </a:r>
            <a:r>
              <a:rPr sz="4800" b="1" i="1" spc="-35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função</a:t>
            </a:r>
            <a:r>
              <a:rPr sz="4800" b="1" i="1" spc="-25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de</a:t>
            </a:r>
            <a:r>
              <a:rPr sz="4800" b="1" i="1" spc="-40" dirty="0">
                <a:latin typeface="Calibri"/>
                <a:cs typeface="Calibri"/>
              </a:rPr>
              <a:t> </a:t>
            </a:r>
            <a:r>
              <a:rPr sz="4800" b="1" i="1" spc="-10" dirty="0">
                <a:latin typeface="Calibri"/>
                <a:cs typeface="Calibri"/>
              </a:rPr>
              <a:t>erro?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Como</a:t>
            </a:r>
            <a:r>
              <a:rPr spc="-40" dirty="0"/>
              <a:t> </a:t>
            </a:r>
            <a:r>
              <a:rPr dirty="0"/>
              <a:t>minimizar</a:t>
            </a:r>
            <a:r>
              <a:rPr spc="-2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função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10" dirty="0"/>
              <a:t>erro?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88865" y="1664944"/>
            <a:ext cx="7481570" cy="184975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1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disciplina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cálculo,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sabemos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derivando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relação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vetor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𝒂</a:t>
            </a:r>
            <a:r>
              <a:rPr sz="2600" spc="-20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igualando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derivada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0,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nós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6F2F9F"/>
                </a:solidFill>
                <a:latin typeface="Calibri"/>
                <a:cs typeface="Calibri"/>
              </a:rPr>
              <a:t>ponto</a:t>
            </a:r>
            <a:r>
              <a:rPr sz="2600" b="1" i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(i.e.,</a:t>
            </a:r>
            <a:r>
              <a:rPr sz="2600" spc="-25" dirty="0">
                <a:latin typeface="Calibri"/>
                <a:cs typeface="Calibri"/>
              </a:rPr>
              <a:t> os </a:t>
            </a:r>
            <a:r>
              <a:rPr sz="2600" dirty="0">
                <a:latin typeface="Calibri"/>
                <a:cs typeface="Calibri"/>
              </a:rPr>
              <a:t>valores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pesos)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taxa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variação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função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nula</a:t>
            </a:r>
            <a:r>
              <a:rPr sz="26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(i.e.,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cresce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decresce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mais)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88865" y="4424552"/>
            <a:ext cx="7531100" cy="1979901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66700" marR="30480" indent="-228600">
              <a:lnSpc>
                <a:spcPct val="90000"/>
              </a:lnSpc>
              <a:spcBef>
                <a:spcPts val="415"/>
              </a:spcBef>
              <a:buFont typeface="Arial"/>
              <a:buChar char="•"/>
              <a:tabLst>
                <a:tab pos="2667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resolução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derivada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também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interpretada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como </a:t>
            </a:r>
            <a:r>
              <a:rPr sz="2600" dirty="0">
                <a:latin typeface="Calibri"/>
                <a:cs typeface="Calibri"/>
              </a:rPr>
              <a:t>sendo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6F2F9F"/>
                </a:solidFill>
                <a:latin typeface="Calibri"/>
                <a:cs typeface="Calibri"/>
              </a:rPr>
              <a:t>ponto</a:t>
            </a:r>
            <a:r>
              <a:rPr sz="2600" b="1" i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EC7C30"/>
                </a:solidFill>
                <a:latin typeface="Calibri"/>
                <a:cs typeface="Calibri"/>
              </a:rPr>
              <a:t>inclinação</a:t>
            </a:r>
            <a:r>
              <a:rPr sz="2600" b="1" i="1" spc="1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um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hiperplano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(e.g.,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reta)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tangente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à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6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nula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66700" marR="868680" indent="-228600">
              <a:lnSpc>
                <a:spcPts val="2810"/>
              </a:lnSpc>
              <a:spcBef>
                <a:spcPts val="1035"/>
              </a:spcBef>
              <a:buFont typeface="Arial"/>
              <a:buChar char="•"/>
              <a:tabLst>
                <a:tab pos="266700" algn="l"/>
              </a:tabLst>
            </a:pPr>
            <a:r>
              <a:rPr sz="2600" dirty="0">
                <a:latin typeface="Calibri"/>
                <a:cs typeface="Calibri"/>
              </a:rPr>
              <a:t>Após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aplicarmos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derivada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parcial,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chegamos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à </a:t>
            </a:r>
            <a:r>
              <a:rPr sz="2600" dirty="0" err="1">
                <a:latin typeface="Calibri"/>
                <a:cs typeface="Calibri"/>
              </a:rPr>
              <a:t>seguinte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spc="-10" dirty="0" err="1">
                <a:latin typeface="Calibri"/>
                <a:cs typeface="Calibri"/>
              </a:rPr>
              <a:t>equação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3319" y="5213350"/>
            <a:ext cx="391287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reta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vermelha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é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tangente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à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curva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ponto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(roxo). </a:t>
            </a:r>
            <a:r>
              <a:rPr sz="1400" dirty="0">
                <a:latin typeface="Calibri"/>
                <a:cs typeface="Calibri"/>
              </a:rPr>
              <a:t>Sua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inclinação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é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dada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pela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derivada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parcial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10" dirty="0">
                <a:latin typeface="Calibri"/>
                <a:cs typeface="Calibri"/>
              </a:rPr>
              <a:t> função </a:t>
            </a:r>
            <a:r>
              <a:rPr sz="1400" dirty="0">
                <a:latin typeface="Calibri"/>
                <a:cs typeface="Calibri"/>
              </a:rPr>
              <a:t>naquele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ponto.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607" y="2346198"/>
            <a:ext cx="3978783" cy="289078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35558" y="1914525"/>
            <a:ext cx="317500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75360" marR="5080" indent="-963294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Exemplo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variação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função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erro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com </a:t>
            </a:r>
            <a:r>
              <a:rPr sz="1400" dirty="0">
                <a:latin typeface="Calibri"/>
                <a:cs typeface="Calibri"/>
              </a:rPr>
              <a:t>apenas um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peso.</a:t>
            </a:r>
            <a:endParaRPr sz="14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6B41A0B7-1BA6-3595-4737-8D25A35BA03E}"/>
                  </a:ext>
                </a:extLst>
              </p:cNvPr>
              <p:cNvSpPr txBox="1"/>
              <p:nvPr/>
            </p:nvSpPr>
            <p:spPr>
              <a:xfrm>
                <a:off x="6392939" y="3620638"/>
                <a:ext cx="3522952" cy="7411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𝑿𝒂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6B41A0B7-1BA6-3595-4737-8D25A35BA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939" y="3620638"/>
                <a:ext cx="3522952" cy="741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5764DE96-B7AD-61EE-6849-805C551759DE}"/>
                  </a:ext>
                </a:extLst>
              </p:cNvPr>
              <p:cNvSpPr txBox="1"/>
              <p:nvPr/>
            </p:nvSpPr>
            <p:spPr>
              <a:xfrm>
                <a:off x="6699818" y="6393116"/>
                <a:ext cx="2909194" cy="6463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400" spc="60" dirty="0" smtClean="0">
                          <a:latin typeface="Cambria Math"/>
                          <a:cs typeface="Cambria Math"/>
                        </a:rPr>
                        <m:t>2</m:t>
                      </m:r>
                      <m:r>
                        <m:rPr>
                          <m:nor/>
                        </m:rPr>
                        <a:rPr lang="pt-BR" sz="2400" spc="60" dirty="0" smtClean="0">
                          <a:latin typeface="Cambria Math"/>
                          <a:cs typeface="Cambria Math"/>
                        </a:rPr>
                        <m:t>𝒂</m:t>
                      </m:r>
                      <m:r>
                        <m:rPr>
                          <m:nor/>
                        </m:rPr>
                        <a:rPr lang="pt-BR" sz="2800" spc="89" baseline="27777" dirty="0" smtClean="0">
                          <a:latin typeface="Cambria Math"/>
                          <a:cs typeface="Cambria Math"/>
                        </a:rPr>
                        <m:t>𝑇</m:t>
                      </m:r>
                      <m:r>
                        <m:rPr>
                          <m:nor/>
                        </m:rPr>
                        <a:rPr lang="pt-BR" sz="2400" spc="60" dirty="0" smtClean="0">
                          <a:latin typeface="Cambria Math"/>
                          <a:cs typeface="Cambria Math"/>
                        </a:rPr>
                        <m:t>𝑿</m:t>
                      </m:r>
                      <m:r>
                        <m:rPr>
                          <m:nor/>
                        </m:rPr>
                        <a:rPr lang="pt-BR" sz="2800" spc="89" baseline="27777" dirty="0" smtClean="0">
                          <a:latin typeface="Cambria Math"/>
                          <a:cs typeface="Cambria Math"/>
                        </a:rPr>
                        <m:t>𝑇</m:t>
                      </m:r>
                      <m:r>
                        <m:rPr>
                          <m:nor/>
                        </m:rPr>
                        <a:rPr lang="pt-BR" sz="2400" spc="60" dirty="0" smtClean="0">
                          <a:latin typeface="Cambria Math"/>
                          <a:cs typeface="Cambria Math"/>
                        </a:rPr>
                        <m:t>𝑿</m:t>
                      </m:r>
                      <m:r>
                        <m:rPr>
                          <m:nor/>
                        </m:rPr>
                        <a:rPr lang="pt-BR" sz="2400" spc="30" dirty="0" smtClean="0">
                          <a:latin typeface="Cambria Math"/>
                          <a:cs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400" dirty="0" smtClean="0">
                          <a:latin typeface="Cambria Math"/>
                          <a:cs typeface="Cambria Math"/>
                        </a:rPr>
                        <m:t>−</m:t>
                      </m:r>
                      <m:r>
                        <m:rPr>
                          <m:nor/>
                        </m:rPr>
                        <a:rPr lang="pt-BR" sz="2400" spc="45" dirty="0" smtClean="0">
                          <a:latin typeface="Cambria Math"/>
                          <a:cs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400" dirty="0" smtClean="0">
                          <a:latin typeface="Cambria Math"/>
                          <a:cs typeface="Cambria Math"/>
                        </a:rPr>
                        <m:t>2</m:t>
                      </m:r>
                      <m:r>
                        <m:rPr>
                          <m:nor/>
                        </m:rPr>
                        <a:rPr lang="pt-BR" sz="2400" dirty="0" smtClean="0">
                          <a:latin typeface="Cambria Math"/>
                          <a:cs typeface="Cambria Math"/>
                        </a:rPr>
                        <m:t>𝒚</m:t>
                      </m:r>
                      <m:r>
                        <m:rPr>
                          <m:nor/>
                        </m:rPr>
                        <a:rPr lang="pt-BR" sz="2800" baseline="27777" dirty="0" smtClean="0">
                          <a:latin typeface="Cambria Math"/>
                          <a:cs typeface="Cambria Math"/>
                        </a:rPr>
                        <m:t>𝑇</m:t>
                      </m:r>
                      <m:r>
                        <m:rPr>
                          <m:nor/>
                        </m:rPr>
                        <a:rPr lang="pt-BR" sz="2400" dirty="0" smtClean="0">
                          <a:latin typeface="Cambria Math"/>
                          <a:cs typeface="Cambria Math"/>
                        </a:rPr>
                        <m:t>𝑿</m:t>
                      </m:r>
                      <m:r>
                        <m:rPr>
                          <m:nor/>
                        </m:rPr>
                        <a:rPr lang="pt-BR" sz="2400" spc="185" dirty="0" smtClean="0">
                          <a:latin typeface="Cambria Math"/>
                          <a:cs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400" dirty="0" smtClean="0">
                          <a:latin typeface="Cambria Math"/>
                          <a:cs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pt-BR" sz="2400" spc="204" dirty="0" smtClean="0">
                          <a:latin typeface="Cambria Math"/>
                          <a:cs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400" spc="-25" dirty="0" smtClean="0">
                          <a:latin typeface="Cambria Math"/>
                          <a:cs typeface="Cambria Math"/>
                        </a:rPr>
                        <m:t>0</m:t>
                      </m:r>
                      <m:r>
                        <m:rPr>
                          <m:nor/>
                        </m:rPr>
                        <a:rPr lang="pt-BR" sz="2400" spc="-25" dirty="0" smtClean="0">
                          <a:latin typeface="Cambria Math"/>
                          <a:cs typeface="Cambria Math"/>
                        </a:rPr>
                        <m:t>.</m:t>
                      </m:r>
                    </m:oMath>
                  </m:oMathPara>
                </a14:m>
                <a:endParaRPr lang="pt-BR" sz="2400" dirty="0">
                  <a:latin typeface="Cambria Math"/>
                  <a:cs typeface="Cambria Math"/>
                </a:endParaRP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5764DE96-B7AD-61EE-6849-805C55175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818" y="6393116"/>
                <a:ext cx="2909194" cy="646331"/>
              </a:xfrm>
              <a:prstGeom prst="rect">
                <a:avLst/>
              </a:prstGeom>
              <a:blipFill>
                <a:blip r:embed="rId4"/>
                <a:stretch>
                  <a:fillRect l="-1887" r="-209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Como</a:t>
            </a:r>
            <a:r>
              <a:rPr spc="-40" dirty="0"/>
              <a:t> </a:t>
            </a:r>
            <a:r>
              <a:rPr dirty="0"/>
              <a:t>minimizar</a:t>
            </a:r>
            <a:r>
              <a:rPr spc="-2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função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10" dirty="0"/>
              <a:t>erro?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4302" y="1793493"/>
            <a:ext cx="6198235" cy="41636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104139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Porém,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ponto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taxa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variação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da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função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erro</a:t>
            </a:r>
            <a:r>
              <a:rPr sz="2800" b="1" i="1" spc="-3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é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nula</a:t>
            </a:r>
            <a:r>
              <a:rPr sz="28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ocorrer tanto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mínimo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máximo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inclinação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 </a:t>
            </a:r>
            <a:r>
              <a:rPr sz="2800" dirty="0">
                <a:latin typeface="Calibri"/>
                <a:cs typeface="Calibri"/>
              </a:rPr>
              <a:t>reta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tangente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zero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ambos.</a:t>
            </a:r>
            <a:endParaRPr sz="2800" dirty="0">
              <a:latin typeface="Calibri"/>
              <a:cs typeface="Calibri"/>
            </a:endParaRPr>
          </a:p>
          <a:p>
            <a:pPr marL="241300" marR="131445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Porém,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nosso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estamos interessados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ponto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tem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seu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menor</a:t>
            </a:r>
            <a:r>
              <a:rPr sz="2800" b="1" i="1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valor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nesse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encontramos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pesos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função</a:t>
            </a:r>
            <a:r>
              <a:rPr sz="2800" b="1" i="1" spc="-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hipótese</a:t>
            </a:r>
            <a:r>
              <a:rPr sz="2800" b="1" i="1" spc="-7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ótima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3408" y="2371598"/>
            <a:ext cx="4673600" cy="3521710"/>
            <a:chOff x="343408" y="2371598"/>
            <a:chExt cx="4673600" cy="35217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3408" y="2371598"/>
              <a:ext cx="4673092" cy="33937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47084" y="5344160"/>
              <a:ext cx="76200" cy="548640"/>
            </a:xfrm>
            <a:custGeom>
              <a:avLst/>
              <a:gdLst/>
              <a:ahLst/>
              <a:cxnLst/>
              <a:rect l="l" t="t" r="r" b="b"/>
              <a:pathLst>
                <a:path w="76200" h="548639">
                  <a:moveTo>
                    <a:pt x="47625" y="63499"/>
                  </a:moveTo>
                  <a:lnTo>
                    <a:pt x="28575" y="63499"/>
                  </a:lnTo>
                  <a:lnTo>
                    <a:pt x="28575" y="548551"/>
                  </a:lnTo>
                  <a:lnTo>
                    <a:pt x="47625" y="548551"/>
                  </a:lnTo>
                  <a:lnTo>
                    <a:pt x="47625" y="63499"/>
                  </a:lnTo>
                  <a:close/>
                </a:path>
                <a:path w="76200" h="548639">
                  <a:moveTo>
                    <a:pt x="38100" y="0"/>
                  </a:moveTo>
                  <a:lnTo>
                    <a:pt x="0" y="76199"/>
                  </a:lnTo>
                  <a:lnTo>
                    <a:pt x="28575" y="76199"/>
                  </a:lnTo>
                  <a:lnTo>
                    <a:pt x="28575" y="63499"/>
                  </a:lnTo>
                  <a:lnTo>
                    <a:pt x="69850" y="63499"/>
                  </a:lnTo>
                  <a:lnTo>
                    <a:pt x="38100" y="0"/>
                  </a:lnTo>
                  <a:close/>
                </a:path>
                <a:path w="76200" h="548639">
                  <a:moveTo>
                    <a:pt x="69850" y="63499"/>
                  </a:moveTo>
                  <a:lnTo>
                    <a:pt x="47625" y="63499"/>
                  </a:lnTo>
                  <a:lnTo>
                    <a:pt x="47625" y="76199"/>
                  </a:lnTo>
                  <a:lnTo>
                    <a:pt x="76200" y="76199"/>
                  </a:lnTo>
                  <a:lnTo>
                    <a:pt x="69850" y="63499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18713" y="5918098"/>
            <a:ext cx="93408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" marR="5080" indent="-24765" algn="just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Peso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ótimo,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i.e., </a:t>
            </a:r>
            <a:r>
              <a:rPr sz="1100" dirty="0">
                <a:latin typeface="Calibri"/>
                <a:cs typeface="Calibri"/>
              </a:rPr>
              <a:t>que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minimiza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a</a:t>
            </a:r>
            <a:r>
              <a:rPr sz="1100" dirty="0">
                <a:latin typeface="Calibri"/>
                <a:cs typeface="Calibri"/>
              </a:rPr>
              <a:t> função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erro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7115" y="2313559"/>
            <a:ext cx="10298430" cy="207391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5080" indent="-4445" algn="ctr">
              <a:lnSpc>
                <a:spcPts val="5180"/>
              </a:lnSpc>
              <a:spcBef>
                <a:spcPts val="755"/>
              </a:spcBef>
            </a:pPr>
            <a:r>
              <a:rPr sz="4800" b="1" i="1" dirty="0">
                <a:latin typeface="Calibri"/>
                <a:cs typeface="Calibri"/>
              </a:rPr>
              <a:t>Então,</a:t>
            </a:r>
            <a:r>
              <a:rPr sz="4800" b="1" i="1" spc="-55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como</a:t>
            </a:r>
            <a:r>
              <a:rPr sz="4800" b="1" i="1" spc="-55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sabemos</a:t>
            </a:r>
            <a:r>
              <a:rPr sz="4800" b="1" i="1" spc="-45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se</a:t>
            </a:r>
            <a:r>
              <a:rPr sz="4800" b="1" i="1" spc="-65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o</a:t>
            </a:r>
            <a:r>
              <a:rPr sz="4800" b="1" i="1" spc="-45" dirty="0">
                <a:latin typeface="Calibri"/>
                <a:cs typeface="Calibri"/>
              </a:rPr>
              <a:t> </a:t>
            </a:r>
            <a:r>
              <a:rPr sz="4800" b="1" i="1" spc="-10" dirty="0">
                <a:latin typeface="Calibri"/>
                <a:cs typeface="Calibri"/>
              </a:rPr>
              <a:t>ponto </a:t>
            </a:r>
            <a:r>
              <a:rPr sz="4800" b="1" i="1" dirty="0">
                <a:latin typeface="Calibri"/>
                <a:cs typeface="Calibri"/>
              </a:rPr>
              <a:t>encontrado é</a:t>
            </a:r>
            <a:r>
              <a:rPr sz="4800" b="1" i="1" spc="-35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um</a:t>
            </a:r>
            <a:r>
              <a:rPr sz="4800" b="1" i="1" spc="-25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mínimo</a:t>
            </a:r>
            <a:r>
              <a:rPr sz="4800" b="1" i="1" spc="-5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ou</a:t>
            </a:r>
            <a:r>
              <a:rPr sz="4800" b="1" i="1" spc="-20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um</a:t>
            </a:r>
            <a:r>
              <a:rPr sz="4800" b="1" i="1" spc="-25" dirty="0">
                <a:latin typeface="Calibri"/>
                <a:cs typeface="Calibri"/>
              </a:rPr>
              <a:t> </a:t>
            </a:r>
            <a:r>
              <a:rPr sz="4800" b="1" i="1" spc="-10" dirty="0">
                <a:latin typeface="Calibri"/>
                <a:cs typeface="Calibri"/>
              </a:rPr>
              <a:t>máximo </a:t>
            </a:r>
            <a:r>
              <a:rPr sz="4800" b="1" i="1" dirty="0">
                <a:latin typeface="Calibri"/>
                <a:cs typeface="Calibri"/>
              </a:rPr>
              <a:t>da </a:t>
            </a:r>
            <a:r>
              <a:rPr sz="4800" b="1" i="1" spc="-10" dirty="0">
                <a:latin typeface="Calibri"/>
                <a:cs typeface="Calibri"/>
              </a:rPr>
              <a:t>função?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Como</a:t>
            </a:r>
            <a:r>
              <a:rPr spc="-40" dirty="0"/>
              <a:t> </a:t>
            </a:r>
            <a:r>
              <a:rPr dirty="0"/>
              <a:t>minimizar</a:t>
            </a:r>
            <a:r>
              <a:rPr spc="-2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função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10" dirty="0"/>
              <a:t>erro?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772140" cy="12204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inclinação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reta</a:t>
            </a:r>
            <a:r>
              <a:rPr sz="2800" b="1" i="1" spc="-3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tangente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é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nula</a:t>
            </a:r>
            <a:r>
              <a:rPr sz="2800" b="1" i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derivada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parcial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segunda </a:t>
            </a:r>
            <a:r>
              <a:rPr sz="2800" b="1" i="1" dirty="0">
                <a:latin typeface="Calibri"/>
                <a:cs typeface="Calibri"/>
              </a:rPr>
              <a:t>ordem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positiva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ponto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dá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mínimo</a:t>
            </a:r>
            <a:r>
              <a:rPr sz="2800" b="1" i="1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EC7C30"/>
                </a:solidFill>
                <a:latin typeface="Calibri"/>
                <a:cs typeface="Calibri"/>
              </a:rPr>
              <a:t>da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função</a:t>
            </a:r>
            <a:r>
              <a:rPr sz="2800" spc="-10" dirty="0">
                <a:latin typeface="Calibri"/>
                <a:cs typeface="Calibri"/>
              </a:rPr>
              <a:t>,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1539" y="3846957"/>
            <a:ext cx="11005820" cy="19431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66700" marR="118745" indent="-228600">
              <a:lnSpc>
                <a:spcPct val="89600"/>
              </a:lnSpc>
              <a:spcBef>
                <a:spcPts val="44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matriz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atributos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𝑿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tiver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posto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igual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𝐾</a:t>
            </a:r>
            <a:r>
              <a:rPr sz="2800" spc="1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+</a:t>
            </a:r>
            <a:r>
              <a:rPr sz="2800" spc="-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1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matriz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25" dirty="0">
                <a:latin typeface="Cambria Math"/>
                <a:cs typeface="Cambria Math"/>
              </a:rPr>
              <a:t>𝑿</a:t>
            </a:r>
            <a:r>
              <a:rPr sz="3075" spc="37" baseline="27100" dirty="0">
                <a:latin typeface="Cambria Math"/>
                <a:cs typeface="Cambria Math"/>
              </a:rPr>
              <a:t>𝑇</a:t>
            </a:r>
            <a:r>
              <a:rPr sz="2800" spc="25" dirty="0">
                <a:latin typeface="Cambria Math"/>
                <a:cs typeface="Cambria Math"/>
              </a:rPr>
              <a:t>𝑿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positiva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semi-</a:t>
            </a:r>
            <a:r>
              <a:rPr sz="2800" b="1" i="1" dirty="0">
                <a:latin typeface="Calibri"/>
                <a:cs typeface="Calibri"/>
              </a:rPr>
              <a:t>definida</a:t>
            </a:r>
            <a:r>
              <a:rPr sz="2800" b="1" i="1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ponto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acima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é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realmente</a:t>
            </a:r>
            <a:r>
              <a:rPr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ponto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mínimo</a:t>
            </a:r>
            <a:r>
              <a:rPr sz="2800" b="1" i="1" spc="-1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erro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723900" marR="30480" lvl="1" indent="-228600">
              <a:lnSpc>
                <a:spcPts val="2590"/>
              </a:lnSpc>
              <a:spcBef>
                <a:spcPts val="575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b="1" dirty="0">
                <a:latin typeface="Calibri"/>
                <a:cs typeface="Calibri"/>
              </a:rPr>
              <a:t>Posto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uma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matriz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número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linhas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colunas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linearmente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independentes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10" dirty="0">
                <a:latin typeface="Calibri"/>
                <a:cs typeface="Calibri"/>
              </a:rPr>
              <a:t> matriz.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7"/>
              <p:cNvSpPr txBox="1"/>
              <p:nvPr/>
            </p:nvSpPr>
            <p:spPr>
              <a:xfrm>
                <a:off x="1336294" y="5798007"/>
                <a:ext cx="10561065" cy="722633"/>
              </a:xfrm>
              <a:prstGeom prst="rect">
                <a:avLst/>
              </a:prstGeom>
            </p:spPr>
            <p:txBody>
              <a:bodyPr vert="horz" wrap="square" lIns="0" tIns="55244" rIns="0" bIns="0" rtlCol="0">
                <a:spAutoFit/>
              </a:bodyPr>
              <a:lstStyle/>
              <a:p>
                <a:pPr marL="279400" marR="30480" indent="-228600">
                  <a:lnSpc>
                    <a:spcPts val="2580"/>
                  </a:lnSpc>
                  <a:spcBef>
                    <a:spcPts val="434"/>
                  </a:spcBef>
                  <a:buFont typeface="Wingdings"/>
                  <a:buChar char=""/>
                  <a:tabLst>
                    <a:tab pos="279400" algn="l"/>
                    <a:tab pos="8701405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Uma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matriz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quadrada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spc="55" dirty="0">
                    <a:latin typeface="Cambria Math"/>
                    <a:cs typeface="Cambria Math"/>
                  </a:rPr>
                  <a:t>𝑿</a:t>
                </a:r>
                <a:r>
                  <a:rPr lang="pt-BR" sz="2625" spc="82" baseline="28571" dirty="0">
                    <a:latin typeface="Cambria Math"/>
                    <a:cs typeface="Cambria Math"/>
                  </a:rPr>
                  <a:t>𝑇</a:t>
                </a:r>
                <a:r>
                  <a:rPr lang="pt-BR" sz="2400" spc="55" dirty="0">
                    <a:latin typeface="Cambria Math"/>
                    <a:cs typeface="Cambria Math"/>
                  </a:rPr>
                  <a:t>𝑿</a:t>
                </a:r>
                <a:r>
                  <a:rPr lang="pt-BR" sz="240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positiva</a:t>
                </a:r>
                <a:r>
                  <a:rPr lang="pt-BR" sz="2400" b="1" i="1" spc="-1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semi-</a:t>
                </a:r>
                <a:r>
                  <a:rPr lang="pt-BR" sz="2400" b="1" i="1" dirty="0" err="1">
                    <a:latin typeface="Calibri"/>
                    <a:cs typeface="Calibri"/>
                  </a:rPr>
                  <a:t>definida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pt-BR" sz="2400" b="1" i="1" smtClean="0">
                            <a:latin typeface="Cambria Math" panose="02040503050406030204" pitchFamily="18" charset="0"/>
                            <a:cs typeface="Calibri"/>
                          </a:rPr>
                          <m:t>𝒛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pt-BR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T</m:t>
                        </m:r>
                      </m:sup>
                    </m:sSup>
                    <m:sSup>
                      <m:sSupPr>
                        <m:ctrlP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pt-BR" sz="2400" b="1" i="1" smtClean="0">
                            <a:latin typeface="Cambria Math" panose="02040503050406030204" pitchFamily="18" charset="0"/>
                            <a:cs typeface="Calibri"/>
                          </a:rPr>
                          <m:t>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pt-BR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T</m:t>
                        </m:r>
                      </m:sup>
                    </m:sSup>
                    <m:r>
                      <a:rPr lang="pt-BR" sz="2400" b="1" i="1" smtClean="0">
                        <a:latin typeface="Cambria Math" panose="02040503050406030204" pitchFamily="18" charset="0"/>
                        <a:cs typeface="Calibri"/>
                      </a:rPr>
                      <m:t>𝑿𝒛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bSup>
                      <m:sSubSupPr>
                        <m:ctrlP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400" b="1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𝑿𝒛</m:t>
                            </m:r>
                          </m:e>
                        </m:d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p>
                    </m:sSubSup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≥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0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, ∀</m:t>
                    </m:r>
                    <m:r>
                      <a:rPr lang="pt-B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𝒛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≠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0</m:t>
                    </m:r>
                  </m:oMath>
                </a14:m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7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294" y="5798007"/>
                <a:ext cx="10561065" cy="722633"/>
              </a:xfrm>
              <a:prstGeom prst="rect">
                <a:avLst/>
              </a:prstGeom>
              <a:blipFill>
                <a:blip r:embed="rId2"/>
                <a:stretch>
                  <a:fillRect l="-1154" t="-11765" b="-25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D6E47341-EE6F-A09C-A548-D61D343A2FB1}"/>
                  </a:ext>
                </a:extLst>
              </p:cNvPr>
              <p:cNvSpPr txBox="1"/>
              <p:nvPr/>
            </p:nvSpPr>
            <p:spPr>
              <a:xfrm>
                <a:off x="4313653" y="2883429"/>
                <a:ext cx="3564694" cy="8645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𝑿𝒂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pt-BR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b="1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D6E47341-EE6F-A09C-A548-D61D343A2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3653" y="2883429"/>
                <a:ext cx="3564694" cy="8645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Equação</a:t>
            </a:r>
            <a:r>
              <a:rPr spc="-70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24000"/>
            <a:ext cx="10674350" cy="194437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Agora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sabemos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matriz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atributos,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𝑿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tiver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𝐾</a:t>
            </a:r>
            <a:r>
              <a:rPr sz="2800" spc="3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+</a:t>
            </a:r>
            <a:r>
              <a:rPr sz="2800" spc="-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1</a:t>
            </a:r>
            <a:r>
              <a:rPr sz="2800" spc="-45" dirty="0">
                <a:latin typeface="Cambria Math"/>
                <a:cs typeface="Cambria Math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colunas linearmente</a:t>
            </a:r>
            <a:r>
              <a:rPr sz="28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independentes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encontramos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ponto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mínimo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função </a:t>
            </a:r>
            <a:r>
              <a:rPr sz="2800" spc="-20" dirty="0">
                <a:latin typeface="Calibri"/>
                <a:cs typeface="Calibri"/>
              </a:rPr>
              <a:t>através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derivada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parcial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resolver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 </a:t>
            </a:r>
            <a:r>
              <a:rPr sz="2800" dirty="0">
                <a:latin typeface="Calibri"/>
                <a:cs typeface="Calibri"/>
              </a:rPr>
              <a:t>derivada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parcial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vetor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9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pesos</a:t>
            </a:r>
            <a:r>
              <a:rPr sz="2800"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ótimo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Assim,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resolvendo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𝒂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temos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1539" y="4611700"/>
            <a:ext cx="10347325" cy="195643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66700" marR="113664" indent="-228600">
              <a:lnSpc>
                <a:spcPct val="80000"/>
              </a:lnSpc>
              <a:spcBef>
                <a:spcPts val="770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Essa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conhecida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equação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normal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dá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solução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ótima</a:t>
            </a:r>
            <a:r>
              <a:rPr sz="2800" b="1" i="1" spc="-8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relação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minimização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quadrático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médio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esse </a:t>
            </a:r>
            <a:r>
              <a:rPr sz="2800" b="1" i="1" dirty="0">
                <a:latin typeface="Calibri"/>
                <a:cs typeface="Calibri"/>
              </a:rPr>
              <a:t>sistema</a:t>
            </a:r>
            <a:r>
              <a:rPr sz="2800" b="1" i="1" spc="-10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equações</a:t>
            </a:r>
            <a:r>
              <a:rPr sz="2800" b="1" i="1" spc="-10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lineares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marR="30480" indent="-228600">
              <a:lnSpc>
                <a:spcPts val="2780"/>
              </a:lnSpc>
              <a:spcBef>
                <a:spcPts val="900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Notem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só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precisamos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conjunto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amostras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coletadas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treinamento),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𝑿</a:t>
            </a:r>
            <a:r>
              <a:rPr sz="2800" spc="-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𝒚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vetor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pesos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ótimo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75" dirty="0">
                <a:latin typeface="Cambria Math"/>
                <a:cs typeface="Cambria Math"/>
              </a:rPr>
              <a:t>𝒂</a:t>
            </a:r>
            <a:r>
              <a:rPr sz="3075" spc="112" baseline="-16260" dirty="0">
                <a:latin typeface="Cambria Math"/>
                <a:cs typeface="Cambria Math"/>
              </a:rPr>
              <a:t>opt</a:t>
            </a:r>
            <a:r>
              <a:rPr sz="2800" spc="7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29226" y="4023741"/>
            <a:ext cx="3400425" cy="619379"/>
          </a:xfrm>
          <a:custGeom>
            <a:avLst/>
            <a:gdLst/>
            <a:ahLst/>
            <a:cxnLst/>
            <a:rect l="l" t="t" r="r" b="b"/>
            <a:pathLst>
              <a:path w="3400425" h="508000">
                <a:moveTo>
                  <a:pt x="0" y="507999"/>
                </a:moveTo>
                <a:lnTo>
                  <a:pt x="3400425" y="507999"/>
                </a:lnTo>
                <a:lnTo>
                  <a:pt x="3400425" y="0"/>
                </a:lnTo>
                <a:lnTo>
                  <a:pt x="0" y="0"/>
                </a:lnTo>
                <a:lnTo>
                  <a:pt x="0" y="507999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514980" y="3842130"/>
            <a:ext cx="1664970" cy="529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alibri"/>
                <a:cs typeface="Calibri"/>
              </a:rPr>
              <a:t>Conjunto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pesos </a:t>
            </a:r>
            <a:r>
              <a:rPr sz="1100" spc="-10" dirty="0">
                <a:latin typeface="Calibri"/>
                <a:cs typeface="Calibri"/>
              </a:rPr>
              <a:t>correspondente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ao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ponto </a:t>
            </a:r>
            <a:r>
              <a:rPr sz="1100" dirty="0">
                <a:latin typeface="Calibri"/>
                <a:cs typeface="Calibri"/>
              </a:rPr>
              <a:t>mais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baixo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função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 </a:t>
            </a:r>
            <a:r>
              <a:rPr sz="1100" spc="-20" dirty="0">
                <a:latin typeface="Calibri"/>
                <a:cs typeface="Calibri"/>
              </a:rPr>
              <a:t>erro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96003" y="4105783"/>
            <a:ext cx="653415" cy="254635"/>
          </a:xfrm>
          <a:custGeom>
            <a:avLst/>
            <a:gdLst/>
            <a:ahLst/>
            <a:cxnLst/>
            <a:rect l="l" t="t" r="r" b="b"/>
            <a:pathLst>
              <a:path w="653414" h="254635">
                <a:moveTo>
                  <a:pt x="578621" y="227704"/>
                </a:moveTo>
                <a:lnTo>
                  <a:pt x="568833" y="254635"/>
                </a:lnTo>
                <a:lnTo>
                  <a:pt x="653415" y="244729"/>
                </a:lnTo>
                <a:lnTo>
                  <a:pt x="641368" y="232029"/>
                </a:lnTo>
                <a:lnTo>
                  <a:pt x="590550" y="232029"/>
                </a:lnTo>
                <a:lnTo>
                  <a:pt x="578621" y="227704"/>
                </a:lnTo>
                <a:close/>
              </a:path>
              <a:path w="653414" h="254635">
                <a:moveTo>
                  <a:pt x="585126" y="209807"/>
                </a:moveTo>
                <a:lnTo>
                  <a:pt x="578621" y="227704"/>
                </a:lnTo>
                <a:lnTo>
                  <a:pt x="590550" y="232029"/>
                </a:lnTo>
                <a:lnTo>
                  <a:pt x="597026" y="214122"/>
                </a:lnTo>
                <a:lnTo>
                  <a:pt x="585126" y="209807"/>
                </a:lnTo>
                <a:close/>
              </a:path>
              <a:path w="653414" h="254635">
                <a:moveTo>
                  <a:pt x="594868" y="183007"/>
                </a:moveTo>
                <a:lnTo>
                  <a:pt x="585126" y="209807"/>
                </a:lnTo>
                <a:lnTo>
                  <a:pt x="597026" y="214122"/>
                </a:lnTo>
                <a:lnTo>
                  <a:pt x="590550" y="232029"/>
                </a:lnTo>
                <a:lnTo>
                  <a:pt x="641368" y="232029"/>
                </a:lnTo>
                <a:lnTo>
                  <a:pt x="594868" y="183007"/>
                </a:lnTo>
                <a:close/>
              </a:path>
              <a:path w="653414" h="254635">
                <a:moveTo>
                  <a:pt x="6476" y="0"/>
                </a:moveTo>
                <a:lnTo>
                  <a:pt x="0" y="17907"/>
                </a:lnTo>
                <a:lnTo>
                  <a:pt x="578621" y="227704"/>
                </a:lnTo>
                <a:lnTo>
                  <a:pt x="585126" y="209807"/>
                </a:lnTo>
                <a:lnTo>
                  <a:pt x="6476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549E678-4E2F-E109-D5A0-ABEB05C37813}"/>
                  </a:ext>
                </a:extLst>
              </p:cNvPr>
              <p:cNvSpPr txBox="1"/>
              <p:nvPr/>
            </p:nvSpPr>
            <p:spPr>
              <a:xfrm>
                <a:off x="4953000" y="3505200"/>
                <a:ext cx="3401316" cy="438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549E678-4E2F-E109-D5A0-ABEB05C37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3505200"/>
                <a:ext cx="3401316" cy="4385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12934592-BA10-1900-1E98-98DFC8DD4DBE}"/>
                  </a:ext>
                </a:extLst>
              </p:cNvPr>
              <p:cNvSpPr txBox="1"/>
              <p:nvPr/>
            </p:nvSpPr>
            <p:spPr>
              <a:xfrm>
                <a:off x="4785610" y="4048947"/>
                <a:ext cx="3311611" cy="5842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opt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2800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pt-BR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12934592-BA10-1900-1E98-98DFC8DD4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610" y="4048947"/>
                <a:ext cx="3311611" cy="5842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Observações</a:t>
            </a:r>
            <a:r>
              <a:rPr spc="-55" dirty="0"/>
              <a:t> </a:t>
            </a:r>
            <a:r>
              <a:rPr dirty="0"/>
              <a:t>quanto</a:t>
            </a:r>
            <a:r>
              <a:rPr spc="-5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equação</a:t>
            </a:r>
            <a:r>
              <a:rPr spc="-45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839595"/>
            <a:ext cx="11281410" cy="50184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578485" marR="1200150" indent="-515620">
              <a:lnSpc>
                <a:spcPts val="3050"/>
              </a:lnSpc>
              <a:spcBef>
                <a:spcPts val="455"/>
              </a:spcBef>
              <a:buAutoNum type="arabicPeriod"/>
              <a:tabLst>
                <a:tab pos="578485" algn="l"/>
                <a:tab pos="57912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equação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normal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solução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única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somente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matriz,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𝑿</a:t>
            </a:r>
            <a:r>
              <a:rPr sz="3075" baseline="27100" dirty="0">
                <a:latin typeface="Cambria Math"/>
                <a:cs typeface="Cambria Math"/>
              </a:rPr>
              <a:t>𝑇</a:t>
            </a:r>
            <a:r>
              <a:rPr sz="2800" dirty="0">
                <a:latin typeface="Cambria Math"/>
                <a:cs typeface="Cambria Math"/>
              </a:rPr>
              <a:t>𝑿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invertível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não-</a:t>
            </a:r>
            <a:r>
              <a:rPr sz="2800" b="1" i="1" spc="-10" dirty="0">
                <a:latin typeface="Calibri"/>
                <a:cs typeface="Calibri"/>
              </a:rPr>
              <a:t>singular</a:t>
            </a:r>
            <a:r>
              <a:rPr sz="2800" spc="-10" dirty="0">
                <a:latin typeface="Calibri"/>
                <a:cs typeface="Calibri"/>
              </a:rPr>
              <a:t>).</a:t>
            </a:r>
            <a:endParaRPr sz="2800" dirty="0">
              <a:latin typeface="Calibri"/>
              <a:cs typeface="Calibri"/>
            </a:endParaRPr>
          </a:p>
          <a:p>
            <a:pPr marL="749300" lvl="1" indent="-229235">
              <a:lnSpc>
                <a:spcPct val="100000"/>
              </a:lnSpc>
              <a:spcBef>
                <a:spcPts val="180"/>
              </a:spcBef>
              <a:buFont typeface="Wingdings"/>
              <a:buChar char=""/>
              <a:tabLst>
                <a:tab pos="749935" algn="l"/>
              </a:tabLst>
            </a:pPr>
            <a:r>
              <a:rPr sz="2400" dirty="0">
                <a:latin typeface="Calibri"/>
                <a:cs typeface="Calibri"/>
              </a:rPr>
              <a:t>Para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matriz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invertível,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posto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igual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𝐾</a:t>
            </a:r>
            <a:r>
              <a:rPr sz="2400" spc="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1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578485" marR="390525" indent="-515620">
              <a:lnSpc>
                <a:spcPts val="3020"/>
              </a:lnSpc>
              <a:spcBef>
                <a:spcPts val="1005"/>
              </a:spcBef>
              <a:buAutoNum type="arabicPeriod"/>
              <a:tabLst>
                <a:tab pos="578485" algn="l"/>
                <a:tab pos="57912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equação</a:t>
            </a:r>
            <a:r>
              <a:rPr sz="2800" b="1" i="1" spc="-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normal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só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funciona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sistemas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determinados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ou </a:t>
            </a:r>
            <a:r>
              <a:rPr sz="2800" b="1" i="1" spc="-20" dirty="0">
                <a:latin typeface="Calibri"/>
                <a:cs typeface="Calibri"/>
              </a:rPr>
              <a:t>sobredeterminados</a:t>
            </a:r>
            <a:r>
              <a:rPr sz="2800" spc="-2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equações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pares</a:t>
            </a:r>
            <a:endParaRPr sz="2800" dirty="0">
              <a:latin typeface="Calibri"/>
              <a:cs typeface="Calibri"/>
            </a:endParaRPr>
          </a:p>
          <a:p>
            <a:pPr marL="578485" marR="513715">
              <a:lnSpc>
                <a:spcPts val="3020"/>
              </a:lnSpc>
              <a:spcBef>
                <a:spcPts val="25"/>
              </a:spcBef>
            </a:pPr>
            <a:r>
              <a:rPr sz="2800" dirty="0">
                <a:latin typeface="Cambria Math"/>
                <a:cs typeface="Cambria Math"/>
              </a:rPr>
              <a:t>𝒙</a:t>
            </a:r>
            <a:r>
              <a:rPr sz="2800" spc="-4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𝑦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igual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ou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maior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incógnitas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pesos),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ou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𝑁</a:t>
            </a:r>
            <a:r>
              <a:rPr sz="2800" spc="19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≥</a:t>
            </a:r>
            <a:r>
              <a:rPr sz="2800" spc="13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𝐾</a:t>
            </a:r>
            <a:r>
              <a:rPr sz="2800" spc="6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+</a:t>
            </a:r>
            <a:r>
              <a:rPr sz="2800" spc="-3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1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578485" marR="555625" indent="-515620">
              <a:lnSpc>
                <a:spcPct val="90400"/>
              </a:lnSpc>
              <a:spcBef>
                <a:spcPts val="940"/>
              </a:spcBef>
              <a:buAutoNum type="arabicPeriod" startAt="3"/>
              <a:tabLst>
                <a:tab pos="578485" algn="l"/>
                <a:tab pos="579120" algn="l"/>
              </a:tabLst>
            </a:pPr>
            <a:r>
              <a:rPr sz="2800" spc="-20" dirty="0">
                <a:latin typeface="Calibri"/>
                <a:cs typeface="Calibri"/>
              </a:rPr>
              <a:t>Para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sistemas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subdeterminados</a:t>
            </a:r>
            <a:r>
              <a:rPr sz="2800" spc="-2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têm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menos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equações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incógnitas,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matriz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50" dirty="0">
                <a:latin typeface="Cambria Math"/>
                <a:cs typeface="Cambria Math"/>
              </a:rPr>
              <a:t>𝑿</a:t>
            </a:r>
            <a:r>
              <a:rPr sz="3075" spc="75" baseline="27100" dirty="0">
                <a:latin typeface="Cambria Math"/>
                <a:cs typeface="Cambria Math"/>
              </a:rPr>
              <a:t>𝑇</a:t>
            </a:r>
            <a:r>
              <a:rPr sz="2800" spc="50" dirty="0">
                <a:latin typeface="Cambria Math"/>
                <a:cs typeface="Cambria Math"/>
              </a:rPr>
              <a:t>𝑿</a:t>
            </a:r>
            <a:r>
              <a:rPr sz="2800" spc="-2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posto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menor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𝐾</a:t>
            </a:r>
            <a:r>
              <a:rPr sz="2800" spc="3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+</a:t>
            </a:r>
            <a:r>
              <a:rPr sz="2800" spc="-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1</a:t>
            </a:r>
            <a:r>
              <a:rPr sz="2800" spc="-4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libri"/>
                <a:cs typeface="Calibri"/>
              </a:rPr>
              <a:t>e, </a:t>
            </a: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singular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matriz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50" dirty="0">
                <a:latin typeface="Cambria Math"/>
                <a:cs typeface="Cambria Math"/>
              </a:rPr>
              <a:t>𝑿</a:t>
            </a:r>
            <a:r>
              <a:rPr sz="3075" spc="75" baseline="27100" dirty="0">
                <a:latin typeface="Cambria Math"/>
                <a:cs typeface="Cambria Math"/>
              </a:rPr>
              <a:t>𝑇</a:t>
            </a:r>
            <a:r>
              <a:rPr sz="2800" spc="50" dirty="0">
                <a:latin typeface="Cambria Math"/>
                <a:cs typeface="Cambria Math"/>
              </a:rPr>
              <a:t>𝑿</a:t>
            </a:r>
            <a:r>
              <a:rPr sz="2800" spc="-3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invertível).</a:t>
            </a:r>
            <a:endParaRPr sz="2800" dirty="0">
              <a:latin typeface="Calibri"/>
              <a:cs typeface="Calibri"/>
            </a:endParaRPr>
          </a:p>
          <a:p>
            <a:pPr marL="749300" lvl="1" indent="-229235">
              <a:lnSpc>
                <a:spcPct val="100000"/>
              </a:lnSpc>
              <a:spcBef>
                <a:spcPts val="210"/>
              </a:spcBef>
              <a:buFont typeface="Wingdings"/>
              <a:buChar char=""/>
              <a:tabLst>
                <a:tab pos="749935" algn="l"/>
              </a:tabLst>
            </a:pPr>
            <a:r>
              <a:rPr sz="2400" dirty="0">
                <a:latin typeface="Calibri"/>
                <a:cs typeface="Calibri"/>
              </a:rPr>
              <a:t>Neste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caso,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existe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única.</a:t>
            </a:r>
            <a:endParaRPr sz="2400" dirty="0">
              <a:latin typeface="Calibri"/>
              <a:cs typeface="Calibri"/>
            </a:endParaRPr>
          </a:p>
          <a:p>
            <a:pPr marR="68580" algn="r">
              <a:lnSpc>
                <a:spcPct val="100000"/>
              </a:lnSpc>
              <a:spcBef>
                <a:spcPts val="1864"/>
              </a:spcBef>
            </a:pPr>
            <a:r>
              <a:rPr sz="1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400" b="1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normal_equation_example1.ipynb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4239" y="494233"/>
            <a:ext cx="788733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dirty="0"/>
              <a:t>Causas</a:t>
            </a:r>
            <a:r>
              <a:rPr spc="-35" dirty="0"/>
              <a:t> </a:t>
            </a:r>
            <a:r>
              <a:rPr dirty="0"/>
              <a:t>para</a:t>
            </a:r>
            <a:r>
              <a:rPr spc="-25" dirty="0"/>
              <a:t> </a:t>
            </a:r>
            <a:r>
              <a:rPr dirty="0"/>
              <a:t>singularidade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b="0" spc="80" dirty="0">
                <a:latin typeface="Cambria Math"/>
                <a:cs typeface="Cambria Math"/>
              </a:rPr>
              <a:t>𝜱</a:t>
            </a:r>
            <a:r>
              <a:rPr sz="4800" b="0" spc="120" baseline="27777" dirty="0">
                <a:latin typeface="Cambria Math"/>
                <a:cs typeface="Cambria Math"/>
              </a:rPr>
              <a:t>𝑇</a:t>
            </a:r>
            <a:r>
              <a:rPr sz="4400" b="0" spc="80" dirty="0">
                <a:latin typeface="Cambria Math"/>
                <a:cs typeface="Cambria Math"/>
              </a:rPr>
              <a:t>𝜱</a:t>
            </a:r>
            <a:endParaRPr sz="44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5668" y="1371600"/>
            <a:ext cx="9126855" cy="4887364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55"/>
              </a:spcBef>
            </a:pPr>
            <a:r>
              <a:rPr sz="2800" dirty="0">
                <a:latin typeface="Calibri"/>
                <a:cs typeface="Calibri"/>
              </a:rPr>
              <a:t>Algumas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causas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singularidade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𝜱</a:t>
            </a:r>
            <a:r>
              <a:rPr sz="3075" baseline="27100" dirty="0">
                <a:latin typeface="Cambria Math"/>
                <a:cs typeface="Cambria Math"/>
              </a:rPr>
              <a:t>𝑇</a:t>
            </a:r>
            <a:r>
              <a:rPr sz="2800" dirty="0">
                <a:latin typeface="Cambria Math"/>
                <a:cs typeface="Cambria Math"/>
              </a:rPr>
              <a:t>𝜱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libri"/>
                <a:cs typeface="Calibri"/>
              </a:rPr>
              <a:t>são:</a:t>
            </a:r>
            <a:endParaRPr sz="2800" dirty="0">
              <a:latin typeface="Calibri"/>
              <a:cs typeface="Calibri"/>
            </a:endParaRPr>
          </a:p>
          <a:p>
            <a:pPr marL="2540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54000" algn="l"/>
              </a:tabLst>
            </a:pPr>
            <a:r>
              <a:rPr sz="2800" spc="-10" dirty="0">
                <a:latin typeface="Calibri"/>
                <a:cs typeface="Calibri"/>
              </a:rPr>
              <a:t>Atributos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linearmente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dependentes.</a:t>
            </a:r>
            <a:endParaRPr sz="2800" dirty="0">
              <a:latin typeface="Calibri"/>
              <a:cs typeface="Calibri"/>
            </a:endParaRPr>
          </a:p>
          <a:p>
            <a:pPr marL="711200" lvl="1" indent="-228600">
              <a:lnSpc>
                <a:spcPct val="100000"/>
              </a:lnSpc>
              <a:spcBef>
                <a:spcPts val="254"/>
              </a:spcBef>
              <a:buFont typeface="Wingdings"/>
              <a:buChar char=""/>
              <a:tabLst>
                <a:tab pos="711200" algn="l"/>
              </a:tabLst>
            </a:pPr>
            <a:r>
              <a:rPr sz="2400" b="1" dirty="0">
                <a:latin typeface="Calibri"/>
                <a:cs typeface="Calibri"/>
              </a:rPr>
              <a:t>Ex</a:t>
            </a:r>
            <a:r>
              <a:rPr sz="2400" dirty="0">
                <a:latin typeface="Calibri"/>
                <a:cs typeface="Calibri"/>
              </a:rPr>
              <a:t>.: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625" spc="41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área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𝑚</a:t>
            </a:r>
            <a:r>
              <a:rPr sz="2625" baseline="28571" dirty="0">
                <a:latin typeface="Cambria Math"/>
                <a:cs typeface="Cambria Math"/>
              </a:rPr>
              <a:t>2</a:t>
            </a:r>
            <a:r>
              <a:rPr sz="2625" spc="412" baseline="28571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e 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625" baseline="-15873" dirty="0">
                <a:latin typeface="Cambria Math"/>
                <a:cs typeface="Cambria Math"/>
              </a:rPr>
              <a:t>2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área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 </a:t>
            </a:r>
            <a:r>
              <a:rPr sz="2400" dirty="0">
                <a:latin typeface="Cambria Math"/>
                <a:cs typeface="Cambria Math"/>
              </a:rPr>
              <a:t>𝑝é𝑠</a:t>
            </a:r>
            <a:r>
              <a:rPr sz="2625" baseline="28571" dirty="0">
                <a:latin typeface="Cambria Math"/>
                <a:cs typeface="Cambria Math"/>
              </a:rPr>
              <a:t>2</a:t>
            </a:r>
            <a:r>
              <a:rPr sz="2625" spc="615" baseline="28571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⇒</a:t>
            </a:r>
            <a:r>
              <a:rPr sz="2400" spc="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𝑚</a:t>
            </a:r>
            <a:r>
              <a:rPr sz="2625" baseline="28571" dirty="0">
                <a:latin typeface="Cambria Math"/>
                <a:cs typeface="Cambria Math"/>
              </a:rPr>
              <a:t>2</a:t>
            </a:r>
            <a:r>
              <a:rPr sz="2625" spc="405" baseline="28571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10.7639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𝑝é𝑠</a:t>
            </a:r>
            <a:r>
              <a:rPr sz="2625" spc="-15" baseline="28571" dirty="0">
                <a:latin typeface="Cambria Math"/>
                <a:cs typeface="Cambria Math"/>
              </a:rPr>
              <a:t>2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711200" lvl="1" indent="-228600">
              <a:lnSpc>
                <a:spcPct val="100000"/>
              </a:lnSpc>
              <a:spcBef>
                <a:spcPts val="190"/>
              </a:spcBef>
              <a:buFont typeface="Wingdings"/>
              <a:buChar char=""/>
              <a:tabLst>
                <a:tab pos="711200" algn="l"/>
              </a:tabLst>
            </a:pPr>
            <a:r>
              <a:rPr sz="2400" b="1" dirty="0">
                <a:latin typeface="Calibri"/>
                <a:cs typeface="Calibri"/>
              </a:rPr>
              <a:t>Solução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remover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atributos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linearmente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dependentes.</a:t>
            </a:r>
            <a:endParaRPr sz="2400" dirty="0">
              <a:latin typeface="Calibri"/>
              <a:cs typeface="Calibri"/>
            </a:endParaRPr>
          </a:p>
          <a:p>
            <a:pPr marL="1168400" lvl="2" indent="-229235">
              <a:lnSpc>
                <a:spcPct val="100000"/>
              </a:lnSpc>
              <a:spcBef>
                <a:spcPts val="285"/>
              </a:spcBef>
              <a:buSzPct val="95000"/>
              <a:buFont typeface="Wingdings"/>
              <a:buChar char=""/>
              <a:tabLst>
                <a:tab pos="1169035" algn="l"/>
              </a:tabLst>
            </a:pPr>
            <a:r>
              <a:rPr sz="2000" b="1" spc="-20" dirty="0">
                <a:latin typeface="Calibri"/>
                <a:cs typeface="Calibri"/>
              </a:rPr>
              <a:t>Técnicas</a:t>
            </a:r>
            <a:r>
              <a:rPr sz="2000" spc="-20" dirty="0">
                <a:latin typeface="Calibri"/>
                <a:cs typeface="Calibri"/>
              </a:rPr>
              <a:t>: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seleção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atributos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(LASSO)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redução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dimensionalidade</a:t>
            </a:r>
            <a:r>
              <a:rPr sz="2000" spc="-10" dirty="0">
                <a:latin typeface="Calibri"/>
                <a:cs typeface="Calibri"/>
              </a:rPr>
              <a:t> (PCA).</a:t>
            </a:r>
            <a:endParaRPr sz="2000" dirty="0">
              <a:latin typeface="Calibri"/>
              <a:cs typeface="Calibri"/>
            </a:endParaRPr>
          </a:p>
          <a:p>
            <a:pPr marL="254000" marR="378460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54000" algn="l"/>
                <a:tab pos="2617470" algn="l"/>
                <a:tab pos="2888615" algn="l"/>
                <a:tab pos="3411854" algn="l"/>
                <a:tab pos="3683000" algn="l"/>
              </a:tabLst>
            </a:pP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{𝑎</a:t>
            </a:r>
            <a:r>
              <a:rPr sz="3075" baseline="-16260" dirty="0">
                <a:latin typeface="Cambria Math"/>
                <a:cs typeface="Cambria Math"/>
              </a:rPr>
              <a:t>0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𝑎</a:t>
            </a:r>
            <a:r>
              <a:rPr sz="3075" baseline="-16260" dirty="0">
                <a:latin typeface="Cambria Math"/>
                <a:cs typeface="Cambria Math"/>
              </a:rPr>
              <a:t>1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spc="-30" dirty="0">
                <a:latin typeface="Cambria Math"/>
                <a:cs typeface="Cambria Math"/>
              </a:rPr>
              <a:t>…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0" dirty="0">
                <a:latin typeface="Cambria Math"/>
                <a:cs typeface="Cambria Math"/>
              </a:rPr>
              <a:t> </a:t>
            </a:r>
            <a:r>
              <a:rPr sz="2800" spc="60" dirty="0">
                <a:latin typeface="Cambria Math"/>
                <a:cs typeface="Cambria Math"/>
              </a:rPr>
              <a:t>𝑎</a:t>
            </a:r>
            <a:r>
              <a:rPr sz="3075" spc="89" baseline="-16260" dirty="0">
                <a:latin typeface="Cambria Math"/>
                <a:cs typeface="Cambria Math"/>
              </a:rPr>
              <a:t>𝐾</a:t>
            </a:r>
            <a:r>
              <a:rPr sz="2800" spc="60" dirty="0">
                <a:latin typeface="Cambria Math"/>
                <a:cs typeface="Cambria Math"/>
              </a:rPr>
              <a:t>}</a:t>
            </a:r>
            <a:r>
              <a:rPr sz="2800" spc="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maior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observações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{𝒙</a:t>
            </a:r>
            <a:r>
              <a:rPr lang="pt-BR" sz="2800" spc="-25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𝑖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i="1" dirty="0">
                <a:latin typeface="Calibri"/>
                <a:cs typeface="Calibri"/>
              </a:rPr>
              <a:t>, </a:t>
            </a:r>
            <a:r>
              <a:rPr sz="2800" spc="-50" dirty="0">
                <a:latin typeface="Cambria Math"/>
                <a:cs typeface="Cambria Math"/>
              </a:rPr>
              <a:t>𝑦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𝑖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}</a:t>
            </a:r>
            <a:r>
              <a:rPr sz="2800" i="1" dirty="0">
                <a:latin typeface="Calibri"/>
                <a:cs typeface="Calibri"/>
              </a:rPr>
              <a:t>,</a:t>
            </a:r>
            <a:r>
              <a:rPr sz="2800" i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𝑖</a:t>
            </a:r>
            <a:r>
              <a:rPr sz="2800" spc="22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45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0,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30" dirty="0">
                <a:latin typeface="Cambria Math"/>
                <a:cs typeface="Cambria Math"/>
              </a:rPr>
              <a:t>…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𝑁</a:t>
            </a:r>
            <a:r>
              <a:rPr sz="2800" spc="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−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1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i.e.,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𝐾</a:t>
            </a:r>
            <a:r>
              <a:rPr sz="2800" spc="7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+</a:t>
            </a:r>
            <a:r>
              <a:rPr sz="2800" spc="-2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1</a:t>
            </a:r>
            <a:r>
              <a:rPr sz="2800" spc="14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&gt;</a:t>
            </a:r>
            <a:r>
              <a:rPr sz="2800" spc="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𝑁</a:t>
            </a:r>
            <a:r>
              <a:rPr sz="2800" spc="-25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711200" marR="205740" lvl="1" indent="-228600">
              <a:lnSpc>
                <a:spcPts val="2590"/>
              </a:lnSpc>
              <a:spcBef>
                <a:spcPts val="525"/>
              </a:spcBef>
              <a:buFont typeface="Wingdings"/>
              <a:buChar char=""/>
              <a:tabLst>
                <a:tab pos="711200" algn="l"/>
              </a:tabLst>
            </a:pPr>
            <a:r>
              <a:rPr sz="2400" dirty="0">
                <a:latin typeface="Calibri"/>
                <a:cs typeface="Calibri"/>
              </a:rPr>
              <a:t>Este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sistema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subdeterminado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existe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ou </a:t>
            </a:r>
            <a:r>
              <a:rPr sz="2400" dirty="0">
                <a:latin typeface="Calibri"/>
                <a:cs typeface="Calibri"/>
              </a:rPr>
              <a:t>existe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número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infinito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delas.</a:t>
            </a:r>
            <a:endParaRPr sz="2400" dirty="0">
              <a:latin typeface="Calibri"/>
              <a:cs typeface="Calibri"/>
            </a:endParaRPr>
          </a:p>
          <a:p>
            <a:pPr marL="711200" marR="51435" lvl="1" indent="-228600">
              <a:lnSpc>
                <a:spcPct val="90000"/>
              </a:lnSpc>
              <a:spcBef>
                <a:spcPts val="455"/>
              </a:spcBef>
              <a:buFont typeface="Wingdings"/>
              <a:buChar char=""/>
              <a:tabLst>
                <a:tab pos="711200" algn="l"/>
              </a:tabLst>
            </a:pPr>
            <a:r>
              <a:rPr sz="2400" b="1" dirty="0">
                <a:latin typeface="Calibri"/>
                <a:cs typeface="Calibri"/>
              </a:rPr>
              <a:t>Solução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coletar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possível,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replicar </a:t>
            </a:r>
            <a:r>
              <a:rPr sz="2400" dirty="0">
                <a:latin typeface="Calibri"/>
                <a:cs typeface="Calibri"/>
              </a:rPr>
              <a:t>exemplos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adicionando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ruído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eles)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remover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atributos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(seleção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spc="-10" dirty="0">
                <a:latin typeface="Calibri"/>
                <a:cs typeface="Calibri"/>
              </a:rPr>
              <a:t>atributos).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24120" y="4608300"/>
            <a:ext cx="1736029" cy="17423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075291" y="6345123"/>
            <a:ext cx="1906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Sistema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 infinitas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soluções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3708" y="2659467"/>
            <a:ext cx="1129383" cy="16247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275189" y="4308805"/>
            <a:ext cx="13100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Sistema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sem</a:t>
            </a:r>
            <a:r>
              <a:rPr sz="1200" spc="-10" dirty="0">
                <a:latin typeface="Calibri"/>
                <a:cs typeface="Calibri"/>
              </a:rPr>
              <a:t> solução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69107" y="649682"/>
            <a:ext cx="1597225" cy="173991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893300" y="2387600"/>
            <a:ext cx="19932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Sistema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uma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única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solução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06685" y="242061"/>
            <a:ext cx="21329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mbria Math"/>
                <a:cs typeface="Cambria Math"/>
              </a:rPr>
              <a:t>𝑎</a:t>
            </a:r>
            <a:r>
              <a:rPr sz="1725" baseline="-14492" dirty="0">
                <a:latin typeface="Cambria Math"/>
                <a:cs typeface="Cambria Math"/>
              </a:rPr>
              <a:t>0</a:t>
            </a:r>
            <a:r>
              <a:rPr sz="1600" dirty="0">
                <a:latin typeface="Cambria Math"/>
                <a:cs typeface="Cambria Math"/>
              </a:rPr>
              <a:t>𝑥</a:t>
            </a:r>
            <a:r>
              <a:rPr sz="1725" baseline="-14492" dirty="0">
                <a:latin typeface="Cambria Math"/>
                <a:cs typeface="Cambria Math"/>
              </a:rPr>
              <a:t>0</a:t>
            </a:r>
            <a:r>
              <a:rPr sz="1725" spc="284" baseline="-14492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+</a:t>
            </a:r>
            <a:r>
              <a:rPr sz="1600" spc="4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𝑎</a:t>
            </a:r>
            <a:r>
              <a:rPr sz="1725" baseline="-14492" dirty="0">
                <a:latin typeface="Cambria Math"/>
                <a:cs typeface="Cambria Math"/>
              </a:rPr>
              <a:t>1</a:t>
            </a:r>
            <a:r>
              <a:rPr sz="1600" dirty="0">
                <a:latin typeface="Cambria Math"/>
                <a:cs typeface="Cambria Math"/>
              </a:rPr>
              <a:t>𝑥</a:t>
            </a:r>
            <a:r>
              <a:rPr sz="1725" baseline="-14492" dirty="0">
                <a:latin typeface="Cambria Math"/>
                <a:cs typeface="Cambria Math"/>
              </a:rPr>
              <a:t>1</a:t>
            </a:r>
            <a:r>
              <a:rPr sz="1725" spc="270" baseline="-14492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+</a:t>
            </a:r>
            <a:r>
              <a:rPr sz="1600" spc="4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𝑎</a:t>
            </a:r>
            <a:r>
              <a:rPr sz="1725" baseline="-14492" dirty="0">
                <a:latin typeface="Cambria Math"/>
                <a:cs typeface="Cambria Math"/>
              </a:rPr>
              <a:t>2</a:t>
            </a:r>
            <a:r>
              <a:rPr sz="1600" dirty="0">
                <a:latin typeface="Cambria Math"/>
                <a:cs typeface="Cambria Math"/>
              </a:rPr>
              <a:t>𝑥</a:t>
            </a:r>
            <a:r>
              <a:rPr sz="1725" baseline="-14492" dirty="0">
                <a:latin typeface="Cambria Math"/>
                <a:cs typeface="Cambria Math"/>
              </a:rPr>
              <a:t>2</a:t>
            </a:r>
            <a:r>
              <a:rPr sz="1725" spc="427" baseline="-14492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130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𝑐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Superfície</a:t>
            </a:r>
            <a:r>
              <a:rPr spc="-10" dirty="0"/>
              <a:t> </a:t>
            </a:r>
            <a:r>
              <a:rPr dirty="0"/>
              <a:t>de</a:t>
            </a:r>
            <a:r>
              <a:rPr spc="-10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0204" y="1793493"/>
            <a:ext cx="6142355" cy="17322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41300" marR="142875" indent="-228600">
              <a:lnSpc>
                <a:spcPts val="3040"/>
              </a:lnSpc>
              <a:spcBef>
                <a:spcPts val="459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Notem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pesos,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𝒂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Ou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conforme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mudam.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00877" y="3687317"/>
            <a:ext cx="454025" cy="328930"/>
          </a:xfrm>
          <a:custGeom>
            <a:avLst/>
            <a:gdLst/>
            <a:ahLst/>
            <a:cxnLst/>
            <a:rect l="l" t="t" r="r" b="b"/>
            <a:pathLst>
              <a:path w="454025" h="328929">
                <a:moveTo>
                  <a:pt x="348869" y="0"/>
                </a:moveTo>
                <a:lnTo>
                  <a:pt x="344297" y="13334"/>
                </a:lnTo>
                <a:lnTo>
                  <a:pt x="363273" y="21597"/>
                </a:lnTo>
                <a:lnTo>
                  <a:pt x="379618" y="33051"/>
                </a:lnTo>
                <a:lnTo>
                  <a:pt x="404368" y="65531"/>
                </a:lnTo>
                <a:lnTo>
                  <a:pt x="418941" y="109219"/>
                </a:lnTo>
                <a:lnTo>
                  <a:pt x="423799" y="162813"/>
                </a:lnTo>
                <a:lnTo>
                  <a:pt x="422584" y="191845"/>
                </a:lnTo>
                <a:lnTo>
                  <a:pt x="412869" y="241859"/>
                </a:lnTo>
                <a:lnTo>
                  <a:pt x="393293" y="280965"/>
                </a:lnTo>
                <a:lnTo>
                  <a:pt x="363523" y="307306"/>
                </a:lnTo>
                <a:lnTo>
                  <a:pt x="344805" y="315594"/>
                </a:lnTo>
                <a:lnTo>
                  <a:pt x="348869" y="328929"/>
                </a:lnTo>
                <a:lnTo>
                  <a:pt x="393747" y="307879"/>
                </a:lnTo>
                <a:lnTo>
                  <a:pt x="426720" y="271398"/>
                </a:lnTo>
                <a:lnTo>
                  <a:pt x="447008" y="222662"/>
                </a:lnTo>
                <a:lnTo>
                  <a:pt x="453771" y="164591"/>
                </a:lnTo>
                <a:lnTo>
                  <a:pt x="452080" y="134417"/>
                </a:lnTo>
                <a:lnTo>
                  <a:pt x="438554" y="80974"/>
                </a:lnTo>
                <a:lnTo>
                  <a:pt x="411644" y="37468"/>
                </a:lnTo>
                <a:lnTo>
                  <a:pt x="372731" y="8616"/>
                </a:lnTo>
                <a:lnTo>
                  <a:pt x="348869" y="0"/>
                </a:lnTo>
                <a:close/>
              </a:path>
              <a:path w="454025" h="328929">
                <a:moveTo>
                  <a:pt x="104901" y="0"/>
                </a:moveTo>
                <a:lnTo>
                  <a:pt x="60182" y="21113"/>
                </a:lnTo>
                <a:lnTo>
                  <a:pt x="27177" y="57657"/>
                </a:lnTo>
                <a:lnTo>
                  <a:pt x="6826" y="106552"/>
                </a:lnTo>
                <a:lnTo>
                  <a:pt x="0" y="164591"/>
                </a:lnTo>
                <a:lnTo>
                  <a:pt x="1690" y="194782"/>
                </a:lnTo>
                <a:lnTo>
                  <a:pt x="15216" y="248209"/>
                </a:lnTo>
                <a:lnTo>
                  <a:pt x="42072" y="291568"/>
                </a:lnTo>
                <a:lnTo>
                  <a:pt x="81022" y="320333"/>
                </a:lnTo>
                <a:lnTo>
                  <a:pt x="104901" y="328929"/>
                </a:lnTo>
                <a:lnTo>
                  <a:pt x="109093" y="315594"/>
                </a:lnTo>
                <a:lnTo>
                  <a:pt x="90374" y="307306"/>
                </a:lnTo>
                <a:lnTo>
                  <a:pt x="74215" y="295767"/>
                </a:lnTo>
                <a:lnTo>
                  <a:pt x="49530" y="262889"/>
                </a:lnTo>
                <a:lnTo>
                  <a:pt x="34956" y="218185"/>
                </a:lnTo>
                <a:lnTo>
                  <a:pt x="30099" y="162813"/>
                </a:lnTo>
                <a:lnTo>
                  <a:pt x="31313" y="134790"/>
                </a:lnTo>
                <a:lnTo>
                  <a:pt x="41028" y="86125"/>
                </a:lnTo>
                <a:lnTo>
                  <a:pt x="60630" y="47696"/>
                </a:lnTo>
                <a:lnTo>
                  <a:pt x="90642" y="21597"/>
                </a:lnTo>
                <a:lnTo>
                  <a:pt x="109600" y="13334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99404" y="3586353"/>
            <a:ext cx="6360160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100" indent="-228600">
              <a:spcBef>
                <a:spcPts val="95"/>
              </a:spcBef>
              <a:buFont typeface="Arial"/>
              <a:buChar char="•"/>
              <a:tabLst>
                <a:tab pos="292100" algn="l"/>
                <a:tab pos="718185" algn="l"/>
                <a:tab pos="1167765" algn="l"/>
              </a:tabLst>
            </a:pPr>
            <a:r>
              <a:rPr sz="2800" spc="-25" dirty="0">
                <a:latin typeface="Cambria Math"/>
                <a:cs typeface="Cambria Math"/>
              </a:rPr>
              <a:t>𝐽</a:t>
            </a:r>
            <a:r>
              <a:rPr sz="3075" spc="-37" baseline="-16260" dirty="0">
                <a:latin typeface="Cambria Math"/>
                <a:cs typeface="Cambria Math"/>
              </a:rPr>
              <a:t>𝑒</a:t>
            </a:r>
            <a:r>
              <a:rPr sz="3075" baseline="-1626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𝒂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dirty="0">
                <a:latin typeface="Calibri"/>
                <a:cs typeface="Calibri"/>
              </a:rPr>
              <a:t>faz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mapeamento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 err="1">
                <a:solidFill>
                  <a:srgbClr val="00AF50"/>
                </a:solidFill>
                <a:latin typeface="Calibri"/>
                <a:cs typeface="Calibri"/>
              </a:rPr>
              <a:t>vetor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lang="pt-BR"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00AF50"/>
                </a:solidFill>
                <a:latin typeface="Calibri"/>
                <a:cs typeface="Calibri"/>
              </a:rPr>
              <a:t>pesos</a:t>
            </a:r>
            <a:r>
              <a:rPr lang="pt-BR"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e</a:t>
            </a:r>
            <a:r>
              <a:rPr lang="pt-BR" sz="2800" spc="-4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o</a:t>
            </a:r>
            <a:r>
              <a:rPr lang="pt-BR" sz="2800" spc="-30" dirty="0"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lang="pt-BR" sz="28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correspondente</a:t>
            </a:r>
            <a:r>
              <a:rPr lang="pt-BR"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5678804" y="4412660"/>
                <a:ext cx="4100196" cy="664284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66700" indent="-228600">
                  <a:spcBef>
                    <a:spcPts val="100"/>
                  </a:spcBef>
                  <a:buFont typeface="Wingdings"/>
                  <a:buChar char=""/>
                  <a:tabLst>
                    <a:tab pos="2667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pt-BR" sz="2400" dirty="0"/>
              </a:p>
              <a:p>
                <a:pPr marL="266700" indent="-228600">
                  <a:lnSpc>
                    <a:spcPct val="100000"/>
                  </a:lnSpc>
                  <a:spcBef>
                    <a:spcPts val="100"/>
                  </a:spcBef>
                  <a:buFont typeface="Wingdings"/>
                  <a:buChar char=""/>
                  <a:tabLst>
                    <a:tab pos="266700" algn="l"/>
                  </a:tabLst>
                </a:pPr>
                <a:endParaRPr sz="2625" baseline="-1587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804" y="4412660"/>
                <a:ext cx="4100196" cy="664284"/>
              </a:xfrm>
              <a:prstGeom prst="rect">
                <a:avLst/>
              </a:prstGeom>
              <a:blipFill>
                <a:blip r:embed="rId2"/>
                <a:stretch>
                  <a:fillRect l="-3423" t="-82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10"/>
          <p:cNvSpPr txBox="1"/>
          <p:nvPr/>
        </p:nvSpPr>
        <p:spPr>
          <a:xfrm>
            <a:off x="5450204" y="4872990"/>
            <a:ext cx="6239510" cy="160401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calcularmos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diversos valores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𝒂</a:t>
            </a:r>
            <a:r>
              <a:rPr sz="2800" spc="-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plotarmos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em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obtemos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 </a:t>
            </a:r>
            <a:r>
              <a:rPr sz="2800" dirty="0">
                <a:latin typeface="Calibri"/>
                <a:cs typeface="Calibri"/>
              </a:rPr>
              <a:t>superfície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chamada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superfície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erro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790950" y="3597275"/>
            <a:ext cx="247650" cy="288925"/>
          </a:xfrm>
          <a:custGeom>
            <a:avLst/>
            <a:gdLst/>
            <a:ahLst/>
            <a:cxnLst/>
            <a:rect l="l" t="t" r="r" b="b"/>
            <a:pathLst>
              <a:path w="247650" h="288925">
                <a:moveTo>
                  <a:pt x="0" y="288925"/>
                </a:moveTo>
                <a:lnTo>
                  <a:pt x="247650" y="288925"/>
                </a:lnTo>
                <a:lnTo>
                  <a:pt x="247650" y="0"/>
                </a:lnTo>
                <a:lnTo>
                  <a:pt x="0" y="0"/>
                </a:lnTo>
                <a:lnTo>
                  <a:pt x="0" y="288925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6B4DD8EA-1A4F-633E-6AB6-C3BE072B8D6F}"/>
                  </a:ext>
                </a:extLst>
              </p:cNvPr>
              <p:cNvSpPr txBox="1"/>
              <p:nvPr/>
            </p:nvSpPr>
            <p:spPr>
              <a:xfrm>
                <a:off x="1066800" y="3284001"/>
                <a:ext cx="3361498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𝑿𝒂</m:t>
                              </m:r>
                            </m:e>
                          </m:d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6B4DD8EA-1A4F-633E-6AB6-C3BE072B8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284001"/>
                <a:ext cx="3361498" cy="8066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4297" y="2547950"/>
            <a:ext cx="8960485" cy="141605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2553335" marR="5080" indent="-2541270">
              <a:lnSpc>
                <a:spcPts val="5190"/>
              </a:lnSpc>
              <a:spcBef>
                <a:spcPts val="750"/>
              </a:spcBef>
            </a:pPr>
            <a:r>
              <a:rPr sz="4800" b="1" i="1" dirty="0">
                <a:latin typeface="Calibri"/>
                <a:cs typeface="Calibri"/>
              </a:rPr>
              <a:t>Que</a:t>
            </a:r>
            <a:r>
              <a:rPr sz="4800" b="1" i="1" spc="-45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formato</a:t>
            </a:r>
            <a:r>
              <a:rPr sz="4800" b="1" i="1" spc="-30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vocês</a:t>
            </a:r>
            <a:r>
              <a:rPr sz="4800" b="1" i="1" spc="-45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acham</a:t>
            </a:r>
            <a:r>
              <a:rPr sz="4800" b="1" i="1" spc="-40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que</a:t>
            </a:r>
            <a:r>
              <a:rPr sz="4800" b="1" i="1" spc="-25" dirty="0">
                <a:latin typeface="Calibri"/>
                <a:cs typeface="Calibri"/>
              </a:rPr>
              <a:t> </a:t>
            </a:r>
            <a:r>
              <a:rPr sz="4800" b="1" i="1" spc="-20" dirty="0">
                <a:latin typeface="Calibri"/>
                <a:cs typeface="Calibri"/>
              </a:rPr>
              <a:t>essa </a:t>
            </a:r>
            <a:r>
              <a:rPr sz="4800" b="1" i="1" dirty="0">
                <a:latin typeface="Calibri"/>
                <a:cs typeface="Calibri"/>
              </a:rPr>
              <a:t>superfície</a:t>
            </a:r>
            <a:r>
              <a:rPr sz="4800" b="1" i="1" spc="-20" dirty="0">
                <a:latin typeface="Calibri"/>
                <a:cs typeface="Calibri"/>
              </a:rPr>
              <a:t> tem?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Superfície</a:t>
            </a:r>
            <a:r>
              <a:rPr spc="-10" dirty="0"/>
              <a:t> </a:t>
            </a:r>
            <a:r>
              <a:rPr dirty="0"/>
              <a:t>de</a:t>
            </a:r>
            <a:r>
              <a:rPr spc="-10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/>
          <p:nvPr/>
        </p:nvSpPr>
        <p:spPr>
          <a:xfrm>
            <a:off x="3842765" y="2407157"/>
            <a:ext cx="454025" cy="328930"/>
          </a:xfrm>
          <a:custGeom>
            <a:avLst/>
            <a:gdLst/>
            <a:ahLst/>
            <a:cxnLst/>
            <a:rect l="l" t="t" r="r" b="b"/>
            <a:pathLst>
              <a:path w="454025" h="328930">
                <a:moveTo>
                  <a:pt x="348869" y="0"/>
                </a:moveTo>
                <a:lnTo>
                  <a:pt x="344170" y="13334"/>
                </a:lnTo>
                <a:lnTo>
                  <a:pt x="363220" y="21597"/>
                </a:lnTo>
                <a:lnTo>
                  <a:pt x="379603" y="33051"/>
                </a:lnTo>
                <a:lnTo>
                  <a:pt x="404368" y="65531"/>
                </a:lnTo>
                <a:lnTo>
                  <a:pt x="418941" y="109219"/>
                </a:lnTo>
                <a:lnTo>
                  <a:pt x="423799" y="162813"/>
                </a:lnTo>
                <a:lnTo>
                  <a:pt x="422564" y="191845"/>
                </a:lnTo>
                <a:lnTo>
                  <a:pt x="412761" y="241859"/>
                </a:lnTo>
                <a:lnTo>
                  <a:pt x="393219" y="280965"/>
                </a:lnTo>
                <a:lnTo>
                  <a:pt x="363414" y="307306"/>
                </a:lnTo>
                <a:lnTo>
                  <a:pt x="344678" y="315594"/>
                </a:lnTo>
                <a:lnTo>
                  <a:pt x="348869" y="328929"/>
                </a:lnTo>
                <a:lnTo>
                  <a:pt x="393700" y="307895"/>
                </a:lnTo>
                <a:lnTo>
                  <a:pt x="426720" y="271525"/>
                </a:lnTo>
                <a:lnTo>
                  <a:pt x="447008" y="222678"/>
                </a:lnTo>
                <a:lnTo>
                  <a:pt x="453771" y="164591"/>
                </a:lnTo>
                <a:lnTo>
                  <a:pt x="452060" y="134417"/>
                </a:lnTo>
                <a:lnTo>
                  <a:pt x="438447" y="80974"/>
                </a:lnTo>
                <a:lnTo>
                  <a:pt x="411591" y="37468"/>
                </a:lnTo>
                <a:lnTo>
                  <a:pt x="372729" y="8616"/>
                </a:lnTo>
                <a:lnTo>
                  <a:pt x="348869" y="0"/>
                </a:lnTo>
                <a:close/>
              </a:path>
              <a:path w="454025" h="328930">
                <a:moveTo>
                  <a:pt x="104901" y="0"/>
                </a:moveTo>
                <a:lnTo>
                  <a:pt x="60118" y="21113"/>
                </a:lnTo>
                <a:lnTo>
                  <a:pt x="27050" y="57657"/>
                </a:lnTo>
                <a:lnTo>
                  <a:pt x="6762" y="106552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29"/>
                </a:lnTo>
                <a:lnTo>
                  <a:pt x="108966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89"/>
                </a:lnTo>
                <a:lnTo>
                  <a:pt x="34845" y="218186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4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53439" y="1707159"/>
            <a:ext cx="10352405" cy="1481816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048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304800" algn="l"/>
              </a:tabLst>
            </a:pP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fácil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descobrir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analisarmos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EQM.</a:t>
            </a:r>
            <a:endParaRPr sz="2800" dirty="0">
              <a:latin typeface="Calibri"/>
              <a:cs typeface="Calibri"/>
            </a:endParaRPr>
          </a:p>
          <a:p>
            <a:pPr marL="304800" indent="-228600">
              <a:spcBef>
                <a:spcPts val="675"/>
              </a:spcBef>
              <a:buFont typeface="Arial"/>
              <a:buChar char="•"/>
              <a:tabLst>
                <a:tab pos="304800" algn="l"/>
                <a:tab pos="3106420" algn="l"/>
                <a:tab pos="35560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expandirmos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𝐽</a:t>
            </a:r>
            <a:r>
              <a:rPr sz="3075" spc="-37" baseline="-16260" dirty="0">
                <a:latin typeface="Cambria Math"/>
                <a:cs typeface="Cambria Math"/>
              </a:rPr>
              <a:t>𝑒</a:t>
            </a:r>
            <a:r>
              <a:rPr sz="3075" baseline="-1626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𝒂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dirty="0">
                <a:latin typeface="Calibri"/>
                <a:cs typeface="Calibri"/>
              </a:rPr>
              <a:t>notamos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possui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 err="1">
                <a:solidFill>
                  <a:srgbClr val="6F2F9F"/>
                </a:solidFill>
                <a:latin typeface="Calibri"/>
                <a:cs typeface="Calibri"/>
              </a:rPr>
              <a:t>quadrática</a:t>
            </a:r>
            <a:r>
              <a:rPr sz="2800" b="1" i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com</a:t>
            </a:r>
            <a:r>
              <a:rPr lang="pt-BR" sz="2800" spc="-2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relação</a:t>
            </a:r>
            <a:r>
              <a:rPr lang="pt-BR" sz="2800" spc="-7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ao</a:t>
            </a:r>
            <a:r>
              <a:rPr lang="pt-BR" sz="2800" spc="-100" dirty="0">
                <a:latin typeface="Calibri"/>
                <a:cs typeface="Calibri"/>
              </a:rPr>
              <a:t> </a:t>
            </a:r>
            <a:r>
              <a:rPr lang="pt-BR" sz="2800" b="1" i="1" dirty="0">
                <a:latin typeface="Calibri"/>
                <a:cs typeface="Calibri"/>
              </a:rPr>
              <a:t>vetor</a:t>
            </a:r>
            <a:r>
              <a:rPr lang="pt-BR" sz="2800" b="1" i="1" spc="-65" dirty="0">
                <a:latin typeface="Calibri"/>
                <a:cs typeface="Calibri"/>
              </a:rPr>
              <a:t> </a:t>
            </a:r>
            <a:r>
              <a:rPr lang="pt-BR" sz="2800" b="1" i="1" dirty="0">
                <a:latin typeface="Calibri"/>
                <a:cs typeface="Calibri"/>
              </a:rPr>
              <a:t>de</a:t>
            </a:r>
            <a:r>
              <a:rPr lang="pt-BR" sz="2800" b="1" i="1" spc="-75" dirty="0">
                <a:latin typeface="Calibri"/>
                <a:cs typeface="Calibri"/>
              </a:rPr>
              <a:t> </a:t>
            </a:r>
            <a:r>
              <a:rPr lang="pt-BR" sz="2800" b="1" i="1" dirty="0">
                <a:latin typeface="Calibri"/>
                <a:cs typeface="Calibri"/>
              </a:rPr>
              <a:t>pesos</a:t>
            </a:r>
            <a:r>
              <a:rPr lang="pt-BR" sz="2800" dirty="0">
                <a:latin typeface="Calibri"/>
                <a:cs typeface="Calibri"/>
              </a:rPr>
              <a:t>,</a:t>
            </a:r>
            <a:r>
              <a:rPr lang="pt-BR" sz="2800" spc="-75" dirty="0">
                <a:latin typeface="Calibri"/>
                <a:cs typeface="Calibri"/>
              </a:rPr>
              <a:t> </a:t>
            </a:r>
            <a:r>
              <a:rPr lang="pt-BR" sz="2800" spc="-25" dirty="0">
                <a:latin typeface="Cambria Math"/>
                <a:cs typeface="Cambria Math"/>
              </a:rPr>
              <a:t>𝒂.</a:t>
            </a:r>
            <a:endParaRPr lang="pt-BR" sz="2800" dirty="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606406" y="3319907"/>
            <a:ext cx="1316355" cy="410369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795">
              <a:lnSpc>
                <a:spcPts val="3210"/>
              </a:lnSpc>
            </a:pPr>
            <a:endParaRPr sz="2800" dirty="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048238" y="3288613"/>
            <a:ext cx="1155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20"/>
              <p:cNvSpPr txBox="1"/>
              <p:nvPr/>
            </p:nvSpPr>
            <p:spPr>
              <a:xfrm>
                <a:off x="916938" y="3782339"/>
                <a:ext cx="10408159" cy="1572866"/>
              </a:xfrm>
              <a:prstGeom prst="rect">
                <a:avLst/>
              </a:prstGeom>
            </p:spPr>
            <p:txBody>
              <a:bodyPr vert="horz" wrap="square" lIns="0" tIns="99695" rIns="0" bIns="0" rtlCol="0">
                <a:spAutoFit/>
              </a:bodyPr>
              <a:lstStyle/>
              <a:p>
                <a:pPr marL="241300" indent="-228600">
                  <a:lnSpc>
                    <a:spcPct val="100000"/>
                  </a:lnSpc>
                  <a:spcBef>
                    <a:spcPts val="785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gráfico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uma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função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quadrática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uma</a:t>
                </a:r>
                <a:r>
                  <a:rPr lang="pt-BR" sz="2800" spc="-11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parábola</a:t>
                </a:r>
                <a:r>
                  <a:rPr lang="pt-BR" sz="2800" spc="-10" dirty="0">
                    <a:latin typeface="Calibri"/>
                    <a:cs typeface="Calibri"/>
                  </a:rPr>
                  <a:t>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41300" indent="-228600">
                  <a:lnSpc>
                    <a:spcPct val="100000"/>
                  </a:lnSpc>
                  <a:spcBef>
                    <a:spcPts val="68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Essa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parábola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tem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concavidade</a:t>
                </a:r>
                <a:r>
                  <a:rPr lang="pt-BR" sz="2800" b="1" i="1" spc="-9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voltada</a:t>
                </a:r>
                <a:r>
                  <a:rPr lang="pt-BR" sz="2800" b="1" i="1" spc="-7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para</a:t>
                </a:r>
                <a:r>
                  <a:rPr lang="pt-BR" sz="2800" b="1" i="1" spc="-8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cima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pois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pc="-2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ar-AE" sz="280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800" b="1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𝑿𝒂</m:t>
                            </m:r>
                          </m:e>
                        </m:d>
                      </m:e>
                      <m:sup>
                        <m:r>
                          <a:rPr lang="pt-BR" sz="28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p>
                    </m:sSup>
                    <m:r>
                      <a:rPr lang="pt-BR" sz="2800" b="0" i="1" spc="-2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≥</m:t>
                    </m:r>
                    <m:r>
                      <a:rPr lang="pt-BR" sz="2800" b="0" i="1" spc="-2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0</m:t>
                    </m:r>
                  </m:oMath>
                </a14:m>
                <a:endParaRPr lang="ar-AE" sz="2800" dirty="0">
                  <a:latin typeface="Calibri"/>
                  <a:cs typeface="Calibri"/>
                </a:endParaRPr>
              </a:p>
              <a:p>
                <a:pPr marL="241300" indent="-228600">
                  <a:lnSpc>
                    <a:spcPct val="100000"/>
                  </a:lnSpc>
                  <a:spcBef>
                    <a:spcPts val="655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1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isso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significa?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0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8" y="3782339"/>
                <a:ext cx="10408159" cy="1572866"/>
              </a:xfrm>
              <a:prstGeom prst="rect">
                <a:avLst/>
              </a:prstGeom>
              <a:blipFill>
                <a:blip r:embed="rId2"/>
                <a:stretch>
                  <a:fillRect l="-1815" r="-995" b="-131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bject 26"/>
          <p:cNvSpPr/>
          <p:nvPr/>
        </p:nvSpPr>
        <p:spPr>
          <a:xfrm>
            <a:off x="11760454" y="3132962"/>
            <a:ext cx="43815" cy="138430"/>
          </a:xfrm>
          <a:custGeom>
            <a:avLst/>
            <a:gdLst/>
            <a:ahLst/>
            <a:cxnLst/>
            <a:rect l="l" t="t" r="r" b="b"/>
            <a:pathLst>
              <a:path w="43815" h="138429">
                <a:moveTo>
                  <a:pt x="11557" y="0"/>
                </a:moveTo>
                <a:lnTo>
                  <a:pt x="0" y="0"/>
                </a:lnTo>
                <a:lnTo>
                  <a:pt x="0" y="138430"/>
                </a:lnTo>
                <a:lnTo>
                  <a:pt x="11557" y="138430"/>
                </a:lnTo>
                <a:lnTo>
                  <a:pt x="11557" y="0"/>
                </a:lnTo>
                <a:close/>
              </a:path>
              <a:path w="43815" h="138429">
                <a:moveTo>
                  <a:pt x="43815" y="0"/>
                </a:moveTo>
                <a:lnTo>
                  <a:pt x="32385" y="0"/>
                </a:lnTo>
                <a:lnTo>
                  <a:pt x="32385" y="138430"/>
                </a:lnTo>
                <a:lnTo>
                  <a:pt x="43815" y="138430"/>
                </a:lnTo>
                <a:lnTo>
                  <a:pt x="438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480038" y="3132962"/>
            <a:ext cx="43815" cy="138430"/>
          </a:xfrm>
          <a:custGeom>
            <a:avLst/>
            <a:gdLst/>
            <a:ahLst/>
            <a:cxnLst/>
            <a:rect l="l" t="t" r="r" b="b"/>
            <a:pathLst>
              <a:path w="43815" h="138429">
                <a:moveTo>
                  <a:pt x="11557" y="0"/>
                </a:moveTo>
                <a:lnTo>
                  <a:pt x="0" y="0"/>
                </a:lnTo>
                <a:lnTo>
                  <a:pt x="0" y="138430"/>
                </a:lnTo>
                <a:lnTo>
                  <a:pt x="11557" y="138430"/>
                </a:lnTo>
                <a:lnTo>
                  <a:pt x="11557" y="0"/>
                </a:lnTo>
                <a:close/>
              </a:path>
              <a:path w="43815" h="138429">
                <a:moveTo>
                  <a:pt x="43815" y="0"/>
                </a:moveTo>
                <a:lnTo>
                  <a:pt x="32385" y="0"/>
                </a:lnTo>
                <a:lnTo>
                  <a:pt x="32385" y="138430"/>
                </a:lnTo>
                <a:lnTo>
                  <a:pt x="43815" y="138430"/>
                </a:lnTo>
                <a:lnTo>
                  <a:pt x="438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1310873" y="2715259"/>
            <a:ext cx="7772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Termo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quadrático,</a:t>
            </a:r>
            <a:endParaRPr sz="1200">
              <a:latin typeface="Calibri"/>
              <a:cs typeface="Calibri"/>
            </a:endParaRPr>
          </a:p>
          <a:p>
            <a:pPr marL="233045">
              <a:lnSpc>
                <a:spcPct val="100000"/>
              </a:lnSpc>
            </a:pPr>
            <a:r>
              <a:rPr sz="1200" dirty="0">
                <a:latin typeface="Cambria Math"/>
                <a:cs typeface="Cambria Math"/>
              </a:rPr>
              <a:t>𝑿𝒂</a:t>
            </a:r>
            <a:r>
              <a:rPr sz="1200" spc="360" dirty="0">
                <a:latin typeface="Cambria Math"/>
                <a:cs typeface="Cambria Math"/>
              </a:rPr>
              <a:t> </a:t>
            </a:r>
            <a:r>
              <a:rPr sz="1275" spc="-52" baseline="29411" dirty="0">
                <a:latin typeface="Cambria Math"/>
                <a:cs typeface="Cambria Math"/>
              </a:rPr>
              <a:t>2</a:t>
            </a:r>
            <a:r>
              <a:rPr sz="1200" spc="-35" dirty="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830941" y="3027426"/>
            <a:ext cx="486409" cy="228600"/>
          </a:xfrm>
          <a:custGeom>
            <a:avLst/>
            <a:gdLst/>
            <a:ahLst/>
            <a:cxnLst/>
            <a:rect l="l" t="t" r="r" b="b"/>
            <a:pathLst>
              <a:path w="486409" h="228600">
                <a:moveTo>
                  <a:pt x="53593" y="158750"/>
                </a:moveTo>
                <a:lnTo>
                  <a:pt x="0" y="224916"/>
                </a:lnTo>
                <a:lnTo>
                  <a:pt x="85089" y="228219"/>
                </a:lnTo>
                <a:lnTo>
                  <a:pt x="74322" y="204470"/>
                </a:lnTo>
                <a:lnTo>
                  <a:pt x="60451" y="204470"/>
                </a:lnTo>
                <a:lnTo>
                  <a:pt x="55244" y="192912"/>
                </a:lnTo>
                <a:lnTo>
                  <a:pt x="66723" y="187709"/>
                </a:lnTo>
                <a:lnTo>
                  <a:pt x="53593" y="158750"/>
                </a:lnTo>
                <a:close/>
              </a:path>
              <a:path w="486409" h="228600">
                <a:moveTo>
                  <a:pt x="66723" y="187709"/>
                </a:moveTo>
                <a:lnTo>
                  <a:pt x="55244" y="192912"/>
                </a:lnTo>
                <a:lnTo>
                  <a:pt x="60451" y="204470"/>
                </a:lnTo>
                <a:lnTo>
                  <a:pt x="71957" y="199254"/>
                </a:lnTo>
                <a:lnTo>
                  <a:pt x="66723" y="187709"/>
                </a:lnTo>
                <a:close/>
              </a:path>
              <a:path w="486409" h="228600">
                <a:moveTo>
                  <a:pt x="71957" y="199254"/>
                </a:moveTo>
                <a:lnTo>
                  <a:pt x="60451" y="204470"/>
                </a:lnTo>
                <a:lnTo>
                  <a:pt x="74322" y="204470"/>
                </a:lnTo>
                <a:lnTo>
                  <a:pt x="71957" y="199254"/>
                </a:lnTo>
                <a:close/>
              </a:path>
              <a:path w="486409" h="228600">
                <a:moveTo>
                  <a:pt x="480822" y="0"/>
                </a:moveTo>
                <a:lnTo>
                  <a:pt x="66723" y="187709"/>
                </a:lnTo>
                <a:lnTo>
                  <a:pt x="71957" y="199254"/>
                </a:lnTo>
                <a:lnTo>
                  <a:pt x="486028" y="11557"/>
                </a:lnTo>
                <a:lnTo>
                  <a:pt x="48082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9C316F84-19AA-BFA9-A533-1DB150E9D8A4}"/>
                  </a:ext>
                </a:extLst>
              </p:cNvPr>
              <p:cNvSpPr txBox="1"/>
              <p:nvPr/>
            </p:nvSpPr>
            <p:spPr>
              <a:xfrm>
                <a:off x="2632216" y="3163723"/>
                <a:ext cx="8363507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𝑿𝒂</m:t>
                              </m:r>
                            </m:e>
                          </m:d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𝑿𝒂</m:t>
                          </m:r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9C316F84-19AA-BFA9-A533-1DB150E9D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216" y="3163723"/>
                <a:ext cx="8363507" cy="6914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Superfície</a:t>
            </a:r>
            <a:r>
              <a:rPr spc="-10" dirty="0"/>
              <a:t> </a:t>
            </a:r>
            <a:r>
              <a:rPr dirty="0"/>
              <a:t>de</a:t>
            </a:r>
            <a:r>
              <a:rPr spc="-10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17058" y="1793493"/>
            <a:ext cx="6257290" cy="37795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Isso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significa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superfície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tem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parábola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convexa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(i.e.,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tigela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vale</a:t>
            </a:r>
            <a:r>
              <a:rPr sz="2800" spc="-10" dirty="0">
                <a:latin typeface="Calibri"/>
                <a:cs typeface="Calibri"/>
              </a:rPr>
              <a:t>).</a:t>
            </a:r>
            <a:endParaRPr sz="2800" dirty="0">
              <a:latin typeface="Calibri"/>
              <a:cs typeface="Calibri"/>
            </a:endParaRPr>
          </a:p>
          <a:p>
            <a:pPr marL="241300" marR="7035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mostra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formato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 </a:t>
            </a:r>
            <a:r>
              <a:rPr sz="2800" dirty="0">
                <a:latin typeface="Calibri"/>
                <a:cs typeface="Calibri"/>
              </a:rPr>
              <a:t>superfície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função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hipótese</a:t>
            </a:r>
            <a:r>
              <a:rPr sz="2800" b="1" i="1" spc="-9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com</a:t>
            </a:r>
            <a:r>
              <a:rPr sz="2800" b="1" i="1" spc="-9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apenas</a:t>
            </a:r>
            <a:r>
              <a:rPr sz="2800" b="1" i="1" spc="-9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um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peso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377825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funções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hipótese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pesos, teremos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superfícies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mais </a:t>
            </a:r>
            <a:r>
              <a:rPr sz="2800" spc="-10" dirty="0">
                <a:latin typeface="Calibri"/>
                <a:cs typeface="Calibri"/>
              </a:rPr>
              <a:t>dimensões.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199" y="2133371"/>
            <a:ext cx="3290475" cy="336991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Superfície</a:t>
            </a:r>
            <a:r>
              <a:rPr spc="-10" dirty="0"/>
              <a:t> </a:t>
            </a:r>
            <a:r>
              <a:rPr dirty="0"/>
              <a:t>de</a:t>
            </a:r>
            <a:r>
              <a:rPr spc="-10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23738" y="1793493"/>
            <a:ext cx="6255385" cy="390588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Vejam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superfície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possui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único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valor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mínimo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vértice</a:t>
            </a:r>
            <a:r>
              <a:rPr sz="2800" b="1" i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parábola).</a:t>
            </a:r>
            <a:endParaRPr sz="2800" dirty="0">
              <a:latin typeface="Calibri"/>
              <a:cs typeface="Calibri"/>
            </a:endParaRPr>
          </a:p>
          <a:p>
            <a:pPr marL="241300" marR="177165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superfície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erro)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menor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é </a:t>
            </a:r>
            <a:r>
              <a:rPr sz="2800" dirty="0">
                <a:latin typeface="Calibri"/>
                <a:cs typeface="Calibri"/>
              </a:rPr>
              <a:t>chamado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ponto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mínimo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67945" indent="-228600">
              <a:lnSpc>
                <a:spcPct val="9000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Ele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também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chamado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mínimo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global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há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𝑎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resulte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menor</a:t>
            </a:r>
            <a:r>
              <a:rPr sz="2800" b="1" i="1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0" dirty="0">
                <a:latin typeface="Calibri"/>
                <a:cs typeface="Calibri"/>
              </a:rPr>
              <a:t>Todos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têm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maior.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199" y="2133371"/>
            <a:ext cx="3290475" cy="336991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Superfície</a:t>
            </a:r>
            <a:r>
              <a:rPr spc="-10" dirty="0"/>
              <a:t> </a:t>
            </a:r>
            <a:r>
              <a:rPr dirty="0"/>
              <a:t>de</a:t>
            </a:r>
            <a:r>
              <a:rPr spc="-10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28894" y="1793493"/>
            <a:ext cx="6151245" cy="46742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9715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motivo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usarmos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erro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quadrático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médio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erro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só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existe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um</a:t>
            </a:r>
            <a:r>
              <a:rPr sz="2800" b="1" i="1" spc="-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único</a:t>
            </a:r>
            <a:r>
              <a:rPr sz="2800" b="1" i="1" spc="-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vetor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pesos</a:t>
            </a:r>
            <a:r>
              <a:rPr sz="2800" spc="-10" dirty="0">
                <a:latin typeface="Calibri"/>
                <a:cs typeface="Calibri"/>
              </a:rPr>
              <a:t>,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035"/>
              </a:lnSpc>
            </a:pPr>
            <a:r>
              <a:rPr sz="2800" dirty="0">
                <a:latin typeface="Cambria Math"/>
                <a:cs typeface="Cambria Math"/>
              </a:rPr>
              <a:t>𝒂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minimiza</a:t>
            </a:r>
            <a:r>
              <a:rPr sz="28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função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erro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195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mínimo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dá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valor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ótimo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dirty="0">
                <a:latin typeface="Calibri"/>
                <a:cs typeface="Calibri"/>
              </a:rPr>
              <a:t>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hipótese.</a:t>
            </a:r>
            <a:endParaRPr sz="2800" dirty="0">
              <a:latin typeface="Calibri"/>
              <a:cs typeface="Calibri"/>
            </a:endParaRPr>
          </a:p>
          <a:p>
            <a:pPr marL="241300" marR="57658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Ele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através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equação normal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60960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visualmente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alguns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 </a:t>
            </a:r>
            <a:r>
              <a:rPr sz="2800" dirty="0">
                <a:latin typeface="Calibri"/>
                <a:cs typeface="Calibri"/>
              </a:rPr>
              <a:t>plotarmos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superfície,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basta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localizar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seu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ponto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baixo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199" y="2133371"/>
            <a:ext cx="3290475" cy="336991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Superfície</a:t>
            </a:r>
            <a:r>
              <a:rPr spc="-10" dirty="0"/>
              <a:t> </a:t>
            </a:r>
            <a:r>
              <a:rPr dirty="0"/>
              <a:t>de</a:t>
            </a:r>
            <a:r>
              <a:rPr spc="-10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940046" y="1798066"/>
            <a:ext cx="6873875" cy="2904641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835025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835660" algn="l"/>
              </a:tabLst>
            </a:pP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b="0" i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spc="-20" dirty="0">
                <a:solidFill>
                  <a:srgbClr val="000000"/>
                </a:solidFill>
                <a:latin typeface="Calibri"/>
                <a:cs typeface="Calibri"/>
              </a:rPr>
              <a:t>entendimento</a:t>
            </a:r>
            <a:r>
              <a:rPr b="0" i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do</a:t>
            </a:r>
            <a:r>
              <a:rPr b="0" i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i="1" spc="-10" dirty="0"/>
              <a:t>formato</a:t>
            </a:r>
            <a:r>
              <a:rPr i="1" spc="-35" dirty="0"/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b="0" i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da</a:t>
            </a:r>
            <a:r>
              <a:rPr b="0" i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spc="-10" dirty="0">
                <a:solidFill>
                  <a:srgbClr val="000000"/>
                </a:solidFill>
                <a:latin typeface="Calibri"/>
                <a:cs typeface="Calibri"/>
              </a:rPr>
              <a:t>questão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da</a:t>
            </a:r>
            <a:r>
              <a:rPr b="0" i="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superfície</a:t>
            </a:r>
            <a:r>
              <a:rPr b="0" i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ter</a:t>
            </a:r>
            <a:r>
              <a:rPr b="0" i="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i="1" dirty="0"/>
              <a:t>apenas</a:t>
            </a:r>
            <a:r>
              <a:rPr i="1" spc="-85" dirty="0"/>
              <a:t> </a:t>
            </a:r>
            <a:r>
              <a:rPr i="1" dirty="0"/>
              <a:t>um</a:t>
            </a:r>
            <a:r>
              <a:rPr i="1" spc="-70" dirty="0"/>
              <a:t> </a:t>
            </a:r>
            <a:r>
              <a:rPr i="1" dirty="0"/>
              <a:t>ponto</a:t>
            </a:r>
            <a:r>
              <a:rPr i="1" spc="-85" dirty="0"/>
              <a:t> </a:t>
            </a:r>
            <a:r>
              <a:rPr i="1" spc="-25" dirty="0"/>
              <a:t>de</a:t>
            </a:r>
            <a:r>
              <a:rPr spc="-25" dirty="0"/>
              <a:t> </a:t>
            </a:r>
            <a:r>
              <a:rPr dirty="0"/>
              <a:t>mínimo</a:t>
            </a:r>
            <a:r>
              <a:rPr spc="-70" dirty="0"/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nos</a:t>
            </a:r>
            <a:r>
              <a:rPr b="0" i="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ajudará</a:t>
            </a:r>
            <a:r>
              <a:rPr b="0" i="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b="0" i="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spc="-10" dirty="0">
                <a:solidFill>
                  <a:srgbClr val="000000"/>
                </a:solidFill>
                <a:latin typeface="Calibri"/>
                <a:cs typeface="Calibri"/>
              </a:rPr>
              <a:t>entender</a:t>
            </a:r>
            <a:r>
              <a:rPr b="0" i="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como</a:t>
            </a:r>
            <a:r>
              <a:rPr b="0" i="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spc="-50" dirty="0">
                <a:solidFill>
                  <a:srgbClr val="000000"/>
                </a:solidFill>
                <a:latin typeface="Calibri"/>
                <a:cs typeface="Calibri"/>
              </a:rPr>
              <a:t>o </a:t>
            </a:r>
            <a:r>
              <a:rPr i="1" dirty="0">
                <a:solidFill>
                  <a:srgbClr val="00AF50"/>
                </a:solidFill>
              </a:rPr>
              <a:t>algoritmo</a:t>
            </a:r>
            <a:r>
              <a:rPr i="1" spc="-100" dirty="0">
                <a:solidFill>
                  <a:srgbClr val="00AF50"/>
                </a:solidFill>
              </a:rPr>
              <a:t> </a:t>
            </a:r>
            <a:r>
              <a:rPr i="1" dirty="0">
                <a:solidFill>
                  <a:srgbClr val="00AF50"/>
                </a:solidFill>
              </a:rPr>
              <a:t>de</a:t>
            </a:r>
            <a:r>
              <a:rPr i="1" spc="-100" dirty="0">
                <a:solidFill>
                  <a:srgbClr val="00AF50"/>
                </a:solidFill>
              </a:rPr>
              <a:t> </a:t>
            </a:r>
            <a:r>
              <a:rPr i="1" spc="-10" dirty="0">
                <a:solidFill>
                  <a:srgbClr val="00AF50"/>
                </a:solidFill>
              </a:rPr>
              <a:t>otimização</a:t>
            </a:r>
            <a:r>
              <a:rPr i="1" spc="-90" dirty="0">
                <a:solidFill>
                  <a:srgbClr val="00AF50"/>
                </a:solidFill>
              </a:rPr>
              <a:t> </a:t>
            </a:r>
            <a:r>
              <a:rPr i="1" dirty="0">
                <a:solidFill>
                  <a:srgbClr val="00AF50"/>
                </a:solidFill>
              </a:rPr>
              <a:t>iterativa</a:t>
            </a:r>
            <a:r>
              <a:rPr i="1" spc="-65" dirty="0">
                <a:solidFill>
                  <a:srgbClr val="00AF50"/>
                </a:solidFill>
              </a:rPr>
              <a:t> </a:t>
            </a:r>
            <a:r>
              <a:rPr b="0" i="0" spc="-25" dirty="0">
                <a:solidFill>
                  <a:srgbClr val="000000"/>
                </a:solidFill>
                <a:latin typeface="Calibri"/>
                <a:cs typeface="Calibri"/>
              </a:rPr>
              <a:t>que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vamos</a:t>
            </a:r>
            <a:r>
              <a:rPr b="0" i="0" spc="-1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aprender</a:t>
            </a:r>
            <a:r>
              <a:rPr b="0" i="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em</a:t>
            </a:r>
            <a:r>
              <a:rPr b="0" i="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spc="-10" dirty="0">
                <a:solidFill>
                  <a:srgbClr val="000000"/>
                </a:solidFill>
                <a:latin typeface="Calibri"/>
                <a:cs typeface="Calibri"/>
              </a:rPr>
              <a:t>breve</a:t>
            </a:r>
            <a:r>
              <a:rPr b="0" i="0" spc="-1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spc="-10" dirty="0">
                <a:solidFill>
                  <a:srgbClr val="000000"/>
                </a:solidFill>
                <a:latin typeface="Calibri"/>
                <a:cs typeface="Calibri"/>
              </a:rPr>
              <a:t>funciona.</a:t>
            </a:r>
          </a:p>
          <a:p>
            <a:pPr marL="835025" marR="401955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835660" algn="l"/>
              </a:tabLst>
            </a:pP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Na</a:t>
            </a:r>
            <a:r>
              <a:rPr b="0" i="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sequência,</a:t>
            </a:r>
            <a:r>
              <a:rPr b="0" i="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plotamos</a:t>
            </a:r>
            <a:r>
              <a:rPr b="0" i="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b="0" i="0"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superfície</a:t>
            </a:r>
            <a:r>
              <a:rPr b="0" i="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spc="-25" dirty="0">
                <a:solidFill>
                  <a:srgbClr val="000000"/>
                </a:solidFill>
                <a:latin typeface="Calibri"/>
                <a:cs typeface="Calibri"/>
              </a:rPr>
              <a:t>de </a:t>
            </a:r>
            <a:r>
              <a:rPr b="0" i="0" dirty="0" err="1">
                <a:solidFill>
                  <a:srgbClr val="000000"/>
                </a:solidFill>
                <a:latin typeface="Calibri"/>
                <a:cs typeface="Calibri"/>
              </a:rPr>
              <a:t>erro</a:t>
            </a:r>
            <a:r>
              <a:rPr b="0" i="0" spc="-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para</a:t>
            </a:r>
            <a:r>
              <a:rPr lang="pt-BR" b="0" i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 err="1">
                <a:solidFill>
                  <a:srgbClr val="000000"/>
                </a:solidFill>
                <a:latin typeface="Calibri"/>
                <a:cs typeface="Calibri"/>
              </a:rPr>
              <a:t>uma</a:t>
            </a:r>
            <a:r>
              <a:rPr b="0" i="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função</a:t>
            </a:r>
            <a:r>
              <a:rPr b="0" i="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spc="-10" dirty="0">
                <a:solidFill>
                  <a:srgbClr val="000000"/>
                </a:solidFill>
                <a:latin typeface="Calibri"/>
                <a:cs typeface="Calibri"/>
              </a:rPr>
              <a:t>hipótese.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199" y="2133371"/>
            <a:ext cx="3290475" cy="336991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Plotando</a:t>
            </a:r>
            <a:r>
              <a:rPr spc="-1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superfície</a:t>
            </a:r>
            <a:r>
              <a:rPr spc="-25" dirty="0"/>
              <a:t> </a:t>
            </a:r>
            <a:r>
              <a:rPr dirty="0"/>
              <a:t>de</a:t>
            </a:r>
            <a:r>
              <a:rPr spc="-20" dirty="0"/>
              <a:t> erro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2866" y="1902460"/>
            <a:ext cx="3696589" cy="29946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6939" y="1793493"/>
            <a:ext cx="6445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Vamos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seguinte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observável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/>
              <p:cNvSpPr txBox="1"/>
              <p:nvPr/>
            </p:nvSpPr>
            <p:spPr>
              <a:xfrm>
                <a:off x="916938" y="2726562"/>
                <a:ext cx="7535928" cy="873957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spcBef>
                    <a:spcPts val="95"/>
                  </a:spcBef>
                  <a:tabLst>
                    <a:tab pos="1250315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dirty="0" err="1">
                    <a:latin typeface="Calibri"/>
                    <a:cs typeface="Calibri"/>
                  </a:rPr>
                  <a:t>nde</a:t>
                </a:r>
                <a:r>
                  <a:rPr lang="pt-BR" sz="280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𝑤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)~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𝑁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(0,1)</m:t>
                    </m:r>
                  </m:oMath>
                </a14:m>
                <a:r>
                  <a:rPr lang="pt-BR" sz="2800" dirty="0">
                    <a:latin typeface="Calibri"/>
                    <a:cs typeface="Calibri"/>
                  </a:rPr>
                  <a:t> 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𝑦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pt-BR" sz="2800" dirty="0">
                    <a:latin typeface="Calibri"/>
                    <a:cs typeface="Calibri"/>
                  </a:rPr>
                  <a:t> é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função</a:t>
                </a:r>
                <a:r>
                  <a:rPr lang="pt-BR" sz="2800" b="1" i="1" spc="-5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objetivo</a:t>
                </a:r>
                <a:r>
                  <a:rPr lang="pt-BR" sz="28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(ou </a:t>
                </a:r>
                <a:r>
                  <a:rPr lang="pt-BR" sz="2800" b="1" i="1" dirty="0">
                    <a:latin typeface="Calibri"/>
                    <a:cs typeface="Calibri"/>
                  </a:rPr>
                  <a:t>modelo</a:t>
                </a:r>
                <a:r>
                  <a:rPr lang="pt-BR" sz="2800" b="1" i="1" spc="-8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gerador</a:t>
                </a:r>
                <a:r>
                  <a:rPr lang="pt-BR" sz="2800" dirty="0">
                    <a:latin typeface="Calibri"/>
                    <a:cs typeface="Calibri"/>
                  </a:rPr>
                  <a:t>)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dada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por</a:t>
                </a:r>
                <a:endParaRPr lang="pt-BR"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8" y="2726562"/>
                <a:ext cx="7535928" cy="873957"/>
              </a:xfrm>
              <a:prstGeom prst="rect">
                <a:avLst/>
              </a:prstGeom>
              <a:blipFill>
                <a:blip r:embed="rId3"/>
                <a:stretch>
                  <a:fillRect l="-2668" t="-10417" r="-1617" b="-2430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bject 11"/>
          <p:cNvSpPr txBox="1"/>
          <p:nvPr/>
        </p:nvSpPr>
        <p:spPr>
          <a:xfrm>
            <a:off x="2186940" y="824264"/>
            <a:ext cx="5923280" cy="83292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455930">
              <a:lnSpc>
                <a:spcPct val="100000"/>
              </a:lnSpc>
              <a:spcBef>
                <a:spcPts val="375"/>
              </a:spcBef>
            </a:pPr>
            <a:endParaRPr lang="pt-BR" sz="2050" dirty="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275"/>
              </a:spcBef>
              <a:tabLst>
                <a:tab pos="720725" algn="l"/>
                <a:tab pos="1478915" algn="l"/>
              </a:tabLst>
            </a:pPr>
            <a:r>
              <a:rPr lang="pt-BR" sz="2800" spc="-25" dirty="0">
                <a:latin typeface="Cambria Math"/>
                <a:cs typeface="Cambria Math"/>
              </a:rPr>
              <a:t>~</a:t>
            </a:r>
            <a:r>
              <a:rPr sz="2800" spc="-25" dirty="0">
                <a:latin typeface="Cambria Math"/>
                <a:cs typeface="Cambria Math"/>
              </a:rPr>
              <a:t>𝑁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20" dirty="0">
                <a:latin typeface="Cambria Math"/>
                <a:cs typeface="Cambria Math"/>
              </a:rPr>
              <a:t>0,</a:t>
            </a:r>
            <a:r>
              <a:rPr sz="2800" spc="-140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1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𝑦(𝑛)</a:t>
            </a:r>
            <a:r>
              <a:rPr sz="2800" spc="-3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objetivo</a:t>
            </a:r>
            <a:r>
              <a:rPr sz="2800" b="1" i="1" spc="-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(ou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6939" y="4515992"/>
            <a:ext cx="7831455" cy="12204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Agora,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 err="1">
                <a:latin typeface="Calibri"/>
                <a:cs typeface="Calibri"/>
              </a:rPr>
              <a:t>suponhamos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quiséssemos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aproximar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objetivo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partir,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amostras </a:t>
            </a:r>
            <a:r>
              <a:rPr sz="2800" b="1" i="1" dirty="0">
                <a:latin typeface="Calibri"/>
                <a:cs typeface="Calibri"/>
              </a:rPr>
              <a:t>ruidosas</a:t>
            </a:r>
            <a:r>
              <a:rPr sz="2800" b="1" i="1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seguinte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hipótese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4"/>
              <p:cNvSpPr txBox="1"/>
              <p:nvPr/>
            </p:nvSpPr>
            <p:spPr>
              <a:xfrm>
                <a:off x="891538" y="6180226"/>
                <a:ext cx="7338061" cy="44307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66700" indent="-228600">
                  <a:lnSpc>
                    <a:spcPct val="100000"/>
                  </a:lnSpc>
                  <a:spcBef>
                    <a:spcPts val="95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lang="pt-BR" sz="2800" b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Como</a:t>
                </a:r>
                <a:r>
                  <a:rPr lang="pt-BR" sz="2800" b="1" spc="-150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spc="-10" dirty="0">
                    <a:solidFill>
                      <a:srgbClr val="00AFEF"/>
                    </a:solidFill>
                    <a:latin typeface="Calibri"/>
                    <a:cs typeface="Calibri"/>
                  </a:rPr>
                  <a:t>encontraríamos</a:t>
                </a:r>
                <a:r>
                  <a:rPr lang="pt-BR" sz="2800" b="1" spc="-45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os</a:t>
                </a:r>
                <a:r>
                  <a:rPr lang="pt-BR" sz="2800" b="1" spc="-75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valores</a:t>
                </a:r>
                <a:r>
                  <a:rPr lang="pt-BR" sz="2800" b="1" spc="-45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1" i="1" dirty="0" smtClean="0">
                            <a:solidFill>
                              <a:srgbClr val="00AFE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b="1" i="1" smtClean="0">
                                <a:solidFill>
                                  <a:srgbClr val="00AFEF"/>
                                </a:solidFill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800" b="1" i="1" smtClean="0">
                                <a:solidFill>
                                  <a:srgbClr val="00AFEF"/>
                                </a:solidFill>
                                <a:latin typeface="Cambria Math" panose="02040503050406030204" pitchFamily="18" charset="0"/>
                                <a:cs typeface="Calibri"/>
                              </a:rPr>
                              <m:t>𝒂</m:t>
                            </m:r>
                          </m:e>
                        </m:acc>
                      </m:e>
                      <m:sub>
                        <m:r>
                          <a:rPr lang="pt-BR" sz="2800" b="1" i="1" dirty="0" smtClean="0">
                            <a:solidFill>
                              <a:srgbClr val="00AFE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pt-BR" sz="2800" dirty="0">
                    <a:latin typeface="Calibri"/>
                    <a:cs typeface="Calibri"/>
                  </a:rPr>
                  <a:t> </a:t>
                </a:r>
                <a:r>
                  <a:rPr lang="pt-BR" sz="2800" b="1" dirty="0">
                    <a:latin typeface="Calibri"/>
                    <a:cs typeface="Calibri"/>
                  </a:rPr>
                  <a:t>e</a:t>
                </a:r>
                <a:r>
                  <a:rPr lang="pt-BR" sz="280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1" i="1" dirty="0" smtClean="0">
                            <a:solidFill>
                              <a:srgbClr val="00AFE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b="0" i="1" smtClean="0">
                                <a:solidFill>
                                  <a:srgbClr val="00AFEF"/>
                                </a:solidFill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800" b="1" i="1" smtClean="0">
                                <a:solidFill>
                                  <a:srgbClr val="00AFEF"/>
                                </a:solidFill>
                                <a:latin typeface="Cambria Math" panose="02040503050406030204" pitchFamily="18" charset="0"/>
                                <a:cs typeface="Calibri"/>
                              </a:rPr>
                              <m:t>𝒂</m:t>
                            </m:r>
                          </m:e>
                        </m:acc>
                      </m:e>
                      <m:sub>
                        <m:r>
                          <a:rPr lang="pt-BR" sz="2800" b="1" i="1" dirty="0" smtClean="0">
                            <a:solidFill>
                              <a:srgbClr val="00AFE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𝟐</m:t>
                        </m:r>
                      </m:sub>
                    </m:sSub>
                    <m:r>
                      <a:rPr lang="pt-BR" sz="2800" b="1" i="1" dirty="0" smtClean="0">
                        <a:solidFill>
                          <a:srgbClr val="00AFEF"/>
                        </a:solidFill>
                        <a:latin typeface="Cambria Math" panose="02040503050406030204" pitchFamily="18" charset="0"/>
                        <a:cs typeface="Calibri"/>
                      </a:rPr>
                      <m:t> ?</m:t>
                    </m:r>
                  </m:oMath>
                </a14:m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4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38" y="6180226"/>
                <a:ext cx="7338061" cy="443070"/>
              </a:xfrm>
              <a:prstGeom prst="rect">
                <a:avLst/>
              </a:prstGeom>
              <a:blipFill>
                <a:blip r:embed="rId4"/>
                <a:stretch>
                  <a:fillRect l="-2243" t="-20833" b="-5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5"/>
              <p:cNvSpPr txBox="1"/>
              <p:nvPr/>
            </p:nvSpPr>
            <p:spPr>
              <a:xfrm>
                <a:off x="9069958" y="5226177"/>
                <a:ext cx="2540000" cy="1116331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 marR="30480" algn="ctr">
                  <a:lnSpc>
                    <a:spcPct val="100200"/>
                  </a:lnSpc>
                  <a:spcBef>
                    <a:spcPts val="100"/>
                  </a:spcBef>
                </a:pPr>
                <a:r>
                  <a:rPr lang="pt-BR" sz="1400" b="1" dirty="0">
                    <a:latin typeface="Calibri"/>
                    <a:cs typeface="Calibri"/>
                  </a:rPr>
                  <a:t>OBS</a:t>
                </a:r>
                <a:r>
                  <a:rPr lang="pt-BR" sz="1400" dirty="0">
                    <a:latin typeface="Calibri"/>
                    <a:cs typeface="Calibri"/>
                  </a:rPr>
                  <a:t>.:</a:t>
                </a:r>
                <a:r>
                  <a:rPr lang="pt-BR" sz="1400" spc="-60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para</a:t>
                </a:r>
                <a:r>
                  <a:rPr lang="pt-BR" sz="1400" spc="-30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não</a:t>
                </a:r>
                <a:r>
                  <a:rPr lang="pt-BR" sz="1400" spc="-30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confundirmos</a:t>
                </a:r>
                <a:r>
                  <a:rPr lang="pt-BR" sz="1400" spc="-35" dirty="0">
                    <a:latin typeface="Calibri"/>
                    <a:cs typeface="Calibri"/>
                  </a:rPr>
                  <a:t> </a:t>
                </a:r>
                <a:r>
                  <a:rPr lang="pt-BR" sz="1400" spc="-25" dirty="0">
                    <a:latin typeface="Calibri"/>
                    <a:cs typeface="Calibri"/>
                  </a:rPr>
                  <a:t>com </a:t>
                </a:r>
                <a:r>
                  <a:rPr lang="pt-BR" sz="1400" dirty="0">
                    <a:latin typeface="Calibri"/>
                    <a:cs typeface="Calibri"/>
                  </a:rPr>
                  <a:t>os</a:t>
                </a:r>
                <a:r>
                  <a:rPr lang="pt-BR" sz="1400" spc="-10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pesos</a:t>
                </a:r>
                <a:r>
                  <a:rPr lang="pt-BR" sz="1400" spc="5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originais,</a:t>
                </a:r>
                <a:r>
                  <a:rPr lang="pt-BR" sz="1400" spc="20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mbria Math"/>
                    <a:cs typeface="Cambria Math"/>
                  </a:rPr>
                  <a:t>𝑎</a:t>
                </a:r>
                <a:r>
                  <a:rPr lang="pt-BR" sz="1500" baseline="-16666" dirty="0">
                    <a:latin typeface="Cambria Math"/>
                    <a:cs typeface="Cambria Math"/>
                  </a:rPr>
                  <a:t>1</a:t>
                </a:r>
                <a:r>
                  <a:rPr lang="pt-BR" sz="1500" spc="225" baseline="-16666" dirty="0">
                    <a:latin typeface="Cambria Math"/>
                    <a:cs typeface="Cambria Math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e</a:t>
                </a:r>
                <a:r>
                  <a:rPr lang="pt-BR" sz="1400" spc="-5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mbria Math"/>
                    <a:cs typeface="Cambria Math"/>
                  </a:rPr>
                  <a:t>𝑎</a:t>
                </a:r>
                <a:r>
                  <a:rPr lang="pt-BR" sz="1500" baseline="-16666" dirty="0">
                    <a:latin typeface="Cambria Math"/>
                    <a:cs typeface="Cambria Math"/>
                  </a:rPr>
                  <a:t>2</a:t>
                </a:r>
                <a:r>
                  <a:rPr lang="pt-BR" sz="1400" dirty="0">
                    <a:latin typeface="Calibri"/>
                    <a:cs typeface="Calibri"/>
                  </a:rPr>
                  <a:t>, </a:t>
                </a:r>
                <a:r>
                  <a:rPr lang="pt-BR" sz="1400" spc="-20" dirty="0">
                    <a:latin typeface="Calibri"/>
                    <a:cs typeface="Calibri"/>
                  </a:rPr>
                  <a:t>vamos </a:t>
                </a:r>
                <a:r>
                  <a:rPr lang="pt-BR" sz="1400" dirty="0">
                    <a:latin typeface="Calibri"/>
                    <a:cs typeface="Calibri"/>
                  </a:rPr>
                  <a:t>usar</a:t>
                </a:r>
                <a:r>
                  <a:rPr lang="pt-BR" sz="1400" spc="-1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1" i="1" spc="-15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pt-BR" sz="1400" b="1" i="1" spc="-15" dirty="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sz="1400" b="0" i="1" spc="-15" dirty="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accPr>
                              <m:e>
                                <m:r>
                                  <a:rPr lang="pt-BR" sz="1400" b="1" i="1" spc="-15" dirty="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𝒂</m:t>
                                </m:r>
                              </m:e>
                            </m:acc>
                          </m:e>
                          <m:sub>
                            <m:r>
                              <a:rPr lang="pt-BR" sz="1400" b="1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  <m:t>𝟏</m:t>
                            </m:r>
                          </m:sub>
                        </m:sSub>
                        <m:r>
                          <a:rPr lang="pt-BR" sz="1400" b="1" i="1" dirty="0" smtClean="0">
                            <a:latin typeface="Cambria Math" panose="02040503050406030204" pitchFamily="18" charset="0"/>
                            <a:cs typeface="Calibri"/>
                          </a:rPr>
                          <m:t> </m:t>
                        </m:r>
                        <m:r>
                          <a:rPr lang="pt-BR" sz="1400" b="1" i="1" dirty="0" smtClean="0">
                            <a:latin typeface="Cambria Math" panose="02040503050406030204" pitchFamily="18" charset="0"/>
                            <a:cs typeface="Calibri"/>
                          </a:rPr>
                          <m:t>𝒆</m:t>
                        </m:r>
                        <m:r>
                          <a:rPr lang="pt-BR" sz="1400" b="1" i="1" dirty="0" smtClean="0">
                            <a:latin typeface="Cambria Math" panose="02040503050406030204" pitchFamily="18" charset="0"/>
                            <a:cs typeface="Calibri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pt-BR" sz="1400" b="0" i="1" spc="-1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1400" b="1" i="1" spc="-15" smtClean="0">
                                <a:latin typeface="Cambria Math" panose="02040503050406030204" pitchFamily="18" charset="0"/>
                                <a:cs typeface="Calibri"/>
                              </a:rPr>
                              <m:t>𝒂</m:t>
                            </m:r>
                          </m:e>
                        </m:acc>
                      </m:e>
                      <m:sub>
                        <m:r>
                          <a:rPr lang="pt-BR" sz="1400" b="1" i="1" dirty="0" smtClean="0">
                            <a:latin typeface="Cambria Math" panose="02040503050406030204" pitchFamily="18" charset="0"/>
                            <a:cs typeface="Calibri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pt-BR" sz="1500" spc="202" baseline="-16666" dirty="0">
                    <a:latin typeface="Cambria Math"/>
                    <a:cs typeface="Cambria Math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para</a:t>
                </a:r>
                <a:r>
                  <a:rPr lang="pt-BR" sz="1400" spc="-10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nos</a:t>
                </a:r>
                <a:r>
                  <a:rPr lang="pt-BR" sz="1400" spc="-5" dirty="0">
                    <a:latin typeface="Calibri"/>
                    <a:cs typeface="Calibri"/>
                  </a:rPr>
                  <a:t> </a:t>
                </a:r>
                <a:r>
                  <a:rPr lang="pt-BR" sz="1400" spc="-10" dirty="0">
                    <a:latin typeface="Calibri"/>
                    <a:cs typeface="Calibri"/>
                  </a:rPr>
                  <a:t>referir</a:t>
                </a:r>
                <a:r>
                  <a:rPr lang="pt-BR" sz="1400" spc="-20" dirty="0">
                    <a:latin typeface="Calibri"/>
                    <a:cs typeface="Calibri"/>
                  </a:rPr>
                  <a:t> </a:t>
                </a:r>
                <a:r>
                  <a:rPr lang="pt-BR" sz="1400" spc="-25" dirty="0">
                    <a:latin typeface="Calibri"/>
                    <a:cs typeface="Calibri"/>
                  </a:rPr>
                  <a:t>aos </a:t>
                </a:r>
                <a:r>
                  <a:rPr lang="pt-BR" sz="1400" dirty="0">
                    <a:latin typeface="Calibri"/>
                    <a:cs typeface="Calibri"/>
                  </a:rPr>
                  <a:t>pesos</a:t>
                </a:r>
                <a:r>
                  <a:rPr lang="pt-BR" sz="1400" spc="-20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da</a:t>
                </a:r>
                <a:r>
                  <a:rPr lang="pt-BR" sz="1400" spc="-10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função</a:t>
                </a:r>
                <a:r>
                  <a:rPr lang="pt-BR" sz="1400" spc="-15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hipótese,</a:t>
                </a:r>
                <a:r>
                  <a:rPr lang="pt-BR" sz="1400" spc="-15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i.e.,</a:t>
                </a:r>
                <a:r>
                  <a:rPr lang="pt-BR" sz="1400" spc="-30" dirty="0">
                    <a:latin typeface="Calibri"/>
                    <a:cs typeface="Calibri"/>
                  </a:rPr>
                  <a:t> </a:t>
                </a:r>
                <a:r>
                  <a:rPr lang="pt-BR" sz="1400" spc="-25" dirty="0">
                    <a:latin typeface="Calibri"/>
                    <a:cs typeface="Calibri"/>
                  </a:rPr>
                  <a:t>as </a:t>
                </a:r>
                <a:r>
                  <a:rPr lang="pt-BR" sz="1400" dirty="0">
                    <a:latin typeface="Calibri"/>
                    <a:cs typeface="Calibri"/>
                  </a:rPr>
                  <a:t>estimativas</a:t>
                </a:r>
                <a:r>
                  <a:rPr lang="pt-BR" sz="1400" spc="-5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de</a:t>
                </a:r>
                <a:r>
                  <a:rPr lang="pt-BR" sz="1400" spc="-20" dirty="0">
                    <a:latin typeface="Calibri"/>
                    <a:cs typeface="Calibri"/>
                  </a:rPr>
                  <a:t> </a:t>
                </a:r>
                <a:r>
                  <a:rPr lang="pt-BR" sz="1400" dirty="0">
                    <a:latin typeface="Cambria Math"/>
                    <a:cs typeface="Cambria Math"/>
                  </a:rPr>
                  <a:t>𝑎</a:t>
                </a:r>
                <a:r>
                  <a:rPr lang="pt-BR" sz="1500" baseline="-16666" dirty="0">
                    <a:latin typeface="Cambria Math"/>
                    <a:cs typeface="Cambria Math"/>
                  </a:rPr>
                  <a:t>1</a:t>
                </a:r>
                <a:r>
                  <a:rPr lang="pt-BR" sz="1500" spc="179" baseline="-16666" dirty="0">
                    <a:latin typeface="Cambria Math"/>
                    <a:cs typeface="Cambria Math"/>
                  </a:rPr>
                  <a:t> </a:t>
                </a:r>
                <a:r>
                  <a:rPr lang="pt-BR" sz="1400" dirty="0">
                    <a:latin typeface="Calibri"/>
                    <a:cs typeface="Calibri"/>
                  </a:rPr>
                  <a:t>e</a:t>
                </a:r>
                <a:r>
                  <a:rPr lang="pt-BR" sz="1400" spc="-20" dirty="0">
                    <a:latin typeface="Calibri"/>
                    <a:cs typeface="Calibri"/>
                  </a:rPr>
                  <a:t> </a:t>
                </a:r>
                <a:r>
                  <a:rPr lang="pt-BR" sz="1400" spc="-25" dirty="0">
                    <a:latin typeface="Cambria Math"/>
                    <a:cs typeface="Cambria Math"/>
                  </a:rPr>
                  <a:t>𝑎</a:t>
                </a:r>
                <a:r>
                  <a:rPr lang="pt-BR" sz="1500" spc="-37" baseline="-16666" dirty="0">
                    <a:latin typeface="Cambria Math"/>
                    <a:cs typeface="Cambria Math"/>
                  </a:rPr>
                  <a:t>2</a:t>
                </a:r>
                <a:r>
                  <a:rPr lang="pt-BR" sz="1400" spc="-25" dirty="0">
                    <a:latin typeface="Calibri"/>
                    <a:cs typeface="Calibri"/>
                  </a:rPr>
                  <a:t>.</a:t>
                </a:r>
                <a:endParaRPr sz="1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5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9958" y="5226177"/>
                <a:ext cx="2540000" cy="1116331"/>
              </a:xfrm>
              <a:prstGeom prst="rect">
                <a:avLst/>
              </a:prstGeom>
              <a:blipFill>
                <a:blip r:embed="rId5"/>
                <a:stretch>
                  <a:fillRect l="-1918" t="-3825" r="-4077" b="-71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52866" y="1611363"/>
            <a:ext cx="2561971" cy="428510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9611106" y="6606337"/>
            <a:ext cx="25076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Exemplo:</a:t>
            </a:r>
            <a:r>
              <a:rPr sz="1200" b="1" u="sng" spc="-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12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error_surface_example.ipynb</a:t>
            </a:r>
            <a:endParaRPr sz="12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1C5E2C47-402C-68B6-2B86-258C313AD641}"/>
                  </a:ext>
                </a:extLst>
              </p:cNvPr>
              <p:cNvSpPr txBox="1"/>
              <p:nvPr/>
            </p:nvSpPr>
            <p:spPr>
              <a:xfrm>
                <a:off x="1657302" y="5791986"/>
                <a:ext cx="630505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acc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1C5E2C47-402C-68B6-2B86-258C313AD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302" y="5791986"/>
                <a:ext cx="6305059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562813B3-8893-AAF2-E7E4-418F2A798028}"/>
                  </a:ext>
                </a:extLst>
              </p:cNvPr>
              <p:cNvSpPr txBox="1"/>
              <p:nvPr/>
            </p:nvSpPr>
            <p:spPr>
              <a:xfrm>
                <a:off x="2316708" y="2196915"/>
                <a:ext cx="3972498" cy="4705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noisy</m:t>
                          </m:r>
                        </m:sub>
                      </m:sSub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562813B3-8893-AAF2-E7E4-418F2A798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708" y="2196915"/>
                <a:ext cx="3972498" cy="4705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81733F8D-932F-3ACB-B5B8-5A4C08F5A5F6}"/>
                  </a:ext>
                </a:extLst>
              </p:cNvPr>
              <p:cNvSpPr txBox="1"/>
              <p:nvPr/>
            </p:nvSpPr>
            <p:spPr>
              <a:xfrm>
                <a:off x="2567720" y="3569507"/>
                <a:ext cx="423436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81733F8D-932F-3ACB-B5B8-5A4C08F5A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720" y="3569507"/>
                <a:ext cx="4234364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A09DAD42-1C97-CBC8-1BB0-3F52BD0D519D}"/>
                  </a:ext>
                </a:extLst>
              </p:cNvPr>
              <p:cNvSpPr txBox="1"/>
              <p:nvPr/>
            </p:nvSpPr>
            <p:spPr>
              <a:xfrm>
                <a:off x="916938" y="4021447"/>
                <a:ext cx="706001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pt-BR" sz="2800" dirty="0"/>
                  <a:t>o</a:t>
                </a:r>
                <a:r>
                  <a:rPr lang="pt-BR" sz="2800" b="0" dirty="0"/>
                  <a:t>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A09DAD42-1C97-CBC8-1BB0-3F52BD0D5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8" y="4021447"/>
                <a:ext cx="7060010" cy="430887"/>
              </a:xfrm>
              <a:prstGeom prst="rect">
                <a:avLst/>
              </a:prstGeom>
              <a:blipFill>
                <a:blip r:embed="rId11"/>
                <a:stretch>
                  <a:fillRect l="-3020" t="-25714" b="-5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Plotando</a:t>
            </a:r>
            <a:r>
              <a:rPr spc="-1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superfície</a:t>
            </a:r>
            <a:r>
              <a:rPr spc="-25" dirty="0"/>
              <a:t> </a:t>
            </a:r>
            <a:r>
              <a:rPr dirty="0"/>
              <a:t>de</a:t>
            </a:r>
            <a:r>
              <a:rPr spc="-20" dirty="0"/>
              <a:t> erro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945760" y="1793493"/>
            <a:ext cx="6693534" cy="1606337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Até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momento,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conseguiríamos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ponto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mínimo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equação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normal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ou </a:t>
            </a:r>
            <a:r>
              <a:rPr sz="2800" b="1" i="1" spc="-10" dirty="0">
                <a:latin typeface="Calibri"/>
                <a:cs typeface="Calibri"/>
              </a:rPr>
              <a:t>visualmente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plotando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superfície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partir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EQM</a:t>
            </a:r>
            <a:endParaRPr sz="1750" dirty="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45760" y="5310327"/>
            <a:ext cx="58007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procurando</a:t>
            </a:r>
            <a:r>
              <a:rPr sz="2800" b="1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por</a:t>
            </a:r>
            <a:r>
              <a:rPr sz="2800"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sua</a:t>
            </a:r>
            <a:r>
              <a:rPr sz="2800"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parte</a:t>
            </a:r>
            <a:r>
              <a:rPr sz="2800"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mais</a:t>
            </a:r>
            <a:r>
              <a:rPr sz="2800" b="1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baixa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98801" y="4968621"/>
            <a:ext cx="126111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solução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ótima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=</a:t>
            </a:r>
            <a:endParaRPr sz="14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ponto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baixo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superfície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04394" y="2188260"/>
            <a:ext cx="4424045" cy="2760345"/>
            <a:chOff x="104394" y="2188260"/>
            <a:chExt cx="4424045" cy="276034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" y="2188260"/>
              <a:ext cx="4423568" cy="267837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638424" y="4210050"/>
              <a:ext cx="593725" cy="738505"/>
            </a:xfrm>
            <a:custGeom>
              <a:avLst/>
              <a:gdLst/>
              <a:ahLst/>
              <a:cxnLst/>
              <a:rect l="l" t="t" r="r" b="b"/>
              <a:pathLst>
                <a:path w="593725" h="738504">
                  <a:moveTo>
                    <a:pt x="50127" y="57425"/>
                  </a:moveTo>
                  <a:lnTo>
                    <a:pt x="45134" y="61437"/>
                  </a:lnTo>
                  <a:lnTo>
                    <a:pt x="588391" y="738505"/>
                  </a:lnTo>
                  <a:lnTo>
                    <a:pt x="593344" y="734568"/>
                  </a:lnTo>
                  <a:lnTo>
                    <a:pt x="50127" y="57425"/>
                  </a:lnTo>
                  <a:close/>
                </a:path>
                <a:path w="593725" h="738504">
                  <a:moveTo>
                    <a:pt x="0" y="0"/>
                  </a:moveTo>
                  <a:lnTo>
                    <a:pt x="17906" y="83312"/>
                  </a:lnTo>
                  <a:lnTo>
                    <a:pt x="45134" y="61437"/>
                  </a:lnTo>
                  <a:lnTo>
                    <a:pt x="37211" y="51562"/>
                  </a:lnTo>
                  <a:lnTo>
                    <a:pt x="42163" y="47498"/>
                  </a:lnTo>
                  <a:lnTo>
                    <a:pt x="62483" y="47498"/>
                  </a:lnTo>
                  <a:lnTo>
                    <a:pt x="77343" y="35560"/>
                  </a:lnTo>
                  <a:lnTo>
                    <a:pt x="0" y="0"/>
                  </a:lnTo>
                  <a:close/>
                </a:path>
                <a:path w="593725" h="738504">
                  <a:moveTo>
                    <a:pt x="42163" y="47498"/>
                  </a:moveTo>
                  <a:lnTo>
                    <a:pt x="37211" y="51562"/>
                  </a:lnTo>
                  <a:lnTo>
                    <a:pt x="45134" y="61437"/>
                  </a:lnTo>
                  <a:lnTo>
                    <a:pt x="50127" y="57425"/>
                  </a:lnTo>
                  <a:lnTo>
                    <a:pt x="42163" y="47498"/>
                  </a:lnTo>
                  <a:close/>
                </a:path>
                <a:path w="593725" h="738504">
                  <a:moveTo>
                    <a:pt x="62483" y="47498"/>
                  </a:moveTo>
                  <a:lnTo>
                    <a:pt x="42163" y="47498"/>
                  </a:lnTo>
                  <a:lnTo>
                    <a:pt x="50127" y="57425"/>
                  </a:lnTo>
                  <a:lnTo>
                    <a:pt x="62483" y="474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719B29BB-0D84-8C2E-484F-23F6F0306854}"/>
                  </a:ext>
                </a:extLst>
              </p:cNvPr>
              <p:cNvSpPr txBox="1"/>
              <p:nvPr/>
            </p:nvSpPr>
            <p:spPr>
              <a:xfrm>
                <a:off x="5728079" y="3380067"/>
                <a:ext cx="5171416" cy="10388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𝑛𝑜𝑖𝑠𝑦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719B29BB-0D84-8C2E-484F-23F6F0306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8079" y="3380067"/>
                <a:ext cx="5171416" cy="10388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7AE6C63A-1A85-4AAC-CE7D-1788E2D31170}"/>
                  </a:ext>
                </a:extLst>
              </p:cNvPr>
              <p:cNvSpPr txBox="1"/>
              <p:nvPr/>
            </p:nvSpPr>
            <p:spPr>
              <a:xfrm>
                <a:off x="4971160" y="4375380"/>
                <a:ext cx="5882636" cy="10388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𝑛𝑜𝑖𝑠𝑦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−(</m:t>
                                  </m:r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))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7AE6C63A-1A85-4AAC-CE7D-1788E2D31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160" y="4375380"/>
                <a:ext cx="5882636" cy="10388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Plotando</a:t>
            </a:r>
            <a:r>
              <a:rPr spc="-1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superfície</a:t>
            </a:r>
            <a:r>
              <a:rPr spc="-25" dirty="0"/>
              <a:t> </a:t>
            </a:r>
            <a:r>
              <a:rPr dirty="0"/>
              <a:t>de</a:t>
            </a:r>
            <a:r>
              <a:rPr spc="-20" dirty="0"/>
              <a:t> erro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5512053" y="1821206"/>
                <a:ext cx="6463665" cy="1265859"/>
              </a:xfrm>
              <a:prstGeom prst="rect">
                <a:avLst/>
              </a:prstGeom>
            </p:spPr>
            <p:txBody>
              <a:bodyPr vert="horz" wrap="square" lIns="0" tIns="54610" rIns="0" bIns="0" rtlCol="0">
                <a:spAutoFit/>
              </a:bodyPr>
              <a:lstStyle/>
              <a:p>
                <a:pPr marL="304800" marR="43180" indent="-228600">
                  <a:lnSpc>
                    <a:spcPct val="90000"/>
                  </a:lnSpc>
                  <a:spcBef>
                    <a:spcPts val="430"/>
                  </a:spcBef>
                  <a:buFont typeface="Arial"/>
                  <a:buChar char="•"/>
                  <a:tabLst>
                    <a:tab pos="304800" algn="l"/>
                    <a:tab pos="3510915" algn="l"/>
                    <a:tab pos="4509135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Os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valores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erro,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𝐽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accP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accP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</m:oMath>
                </a14:m>
                <a:r>
                  <a:rPr lang="pt-BR" sz="2800" spc="-80" dirty="0">
                    <a:latin typeface="Calibri"/>
                    <a:cs typeface="Calibri"/>
                  </a:rPr>
                  <a:t>  </a:t>
                </a:r>
                <a:r>
                  <a:rPr lang="pt-BR" sz="2800" spc="-20" dirty="0">
                    <a:latin typeface="Calibri"/>
                    <a:cs typeface="Calibri"/>
                  </a:rPr>
                  <a:t>para </a:t>
                </a:r>
                <a:r>
                  <a:rPr lang="pt-BR" sz="2800" dirty="0">
                    <a:latin typeface="Calibri"/>
                    <a:cs typeface="Calibri"/>
                  </a:rPr>
                  <a:t>plotarmos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superfície</a:t>
                </a:r>
                <a:r>
                  <a:rPr lang="pt-BR" sz="2800" b="1" i="1" spc="-8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de</a:t>
                </a:r>
                <a:r>
                  <a:rPr lang="pt-BR" sz="2800" b="1" i="1" spc="-7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erro</a:t>
                </a:r>
                <a:r>
                  <a:rPr lang="pt-BR" sz="2800" b="1" i="1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são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obtidos </a:t>
                </a:r>
                <a:r>
                  <a:rPr lang="pt-BR" sz="2800" spc="-25" dirty="0">
                    <a:latin typeface="Calibri"/>
                    <a:cs typeface="Calibri"/>
                  </a:rPr>
                  <a:t>variando-</a:t>
                </a:r>
                <a:r>
                  <a:rPr lang="pt-BR" sz="2800" dirty="0">
                    <a:latin typeface="Calibri"/>
                    <a:cs typeface="Calibri"/>
                  </a:rPr>
                  <a:t>se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pc="-5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8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dirty="0">
                    <a:latin typeface="Calibri"/>
                    <a:cs typeface="Calibri"/>
                  </a:rPr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dirty="0">
                    <a:latin typeface="Calibri"/>
                    <a:cs typeface="Calibri"/>
                  </a:rPr>
                  <a:t> na</a:t>
                </a:r>
                <a:r>
                  <a:rPr lang="pt-BR" sz="2800" spc="-1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equação</a:t>
                </a:r>
                <a:r>
                  <a:rPr lang="pt-BR" sz="2800" spc="-1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</a:t>
                </a:r>
                <a:r>
                  <a:rPr lang="pt-BR" sz="2800" spc="-15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EQM.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053" y="1821206"/>
                <a:ext cx="6463665" cy="1265859"/>
              </a:xfrm>
              <a:prstGeom prst="rect">
                <a:avLst/>
              </a:prstGeom>
              <a:blipFill>
                <a:blip r:embed="rId2"/>
                <a:stretch>
                  <a:fillRect l="-1885" t="-7246" r="-2922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5512053" y="3187417"/>
                <a:ext cx="6342380" cy="2041456"/>
              </a:xfrm>
              <a:prstGeom prst="rect">
                <a:avLst/>
              </a:prstGeom>
            </p:spPr>
            <p:txBody>
              <a:bodyPr vert="horz" wrap="square" lIns="0" tIns="54610" rIns="0" bIns="0" rtlCol="0">
                <a:spAutoFit/>
              </a:bodyPr>
              <a:lstStyle/>
              <a:p>
                <a:pPr marL="266700" marR="30480" indent="-228600">
                  <a:lnSpc>
                    <a:spcPct val="90000"/>
                  </a:lnSpc>
                  <a:spcBef>
                    <a:spcPts val="430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lang="pt-BR" sz="2800" spc="-10" dirty="0">
                    <a:latin typeface="Calibri"/>
                    <a:cs typeface="Calibri"/>
                  </a:rPr>
                  <a:t>Para</a:t>
                </a:r>
                <a:r>
                  <a:rPr lang="pt-BR" sz="2800" spc="-114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este</a:t>
                </a:r>
                <a:r>
                  <a:rPr lang="pt-BR" sz="2800" spc="-114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exemplo,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onde</a:t>
                </a:r>
                <a:r>
                  <a:rPr lang="pt-BR" sz="2800" spc="-11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temos</a:t>
                </a:r>
                <a:r>
                  <a:rPr lang="pt-BR" sz="2800" spc="-105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dois </a:t>
                </a:r>
                <a:r>
                  <a:rPr lang="pt-BR" sz="2800" spc="-10" dirty="0">
                    <a:latin typeface="Calibri"/>
                    <a:cs typeface="Calibri"/>
                  </a:rPr>
                  <a:t>atributos,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superfície</a:t>
                </a:r>
                <a:r>
                  <a:rPr lang="pt-BR" sz="2800" b="1" i="1" spc="-6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de</a:t>
                </a:r>
                <a:r>
                  <a:rPr lang="pt-BR" sz="2800" b="1" i="1" spc="-7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erro</a:t>
                </a:r>
                <a:r>
                  <a:rPr lang="pt-BR" sz="2800" b="1" i="1" spc="-6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spc="-50" dirty="0">
                    <a:latin typeface="Calibri"/>
                    <a:cs typeface="Calibri"/>
                  </a:rPr>
                  <a:t>é </a:t>
                </a:r>
                <a:r>
                  <a:rPr lang="pt-BR" sz="2800" b="1" i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representada</a:t>
                </a:r>
                <a:r>
                  <a:rPr lang="pt-BR" sz="2800" b="1" i="1" spc="-5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por</a:t>
                </a:r>
                <a:r>
                  <a:rPr lang="pt-BR" sz="2800" b="1" i="1" spc="-8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uma</a:t>
                </a:r>
                <a:r>
                  <a:rPr lang="pt-BR" sz="2800" b="1" i="1" spc="-6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figura</a:t>
                </a:r>
                <a:r>
                  <a:rPr lang="pt-BR" sz="2800" b="1" i="1" spc="-8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em</a:t>
                </a:r>
                <a:r>
                  <a:rPr lang="pt-BR" sz="2800" b="1" i="1" spc="-6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50" dirty="0">
                    <a:solidFill>
                      <a:srgbClr val="6F2F9F"/>
                    </a:solidFill>
                    <a:latin typeface="Calibri"/>
                    <a:cs typeface="Calibri"/>
                  </a:rPr>
                  <a:t>3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dimensões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1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onde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cada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par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 err="1">
                    <a:latin typeface="Calibri"/>
                    <a:cs typeface="Calibri"/>
                  </a:rPr>
                  <a:t>valores</a:t>
                </a:r>
                <a:r>
                  <a:rPr lang="pt-BR" sz="280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pc="-1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8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800" b="0" i="1" spc="-10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dirty="0">
                    <a:latin typeface="Calibri"/>
                    <a:cs typeface="Calibri"/>
                  </a:rPr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pc="-1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8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800" b="0" i="1" spc="-10" dirty="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spc="-10" dirty="0">
                    <a:latin typeface="Calibri"/>
                    <a:cs typeface="Calibri"/>
                  </a:rPr>
                  <a:t>corresponde</a:t>
                </a:r>
                <a:r>
                  <a:rPr lang="pt-BR" sz="2800" spc="-12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erro,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𝐽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𝑒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spc="-50" dirty="0">
                    <a:latin typeface="Calibri"/>
                    <a:cs typeface="Calibri"/>
                  </a:rPr>
                  <a:t>.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053" y="3187417"/>
                <a:ext cx="6342380" cy="2041456"/>
              </a:xfrm>
              <a:prstGeom prst="rect">
                <a:avLst/>
              </a:prstGeom>
              <a:blipFill>
                <a:blip r:embed="rId3"/>
                <a:stretch>
                  <a:fillRect l="-2594" t="-4478" r="-2113" b="-74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7"/>
          <p:cNvSpPr txBox="1"/>
          <p:nvPr/>
        </p:nvSpPr>
        <p:spPr>
          <a:xfrm>
            <a:off x="2066670" y="4888738"/>
            <a:ext cx="222821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solução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ótima</a:t>
            </a:r>
            <a:endParaRPr sz="14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alibri"/>
                <a:cs typeface="Calibri"/>
              </a:rPr>
              <a:t>=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ponto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baixo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superfície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4394" y="2188260"/>
            <a:ext cx="4424045" cy="2680970"/>
            <a:chOff x="104394" y="2188260"/>
            <a:chExt cx="4424045" cy="268097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394" y="2188260"/>
              <a:ext cx="4423568" cy="267837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609849" y="4208145"/>
              <a:ext cx="574040" cy="661035"/>
            </a:xfrm>
            <a:custGeom>
              <a:avLst/>
              <a:gdLst/>
              <a:ahLst/>
              <a:cxnLst/>
              <a:rect l="l" t="t" r="r" b="b"/>
              <a:pathLst>
                <a:path w="574039" h="661035">
                  <a:moveTo>
                    <a:pt x="52359" y="55525"/>
                  </a:moveTo>
                  <a:lnTo>
                    <a:pt x="47592" y="59660"/>
                  </a:lnTo>
                  <a:lnTo>
                    <a:pt x="569087" y="660653"/>
                  </a:lnTo>
                  <a:lnTo>
                    <a:pt x="573913" y="656462"/>
                  </a:lnTo>
                  <a:lnTo>
                    <a:pt x="52359" y="55525"/>
                  </a:lnTo>
                  <a:close/>
                </a:path>
                <a:path w="574039" h="661035">
                  <a:moveTo>
                    <a:pt x="0" y="0"/>
                  </a:moveTo>
                  <a:lnTo>
                    <a:pt x="21208" y="82549"/>
                  </a:lnTo>
                  <a:lnTo>
                    <a:pt x="47592" y="59660"/>
                  </a:lnTo>
                  <a:lnTo>
                    <a:pt x="39243" y="50037"/>
                  </a:lnTo>
                  <a:lnTo>
                    <a:pt x="44068" y="45973"/>
                  </a:lnTo>
                  <a:lnTo>
                    <a:pt x="63369" y="45973"/>
                  </a:lnTo>
                  <a:lnTo>
                    <a:pt x="78739" y="32638"/>
                  </a:lnTo>
                  <a:lnTo>
                    <a:pt x="0" y="0"/>
                  </a:lnTo>
                  <a:close/>
                </a:path>
                <a:path w="574039" h="661035">
                  <a:moveTo>
                    <a:pt x="44068" y="45973"/>
                  </a:moveTo>
                  <a:lnTo>
                    <a:pt x="39243" y="50037"/>
                  </a:lnTo>
                  <a:lnTo>
                    <a:pt x="47592" y="59660"/>
                  </a:lnTo>
                  <a:lnTo>
                    <a:pt x="52359" y="55525"/>
                  </a:lnTo>
                  <a:lnTo>
                    <a:pt x="44068" y="45973"/>
                  </a:lnTo>
                  <a:close/>
                </a:path>
                <a:path w="574039" h="661035">
                  <a:moveTo>
                    <a:pt x="63369" y="45973"/>
                  </a:moveTo>
                  <a:lnTo>
                    <a:pt x="44068" y="45973"/>
                  </a:lnTo>
                  <a:lnTo>
                    <a:pt x="52359" y="55525"/>
                  </a:lnTo>
                  <a:lnTo>
                    <a:pt x="63369" y="459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Plotando</a:t>
            </a:r>
            <a:r>
              <a:rPr spc="-1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superfície</a:t>
            </a:r>
            <a:r>
              <a:rPr spc="-25" dirty="0"/>
              <a:t> </a:t>
            </a:r>
            <a:r>
              <a:rPr dirty="0"/>
              <a:t>de</a:t>
            </a:r>
            <a:r>
              <a:rPr spc="-20" dirty="0"/>
              <a:t> 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66308" y="1769186"/>
            <a:ext cx="6212205" cy="465582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227965" indent="-228600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Devido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superfície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convexa</a:t>
            </a:r>
            <a:r>
              <a:rPr sz="2800" spc="-25" dirty="0">
                <a:latin typeface="Calibri"/>
                <a:cs typeface="Calibri"/>
              </a:rPr>
              <a:t>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temos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um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ponto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mínimo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mínimo global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277495" indent="-228600">
              <a:lnSpc>
                <a:spcPts val="269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mínimo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global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baixo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 </a:t>
            </a:r>
            <a:r>
              <a:rPr sz="2800" dirty="0">
                <a:latin typeface="Calibri"/>
                <a:cs typeface="Calibri"/>
              </a:rPr>
              <a:t>superfície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dá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solução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ótima.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325"/>
              </a:lnSpc>
              <a:spcBef>
                <a:spcPts val="3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Observações</a:t>
            </a:r>
            <a:endParaRPr sz="28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310"/>
              </a:lnSpc>
              <a:spcBef>
                <a:spcPts val="520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Só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conseguimos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encontrar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ponto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mínimo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forma</a:t>
            </a:r>
            <a:r>
              <a:rPr sz="24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visual</a:t>
            </a:r>
            <a:r>
              <a:rPr sz="24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tivermos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funções </a:t>
            </a:r>
            <a:r>
              <a:rPr sz="2400" dirty="0">
                <a:latin typeface="Calibri"/>
                <a:cs typeface="Calibri"/>
              </a:rPr>
              <a:t>hipóteses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até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atributos.</a:t>
            </a:r>
            <a:endParaRPr sz="2400" dirty="0">
              <a:latin typeface="Calibri"/>
              <a:cs typeface="Calibri"/>
            </a:endParaRPr>
          </a:p>
          <a:p>
            <a:pPr marL="698500" marR="330835" lvl="1" indent="-228600" algn="just">
              <a:lnSpc>
                <a:spcPts val="2300"/>
              </a:lnSpc>
              <a:spcBef>
                <a:spcPts val="49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Além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disso,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solução</a:t>
            </a:r>
            <a:r>
              <a:rPr sz="2400" b="1" i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com</a:t>
            </a:r>
            <a:r>
              <a:rPr sz="2400" b="1" i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6F2F9F"/>
                </a:solidFill>
                <a:latin typeface="Calibri"/>
                <a:cs typeface="Calibri"/>
              </a:rPr>
              <a:t>altíssima complexidade</a:t>
            </a:r>
            <a:r>
              <a:rPr sz="24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computacional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força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bruta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encontrar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ponto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ótimo.</a:t>
            </a:r>
            <a:endParaRPr sz="2400" dirty="0">
              <a:latin typeface="Calibri"/>
              <a:cs typeface="Calibri"/>
            </a:endParaRPr>
          </a:p>
          <a:p>
            <a:pPr marL="698500" lvl="1" indent="-228600" algn="just">
              <a:lnSpc>
                <a:spcPts val="2840"/>
              </a:lnSpc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Assim,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geral,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usamos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fechada.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6670" y="4888738"/>
            <a:ext cx="222821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solução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ótima</a:t>
            </a:r>
            <a:endParaRPr sz="14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alibri"/>
                <a:cs typeface="Calibri"/>
              </a:rPr>
              <a:t>=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ponto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baixo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superfície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4394" y="2188260"/>
            <a:ext cx="4424045" cy="2680970"/>
            <a:chOff x="104394" y="2188260"/>
            <a:chExt cx="4424045" cy="26809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" y="2188260"/>
              <a:ext cx="4423568" cy="26783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09849" y="4208145"/>
              <a:ext cx="574040" cy="661035"/>
            </a:xfrm>
            <a:custGeom>
              <a:avLst/>
              <a:gdLst/>
              <a:ahLst/>
              <a:cxnLst/>
              <a:rect l="l" t="t" r="r" b="b"/>
              <a:pathLst>
                <a:path w="574039" h="661035">
                  <a:moveTo>
                    <a:pt x="52359" y="55525"/>
                  </a:moveTo>
                  <a:lnTo>
                    <a:pt x="47592" y="59660"/>
                  </a:lnTo>
                  <a:lnTo>
                    <a:pt x="569087" y="660653"/>
                  </a:lnTo>
                  <a:lnTo>
                    <a:pt x="573913" y="656462"/>
                  </a:lnTo>
                  <a:lnTo>
                    <a:pt x="52359" y="55525"/>
                  </a:lnTo>
                  <a:close/>
                </a:path>
                <a:path w="574039" h="661035">
                  <a:moveTo>
                    <a:pt x="0" y="0"/>
                  </a:moveTo>
                  <a:lnTo>
                    <a:pt x="21208" y="82549"/>
                  </a:lnTo>
                  <a:lnTo>
                    <a:pt x="47592" y="59660"/>
                  </a:lnTo>
                  <a:lnTo>
                    <a:pt x="39243" y="50037"/>
                  </a:lnTo>
                  <a:lnTo>
                    <a:pt x="44068" y="45973"/>
                  </a:lnTo>
                  <a:lnTo>
                    <a:pt x="63369" y="45973"/>
                  </a:lnTo>
                  <a:lnTo>
                    <a:pt x="78739" y="32638"/>
                  </a:lnTo>
                  <a:lnTo>
                    <a:pt x="0" y="0"/>
                  </a:lnTo>
                  <a:close/>
                </a:path>
                <a:path w="574039" h="661035">
                  <a:moveTo>
                    <a:pt x="44068" y="45973"/>
                  </a:moveTo>
                  <a:lnTo>
                    <a:pt x="39243" y="50037"/>
                  </a:lnTo>
                  <a:lnTo>
                    <a:pt x="47592" y="59660"/>
                  </a:lnTo>
                  <a:lnTo>
                    <a:pt x="52359" y="55525"/>
                  </a:lnTo>
                  <a:lnTo>
                    <a:pt x="44068" y="45973"/>
                  </a:lnTo>
                  <a:close/>
                </a:path>
                <a:path w="574039" h="661035">
                  <a:moveTo>
                    <a:pt x="63369" y="45973"/>
                  </a:moveTo>
                  <a:lnTo>
                    <a:pt x="44068" y="45973"/>
                  </a:lnTo>
                  <a:lnTo>
                    <a:pt x="52359" y="55525"/>
                  </a:lnTo>
                  <a:lnTo>
                    <a:pt x="63369" y="459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Plotando</a:t>
            </a:r>
            <a:r>
              <a:rPr spc="-1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superfície</a:t>
            </a:r>
            <a:r>
              <a:rPr spc="-2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spc="-10" dirty="0"/>
              <a:t>contorno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891539" y="1793493"/>
                <a:ext cx="7636509" cy="4655377"/>
              </a:xfrm>
              <a:prstGeom prst="rect">
                <a:avLst/>
              </a:prstGeom>
            </p:spPr>
            <p:txBody>
              <a:bodyPr vert="horz" wrap="square" lIns="0" tIns="54610" rIns="0" bIns="0" rtlCol="0">
                <a:spAutoFit/>
              </a:bodyPr>
              <a:lstStyle/>
              <a:p>
                <a:pPr marL="324485" marR="30480" indent="-287020" algn="just">
                  <a:lnSpc>
                    <a:spcPct val="90000"/>
                  </a:lnSpc>
                  <a:spcBef>
                    <a:spcPts val="430"/>
                  </a:spcBef>
                  <a:buFont typeface="Arial"/>
                  <a:buChar char="•"/>
                  <a:tabLst>
                    <a:tab pos="32512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Outra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figura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importante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plotamos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11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partir</a:t>
                </a:r>
                <a:r>
                  <a:rPr lang="pt-BR" sz="2800" spc="-10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dos </a:t>
                </a:r>
                <a:r>
                  <a:rPr lang="pt-BR" sz="2800" spc="-10" dirty="0">
                    <a:latin typeface="Calibri"/>
                    <a:cs typeface="Calibri"/>
                  </a:rPr>
                  <a:t>valores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erro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para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diferentes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conjuntos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pesos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chamada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superfície</a:t>
                </a:r>
                <a:r>
                  <a:rPr lang="pt-BR" sz="2800" b="1" i="1" spc="-5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de</a:t>
                </a:r>
                <a:r>
                  <a:rPr lang="pt-BR" sz="2800" b="1" i="1" spc="-7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contorno</a:t>
                </a:r>
                <a:r>
                  <a:rPr lang="pt-BR" sz="2800" spc="-10" dirty="0">
                    <a:latin typeface="Calibri"/>
                    <a:cs typeface="Calibri"/>
                  </a:rPr>
                  <a:t>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324485" marR="229235" indent="-287020" algn="just">
                  <a:lnSpc>
                    <a:spcPts val="3020"/>
                  </a:lnSpc>
                  <a:spcBef>
                    <a:spcPts val="1055"/>
                  </a:spcBef>
                  <a:buFont typeface="Arial"/>
                  <a:buChar char="•"/>
                  <a:tabLst>
                    <a:tab pos="32512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Uma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superfície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contorno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contém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várias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linhas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de</a:t>
                </a:r>
                <a:r>
                  <a:rPr lang="pt-BR" sz="2800" b="1" i="1" spc="-3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contorno</a:t>
                </a:r>
                <a:r>
                  <a:rPr lang="pt-BR" sz="2800" spc="-10" dirty="0">
                    <a:latin typeface="Calibri"/>
                    <a:cs typeface="Calibri"/>
                  </a:rPr>
                  <a:t>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723900" marR="249554" lvl="1" indent="-228600" algn="just">
                  <a:lnSpc>
                    <a:spcPts val="2590"/>
                  </a:lnSpc>
                  <a:spcBef>
                    <a:spcPts val="525"/>
                  </a:spcBef>
                  <a:buFont typeface="Wingdings"/>
                  <a:buChar char=""/>
                  <a:tabLst>
                    <a:tab pos="724535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Uma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linha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contorno</a:t>
                </a:r>
                <a:r>
                  <a:rPr lang="pt-BR" sz="2400" b="1" i="1" spc="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uma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curva</a:t>
                </a:r>
                <a:r>
                  <a:rPr lang="pt-BR" sz="2400" b="1" i="1" spc="-1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ao</a:t>
                </a:r>
                <a:r>
                  <a:rPr lang="pt-BR" sz="24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longo</a:t>
                </a:r>
                <a:r>
                  <a:rPr lang="pt-BR" sz="24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da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20" dirty="0">
                    <a:latin typeface="Calibri"/>
                    <a:cs typeface="Calibri"/>
                  </a:rPr>
                  <a:t>qual </a:t>
                </a:r>
                <a:r>
                  <a:rPr lang="pt-BR" sz="2400" b="1" i="1" dirty="0">
                    <a:latin typeface="Calibri"/>
                    <a:cs typeface="Calibri"/>
                  </a:rPr>
                  <a:t>uma</a:t>
                </a:r>
                <a:r>
                  <a:rPr lang="pt-BR" sz="2400" b="1" i="1" spc="-5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função</a:t>
                </a:r>
                <a:r>
                  <a:rPr lang="pt-BR" sz="24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tem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um</a:t>
                </a:r>
                <a:r>
                  <a:rPr lang="pt-BR" sz="24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valor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constante</a:t>
                </a:r>
                <a:r>
                  <a:rPr lang="pt-BR" sz="2400" spc="-10" dirty="0">
                    <a:latin typeface="Calibri"/>
                    <a:cs typeface="Calibri"/>
                  </a:rPr>
                  <a:t>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266700" marR="173355" indent="-228600" algn="just">
                  <a:lnSpc>
                    <a:spcPts val="3030"/>
                  </a:lnSpc>
                  <a:spcBef>
                    <a:spcPts val="985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Na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superfície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erro,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cada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linha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indica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uma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curva </a:t>
                </a:r>
                <a:r>
                  <a:rPr lang="pt-BR" sz="2800" dirty="0">
                    <a:latin typeface="Calibri"/>
                    <a:cs typeface="Calibri"/>
                  </a:rPr>
                  <a:t>ao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longo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qual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erro</a:t>
                </a:r>
                <a:r>
                  <a:rPr lang="pt-BR" sz="28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constante</a:t>
                </a:r>
                <a:r>
                  <a:rPr lang="pt-BR" sz="2800" spc="-10" dirty="0">
                    <a:latin typeface="Calibri"/>
                    <a:cs typeface="Calibri"/>
                  </a:rPr>
                  <a:t>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66700" marR="97790" indent="-228600" algn="just">
                  <a:lnSpc>
                    <a:spcPts val="3010"/>
                  </a:lnSpc>
                  <a:spcBef>
                    <a:spcPts val="1010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Ou</a:t>
                </a:r>
                <a:r>
                  <a:rPr lang="pt-BR" sz="2800" spc="-1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seja,</a:t>
                </a:r>
                <a:r>
                  <a:rPr lang="pt-BR" sz="2800" spc="-16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qualquer</a:t>
                </a:r>
                <a:r>
                  <a:rPr lang="pt-BR" sz="2800" b="1" i="1" spc="-15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par</a:t>
                </a:r>
                <a:r>
                  <a:rPr lang="pt-BR" sz="2800" b="1" i="1" spc="-16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de</a:t>
                </a:r>
                <a:r>
                  <a:rPr lang="pt-BR" sz="28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 err="1">
                    <a:latin typeface="Calibri"/>
                    <a:cs typeface="Calibri"/>
                  </a:rPr>
                  <a:t>valores</a:t>
                </a:r>
                <a:r>
                  <a:rPr lang="pt-BR" sz="2800" b="1" i="1" spc="1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pc="11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b="1" i="1" spc="11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800" b="0" i="1" spc="11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dirty="0">
                    <a:latin typeface="Calibri"/>
                    <a:cs typeface="Calibri"/>
                  </a:rPr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dirty="0">
                    <a:latin typeface="Calibri"/>
                    <a:cs typeface="Calibri"/>
                  </a:rPr>
                  <a:t> ao</a:t>
                </a:r>
                <a:r>
                  <a:rPr lang="pt-BR" sz="2800" spc="80" dirty="0">
                    <a:latin typeface="Calibri"/>
                    <a:cs typeface="Calibri"/>
                  </a:rPr>
                  <a:t> </a:t>
                </a:r>
                <a:r>
                  <a:rPr lang="pt-BR" sz="2800" spc="-70" dirty="0">
                    <a:latin typeface="Calibri"/>
                    <a:cs typeface="Calibri"/>
                  </a:rPr>
                  <a:t>longo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uma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mesma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curva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terá</a:t>
                </a:r>
                <a:r>
                  <a:rPr lang="pt-BR" sz="2800" b="1" i="1" spc="-6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o</a:t>
                </a:r>
                <a:r>
                  <a:rPr lang="pt-BR" sz="2800" b="1" i="1" spc="-7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mesmo</a:t>
                </a:r>
                <a:r>
                  <a:rPr lang="pt-BR" sz="28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valor</a:t>
                </a:r>
                <a:r>
                  <a:rPr lang="pt-BR" sz="2800" b="1" i="1" spc="-7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de</a:t>
                </a:r>
                <a:r>
                  <a:rPr lang="pt-BR" sz="28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erro</a:t>
                </a:r>
                <a:r>
                  <a:rPr lang="pt-BR" sz="2800" spc="-10" dirty="0">
                    <a:latin typeface="Calibri"/>
                    <a:cs typeface="Calibri"/>
                  </a:rPr>
                  <a:t>.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39" y="1793493"/>
                <a:ext cx="7636509" cy="4655377"/>
              </a:xfrm>
              <a:prstGeom prst="rect">
                <a:avLst/>
              </a:prstGeom>
              <a:blipFill>
                <a:blip r:embed="rId2"/>
                <a:stretch>
                  <a:fillRect l="-2155" t="-1963" r="-2474" b="-379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00959" y="3519091"/>
            <a:ext cx="3187634" cy="32883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51795" y="4365752"/>
            <a:ext cx="10388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solução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ótima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571226" y="4574285"/>
            <a:ext cx="76200" cy="428625"/>
          </a:xfrm>
          <a:custGeom>
            <a:avLst/>
            <a:gdLst/>
            <a:ahLst/>
            <a:cxnLst/>
            <a:rect l="l" t="t" r="r" b="b"/>
            <a:pathLst>
              <a:path w="76200" h="428625">
                <a:moveTo>
                  <a:pt x="35032" y="352016"/>
                </a:moveTo>
                <a:lnTo>
                  <a:pt x="0" y="352425"/>
                </a:lnTo>
                <a:lnTo>
                  <a:pt x="38989" y="428244"/>
                </a:lnTo>
                <a:lnTo>
                  <a:pt x="69792" y="364744"/>
                </a:lnTo>
                <a:lnTo>
                  <a:pt x="35178" y="364744"/>
                </a:lnTo>
                <a:lnTo>
                  <a:pt x="35032" y="352016"/>
                </a:lnTo>
                <a:close/>
              </a:path>
              <a:path w="76200" h="428625">
                <a:moveTo>
                  <a:pt x="41381" y="351942"/>
                </a:moveTo>
                <a:lnTo>
                  <a:pt x="35032" y="352016"/>
                </a:lnTo>
                <a:lnTo>
                  <a:pt x="35178" y="364744"/>
                </a:lnTo>
                <a:lnTo>
                  <a:pt x="41528" y="364744"/>
                </a:lnTo>
                <a:lnTo>
                  <a:pt x="41381" y="351942"/>
                </a:lnTo>
                <a:close/>
              </a:path>
              <a:path w="76200" h="428625">
                <a:moveTo>
                  <a:pt x="76200" y="351536"/>
                </a:moveTo>
                <a:lnTo>
                  <a:pt x="41381" y="351942"/>
                </a:lnTo>
                <a:lnTo>
                  <a:pt x="41528" y="364744"/>
                </a:lnTo>
                <a:lnTo>
                  <a:pt x="69792" y="364744"/>
                </a:lnTo>
                <a:lnTo>
                  <a:pt x="76200" y="351536"/>
                </a:lnTo>
                <a:close/>
              </a:path>
              <a:path w="76200" h="428625">
                <a:moveTo>
                  <a:pt x="37338" y="0"/>
                </a:moveTo>
                <a:lnTo>
                  <a:pt x="30988" y="0"/>
                </a:lnTo>
                <a:lnTo>
                  <a:pt x="35032" y="352016"/>
                </a:lnTo>
                <a:lnTo>
                  <a:pt x="41381" y="351942"/>
                </a:lnTo>
                <a:lnTo>
                  <a:pt x="373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8743315" y="52959"/>
            <a:ext cx="3266440" cy="3414395"/>
            <a:chOff x="8743315" y="52959"/>
            <a:chExt cx="3266440" cy="341439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43315" y="52959"/>
              <a:ext cx="3266059" cy="302768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879330" y="942594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79" h="1440180">
                  <a:moveTo>
                    <a:pt x="356997" y="720343"/>
                  </a:moveTo>
                  <a:lnTo>
                    <a:pt x="360283" y="671509"/>
                  </a:lnTo>
                  <a:lnTo>
                    <a:pt x="369855" y="624671"/>
                  </a:lnTo>
                  <a:lnTo>
                    <a:pt x="385286" y="580257"/>
                  </a:lnTo>
                  <a:lnTo>
                    <a:pt x="406146" y="538696"/>
                  </a:lnTo>
                  <a:lnTo>
                    <a:pt x="432006" y="500418"/>
                  </a:lnTo>
                  <a:lnTo>
                    <a:pt x="462438" y="465851"/>
                  </a:lnTo>
                  <a:lnTo>
                    <a:pt x="497014" y="435426"/>
                  </a:lnTo>
                  <a:lnTo>
                    <a:pt x="535304" y="409570"/>
                  </a:lnTo>
                  <a:lnTo>
                    <a:pt x="576881" y="388713"/>
                  </a:lnTo>
                  <a:lnTo>
                    <a:pt x="621315" y="373284"/>
                  </a:lnTo>
                  <a:lnTo>
                    <a:pt x="668178" y="363712"/>
                  </a:lnTo>
                  <a:lnTo>
                    <a:pt x="717042" y="360425"/>
                  </a:lnTo>
                  <a:lnTo>
                    <a:pt x="765876" y="363712"/>
                  </a:lnTo>
                  <a:lnTo>
                    <a:pt x="812714" y="373284"/>
                  </a:lnTo>
                  <a:lnTo>
                    <a:pt x="857128" y="388713"/>
                  </a:lnTo>
                  <a:lnTo>
                    <a:pt x="898689" y="409570"/>
                  </a:lnTo>
                  <a:lnTo>
                    <a:pt x="936967" y="435426"/>
                  </a:lnTo>
                  <a:lnTo>
                    <a:pt x="971534" y="465851"/>
                  </a:lnTo>
                  <a:lnTo>
                    <a:pt x="1001959" y="500418"/>
                  </a:lnTo>
                  <a:lnTo>
                    <a:pt x="1027815" y="538696"/>
                  </a:lnTo>
                  <a:lnTo>
                    <a:pt x="1048672" y="580257"/>
                  </a:lnTo>
                  <a:lnTo>
                    <a:pt x="1064101" y="624671"/>
                  </a:lnTo>
                  <a:lnTo>
                    <a:pt x="1073673" y="671509"/>
                  </a:lnTo>
                  <a:lnTo>
                    <a:pt x="1076960" y="720343"/>
                  </a:lnTo>
                  <a:lnTo>
                    <a:pt x="1073673" y="769207"/>
                  </a:lnTo>
                  <a:lnTo>
                    <a:pt x="1064101" y="816070"/>
                  </a:lnTo>
                  <a:lnTo>
                    <a:pt x="1048672" y="860504"/>
                  </a:lnTo>
                  <a:lnTo>
                    <a:pt x="1027815" y="902081"/>
                  </a:lnTo>
                  <a:lnTo>
                    <a:pt x="1001959" y="940371"/>
                  </a:lnTo>
                  <a:lnTo>
                    <a:pt x="971534" y="974947"/>
                  </a:lnTo>
                  <a:lnTo>
                    <a:pt x="936967" y="1005379"/>
                  </a:lnTo>
                  <a:lnTo>
                    <a:pt x="898689" y="1031240"/>
                  </a:lnTo>
                  <a:lnTo>
                    <a:pt x="857128" y="1052099"/>
                  </a:lnTo>
                  <a:lnTo>
                    <a:pt x="812714" y="1067530"/>
                  </a:lnTo>
                  <a:lnTo>
                    <a:pt x="765876" y="1077102"/>
                  </a:lnTo>
                  <a:lnTo>
                    <a:pt x="717042" y="1080389"/>
                  </a:lnTo>
                  <a:lnTo>
                    <a:pt x="668178" y="1077102"/>
                  </a:lnTo>
                  <a:lnTo>
                    <a:pt x="621315" y="1067530"/>
                  </a:lnTo>
                  <a:lnTo>
                    <a:pt x="576881" y="1052099"/>
                  </a:lnTo>
                  <a:lnTo>
                    <a:pt x="535305" y="1031239"/>
                  </a:lnTo>
                  <a:lnTo>
                    <a:pt x="497014" y="1005379"/>
                  </a:lnTo>
                  <a:lnTo>
                    <a:pt x="462438" y="974947"/>
                  </a:lnTo>
                  <a:lnTo>
                    <a:pt x="432006" y="940371"/>
                  </a:lnTo>
                  <a:lnTo>
                    <a:pt x="406146" y="902080"/>
                  </a:lnTo>
                  <a:lnTo>
                    <a:pt x="385286" y="860504"/>
                  </a:lnTo>
                  <a:lnTo>
                    <a:pt x="369855" y="816070"/>
                  </a:lnTo>
                  <a:lnTo>
                    <a:pt x="360283" y="769207"/>
                  </a:lnTo>
                  <a:lnTo>
                    <a:pt x="356997" y="720343"/>
                  </a:lnTo>
                  <a:close/>
                </a:path>
                <a:path w="1440179" h="1440180">
                  <a:moveTo>
                    <a:pt x="536955" y="720343"/>
                  </a:moveTo>
                  <a:lnTo>
                    <a:pt x="543390" y="672485"/>
                  </a:lnTo>
                  <a:lnTo>
                    <a:pt x="561546" y="629491"/>
                  </a:lnTo>
                  <a:lnTo>
                    <a:pt x="589708" y="593074"/>
                  </a:lnTo>
                  <a:lnTo>
                    <a:pt x="626157" y="564943"/>
                  </a:lnTo>
                  <a:lnTo>
                    <a:pt x="669174" y="546809"/>
                  </a:lnTo>
                  <a:lnTo>
                    <a:pt x="717042" y="540384"/>
                  </a:lnTo>
                  <a:lnTo>
                    <a:pt x="764900" y="546809"/>
                  </a:lnTo>
                  <a:lnTo>
                    <a:pt x="807894" y="564943"/>
                  </a:lnTo>
                  <a:lnTo>
                    <a:pt x="844311" y="593074"/>
                  </a:lnTo>
                  <a:lnTo>
                    <a:pt x="872442" y="629491"/>
                  </a:lnTo>
                  <a:lnTo>
                    <a:pt x="890576" y="672485"/>
                  </a:lnTo>
                  <a:lnTo>
                    <a:pt x="897001" y="720343"/>
                  </a:lnTo>
                  <a:lnTo>
                    <a:pt x="890576" y="768211"/>
                  </a:lnTo>
                  <a:lnTo>
                    <a:pt x="872442" y="811228"/>
                  </a:lnTo>
                  <a:lnTo>
                    <a:pt x="844311" y="847677"/>
                  </a:lnTo>
                  <a:lnTo>
                    <a:pt x="807894" y="875839"/>
                  </a:lnTo>
                  <a:lnTo>
                    <a:pt x="764900" y="893995"/>
                  </a:lnTo>
                  <a:lnTo>
                    <a:pt x="717042" y="900429"/>
                  </a:lnTo>
                  <a:lnTo>
                    <a:pt x="669174" y="893995"/>
                  </a:lnTo>
                  <a:lnTo>
                    <a:pt x="626157" y="875839"/>
                  </a:lnTo>
                  <a:lnTo>
                    <a:pt x="589708" y="847677"/>
                  </a:lnTo>
                  <a:lnTo>
                    <a:pt x="561546" y="811228"/>
                  </a:lnTo>
                  <a:lnTo>
                    <a:pt x="543390" y="768211"/>
                  </a:lnTo>
                  <a:lnTo>
                    <a:pt x="536955" y="720343"/>
                  </a:lnTo>
                  <a:close/>
                </a:path>
                <a:path w="1440179" h="1440180">
                  <a:moveTo>
                    <a:pt x="173100" y="720343"/>
                  </a:moveTo>
                  <a:lnTo>
                    <a:pt x="175308" y="671198"/>
                  </a:lnTo>
                  <a:lnTo>
                    <a:pt x="181802" y="623288"/>
                  </a:lnTo>
                  <a:lnTo>
                    <a:pt x="192393" y="576803"/>
                  </a:lnTo>
                  <a:lnTo>
                    <a:pt x="206889" y="531935"/>
                  </a:lnTo>
                  <a:lnTo>
                    <a:pt x="225100" y="488874"/>
                  </a:lnTo>
                  <a:lnTo>
                    <a:pt x="246836" y="447811"/>
                  </a:lnTo>
                  <a:lnTo>
                    <a:pt x="271904" y="408937"/>
                  </a:lnTo>
                  <a:lnTo>
                    <a:pt x="300116" y="372442"/>
                  </a:lnTo>
                  <a:lnTo>
                    <a:pt x="331279" y="338518"/>
                  </a:lnTo>
                  <a:lnTo>
                    <a:pt x="365203" y="307355"/>
                  </a:lnTo>
                  <a:lnTo>
                    <a:pt x="401698" y="279143"/>
                  </a:lnTo>
                  <a:lnTo>
                    <a:pt x="440572" y="254075"/>
                  </a:lnTo>
                  <a:lnTo>
                    <a:pt x="481635" y="232339"/>
                  </a:lnTo>
                  <a:lnTo>
                    <a:pt x="524696" y="214128"/>
                  </a:lnTo>
                  <a:lnTo>
                    <a:pt x="569564" y="199632"/>
                  </a:lnTo>
                  <a:lnTo>
                    <a:pt x="616049" y="189041"/>
                  </a:lnTo>
                  <a:lnTo>
                    <a:pt x="663959" y="182547"/>
                  </a:lnTo>
                  <a:lnTo>
                    <a:pt x="713104" y="180339"/>
                  </a:lnTo>
                  <a:lnTo>
                    <a:pt x="762250" y="182547"/>
                  </a:lnTo>
                  <a:lnTo>
                    <a:pt x="810160" y="189041"/>
                  </a:lnTo>
                  <a:lnTo>
                    <a:pt x="856645" y="199632"/>
                  </a:lnTo>
                  <a:lnTo>
                    <a:pt x="901513" y="214128"/>
                  </a:lnTo>
                  <a:lnTo>
                    <a:pt x="944574" y="232339"/>
                  </a:lnTo>
                  <a:lnTo>
                    <a:pt x="985637" y="254075"/>
                  </a:lnTo>
                  <a:lnTo>
                    <a:pt x="1024511" y="279143"/>
                  </a:lnTo>
                  <a:lnTo>
                    <a:pt x="1061006" y="307355"/>
                  </a:lnTo>
                  <a:lnTo>
                    <a:pt x="1094930" y="338518"/>
                  </a:lnTo>
                  <a:lnTo>
                    <a:pt x="1126093" y="372442"/>
                  </a:lnTo>
                  <a:lnTo>
                    <a:pt x="1154305" y="408937"/>
                  </a:lnTo>
                  <a:lnTo>
                    <a:pt x="1179373" y="447811"/>
                  </a:lnTo>
                  <a:lnTo>
                    <a:pt x="1201109" y="488874"/>
                  </a:lnTo>
                  <a:lnTo>
                    <a:pt x="1219320" y="531935"/>
                  </a:lnTo>
                  <a:lnTo>
                    <a:pt x="1233816" y="576803"/>
                  </a:lnTo>
                  <a:lnTo>
                    <a:pt x="1244407" y="623288"/>
                  </a:lnTo>
                  <a:lnTo>
                    <a:pt x="1250901" y="671198"/>
                  </a:lnTo>
                  <a:lnTo>
                    <a:pt x="1253109" y="720343"/>
                  </a:lnTo>
                  <a:lnTo>
                    <a:pt x="1250901" y="769508"/>
                  </a:lnTo>
                  <a:lnTo>
                    <a:pt x="1244407" y="817433"/>
                  </a:lnTo>
                  <a:lnTo>
                    <a:pt x="1233816" y="863928"/>
                  </a:lnTo>
                  <a:lnTo>
                    <a:pt x="1219320" y="908803"/>
                  </a:lnTo>
                  <a:lnTo>
                    <a:pt x="1201109" y="951868"/>
                  </a:lnTo>
                  <a:lnTo>
                    <a:pt x="1179373" y="992933"/>
                  </a:lnTo>
                  <a:lnTo>
                    <a:pt x="1154305" y="1031806"/>
                  </a:lnTo>
                  <a:lnTo>
                    <a:pt x="1126093" y="1068297"/>
                  </a:lnTo>
                  <a:lnTo>
                    <a:pt x="1094930" y="1102217"/>
                  </a:lnTo>
                  <a:lnTo>
                    <a:pt x="1061006" y="1133374"/>
                  </a:lnTo>
                  <a:lnTo>
                    <a:pt x="1024511" y="1161579"/>
                  </a:lnTo>
                  <a:lnTo>
                    <a:pt x="985637" y="1186640"/>
                  </a:lnTo>
                  <a:lnTo>
                    <a:pt x="944574" y="1208369"/>
                  </a:lnTo>
                  <a:lnTo>
                    <a:pt x="901513" y="1226574"/>
                  </a:lnTo>
                  <a:lnTo>
                    <a:pt x="856645" y="1241064"/>
                  </a:lnTo>
                  <a:lnTo>
                    <a:pt x="810160" y="1251650"/>
                  </a:lnTo>
                  <a:lnTo>
                    <a:pt x="762250" y="1258141"/>
                  </a:lnTo>
                  <a:lnTo>
                    <a:pt x="713104" y="1260347"/>
                  </a:lnTo>
                  <a:lnTo>
                    <a:pt x="663959" y="1258141"/>
                  </a:lnTo>
                  <a:lnTo>
                    <a:pt x="616049" y="1251650"/>
                  </a:lnTo>
                  <a:lnTo>
                    <a:pt x="569564" y="1241064"/>
                  </a:lnTo>
                  <a:lnTo>
                    <a:pt x="524696" y="1226574"/>
                  </a:lnTo>
                  <a:lnTo>
                    <a:pt x="481635" y="1208369"/>
                  </a:lnTo>
                  <a:lnTo>
                    <a:pt x="440572" y="1186640"/>
                  </a:lnTo>
                  <a:lnTo>
                    <a:pt x="401698" y="1161579"/>
                  </a:lnTo>
                  <a:lnTo>
                    <a:pt x="365203" y="1133374"/>
                  </a:lnTo>
                  <a:lnTo>
                    <a:pt x="331279" y="1102217"/>
                  </a:lnTo>
                  <a:lnTo>
                    <a:pt x="300116" y="1068297"/>
                  </a:lnTo>
                  <a:lnTo>
                    <a:pt x="271904" y="1031806"/>
                  </a:lnTo>
                  <a:lnTo>
                    <a:pt x="246836" y="992933"/>
                  </a:lnTo>
                  <a:lnTo>
                    <a:pt x="225100" y="951868"/>
                  </a:lnTo>
                  <a:lnTo>
                    <a:pt x="206889" y="908803"/>
                  </a:lnTo>
                  <a:lnTo>
                    <a:pt x="192393" y="863928"/>
                  </a:lnTo>
                  <a:lnTo>
                    <a:pt x="181802" y="817433"/>
                  </a:lnTo>
                  <a:lnTo>
                    <a:pt x="175308" y="769508"/>
                  </a:lnTo>
                  <a:lnTo>
                    <a:pt x="173100" y="720343"/>
                  </a:lnTo>
                  <a:close/>
                </a:path>
                <a:path w="1440179" h="1440180">
                  <a:moveTo>
                    <a:pt x="0" y="719963"/>
                  </a:moveTo>
                  <a:lnTo>
                    <a:pt x="1531" y="672623"/>
                  </a:lnTo>
                  <a:lnTo>
                    <a:pt x="6062" y="626102"/>
                  </a:lnTo>
                  <a:lnTo>
                    <a:pt x="13497" y="580493"/>
                  </a:lnTo>
                  <a:lnTo>
                    <a:pt x="23742" y="535892"/>
                  </a:lnTo>
                  <a:lnTo>
                    <a:pt x="36702" y="492394"/>
                  </a:lnTo>
                  <a:lnTo>
                    <a:pt x="52283" y="450092"/>
                  </a:lnTo>
                  <a:lnTo>
                    <a:pt x="70388" y="409083"/>
                  </a:lnTo>
                  <a:lnTo>
                    <a:pt x="90924" y="369461"/>
                  </a:lnTo>
                  <a:lnTo>
                    <a:pt x="113795" y="331320"/>
                  </a:lnTo>
                  <a:lnTo>
                    <a:pt x="138907" y="294756"/>
                  </a:lnTo>
                  <a:lnTo>
                    <a:pt x="166165" y="259864"/>
                  </a:lnTo>
                  <a:lnTo>
                    <a:pt x="195473" y="226738"/>
                  </a:lnTo>
                  <a:lnTo>
                    <a:pt x="226738" y="195473"/>
                  </a:lnTo>
                  <a:lnTo>
                    <a:pt x="259864" y="166165"/>
                  </a:lnTo>
                  <a:lnTo>
                    <a:pt x="294756" y="138907"/>
                  </a:lnTo>
                  <a:lnTo>
                    <a:pt x="331320" y="113795"/>
                  </a:lnTo>
                  <a:lnTo>
                    <a:pt x="369461" y="90924"/>
                  </a:lnTo>
                  <a:lnTo>
                    <a:pt x="409083" y="70388"/>
                  </a:lnTo>
                  <a:lnTo>
                    <a:pt x="450092" y="52283"/>
                  </a:lnTo>
                  <a:lnTo>
                    <a:pt x="492394" y="36702"/>
                  </a:lnTo>
                  <a:lnTo>
                    <a:pt x="535892" y="23742"/>
                  </a:lnTo>
                  <a:lnTo>
                    <a:pt x="580493" y="13497"/>
                  </a:lnTo>
                  <a:lnTo>
                    <a:pt x="626102" y="6062"/>
                  </a:lnTo>
                  <a:lnTo>
                    <a:pt x="672623" y="1531"/>
                  </a:lnTo>
                  <a:lnTo>
                    <a:pt x="719963" y="0"/>
                  </a:lnTo>
                  <a:lnTo>
                    <a:pt x="767302" y="1531"/>
                  </a:lnTo>
                  <a:lnTo>
                    <a:pt x="813823" y="6062"/>
                  </a:lnTo>
                  <a:lnTo>
                    <a:pt x="859432" y="13497"/>
                  </a:lnTo>
                  <a:lnTo>
                    <a:pt x="904033" y="23742"/>
                  </a:lnTo>
                  <a:lnTo>
                    <a:pt x="947531" y="36702"/>
                  </a:lnTo>
                  <a:lnTo>
                    <a:pt x="989833" y="52283"/>
                  </a:lnTo>
                  <a:lnTo>
                    <a:pt x="1030842" y="70388"/>
                  </a:lnTo>
                  <a:lnTo>
                    <a:pt x="1070464" y="90924"/>
                  </a:lnTo>
                  <a:lnTo>
                    <a:pt x="1108605" y="113795"/>
                  </a:lnTo>
                  <a:lnTo>
                    <a:pt x="1145169" y="138907"/>
                  </a:lnTo>
                  <a:lnTo>
                    <a:pt x="1180061" y="166165"/>
                  </a:lnTo>
                  <a:lnTo>
                    <a:pt x="1213187" y="195473"/>
                  </a:lnTo>
                  <a:lnTo>
                    <a:pt x="1244452" y="226738"/>
                  </a:lnTo>
                  <a:lnTo>
                    <a:pt x="1273760" y="259864"/>
                  </a:lnTo>
                  <a:lnTo>
                    <a:pt x="1301018" y="294756"/>
                  </a:lnTo>
                  <a:lnTo>
                    <a:pt x="1326130" y="331320"/>
                  </a:lnTo>
                  <a:lnTo>
                    <a:pt x="1349001" y="369461"/>
                  </a:lnTo>
                  <a:lnTo>
                    <a:pt x="1369537" y="409083"/>
                  </a:lnTo>
                  <a:lnTo>
                    <a:pt x="1387642" y="450092"/>
                  </a:lnTo>
                  <a:lnTo>
                    <a:pt x="1403222" y="492394"/>
                  </a:lnTo>
                  <a:lnTo>
                    <a:pt x="1416183" y="535892"/>
                  </a:lnTo>
                  <a:lnTo>
                    <a:pt x="1426428" y="580493"/>
                  </a:lnTo>
                  <a:lnTo>
                    <a:pt x="1433863" y="626102"/>
                  </a:lnTo>
                  <a:lnTo>
                    <a:pt x="1438394" y="672623"/>
                  </a:lnTo>
                  <a:lnTo>
                    <a:pt x="1439926" y="719963"/>
                  </a:lnTo>
                  <a:lnTo>
                    <a:pt x="1438394" y="767302"/>
                  </a:lnTo>
                  <a:lnTo>
                    <a:pt x="1433863" y="813823"/>
                  </a:lnTo>
                  <a:lnTo>
                    <a:pt x="1426428" y="859432"/>
                  </a:lnTo>
                  <a:lnTo>
                    <a:pt x="1416183" y="904033"/>
                  </a:lnTo>
                  <a:lnTo>
                    <a:pt x="1403223" y="947531"/>
                  </a:lnTo>
                  <a:lnTo>
                    <a:pt x="1387642" y="989833"/>
                  </a:lnTo>
                  <a:lnTo>
                    <a:pt x="1369537" y="1030842"/>
                  </a:lnTo>
                  <a:lnTo>
                    <a:pt x="1349001" y="1070464"/>
                  </a:lnTo>
                  <a:lnTo>
                    <a:pt x="1326130" y="1108605"/>
                  </a:lnTo>
                  <a:lnTo>
                    <a:pt x="1301018" y="1145169"/>
                  </a:lnTo>
                  <a:lnTo>
                    <a:pt x="1273760" y="1180061"/>
                  </a:lnTo>
                  <a:lnTo>
                    <a:pt x="1244452" y="1213187"/>
                  </a:lnTo>
                  <a:lnTo>
                    <a:pt x="1213187" y="1244452"/>
                  </a:lnTo>
                  <a:lnTo>
                    <a:pt x="1180061" y="1273760"/>
                  </a:lnTo>
                  <a:lnTo>
                    <a:pt x="1145169" y="1301018"/>
                  </a:lnTo>
                  <a:lnTo>
                    <a:pt x="1108605" y="1326130"/>
                  </a:lnTo>
                  <a:lnTo>
                    <a:pt x="1070464" y="1349001"/>
                  </a:lnTo>
                  <a:lnTo>
                    <a:pt x="1030842" y="1369537"/>
                  </a:lnTo>
                  <a:lnTo>
                    <a:pt x="989833" y="1387642"/>
                  </a:lnTo>
                  <a:lnTo>
                    <a:pt x="947531" y="1403223"/>
                  </a:lnTo>
                  <a:lnTo>
                    <a:pt x="904033" y="1416183"/>
                  </a:lnTo>
                  <a:lnTo>
                    <a:pt x="859432" y="1426428"/>
                  </a:lnTo>
                  <a:lnTo>
                    <a:pt x="813823" y="1433863"/>
                  </a:lnTo>
                  <a:lnTo>
                    <a:pt x="767302" y="1438394"/>
                  </a:lnTo>
                  <a:lnTo>
                    <a:pt x="719963" y="1439926"/>
                  </a:lnTo>
                  <a:lnTo>
                    <a:pt x="672623" y="1438394"/>
                  </a:lnTo>
                  <a:lnTo>
                    <a:pt x="626102" y="1433863"/>
                  </a:lnTo>
                  <a:lnTo>
                    <a:pt x="580493" y="1426428"/>
                  </a:lnTo>
                  <a:lnTo>
                    <a:pt x="535892" y="1416183"/>
                  </a:lnTo>
                  <a:lnTo>
                    <a:pt x="492394" y="1403223"/>
                  </a:lnTo>
                  <a:lnTo>
                    <a:pt x="450092" y="1387642"/>
                  </a:lnTo>
                  <a:lnTo>
                    <a:pt x="409083" y="1369537"/>
                  </a:lnTo>
                  <a:lnTo>
                    <a:pt x="369461" y="1349001"/>
                  </a:lnTo>
                  <a:lnTo>
                    <a:pt x="331320" y="1326130"/>
                  </a:lnTo>
                  <a:lnTo>
                    <a:pt x="294756" y="1301018"/>
                  </a:lnTo>
                  <a:lnTo>
                    <a:pt x="259864" y="1273760"/>
                  </a:lnTo>
                  <a:lnTo>
                    <a:pt x="226738" y="1244452"/>
                  </a:lnTo>
                  <a:lnTo>
                    <a:pt x="195473" y="1213187"/>
                  </a:lnTo>
                  <a:lnTo>
                    <a:pt x="166165" y="1180061"/>
                  </a:lnTo>
                  <a:lnTo>
                    <a:pt x="138907" y="1145169"/>
                  </a:lnTo>
                  <a:lnTo>
                    <a:pt x="113795" y="1108605"/>
                  </a:lnTo>
                  <a:lnTo>
                    <a:pt x="90924" y="1070464"/>
                  </a:lnTo>
                  <a:lnTo>
                    <a:pt x="70388" y="1030842"/>
                  </a:lnTo>
                  <a:lnTo>
                    <a:pt x="52283" y="989833"/>
                  </a:lnTo>
                  <a:lnTo>
                    <a:pt x="36703" y="947531"/>
                  </a:lnTo>
                  <a:lnTo>
                    <a:pt x="23742" y="904033"/>
                  </a:lnTo>
                  <a:lnTo>
                    <a:pt x="13497" y="859432"/>
                  </a:lnTo>
                  <a:lnTo>
                    <a:pt x="6062" y="813823"/>
                  </a:lnTo>
                  <a:lnTo>
                    <a:pt x="1531" y="767302"/>
                  </a:lnTo>
                  <a:lnTo>
                    <a:pt x="0" y="71996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344277" y="3113659"/>
              <a:ext cx="462915" cy="347345"/>
            </a:xfrm>
            <a:custGeom>
              <a:avLst/>
              <a:gdLst/>
              <a:ahLst/>
              <a:cxnLst/>
              <a:rect l="l" t="t" r="r" b="b"/>
              <a:pathLst>
                <a:path w="462915" h="347345">
                  <a:moveTo>
                    <a:pt x="346837" y="0"/>
                  </a:moveTo>
                  <a:lnTo>
                    <a:pt x="346837" y="173481"/>
                  </a:lnTo>
                  <a:lnTo>
                    <a:pt x="462533" y="173481"/>
                  </a:lnTo>
                  <a:lnTo>
                    <a:pt x="231267" y="346837"/>
                  </a:lnTo>
                  <a:lnTo>
                    <a:pt x="0" y="173481"/>
                  </a:lnTo>
                  <a:lnTo>
                    <a:pt x="115697" y="173481"/>
                  </a:lnTo>
                  <a:lnTo>
                    <a:pt x="115697" y="0"/>
                  </a:lnTo>
                  <a:lnTo>
                    <a:pt x="346837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45318" y="1603883"/>
              <a:ext cx="107950" cy="1079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Para</a:t>
            </a:r>
            <a:r>
              <a:rPr spc="-195" dirty="0"/>
              <a:t> </a:t>
            </a:r>
            <a:r>
              <a:rPr spc="-20" dirty="0"/>
              <a:t>casa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830"/>
            <a:ext cx="10236200" cy="1701106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Estudar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material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sobre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variações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formato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superfície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erro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lang="pt-BR" sz="2800" spc="-10" dirty="0">
              <a:latin typeface="Calibri"/>
              <a:cs typeface="Calibri"/>
            </a:endParaRPr>
          </a:p>
          <a:p>
            <a:pPr marL="241300" lvl="2" indent="-228600">
              <a:spcBef>
                <a:spcPts val="384"/>
              </a:spcBef>
              <a:buFont typeface="Arial"/>
              <a:buChar char="•"/>
              <a:tabLst>
                <a:tab pos="241300" algn="l"/>
              </a:tabLst>
            </a:pPr>
            <a:r>
              <a:rPr lang="pt-BR" sz="2800" spc="-10" dirty="0">
                <a:latin typeface="Calibri"/>
                <a:cs typeface="Calibri"/>
              </a:rPr>
              <a:t> </a:t>
            </a:r>
            <a:r>
              <a:rPr lang="pt-BR" sz="2400" spc="-10" dirty="0">
                <a:latin typeface="Calibri"/>
                <a:cs typeface="Calibri"/>
                <a:hlinkClick r:id="rId2"/>
              </a:rPr>
              <a:t>https://github.com/luiz10ml/tp555-ml/blob/main/slides/TP555_Regress%C3%A3o_Linear%20(Varia%C3%A7%C3%B5es%20do%20formato%20da%20superf%C3%ADcie%20de%20erro).pdf</a:t>
            </a:r>
            <a:endParaRPr lang="pt-BR" sz="2800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2317" y="2313559"/>
            <a:ext cx="8623300" cy="141541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012314" marR="5080" indent="-2000250">
              <a:lnSpc>
                <a:spcPts val="5180"/>
              </a:lnSpc>
              <a:spcBef>
                <a:spcPts val="755"/>
              </a:spcBef>
            </a:pPr>
            <a:r>
              <a:rPr sz="4800" b="1" i="1" dirty="0">
                <a:latin typeface="Calibri"/>
                <a:cs typeface="Calibri"/>
              </a:rPr>
              <a:t>Porém,</a:t>
            </a:r>
            <a:r>
              <a:rPr sz="4800" b="1" i="1" spc="-30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nem</a:t>
            </a:r>
            <a:r>
              <a:rPr sz="4800" b="1" i="1" spc="-15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tudo</a:t>
            </a:r>
            <a:r>
              <a:rPr sz="4800" b="1" i="1" spc="-10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são</a:t>
            </a:r>
            <a:r>
              <a:rPr sz="4800" b="1" i="1" spc="-35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flores</a:t>
            </a:r>
            <a:r>
              <a:rPr sz="4800" b="1" i="1" spc="-30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com</a:t>
            </a:r>
            <a:r>
              <a:rPr sz="4800" b="1" i="1" spc="-25" dirty="0">
                <a:latin typeface="Calibri"/>
                <a:cs typeface="Calibri"/>
              </a:rPr>
              <a:t> </a:t>
            </a:r>
            <a:r>
              <a:rPr sz="4800" b="1" i="1" spc="-50" dirty="0">
                <a:latin typeface="Calibri"/>
                <a:cs typeface="Calibri"/>
              </a:rPr>
              <a:t>a </a:t>
            </a:r>
            <a:r>
              <a:rPr sz="4800" b="1" i="1" dirty="0">
                <a:latin typeface="Calibri"/>
                <a:cs typeface="Calibri"/>
              </a:rPr>
              <a:t>equação</a:t>
            </a:r>
            <a:r>
              <a:rPr sz="4800" b="1" i="1" spc="-40" dirty="0">
                <a:latin typeface="Calibri"/>
                <a:cs typeface="Calibri"/>
              </a:rPr>
              <a:t> </a:t>
            </a:r>
            <a:r>
              <a:rPr sz="4800" b="1" i="1" spc="-10" dirty="0">
                <a:latin typeface="Calibri"/>
                <a:cs typeface="Calibri"/>
              </a:rPr>
              <a:t>normal...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Desvantagens</a:t>
            </a:r>
            <a:r>
              <a:rPr spc="-70" dirty="0"/>
              <a:t> </a:t>
            </a:r>
            <a:r>
              <a:rPr dirty="0"/>
              <a:t>da</a:t>
            </a:r>
            <a:r>
              <a:rPr spc="-60" dirty="0"/>
              <a:t> </a:t>
            </a:r>
            <a:r>
              <a:rPr dirty="0"/>
              <a:t>equação</a:t>
            </a:r>
            <a:r>
              <a:rPr spc="-45" dirty="0"/>
              <a:t> </a:t>
            </a:r>
            <a:r>
              <a:rPr spc="-10" dirty="0"/>
              <a:t>normal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1539" y="1759966"/>
            <a:ext cx="11015980" cy="471741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66700" marR="87630" indent="-228600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66700" algn="l"/>
              </a:tabLst>
            </a:pPr>
            <a:r>
              <a:rPr sz="2800" b="1" dirty="0">
                <a:latin typeface="Calibri"/>
                <a:cs typeface="Calibri"/>
              </a:rPr>
              <a:t>Alta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complexidade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computacional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solução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equação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normal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envolve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cálculo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da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inversa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𝑿</a:t>
            </a:r>
            <a:r>
              <a:rPr sz="3075" spc="-30" baseline="27100" dirty="0">
                <a:latin typeface="Cambria Math"/>
                <a:cs typeface="Cambria Math"/>
              </a:rPr>
              <a:t>𝑇</a:t>
            </a:r>
            <a:r>
              <a:rPr sz="2800" spc="-20" dirty="0">
                <a:latin typeface="Cambria Math"/>
                <a:cs typeface="Cambria Math"/>
              </a:rPr>
              <a:t>𝑿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indent="-228600">
              <a:lnSpc>
                <a:spcPts val="3025"/>
              </a:lnSpc>
              <a:spcBef>
                <a:spcPts val="350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Esse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cálculo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complexidade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computacional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45" dirty="0">
                <a:latin typeface="Cambria Math"/>
                <a:cs typeface="Cambria Math"/>
              </a:rPr>
              <a:t>𝑂(𝐾</a:t>
            </a:r>
            <a:r>
              <a:rPr sz="3075" spc="67" baseline="27100" dirty="0">
                <a:latin typeface="Cambria Math"/>
                <a:cs typeface="Cambria Math"/>
              </a:rPr>
              <a:t>2.4</a:t>
            </a:r>
            <a:r>
              <a:rPr sz="2800" spc="45" dirty="0">
                <a:latin typeface="Cambria Math"/>
                <a:cs typeface="Cambria Math"/>
              </a:rPr>
              <a:t>)</a:t>
            </a:r>
            <a:r>
              <a:rPr sz="2800" spc="-60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libri"/>
                <a:cs typeface="Calibri"/>
              </a:rPr>
              <a:t>a</a:t>
            </a:r>
            <a:endParaRPr sz="2800" dirty="0">
              <a:latin typeface="Calibri"/>
              <a:cs typeface="Calibri"/>
            </a:endParaRPr>
          </a:p>
          <a:p>
            <a:pPr marL="266700">
              <a:lnSpc>
                <a:spcPts val="2995"/>
              </a:lnSpc>
            </a:pPr>
            <a:r>
              <a:rPr sz="2800" dirty="0">
                <a:latin typeface="Cambria Math"/>
                <a:cs typeface="Cambria Math"/>
              </a:rPr>
              <a:t>𝑂(𝐾</a:t>
            </a:r>
            <a:r>
              <a:rPr sz="3075" baseline="27100" dirty="0">
                <a:latin typeface="Cambria Math"/>
                <a:cs typeface="Cambria Math"/>
              </a:rPr>
              <a:t>3</a:t>
            </a:r>
            <a:r>
              <a:rPr sz="2800" dirty="0">
                <a:latin typeface="Cambria Math"/>
                <a:cs typeface="Cambria Math"/>
              </a:rPr>
              <a:t>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𝐾</a:t>
            </a:r>
            <a:r>
              <a:rPr sz="2800" spc="10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 o número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atributos.</a:t>
            </a:r>
            <a:endParaRPr sz="2800" dirty="0">
              <a:latin typeface="Calibri"/>
              <a:cs typeface="Calibri"/>
            </a:endParaRPr>
          </a:p>
          <a:p>
            <a:pPr marL="723900" lvl="1" indent="-229235">
              <a:lnSpc>
                <a:spcPts val="2565"/>
              </a:lnSpc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“</a:t>
            </a:r>
            <a:r>
              <a:rPr sz="2400" i="1" dirty="0">
                <a:latin typeface="Calibri"/>
                <a:cs typeface="Calibri"/>
              </a:rPr>
              <a:t>Big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”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notação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analisar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tempo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execução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um</a:t>
            </a:r>
            <a:endParaRPr sz="2400" dirty="0">
              <a:latin typeface="Calibri"/>
              <a:cs typeface="Calibri"/>
            </a:endParaRPr>
          </a:p>
          <a:p>
            <a:pPr marL="723900">
              <a:lnSpc>
                <a:spcPts val="2555"/>
              </a:lnSpc>
            </a:pP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algoritmo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cresce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à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medida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número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entradas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aumenta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723900" marR="386715" lvl="1" indent="-228600">
              <a:lnSpc>
                <a:spcPct val="80000"/>
              </a:lnSpc>
              <a:spcBef>
                <a:spcPts val="540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b="1" dirty="0">
                <a:latin typeface="Calibri"/>
                <a:cs typeface="Calibri"/>
              </a:rPr>
              <a:t>Exemplo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número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atributos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𝐾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passar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tempo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cálculo </a:t>
            </a:r>
            <a:r>
              <a:rPr sz="2400" dirty="0">
                <a:latin typeface="Calibri"/>
                <a:cs typeface="Calibri"/>
              </a:rPr>
              <a:t>aumenta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2</a:t>
            </a:r>
            <a:r>
              <a:rPr sz="2625" baseline="28571" dirty="0">
                <a:latin typeface="Cambria Math"/>
                <a:cs typeface="Cambria Math"/>
              </a:rPr>
              <a:t>2.4</a:t>
            </a:r>
            <a:r>
              <a:rPr sz="2625" spc="569" baseline="28571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5.3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dirty="0">
                <a:latin typeface="Cambria Math"/>
                <a:cs typeface="Cambria Math"/>
              </a:rPr>
              <a:t>2</a:t>
            </a:r>
            <a:r>
              <a:rPr sz="2625" baseline="28571" dirty="0">
                <a:latin typeface="Cambria Math"/>
                <a:cs typeface="Cambria Math"/>
              </a:rPr>
              <a:t>3</a:t>
            </a:r>
            <a:r>
              <a:rPr sz="2625" spc="577" baseline="28571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8</a:t>
            </a:r>
            <a:r>
              <a:rPr sz="2400" spc="1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libri"/>
                <a:cs typeface="Calibri"/>
              </a:rPr>
              <a:t>vezes.</a:t>
            </a:r>
            <a:endParaRPr sz="2400" dirty="0">
              <a:latin typeface="Calibri"/>
              <a:cs typeface="Calibri"/>
            </a:endParaRPr>
          </a:p>
          <a:p>
            <a:pPr marL="266700" marR="1118870" indent="-228600">
              <a:lnSpc>
                <a:spcPts val="2690"/>
              </a:lnSpc>
              <a:spcBef>
                <a:spcPts val="95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Alguns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centenas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até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milhares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atributos!</a:t>
            </a:r>
            <a:endParaRPr sz="2800" dirty="0">
              <a:latin typeface="Calibri"/>
              <a:cs typeface="Calibri"/>
            </a:endParaRPr>
          </a:p>
          <a:p>
            <a:pPr marL="723900" lvl="1" indent="-229235">
              <a:lnSpc>
                <a:spcPts val="2805"/>
              </a:lnSpc>
              <a:buFont typeface="Wingdings"/>
              <a:buChar char=""/>
              <a:tabLst>
                <a:tab pos="724535" algn="l"/>
              </a:tabLst>
            </a:pPr>
            <a:r>
              <a:rPr sz="2400" b="1" i="1" dirty="0">
                <a:latin typeface="Calibri"/>
                <a:cs typeface="Calibri"/>
              </a:rPr>
              <a:t>House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Prices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informações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possui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79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atributos.</a:t>
            </a:r>
            <a:endParaRPr sz="2400" dirty="0">
              <a:latin typeface="Calibri"/>
              <a:cs typeface="Calibri"/>
            </a:endParaRPr>
          </a:p>
          <a:p>
            <a:pPr marL="723900" marR="30480" lvl="1" indent="-228600">
              <a:lnSpc>
                <a:spcPts val="2300"/>
              </a:lnSpc>
              <a:spcBef>
                <a:spcPts val="520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b="1" i="1" dirty="0">
                <a:latin typeface="Calibri"/>
                <a:cs typeface="Calibri"/>
              </a:rPr>
              <a:t>ImageNet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imagens,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imagem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média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256x256= </a:t>
            </a:r>
            <a:r>
              <a:rPr sz="2400" dirty="0">
                <a:latin typeface="Calibri"/>
                <a:cs typeface="Calibri"/>
              </a:rPr>
              <a:t>65536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pixels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pixel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atributo.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Desvantagens</a:t>
            </a:r>
            <a:r>
              <a:rPr spc="-100" dirty="0"/>
              <a:t> </a:t>
            </a:r>
            <a:r>
              <a:rPr dirty="0"/>
              <a:t>da</a:t>
            </a:r>
            <a:r>
              <a:rPr spc="-90" dirty="0"/>
              <a:t> </a:t>
            </a:r>
            <a:r>
              <a:rPr dirty="0"/>
              <a:t>forma</a:t>
            </a:r>
            <a:r>
              <a:rPr spc="-85" dirty="0"/>
              <a:t> </a:t>
            </a:r>
            <a:r>
              <a:rPr dirty="0"/>
              <a:t>fechada</a:t>
            </a:r>
            <a:r>
              <a:rPr spc="-90" dirty="0"/>
              <a:t> </a:t>
            </a:r>
            <a:r>
              <a:rPr dirty="0"/>
              <a:t>(eq.</a:t>
            </a:r>
            <a:r>
              <a:rPr spc="-85" dirty="0"/>
              <a:t> </a:t>
            </a:r>
            <a:r>
              <a:rPr spc="-10" dirty="0"/>
              <a:t>normal)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875010" cy="468376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868044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Além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disso,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dependendo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exemplos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</a:t>
            </a:r>
            <a:r>
              <a:rPr sz="2800" b="1" i="1" spc="-10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conjunto</a:t>
            </a:r>
            <a:r>
              <a:rPr sz="2800" b="1" i="1" spc="-11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spc="-10" dirty="0">
                <a:latin typeface="Calibri"/>
                <a:cs typeface="Calibri"/>
              </a:rPr>
              <a:t>treinamento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𝑁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atributos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matriz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atributos,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𝑿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 </a:t>
            </a:r>
            <a:r>
              <a:rPr sz="2800" dirty="0">
                <a:latin typeface="Calibri"/>
                <a:cs typeface="Calibri"/>
              </a:rPr>
              <a:t>tornar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muito</a:t>
            </a:r>
            <a:r>
              <a:rPr sz="2800" b="1" i="1" spc="-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grande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754380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Consequentemente,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inversão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matrizes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cálculos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equação </a:t>
            </a:r>
            <a:r>
              <a:rPr sz="2800" dirty="0">
                <a:latin typeface="Calibri"/>
                <a:cs typeface="Calibri"/>
              </a:rPr>
              <a:t>normal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consumir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muita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CPU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memória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9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limitante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dispositivos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recursos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restritos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IoT).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Adicionalmente,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irmos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além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modelos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lineares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modelos</a:t>
            </a:r>
            <a:r>
              <a:rPr sz="2800" spc="7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não-</a:t>
            </a:r>
            <a:r>
              <a:rPr sz="2800" dirty="0">
                <a:latin typeface="Calibri"/>
                <a:cs typeface="Calibri"/>
              </a:rPr>
              <a:t>lineares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classificadores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neurais)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precisamos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lidar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dirty="0">
                <a:latin typeface="Calibri"/>
                <a:cs typeface="Calibri"/>
              </a:rPr>
              <a:t>fato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nem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sempre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existem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formas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fechadas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equação normal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Portanto,</a:t>
            </a:r>
            <a:r>
              <a:rPr sz="28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essa</a:t>
            </a:r>
            <a:r>
              <a:rPr sz="28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abordagem</a:t>
            </a:r>
            <a:r>
              <a:rPr sz="2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não</a:t>
            </a:r>
            <a:r>
              <a:rPr sz="28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é</a:t>
            </a:r>
            <a:r>
              <a:rPr sz="28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escalável</a:t>
            </a:r>
            <a:r>
              <a:rPr sz="2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8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muito</a:t>
            </a:r>
            <a:r>
              <a:rPr sz="28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menos</a:t>
            </a:r>
            <a:r>
              <a:rPr sz="28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flexível!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3377" y="2831414"/>
            <a:ext cx="69049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i="1" dirty="0">
                <a:latin typeface="Calibri"/>
                <a:cs typeface="Calibri"/>
              </a:rPr>
              <a:t>Então</a:t>
            </a:r>
            <a:r>
              <a:rPr sz="4800" b="1" i="1" spc="-40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o</a:t>
            </a:r>
            <a:r>
              <a:rPr sz="4800" b="1" i="1" spc="-35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que</a:t>
            </a:r>
            <a:r>
              <a:rPr sz="4800" b="1" i="1" spc="-25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pode</a:t>
            </a:r>
            <a:r>
              <a:rPr sz="4800" b="1" i="1" spc="-20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ser</a:t>
            </a:r>
            <a:r>
              <a:rPr sz="4800" b="1" i="1" spc="-35" dirty="0">
                <a:latin typeface="Calibri"/>
                <a:cs typeface="Calibri"/>
              </a:rPr>
              <a:t> </a:t>
            </a:r>
            <a:r>
              <a:rPr sz="4800" b="1" i="1" spc="-10" dirty="0">
                <a:latin typeface="Calibri"/>
                <a:cs typeface="Calibri"/>
              </a:rPr>
              <a:t>feito?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Abordagens</a:t>
            </a:r>
            <a:r>
              <a:rPr spc="-120" dirty="0"/>
              <a:t> </a:t>
            </a:r>
            <a:r>
              <a:rPr spc="-10" dirty="0"/>
              <a:t>iterativas</a:t>
            </a:r>
            <a:r>
              <a:rPr spc="-85" dirty="0"/>
              <a:t> </a:t>
            </a:r>
            <a:r>
              <a:rPr dirty="0"/>
              <a:t>de</a:t>
            </a:r>
            <a:r>
              <a:rPr spc="-85" dirty="0"/>
              <a:t> </a:t>
            </a:r>
            <a:r>
              <a:rPr spc="-10" dirty="0"/>
              <a:t>otimização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23357" y="1793493"/>
            <a:ext cx="6318885" cy="339534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21336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algoritmos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otimização iterativos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Eles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têm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complexidade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menor</a:t>
            </a:r>
            <a:r>
              <a:rPr sz="28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ajustável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flexíveis</a:t>
            </a:r>
            <a:r>
              <a:rPr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suficiente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trabalhar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lineares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lineares.</a:t>
            </a:r>
            <a:endParaRPr sz="2800" dirty="0">
              <a:latin typeface="Calibri"/>
              <a:cs typeface="Calibri"/>
            </a:endParaRPr>
          </a:p>
          <a:p>
            <a:pPr marL="241300" marR="409575" indent="-228600" algn="just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Esses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“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procuram</a:t>
            </a:r>
            <a:r>
              <a:rPr sz="2800" dirty="0">
                <a:latin typeface="Calibri"/>
                <a:cs typeface="Calibri"/>
              </a:rPr>
              <a:t>”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iterativa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ótimos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espaço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EC7C30"/>
                </a:solidFill>
                <a:latin typeface="Calibri"/>
                <a:cs typeface="Calibri"/>
              </a:rPr>
              <a:t>de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soluções</a:t>
            </a:r>
            <a:r>
              <a:rPr sz="2800" b="1" i="1" spc="-10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superfície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erro</a:t>
            </a:r>
            <a:r>
              <a:rPr sz="2800" spc="-10" dirty="0">
                <a:latin typeface="Calibri"/>
                <a:cs typeface="Calibri"/>
              </a:rPr>
              <a:t>).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113597"/>
            <a:ext cx="4192810" cy="38225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49826" y="5068265"/>
            <a:ext cx="3200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1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3651" y="2313178"/>
            <a:ext cx="520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𝐄𝐐𝐌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38364" y="4366133"/>
            <a:ext cx="2738755" cy="1583055"/>
            <a:chOff x="1238364" y="4366133"/>
            <a:chExt cx="2738755" cy="1583055"/>
          </a:xfrm>
        </p:grpSpPr>
        <p:sp>
          <p:nvSpPr>
            <p:cNvPr id="8" name="object 8"/>
            <p:cNvSpPr/>
            <p:nvPr/>
          </p:nvSpPr>
          <p:spPr>
            <a:xfrm>
              <a:off x="1247889" y="4375658"/>
              <a:ext cx="2719705" cy="674370"/>
            </a:xfrm>
            <a:custGeom>
              <a:avLst/>
              <a:gdLst/>
              <a:ahLst/>
              <a:cxnLst/>
              <a:rect l="l" t="t" r="r" b="b"/>
              <a:pathLst>
                <a:path w="2719704" h="674370">
                  <a:moveTo>
                    <a:pt x="2719209" y="638175"/>
                  </a:moveTo>
                  <a:lnTo>
                    <a:pt x="1787283" y="359664"/>
                  </a:lnTo>
                </a:path>
                <a:path w="2719704" h="674370">
                  <a:moveTo>
                    <a:pt x="737501" y="45339"/>
                  </a:moveTo>
                  <a:lnTo>
                    <a:pt x="0" y="674116"/>
                  </a:lnTo>
                </a:path>
                <a:path w="2719704" h="674370">
                  <a:moveTo>
                    <a:pt x="816495" y="66929"/>
                  </a:moveTo>
                  <a:lnTo>
                    <a:pt x="743216" y="34036"/>
                  </a:lnTo>
                </a:path>
                <a:path w="2719704" h="674370">
                  <a:moveTo>
                    <a:pt x="744740" y="41021"/>
                  </a:moveTo>
                  <a:lnTo>
                    <a:pt x="744740" y="0"/>
                  </a:lnTo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97302" y="4735322"/>
              <a:ext cx="626745" cy="1213485"/>
            </a:xfrm>
            <a:custGeom>
              <a:avLst/>
              <a:gdLst/>
              <a:ahLst/>
              <a:cxnLst/>
              <a:rect l="l" t="t" r="r" b="b"/>
              <a:pathLst>
                <a:path w="626745" h="1213485">
                  <a:moveTo>
                    <a:pt x="37807" y="66269"/>
                  </a:moveTo>
                  <a:lnTo>
                    <a:pt x="32102" y="69207"/>
                  </a:lnTo>
                  <a:lnTo>
                    <a:pt x="621030" y="1213421"/>
                  </a:lnTo>
                  <a:lnTo>
                    <a:pt x="626618" y="1210513"/>
                  </a:lnTo>
                  <a:lnTo>
                    <a:pt x="37807" y="66269"/>
                  </a:lnTo>
                  <a:close/>
                </a:path>
                <a:path w="626745" h="1213485">
                  <a:moveTo>
                    <a:pt x="0" y="0"/>
                  </a:moveTo>
                  <a:lnTo>
                    <a:pt x="1016" y="85216"/>
                  </a:lnTo>
                  <a:lnTo>
                    <a:pt x="32102" y="69207"/>
                  </a:lnTo>
                  <a:lnTo>
                    <a:pt x="26289" y="57911"/>
                  </a:lnTo>
                  <a:lnTo>
                    <a:pt x="32004" y="54990"/>
                  </a:lnTo>
                  <a:lnTo>
                    <a:pt x="59709" y="54990"/>
                  </a:lnTo>
                  <a:lnTo>
                    <a:pt x="68834" y="50291"/>
                  </a:lnTo>
                  <a:lnTo>
                    <a:pt x="0" y="0"/>
                  </a:lnTo>
                  <a:close/>
                </a:path>
                <a:path w="626745" h="1213485">
                  <a:moveTo>
                    <a:pt x="32004" y="54990"/>
                  </a:moveTo>
                  <a:lnTo>
                    <a:pt x="26289" y="57911"/>
                  </a:lnTo>
                  <a:lnTo>
                    <a:pt x="32102" y="69207"/>
                  </a:lnTo>
                  <a:lnTo>
                    <a:pt x="37807" y="66269"/>
                  </a:lnTo>
                  <a:lnTo>
                    <a:pt x="32004" y="54990"/>
                  </a:lnTo>
                  <a:close/>
                </a:path>
                <a:path w="626745" h="1213485">
                  <a:moveTo>
                    <a:pt x="59709" y="54990"/>
                  </a:moveTo>
                  <a:lnTo>
                    <a:pt x="32004" y="54990"/>
                  </a:lnTo>
                  <a:lnTo>
                    <a:pt x="37807" y="66269"/>
                  </a:lnTo>
                  <a:lnTo>
                    <a:pt x="59709" y="5499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638680" y="5548717"/>
            <a:ext cx="2567305" cy="58039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65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0</a:t>
            </a:r>
            <a:endParaRPr sz="2175" baseline="-15325">
              <a:latin typeface="Cambria Math"/>
              <a:cs typeface="Cambria Math"/>
            </a:endParaRPr>
          </a:p>
          <a:p>
            <a:pPr marL="1269365">
              <a:lnSpc>
                <a:spcPct val="100000"/>
              </a:lnSpc>
              <a:spcBef>
                <a:spcPts val="120"/>
              </a:spcBef>
            </a:pPr>
            <a:r>
              <a:rPr sz="1400" b="1" dirty="0">
                <a:solidFill>
                  <a:srgbClr val="00AFEF"/>
                </a:solidFill>
                <a:latin typeface="Calibri"/>
                <a:cs typeface="Calibri"/>
              </a:rPr>
              <a:t>ponto</a:t>
            </a:r>
            <a:r>
              <a:rPr sz="1400" b="1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AFEF"/>
                </a:solidFill>
                <a:latin typeface="Calibri"/>
                <a:cs typeface="Calibri"/>
              </a:rPr>
              <a:t>de</a:t>
            </a:r>
            <a:r>
              <a:rPr sz="14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AFEF"/>
                </a:solidFill>
                <a:latin typeface="Calibri"/>
                <a:cs typeface="Calibri"/>
              </a:rPr>
              <a:t>mínimo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0335" y="2836545"/>
            <a:ext cx="1066038" cy="152095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071497" y="3514090"/>
            <a:ext cx="5892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iterações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14729" y="2401061"/>
            <a:ext cx="397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5080" indent="-635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ponto inicial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Abordagens</a:t>
            </a:r>
            <a:r>
              <a:rPr spc="-120" dirty="0"/>
              <a:t> </a:t>
            </a:r>
            <a:r>
              <a:rPr spc="-10" dirty="0"/>
              <a:t>iterativas</a:t>
            </a:r>
            <a:r>
              <a:rPr spc="-85" dirty="0"/>
              <a:t> </a:t>
            </a:r>
            <a:r>
              <a:rPr dirty="0"/>
              <a:t>de</a:t>
            </a:r>
            <a:r>
              <a:rPr spc="-85" dirty="0"/>
              <a:t> </a:t>
            </a:r>
            <a:r>
              <a:rPr spc="-10" dirty="0"/>
              <a:t>otimização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51067" y="1793493"/>
            <a:ext cx="6052820" cy="37795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262890" indent="-228600" algn="just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cada</a:t>
            </a:r>
            <a:r>
              <a:rPr sz="2800" b="1" i="1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iteração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refina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os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ficando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mais </a:t>
            </a:r>
            <a:r>
              <a:rPr sz="2800" spc="-10" dirty="0">
                <a:latin typeface="Calibri"/>
                <a:cs typeface="Calibri"/>
              </a:rPr>
              <a:t>próximo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ponto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mínimo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22225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abordagem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iterativa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gradiente</a:t>
            </a:r>
            <a:r>
              <a:rPr sz="2800" b="1" i="1" spc="-8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descendente (GD)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busca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iterativamente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ponto</a:t>
            </a:r>
            <a:r>
              <a:rPr sz="2800" b="1" i="1" spc="-9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inicial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ponto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baixo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superfície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113597"/>
            <a:ext cx="4192810" cy="38225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49826" y="5068265"/>
            <a:ext cx="3200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1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3651" y="2313178"/>
            <a:ext cx="520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𝐄𝐐𝐌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38364" y="4366133"/>
            <a:ext cx="2738755" cy="1583055"/>
            <a:chOff x="1238364" y="4366133"/>
            <a:chExt cx="2738755" cy="1583055"/>
          </a:xfrm>
        </p:grpSpPr>
        <p:sp>
          <p:nvSpPr>
            <p:cNvPr id="8" name="object 8"/>
            <p:cNvSpPr/>
            <p:nvPr/>
          </p:nvSpPr>
          <p:spPr>
            <a:xfrm>
              <a:off x="1247889" y="4375658"/>
              <a:ext cx="2719705" cy="674370"/>
            </a:xfrm>
            <a:custGeom>
              <a:avLst/>
              <a:gdLst/>
              <a:ahLst/>
              <a:cxnLst/>
              <a:rect l="l" t="t" r="r" b="b"/>
              <a:pathLst>
                <a:path w="2719704" h="674370">
                  <a:moveTo>
                    <a:pt x="2719209" y="638175"/>
                  </a:moveTo>
                  <a:lnTo>
                    <a:pt x="1787283" y="359664"/>
                  </a:lnTo>
                </a:path>
                <a:path w="2719704" h="674370">
                  <a:moveTo>
                    <a:pt x="737501" y="45339"/>
                  </a:moveTo>
                  <a:lnTo>
                    <a:pt x="0" y="674116"/>
                  </a:lnTo>
                </a:path>
                <a:path w="2719704" h="674370">
                  <a:moveTo>
                    <a:pt x="816495" y="66929"/>
                  </a:moveTo>
                  <a:lnTo>
                    <a:pt x="743216" y="34036"/>
                  </a:lnTo>
                </a:path>
                <a:path w="2719704" h="674370">
                  <a:moveTo>
                    <a:pt x="744740" y="41021"/>
                  </a:moveTo>
                  <a:lnTo>
                    <a:pt x="744740" y="0"/>
                  </a:lnTo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97302" y="4735322"/>
              <a:ext cx="626745" cy="1213485"/>
            </a:xfrm>
            <a:custGeom>
              <a:avLst/>
              <a:gdLst/>
              <a:ahLst/>
              <a:cxnLst/>
              <a:rect l="l" t="t" r="r" b="b"/>
              <a:pathLst>
                <a:path w="626745" h="1213485">
                  <a:moveTo>
                    <a:pt x="37807" y="66269"/>
                  </a:moveTo>
                  <a:lnTo>
                    <a:pt x="32102" y="69207"/>
                  </a:lnTo>
                  <a:lnTo>
                    <a:pt x="621030" y="1213421"/>
                  </a:lnTo>
                  <a:lnTo>
                    <a:pt x="626618" y="1210513"/>
                  </a:lnTo>
                  <a:lnTo>
                    <a:pt x="37807" y="66269"/>
                  </a:lnTo>
                  <a:close/>
                </a:path>
                <a:path w="626745" h="1213485">
                  <a:moveTo>
                    <a:pt x="0" y="0"/>
                  </a:moveTo>
                  <a:lnTo>
                    <a:pt x="1016" y="85216"/>
                  </a:lnTo>
                  <a:lnTo>
                    <a:pt x="32102" y="69207"/>
                  </a:lnTo>
                  <a:lnTo>
                    <a:pt x="26289" y="57911"/>
                  </a:lnTo>
                  <a:lnTo>
                    <a:pt x="32004" y="54990"/>
                  </a:lnTo>
                  <a:lnTo>
                    <a:pt x="59709" y="54990"/>
                  </a:lnTo>
                  <a:lnTo>
                    <a:pt x="68834" y="50291"/>
                  </a:lnTo>
                  <a:lnTo>
                    <a:pt x="0" y="0"/>
                  </a:lnTo>
                  <a:close/>
                </a:path>
                <a:path w="626745" h="1213485">
                  <a:moveTo>
                    <a:pt x="32004" y="54990"/>
                  </a:moveTo>
                  <a:lnTo>
                    <a:pt x="26289" y="57911"/>
                  </a:lnTo>
                  <a:lnTo>
                    <a:pt x="32102" y="69207"/>
                  </a:lnTo>
                  <a:lnTo>
                    <a:pt x="37807" y="66269"/>
                  </a:lnTo>
                  <a:lnTo>
                    <a:pt x="32004" y="54990"/>
                  </a:lnTo>
                  <a:close/>
                </a:path>
                <a:path w="626745" h="1213485">
                  <a:moveTo>
                    <a:pt x="59709" y="54990"/>
                  </a:moveTo>
                  <a:lnTo>
                    <a:pt x="32004" y="54990"/>
                  </a:lnTo>
                  <a:lnTo>
                    <a:pt x="37807" y="66269"/>
                  </a:lnTo>
                  <a:lnTo>
                    <a:pt x="59709" y="5499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638680" y="5548717"/>
            <a:ext cx="2567305" cy="58039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65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0</a:t>
            </a:r>
            <a:endParaRPr sz="2175" baseline="-15325">
              <a:latin typeface="Cambria Math"/>
              <a:cs typeface="Cambria Math"/>
            </a:endParaRPr>
          </a:p>
          <a:p>
            <a:pPr marL="1269365">
              <a:lnSpc>
                <a:spcPct val="100000"/>
              </a:lnSpc>
              <a:spcBef>
                <a:spcPts val="120"/>
              </a:spcBef>
            </a:pPr>
            <a:r>
              <a:rPr sz="1400" b="1" dirty="0">
                <a:solidFill>
                  <a:srgbClr val="00AFEF"/>
                </a:solidFill>
                <a:latin typeface="Calibri"/>
                <a:cs typeface="Calibri"/>
              </a:rPr>
              <a:t>ponto</a:t>
            </a:r>
            <a:r>
              <a:rPr sz="1400" b="1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AFEF"/>
                </a:solidFill>
                <a:latin typeface="Calibri"/>
                <a:cs typeface="Calibri"/>
              </a:rPr>
              <a:t>de</a:t>
            </a:r>
            <a:r>
              <a:rPr sz="14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AFEF"/>
                </a:solidFill>
                <a:latin typeface="Calibri"/>
                <a:cs typeface="Calibri"/>
              </a:rPr>
              <a:t>mínimo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0335" y="2836545"/>
            <a:ext cx="1066038" cy="152095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071497" y="3514090"/>
            <a:ext cx="5892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iterações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14729" y="2401061"/>
            <a:ext cx="397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5080" indent="-635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ponto inicial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0546" y="2547950"/>
            <a:ext cx="9950450" cy="141605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 marR="5080" indent="1530985">
              <a:lnSpc>
                <a:spcPts val="5190"/>
              </a:lnSpc>
              <a:spcBef>
                <a:spcPts val="750"/>
              </a:spcBef>
            </a:pPr>
            <a:r>
              <a:rPr sz="4800" b="1" i="1" dirty="0">
                <a:latin typeface="Calibri"/>
                <a:cs typeface="Calibri"/>
              </a:rPr>
              <a:t>Como</a:t>
            </a:r>
            <a:r>
              <a:rPr sz="4800" b="1" i="1" spc="5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o</a:t>
            </a:r>
            <a:r>
              <a:rPr sz="4800" b="1" i="1" spc="-15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algoritmo</a:t>
            </a:r>
            <a:r>
              <a:rPr sz="4800" b="1" i="1" spc="-5" dirty="0">
                <a:latin typeface="Calibri"/>
                <a:cs typeface="Calibri"/>
              </a:rPr>
              <a:t> </a:t>
            </a:r>
            <a:r>
              <a:rPr sz="4800" b="1" i="1" spc="-10" dirty="0">
                <a:latin typeface="Calibri"/>
                <a:cs typeface="Calibri"/>
              </a:rPr>
              <a:t>caminha </a:t>
            </a:r>
            <a:r>
              <a:rPr sz="4800" b="1" i="1" dirty="0">
                <a:latin typeface="Calibri"/>
                <a:cs typeface="Calibri"/>
              </a:rPr>
              <a:t>iterativamente</a:t>
            </a:r>
            <a:r>
              <a:rPr sz="4800" b="1" i="1" spc="-65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até</a:t>
            </a:r>
            <a:r>
              <a:rPr sz="4800" b="1" i="1" spc="-60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o</a:t>
            </a:r>
            <a:r>
              <a:rPr sz="4800" b="1" i="1" spc="-65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ponto</a:t>
            </a:r>
            <a:r>
              <a:rPr sz="4800" b="1" i="1" spc="-45" dirty="0">
                <a:latin typeface="Calibri"/>
                <a:cs typeface="Calibri"/>
              </a:rPr>
              <a:t> </a:t>
            </a:r>
            <a:r>
              <a:rPr sz="4800" b="1" i="1" dirty="0">
                <a:latin typeface="Calibri"/>
                <a:cs typeface="Calibri"/>
              </a:rPr>
              <a:t>de</a:t>
            </a:r>
            <a:r>
              <a:rPr sz="4800" b="1" i="1" spc="-60" dirty="0">
                <a:latin typeface="Calibri"/>
                <a:cs typeface="Calibri"/>
              </a:rPr>
              <a:t> </a:t>
            </a:r>
            <a:r>
              <a:rPr sz="4800" b="1" i="1" spc="-10" dirty="0">
                <a:latin typeface="Calibri"/>
                <a:cs typeface="Calibri"/>
              </a:rPr>
              <a:t>mínimo?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5121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Vetor</a:t>
            </a:r>
            <a:r>
              <a:rPr spc="-195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07404" y="1793493"/>
            <a:ext cx="5886450" cy="12204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Vocês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lembram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aulas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cálculo vetorial,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vocês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aprenderam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sobre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vetor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gradiente</a:t>
            </a:r>
            <a:r>
              <a:rPr sz="2800" spc="-10" dirty="0">
                <a:latin typeface="Calibri"/>
                <a:cs typeface="Calibri"/>
              </a:rPr>
              <a:t>?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07404" y="3805809"/>
            <a:ext cx="539051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Qual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informação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dá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sobre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função,</a:t>
            </a:r>
            <a:r>
              <a:rPr sz="2800" spc="-1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𝑓(𝒙)</a:t>
            </a:r>
            <a:r>
              <a:rPr sz="2800" spc="-10" dirty="0">
                <a:latin typeface="Calibri"/>
                <a:cs typeface="Calibri"/>
              </a:rPr>
              <a:t>?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155" y="2730524"/>
            <a:ext cx="4890573" cy="23238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E081436-23D6-D50C-2430-F5F272B4DC06}"/>
                  </a:ext>
                </a:extLst>
              </p:cNvPr>
              <p:cNvSpPr txBox="1"/>
              <p:nvPr/>
            </p:nvSpPr>
            <p:spPr>
              <a:xfrm>
                <a:off x="7648024" y="2969618"/>
                <a:ext cx="2405210" cy="8361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E081436-23D6-D50C-2430-F5F272B4D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8024" y="2969618"/>
                <a:ext cx="2405210" cy="8361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5121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Vetor</a:t>
            </a:r>
            <a:r>
              <a:rPr spc="-195" dirty="0"/>
              <a:t> </a:t>
            </a:r>
            <a:r>
              <a:rPr spc="-10" dirty="0"/>
              <a:t>gradiente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155" y="2730524"/>
            <a:ext cx="4890573" cy="232382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FC6A157-B6C8-A660-4EA8-B91B8242D26D}"/>
              </a:ext>
            </a:extLst>
          </p:cNvPr>
          <p:cNvSpPr txBox="1"/>
          <p:nvPr/>
        </p:nvSpPr>
        <p:spPr>
          <a:xfrm>
            <a:off x="5791200" y="2209800"/>
            <a:ext cx="571246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+mj-lt"/>
              </a:rPr>
              <a:t>O </a:t>
            </a:r>
            <a:r>
              <a:rPr lang="pt-BR" sz="2800" b="0" i="0" spc="-100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lang="pt-BR" sz="2800" b="0" i="0" dirty="0">
                <a:solidFill>
                  <a:srgbClr val="000000"/>
                </a:solidFill>
                <a:latin typeface="+mj-lt"/>
                <a:cs typeface="Calibri"/>
              </a:rPr>
              <a:t>vetor</a:t>
            </a:r>
            <a:r>
              <a:rPr lang="pt-BR" sz="2800" b="0" i="0" spc="-100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lang="pt-BR" sz="2800" b="0" i="0" spc="-10" dirty="0">
                <a:solidFill>
                  <a:srgbClr val="000000"/>
                </a:solidFill>
                <a:latin typeface="+mj-lt"/>
                <a:cs typeface="Calibri"/>
              </a:rPr>
              <a:t>gradiente</a:t>
            </a:r>
            <a:r>
              <a:rPr lang="pt-BR" sz="2800" b="0" i="0" spc="-90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lang="pt-BR" sz="2800" i="1" dirty="0">
                <a:solidFill>
                  <a:srgbClr val="FF0000"/>
                </a:solidFill>
                <a:latin typeface="+mj-lt"/>
              </a:rPr>
              <a:t>aponta</a:t>
            </a:r>
            <a:r>
              <a:rPr lang="pt-BR" sz="2800" i="1" spc="-95" dirty="0">
                <a:solidFill>
                  <a:srgbClr val="FF0000"/>
                </a:solidFill>
                <a:latin typeface="+mj-lt"/>
              </a:rPr>
              <a:t> </a:t>
            </a:r>
            <a:r>
              <a:rPr lang="pt-BR" sz="2800" b="0" i="0" dirty="0">
                <a:solidFill>
                  <a:srgbClr val="000000"/>
                </a:solidFill>
                <a:latin typeface="+mj-lt"/>
                <a:cs typeface="Calibri"/>
              </a:rPr>
              <a:t>na</a:t>
            </a:r>
            <a:r>
              <a:rPr lang="pt-BR" sz="2800" b="0" i="0" spc="-100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lang="pt-BR" sz="2800" i="1" spc="-10" dirty="0">
                <a:solidFill>
                  <a:srgbClr val="00AF50"/>
                </a:solidFill>
                <a:latin typeface="+mj-lt"/>
              </a:rPr>
              <a:t>direção</a:t>
            </a:r>
            <a:r>
              <a:rPr lang="pt-BR" sz="2800" spc="-10" dirty="0">
                <a:solidFill>
                  <a:srgbClr val="00AF50"/>
                </a:solidFill>
                <a:latin typeface="+mj-lt"/>
              </a:rPr>
              <a:t> </a:t>
            </a:r>
            <a:r>
              <a:rPr lang="pt-BR" sz="2800" b="0" i="0" dirty="0">
                <a:solidFill>
                  <a:srgbClr val="000000"/>
                </a:solidFill>
                <a:latin typeface="+mj-lt"/>
                <a:cs typeface="Calibri"/>
              </a:rPr>
              <a:t>em</a:t>
            </a:r>
            <a:r>
              <a:rPr lang="pt-BR" sz="2800" b="0" i="0" spc="-55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lang="pt-BR" sz="2800" b="0" i="0" dirty="0">
                <a:solidFill>
                  <a:srgbClr val="000000"/>
                </a:solidFill>
                <a:latin typeface="+mj-lt"/>
                <a:cs typeface="Calibri"/>
              </a:rPr>
              <a:t>que</a:t>
            </a:r>
            <a:r>
              <a:rPr lang="pt-BR" sz="2800" b="0" i="0" spc="-40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lang="pt-BR" sz="2800" b="0" i="0" dirty="0">
                <a:solidFill>
                  <a:srgbClr val="000000"/>
                </a:solidFill>
                <a:latin typeface="+mj-lt"/>
                <a:cs typeface="Calibri"/>
              </a:rPr>
              <a:t>a</a:t>
            </a:r>
            <a:r>
              <a:rPr lang="pt-BR" sz="2800" b="0" i="0" spc="-55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lang="pt-BR" sz="2800" b="0" i="0" dirty="0">
                <a:solidFill>
                  <a:srgbClr val="000000"/>
                </a:solidFill>
                <a:latin typeface="+mj-lt"/>
                <a:cs typeface="Calibri"/>
              </a:rPr>
              <a:t>função</a:t>
            </a:r>
            <a:r>
              <a:rPr lang="pt-BR" sz="2800" b="0" i="0" spc="-20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lang="pt-BR" sz="2800" b="0" i="0" dirty="0">
                <a:solidFill>
                  <a:srgbClr val="000000"/>
                </a:solidFill>
                <a:latin typeface="+mj-lt"/>
                <a:cs typeface="Cambria Math"/>
              </a:rPr>
              <a:t>𝑓(𝒙)</a:t>
            </a:r>
            <a:r>
              <a:rPr lang="pt-BR" sz="2800" b="0" i="0" spc="-30" dirty="0">
                <a:solidFill>
                  <a:srgbClr val="000000"/>
                </a:solidFill>
                <a:latin typeface="+mj-lt"/>
                <a:cs typeface="Cambria Math"/>
              </a:rPr>
              <a:t> </a:t>
            </a:r>
            <a:r>
              <a:rPr lang="pt-BR" sz="2800" i="1" dirty="0">
                <a:solidFill>
                  <a:srgbClr val="00AF50"/>
                </a:solidFill>
                <a:latin typeface="+mj-lt"/>
              </a:rPr>
              <a:t>cresce</a:t>
            </a:r>
            <a:r>
              <a:rPr lang="pt-BR" sz="2800" i="1" spc="-50" dirty="0">
                <a:solidFill>
                  <a:srgbClr val="00AF50"/>
                </a:solidFill>
                <a:latin typeface="+mj-lt"/>
              </a:rPr>
              <a:t> </a:t>
            </a:r>
            <a:r>
              <a:rPr lang="pt-BR" sz="2800" i="1" spc="-20" dirty="0">
                <a:solidFill>
                  <a:srgbClr val="00AF50"/>
                </a:solidFill>
                <a:latin typeface="+mj-lt"/>
              </a:rPr>
              <a:t>mais</a:t>
            </a:r>
            <a:r>
              <a:rPr lang="pt-BR" sz="2800" spc="-20" dirty="0">
                <a:solidFill>
                  <a:srgbClr val="00AF50"/>
                </a:solidFill>
                <a:latin typeface="+mj-lt"/>
              </a:rPr>
              <a:t> </a:t>
            </a:r>
            <a:r>
              <a:rPr lang="pt-BR" sz="2800" spc="-10" dirty="0">
                <a:solidFill>
                  <a:srgbClr val="00AF50"/>
                </a:solidFill>
                <a:latin typeface="+mj-lt"/>
              </a:rPr>
              <a:t>rapidamente</a:t>
            </a:r>
            <a:r>
              <a:rPr lang="pt-BR" sz="2800" spc="-55" dirty="0">
                <a:solidFill>
                  <a:srgbClr val="00AF50"/>
                </a:solidFill>
                <a:latin typeface="+mj-lt"/>
              </a:rPr>
              <a:t> </a:t>
            </a:r>
            <a:r>
              <a:rPr lang="pt-BR" sz="2800" dirty="0">
                <a:latin typeface="+mj-lt"/>
              </a:rPr>
              <a:t>a</a:t>
            </a:r>
            <a:r>
              <a:rPr lang="pt-BR" sz="2800" spc="-75" dirty="0">
                <a:latin typeface="+mj-lt"/>
              </a:rPr>
              <a:t> </a:t>
            </a:r>
            <a:r>
              <a:rPr lang="pt-BR" sz="2800" dirty="0">
                <a:latin typeface="+mj-lt"/>
              </a:rPr>
              <a:t>partir</a:t>
            </a:r>
            <a:r>
              <a:rPr lang="pt-BR" sz="2800" spc="-60" dirty="0">
                <a:latin typeface="+mj-lt"/>
              </a:rPr>
              <a:t> </a:t>
            </a:r>
            <a:r>
              <a:rPr lang="pt-BR" sz="2800" dirty="0">
                <a:latin typeface="+mj-lt"/>
              </a:rPr>
              <a:t>do</a:t>
            </a:r>
            <a:r>
              <a:rPr lang="pt-BR" sz="2800" spc="-75" dirty="0">
                <a:latin typeface="+mj-lt"/>
              </a:rPr>
              <a:t> </a:t>
            </a:r>
            <a:r>
              <a:rPr lang="pt-BR" sz="2800" dirty="0">
                <a:latin typeface="+mj-lt"/>
              </a:rPr>
              <a:t>ponto</a:t>
            </a:r>
            <a:r>
              <a:rPr lang="pt-BR" sz="2800" spc="-70" dirty="0">
                <a:latin typeface="+mj-lt"/>
              </a:rPr>
              <a:t> </a:t>
            </a:r>
            <a:r>
              <a:rPr lang="pt-BR" sz="2800" spc="-25" dirty="0">
                <a:latin typeface="+mj-lt"/>
              </a:rPr>
              <a:t>em </a:t>
            </a:r>
            <a:r>
              <a:rPr lang="pt-BR" sz="2800" dirty="0">
                <a:latin typeface="+mj-lt"/>
              </a:rPr>
              <a:t>que</a:t>
            </a:r>
            <a:r>
              <a:rPr lang="pt-BR" sz="2800" spc="-20" dirty="0">
                <a:latin typeface="+mj-lt"/>
              </a:rPr>
              <a:t> </a:t>
            </a:r>
            <a:r>
              <a:rPr lang="pt-BR" sz="2800" dirty="0">
                <a:latin typeface="+mj-lt"/>
              </a:rPr>
              <a:t>é</a:t>
            </a:r>
            <a:r>
              <a:rPr lang="pt-BR" sz="2800" spc="-35" dirty="0">
                <a:latin typeface="+mj-lt"/>
              </a:rPr>
              <a:t> </a:t>
            </a:r>
            <a:r>
              <a:rPr lang="pt-BR" sz="2800" spc="-10" dirty="0">
                <a:latin typeface="+mj-lt"/>
              </a:rPr>
              <a:t>avaliado</a:t>
            </a:r>
            <a:endParaRPr lang="pt-BR" sz="2800" dirty="0">
              <a:latin typeface="+mj-l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5121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Vetor</a:t>
            </a:r>
            <a:r>
              <a:rPr spc="-195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76391" y="1793493"/>
            <a:ext cx="6123305" cy="398970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magnitudes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vetor </a:t>
            </a:r>
            <a:r>
              <a:rPr sz="2800" spc="-20" dirty="0">
                <a:latin typeface="Calibri"/>
                <a:cs typeface="Calibri"/>
              </a:rPr>
              <a:t>gradiente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indicam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taxa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crescimento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apontada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ele.</a:t>
            </a:r>
            <a:endParaRPr sz="2800" dirty="0">
              <a:latin typeface="Calibri"/>
              <a:cs typeface="Calibri"/>
            </a:endParaRPr>
          </a:p>
          <a:p>
            <a:pPr marL="698500" marR="28575" lvl="1" indent="-228600">
              <a:lnSpc>
                <a:spcPts val="2590"/>
              </a:lnSpc>
              <a:spcBef>
                <a:spcPts val="57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Quanto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magnitude,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taxa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crescimento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naquela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direção.</a:t>
            </a:r>
            <a:endParaRPr sz="2400" dirty="0">
              <a:latin typeface="Calibri"/>
              <a:cs typeface="Calibri"/>
            </a:endParaRPr>
          </a:p>
          <a:p>
            <a:pPr marL="241300" marR="52069" indent="-228600">
              <a:lnSpc>
                <a:spcPct val="90000"/>
              </a:lnSpc>
              <a:spcBef>
                <a:spcPts val="9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sinais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dizem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“</a:t>
            </a:r>
            <a:r>
              <a:rPr sz="2800" b="1" i="1" dirty="0">
                <a:latin typeface="Calibri"/>
                <a:cs typeface="Calibri"/>
              </a:rPr>
              <a:t>lado</a:t>
            </a:r>
            <a:r>
              <a:rPr sz="2800" dirty="0">
                <a:latin typeface="Calibri"/>
                <a:cs typeface="Calibri"/>
              </a:rPr>
              <a:t>”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aumentar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ou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diminuir</a:t>
            </a:r>
            <a:r>
              <a:rPr sz="2800" spc="-10" dirty="0">
                <a:latin typeface="Calibri"/>
                <a:cs typeface="Calibri"/>
              </a:rPr>
              <a:t>)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argumentos,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ir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valor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𝑓(𝒙)</a:t>
            </a:r>
            <a:r>
              <a:rPr sz="2800" spc="-30" dirty="0">
                <a:latin typeface="Cambria Math"/>
                <a:cs typeface="Cambria Math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seja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maior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atual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155" y="2730524"/>
            <a:ext cx="4890573" cy="2323821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5121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Vetor</a:t>
            </a:r>
            <a:r>
              <a:rPr spc="-195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25185" y="1793493"/>
            <a:ext cx="6523990" cy="482600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101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gradiente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também </a:t>
            </a:r>
            <a:r>
              <a:rPr sz="2800" spc="-20" dirty="0">
                <a:latin typeface="Calibri"/>
                <a:cs typeface="Calibri"/>
              </a:rPr>
              <a:t>interpretado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inclinação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um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hiperplano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tangente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à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800" b="1" i="1" spc="-1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no</a:t>
            </a:r>
            <a:r>
              <a:rPr sz="2800"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ponto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onde</a:t>
            </a:r>
            <a:r>
              <a:rPr sz="2800" b="1" i="1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ele</a:t>
            </a:r>
            <a:r>
              <a:rPr sz="2800" b="1" i="1" spc="-2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é</a:t>
            </a:r>
            <a:r>
              <a:rPr sz="2800" b="1" i="1" spc="-4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calculado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marR="249554" lvl="1" indent="-228600">
              <a:lnSpc>
                <a:spcPct val="90000"/>
              </a:lnSpc>
              <a:spcBef>
                <a:spcPts val="53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Quanto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maior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valor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absoluto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gradiente, </a:t>
            </a:r>
            <a:r>
              <a:rPr sz="2400" b="1" i="1" dirty="0">
                <a:latin typeface="Calibri"/>
                <a:cs typeface="Calibri"/>
              </a:rPr>
              <a:t>mais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inclinado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é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plano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tangente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naquele ponto.</a:t>
            </a:r>
            <a:endParaRPr sz="2400" dirty="0">
              <a:latin typeface="Calibri"/>
              <a:cs typeface="Calibri"/>
            </a:endParaRPr>
          </a:p>
          <a:p>
            <a:pPr marL="698500" marR="196850" lvl="1" indent="-228600">
              <a:lnSpc>
                <a:spcPts val="2590"/>
              </a:lnSpc>
              <a:spcBef>
                <a:spcPts val="540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Portanto,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um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vetor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gradiente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igual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0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indica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inclinação</a:t>
            </a:r>
            <a:r>
              <a:rPr sz="24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spc="-20" dirty="0">
                <a:solidFill>
                  <a:srgbClr val="6F2F9F"/>
                </a:solidFill>
                <a:latin typeface="Calibri"/>
                <a:cs typeface="Calibri"/>
              </a:rPr>
              <a:t>nula</a:t>
            </a:r>
            <a:r>
              <a:rPr sz="2400" spc="-2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00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Ou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não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varia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mais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em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nenhuma direção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20320" lvl="1" indent="-228600">
              <a:lnSpc>
                <a:spcPts val="2590"/>
              </a:lnSpc>
              <a:spcBef>
                <a:spcPts val="509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Onde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isso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ocorre?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extremos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4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ou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seus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pontos</a:t>
            </a:r>
            <a:r>
              <a:rPr sz="24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máximo</a:t>
            </a:r>
            <a:r>
              <a:rPr sz="24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4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mínimo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155" y="2730524"/>
            <a:ext cx="4890573" cy="232382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96949" y="5284089"/>
            <a:ext cx="2952750" cy="8782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540" algn="ctr">
              <a:lnSpc>
                <a:spcPct val="99800"/>
              </a:lnSpc>
              <a:spcBef>
                <a:spcPts val="105"/>
              </a:spcBef>
            </a:pPr>
            <a:r>
              <a:rPr sz="1400" b="1" dirty="0">
                <a:latin typeface="Calibri"/>
                <a:cs typeface="Calibri"/>
              </a:rPr>
              <a:t>Obs</a:t>
            </a:r>
            <a:r>
              <a:rPr sz="1400" dirty="0">
                <a:latin typeface="Calibri"/>
                <a:cs typeface="Calibri"/>
              </a:rPr>
              <a:t>.: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função,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𝑓</a:t>
            </a:r>
            <a:r>
              <a:rPr sz="1400" dirty="0">
                <a:latin typeface="Calibri"/>
                <a:cs typeface="Calibri"/>
              </a:rPr>
              <a:t>,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apenas </a:t>
            </a:r>
            <a:r>
              <a:rPr sz="1400" dirty="0">
                <a:latin typeface="Calibri"/>
                <a:cs typeface="Calibri"/>
              </a:rPr>
              <a:t>um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argumento,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𝑥</a:t>
            </a:r>
            <a:r>
              <a:rPr sz="1400" dirty="0">
                <a:latin typeface="Calibri"/>
                <a:cs typeface="Calibri"/>
              </a:rPr>
              <a:t>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vetor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gradiente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dá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a </a:t>
            </a:r>
            <a:r>
              <a:rPr sz="1400" dirty="0">
                <a:latin typeface="Calibri"/>
                <a:cs typeface="Calibri"/>
              </a:rPr>
              <a:t>inclinação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uma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6F2F9F"/>
                </a:solidFill>
                <a:latin typeface="Calibri"/>
                <a:cs typeface="Calibri"/>
              </a:rPr>
              <a:t>reta</a:t>
            </a:r>
            <a:r>
              <a:rPr sz="14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tangente </a:t>
            </a:r>
            <a:r>
              <a:rPr sz="1400" spc="-25" dirty="0">
                <a:latin typeface="Calibri"/>
                <a:cs typeface="Calibri"/>
              </a:rPr>
              <a:t>ao </a:t>
            </a:r>
            <a:r>
              <a:rPr sz="1400" dirty="0">
                <a:latin typeface="Calibri"/>
                <a:cs typeface="Calibri"/>
              </a:rPr>
              <a:t>ponto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vetor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é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calculado.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5121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Vetor</a:t>
            </a:r>
            <a:r>
              <a:rPr spc="-195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304716"/>
            <a:ext cx="10833100" cy="12559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79400" marR="30480" indent="-228600">
              <a:lnSpc>
                <a:spcPct val="90200"/>
              </a:lnSpc>
              <a:spcBef>
                <a:spcPts val="425"/>
              </a:spcBef>
              <a:buFont typeface="Arial"/>
              <a:buChar char="•"/>
              <a:tabLst>
                <a:tab pos="279400" algn="l"/>
                <a:tab pos="8486775" algn="l"/>
                <a:tab pos="1044702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gradiente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𝐾</a:t>
            </a:r>
            <a:r>
              <a:rPr sz="2800" spc="2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argumentos,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𝑓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1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2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2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05" dirty="0">
                <a:latin typeface="Cambria Math"/>
                <a:cs typeface="Cambria Math"/>
              </a:rPr>
              <a:t> </a:t>
            </a:r>
            <a:r>
              <a:rPr sz="2800" spc="-30" dirty="0">
                <a:latin typeface="Cambria Math"/>
                <a:cs typeface="Cambria Math"/>
              </a:rPr>
              <a:t>…</a:t>
            </a:r>
            <a:r>
              <a:rPr sz="2800" spc="-12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,</a:t>
            </a:r>
            <a:r>
              <a:rPr sz="2800" spc="-10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𝑥</a:t>
            </a:r>
            <a:r>
              <a:rPr sz="3075" spc="-37" baseline="-16260" dirty="0">
                <a:latin typeface="Cambria Math"/>
                <a:cs typeface="Cambria Math"/>
              </a:rPr>
              <a:t>𝐾</a:t>
            </a:r>
            <a:r>
              <a:rPr lang="pt-BR" sz="3075" spc="-37" dirty="0">
                <a:latin typeface="Cambria Math"/>
                <a:cs typeface="Cambria Math"/>
              </a:rPr>
              <a:t>)</a:t>
            </a:r>
            <a:r>
              <a:rPr sz="2800" dirty="0">
                <a:latin typeface="Calibri"/>
                <a:cs typeface="Calibri"/>
              </a:rPr>
              <a:t>, </a:t>
            </a:r>
            <a:r>
              <a:rPr sz="2800" spc="-50" dirty="0">
                <a:latin typeface="Calibri"/>
                <a:cs typeface="Calibri"/>
              </a:rPr>
              <a:t>é </a:t>
            </a:r>
            <a:r>
              <a:rPr sz="2800" dirty="0">
                <a:latin typeface="Calibri"/>
                <a:cs typeface="Calibri"/>
              </a:rPr>
              <a:t>definido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derivada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parcial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em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relação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cada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um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seus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argumentos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75" dirty="0">
                <a:latin typeface="Cambria Math"/>
                <a:cs typeface="Cambria Math"/>
              </a:rPr>
              <a:t>𝑥</a:t>
            </a:r>
            <a:r>
              <a:rPr sz="3075" spc="112" baseline="-16260" dirty="0">
                <a:latin typeface="Cambria Math"/>
                <a:cs typeface="Cambria Math"/>
              </a:rPr>
              <a:t>𝑘</a:t>
            </a:r>
            <a:r>
              <a:rPr sz="2800" spc="75" dirty="0">
                <a:latin typeface="Cambria Math"/>
                <a:cs typeface="Cambria Math"/>
              </a:rPr>
              <a:t>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𝑘</a:t>
            </a:r>
            <a:r>
              <a:rPr sz="2800" spc="22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45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1,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30" dirty="0">
                <a:latin typeface="Cambria Math"/>
                <a:cs typeface="Cambria Math"/>
              </a:rPr>
              <a:t>…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𝐾: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1727" y="2652199"/>
            <a:ext cx="2500949" cy="45204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566420" algn="l"/>
              </a:tabLst>
            </a:pPr>
            <a:r>
              <a:rPr sz="2600" spc="-25" dirty="0">
                <a:latin typeface="Cambria Math"/>
                <a:cs typeface="Cambria Math"/>
              </a:rPr>
              <a:t>𝛻𝑓</a:t>
            </a:r>
            <a:r>
              <a:rPr lang="pt-BR" sz="2600" spc="-25" dirty="0">
                <a:latin typeface="Cambria Math"/>
                <a:cs typeface="Cambria Math"/>
              </a:rPr>
              <a:t>(</a:t>
            </a:r>
            <a:r>
              <a:rPr sz="2600" dirty="0">
                <a:latin typeface="Cambria Math"/>
                <a:cs typeface="Cambria Math"/>
              </a:rPr>
              <a:t>𝑥</a:t>
            </a:r>
            <a:r>
              <a:rPr sz="2850" baseline="-16081" dirty="0">
                <a:latin typeface="Cambria Math"/>
                <a:cs typeface="Cambria Math"/>
              </a:rPr>
              <a:t>1</a:t>
            </a:r>
            <a:r>
              <a:rPr sz="2600" dirty="0">
                <a:latin typeface="Cambria Math"/>
                <a:cs typeface="Cambria Math"/>
              </a:rPr>
              <a:t>,</a:t>
            </a:r>
            <a:r>
              <a:rPr sz="2600" spc="-9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𝑥</a:t>
            </a:r>
            <a:r>
              <a:rPr sz="2850" baseline="-16081" dirty="0">
                <a:latin typeface="Cambria Math"/>
                <a:cs typeface="Cambria Math"/>
              </a:rPr>
              <a:t>2</a:t>
            </a:r>
            <a:r>
              <a:rPr sz="2600" dirty="0">
                <a:latin typeface="Cambria Math"/>
                <a:cs typeface="Cambria Math"/>
              </a:rPr>
              <a:t>,</a:t>
            </a:r>
            <a:r>
              <a:rPr sz="2600" spc="-1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…</a:t>
            </a:r>
            <a:r>
              <a:rPr sz="2600" spc="-1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,</a:t>
            </a:r>
            <a:r>
              <a:rPr sz="2600" spc="-85" dirty="0">
                <a:latin typeface="Cambria Math"/>
                <a:cs typeface="Cambria Math"/>
              </a:rPr>
              <a:t> </a:t>
            </a:r>
            <a:r>
              <a:rPr sz="2600" spc="-25" dirty="0">
                <a:latin typeface="Cambria Math"/>
                <a:cs typeface="Cambria Math"/>
              </a:rPr>
              <a:t>𝑥</a:t>
            </a:r>
            <a:r>
              <a:rPr sz="2850" spc="-37" baseline="-16081" dirty="0">
                <a:latin typeface="Cambria Math"/>
                <a:cs typeface="Cambria Math"/>
              </a:rPr>
              <a:t>𝐾</a:t>
            </a:r>
            <a:r>
              <a:rPr lang="pt-BR" sz="2850" spc="-37" dirty="0">
                <a:latin typeface="Cambria Math"/>
                <a:cs typeface="Cambria Math"/>
              </a:rPr>
              <a:t>)</a:t>
            </a:r>
            <a:endParaRPr sz="2850" dirty="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6939" y="4297300"/>
            <a:ext cx="10958195" cy="24993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364490" indent="-228600">
              <a:lnSpc>
                <a:spcPct val="899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Notem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representado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símbolo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Nabla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𝛻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é </a:t>
            </a:r>
            <a:r>
              <a:rPr sz="2800" dirty="0">
                <a:latin typeface="Calibri"/>
                <a:cs typeface="Calibri"/>
              </a:rPr>
              <a:t>definido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vetor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coluna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elementos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igual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ao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argumentos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função.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OBS</a:t>
            </a:r>
            <a:r>
              <a:rPr sz="2800" dirty="0">
                <a:latin typeface="Calibri"/>
                <a:cs typeface="Calibri"/>
              </a:rPr>
              <a:t>.: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sequência,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questões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didáticas,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perda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generalidade,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assumir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argumento,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2985"/>
              </a:lnSpc>
              <a:tabLst>
                <a:tab pos="594995" algn="l"/>
                <a:tab pos="942340" algn="l"/>
              </a:tabLst>
            </a:pPr>
            <a:r>
              <a:rPr sz="2800" spc="-50" dirty="0">
                <a:latin typeface="Cambria Math"/>
                <a:cs typeface="Cambria Math"/>
              </a:rPr>
              <a:t>𝑓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𝑥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spc="-50" dirty="0">
                <a:latin typeface="Cambria Math"/>
                <a:cs typeface="Cambria Math"/>
              </a:rPr>
              <a:t>.</a:t>
            </a:r>
            <a:endParaRPr sz="2800" dirty="0"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B76996BC-404F-FDFF-6908-8A39E90669D0}"/>
                  </a:ext>
                </a:extLst>
              </p:cNvPr>
              <p:cNvSpPr txBox="1"/>
              <p:nvPr/>
            </p:nvSpPr>
            <p:spPr>
              <a:xfrm>
                <a:off x="1982085" y="3255741"/>
                <a:ext cx="8227829" cy="9275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…,</m:t>
                                      </m:r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f>
                                <m:f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   …  </m:t>
                              </m:r>
                              <m:f>
                                <m:f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b>
                                  </m:s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B76996BC-404F-FDFF-6908-8A39E9066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085" y="3255741"/>
                <a:ext cx="8227829" cy="9275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O</a:t>
            </a:r>
            <a:r>
              <a:rPr spc="-75" dirty="0"/>
              <a:t> </a:t>
            </a:r>
            <a:r>
              <a:rPr dirty="0"/>
              <a:t>vetor</a:t>
            </a:r>
            <a:r>
              <a:rPr spc="-50" dirty="0"/>
              <a:t> </a:t>
            </a:r>
            <a:r>
              <a:rPr dirty="0"/>
              <a:t>gradiente</a:t>
            </a:r>
            <a:r>
              <a:rPr spc="-85" dirty="0"/>
              <a:t> </a:t>
            </a:r>
            <a:r>
              <a:rPr dirty="0"/>
              <a:t>indica</a:t>
            </a:r>
            <a:r>
              <a:rPr spc="-60" dirty="0"/>
              <a:t> </a:t>
            </a:r>
            <a:r>
              <a:rPr dirty="0"/>
              <a:t>o</a:t>
            </a:r>
            <a:r>
              <a:rPr spc="-75" dirty="0"/>
              <a:t> </a:t>
            </a:r>
            <a:r>
              <a:rPr dirty="0"/>
              <a:t>caminho</a:t>
            </a:r>
            <a:r>
              <a:rPr spc="-65" dirty="0"/>
              <a:t> </a:t>
            </a:r>
            <a:r>
              <a:rPr dirty="0"/>
              <a:t>para</a:t>
            </a:r>
            <a:r>
              <a:rPr spc="-85" dirty="0"/>
              <a:t> </a:t>
            </a:r>
            <a:r>
              <a:rPr spc="-50" dirty="0"/>
              <a:t>o </a:t>
            </a:r>
            <a:r>
              <a:rPr dirty="0"/>
              <a:t>ponto</a:t>
            </a:r>
            <a:r>
              <a:rPr spc="-3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máximo</a:t>
            </a:r>
            <a:r>
              <a:rPr spc="-40" dirty="0"/>
              <a:t> </a:t>
            </a:r>
            <a:r>
              <a:rPr dirty="0"/>
              <a:t>da</a:t>
            </a:r>
            <a:r>
              <a:rPr spc="-20" dirty="0"/>
              <a:t> </a:t>
            </a:r>
            <a:r>
              <a:rPr spc="-10" dirty="0"/>
              <a:t>função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9324"/>
            <a:ext cx="10451465" cy="194373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Imaginem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inicial,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𝑥(0)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𝑓(𝑥(0))</a:t>
            </a:r>
            <a:r>
              <a:rPr sz="2800" spc="-4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abaixo.</a:t>
            </a:r>
            <a:endParaRPr sz="2800" dirty="0">
              <a:latin typeface="Calibri"/>
              <a:cs typeface="Calibri"/>
            </a:endParaRPr>
          </a:p>
          <a:p>
            <a:pPr marL="241300" marR="547370" indent="-228600">
              <a:lnSpc>
                <a:spcPts val="302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quisermos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𝑓(𝑥)</a:t>
            </a:r>
            <a:r>
              <a:rPr sz="2800" spc="-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aumente,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devemos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aumentar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ou </a:t>
            </a:r>
            <a:r>
              <a:rPr sz="2800" dirty="0">
                <a:latin typeface="Calibri"/>
                <a:cs typeface="Calibri"/>
              </a:rPr>
              <a:t>diminuir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𝑥(0)</a:t>
            </a:r>
            <a:r>
              <a:rPr sz="2800" spc="-10" dirty="0">
                <a:latin typeface="Calibri"/>
                <a:cs typeface="Calibri"/>
              </a:rPr>
              <a:t>?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Ou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direção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devemos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seguir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maximizar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𝑓(𝑥)</a:t>
            </a:r>
            <a:r>
              <a:rPr sz="2800" spc="-10" dirty="0">
                <a:latin typeface="Calibri"/>
                <a:cs typeface="Calibri"/>
              </a:rPr>
              <a:t>?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4345" y="4096808"/>
            <a:ext cx="4922522" cy="2509464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O</a:t>
            </a:r>
            <a:r>
              <a:rPr spc="-75" dirty="0"/>
              <a:t> </a:t>
            </a:r>
            <a:r>
              <a:rPr dirty="0"/>
              <a:t>vetor</a:t>
            </a:r>
            <a:r>
              <a:rPr spc="-50" dirty="0"/>
              <a:t> </a:t>
            </a:r>
            <a:r>
              <a:rPr dirty="0"/>
              <a:t>gradiente</a:t>
            </a:r>
            <a:r>
              <a:rPr spc="-85" dirty="0"/>
              <a:t> </a:t>
            </a:r>
            <a:r>
              <a:rPr dirty="0"/>
              <a:t>indica</a:t>
            </a:r>
            <a:r>
              <a:rPr spc="-60" dirty="0"/>
              <a:t> </a:t>
            </a:r>
            <a:r>
              <a:rPr dirty="0"/>
              <a:t>o</a:t>
            </a:r>
            <a:r>
              <a:rPr spc="-75" dirty="0"/>
              <a:t> </a:t>
            </a:r>
            <a:r>
              <a:rPr dirty="0"/>
              <a:t>caminho</a:t>
            </a:r>
            <a:r>
              <a:rPr spc="-65" dirty="0"/>
              <a:t> </a:t>
            </a:r>
            <a:r>
              <a:rPr dirty="0"/>
              <a:t>para</a:t>
            </a:r>
            <a:r>
              <a:rPr spc="-85" dirty="0"/>
              <a:t> </a:t>
            </a:r>
            <a:r>
              <a:rPr spc="-50" dirty="0"/>
              <a:t>o </a:t>
            </a:r>
            <a:r>
              <a:rPr dirty="0"/>
              <a:t>ponto</a:t>
            </a:r>
            <a:r>
              <a:rPr spc="-3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máximo</a:t>
            </a:r>
            <a:r>
              <a:rPr spc="-40" dirty="0"/>
              <a:t> </a:t>
            </a:r>
            <a:r>
              <a:rPr dirty="0"/>
              <a:t>da</a:t>
            </a:r>
            <a:r>
              <a:rPr spc="-20" dirty="0"/>
              <a:t> </a:t>
            </a:r>
            <a:r>
              <a:rPr spc="-10" dirty="0"/>
              <a:t>função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72213" y="1717727"/>
            <a:ext cx="6104890" cy="36531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2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gradiente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ponto</a:t>
            </a:r>
            <a:endParaRPr sz="2800" dirty="0">
              <a:latin typeface="Calibri"/>
              <a:cs typeface="Calibri"/>
            </a:endParaRPr>
          </a:p>
          <a:p>
            <a:pPr marL="241300" marR="5080">
              <a:lnSpc>
                <a:spcPct val="90000"/>
              </a:lnSpc>
              <a:spcBef>
                <a:spcPts val="175"/>
              </a:spcBef>
              <a:tabLst>
                <a:tab pos="1673225" algn="l"/>
                <a:tab pos="2512060" algn="l"/>
              </a:tabLst>
            </a:pPr>
            <a:r>
              <a:rPr sz="2800" dirty="0">
                <a:latin typeface="Cambria Math"/>
                <a:cs typeface="Cambria Math"/>
              </a:rPr>
              <a:t>𝑥(0)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𝛻𝑓</a:t>
            </a:r>
            <a:r>
              <a:rPr lang="pt-BR" sz="2800" spc="-25" dirty="0">
                <a:latin typeface="Cambria Math"/>
                <a:cs typeface="Cambria Math"/>
              </a:rPr>
              <a:t>(</a:t>
            </a:r>
            <a:r>
              <a:rPr sz="2800" spc="-20" dirty="0">
                <a:latin typeface="Cambria Math"/>
                <a:cs typeface="Cambria Math"/>
              </a:rPr>
              <a:t>𝑥(0)</a:t>
            </a:r>
            <a:r>
              <a:rPr lang="pt-BR" sz="2800" spc="-2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diz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em</a:t>
            </a:r>
            <a:r>
              <a:rPr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qual</a:t>
            </a:r>
            <a:r>
              <a:rPr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direção </a:t>
            </a:r>
            <a:r>
              <a:rPr sz="2800" spc="-10" dirty="0">
                <a:latin typeface="Calibri"/>
                <a:cs typeface="Calibri"/>
              </a:rPr>
              <a:t>devemos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caminhar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aumentar</a:t>
            </a:r>
            <a:r>
              <a:rPr sz="2800" b="1" i="1" spc="-114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valor</a:t>
            </a:r>
            <a:r>
              <a:rPr sz="28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8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𝑓(𝑥)</a:t>
            </a:r>
            <a:r>
              <a:rPr sz="2800" spc="-1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rapidamente.</a:t>
            </a:r>
            <a:endParaRPr sz="2800" dirty="0">
              <a:latin typeface="Calibri"/>
              <a:cs typeface="Calibri"/>
            </a:endParaRPr>
          </a:p>
          <a:p>
            <a:pPr marL="241300" marR="17145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adicionarmos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porcentagem*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𝛼</a:t>
            </a:r>
            <a:r>
              <a:rPr sz="2800" spc="-25" dirty="0">
                <a:latin typeface="Calibri"/>
                <a:cs typeface="Calibri"/>
              </a:rPr>
              <a:t>,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gradiente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𝑥(0)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teremos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novo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ponto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𝑥(1)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terá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𝑓(𝑥)</a:t>
            </a:r>
            <a:r>
              <a:rPr sz="2800" spc="-20" dirty="0">
                <a:latin typeface="Cambria Math"/>
                <a:cs typeface="Cambria Math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maior</a:t>
            </a:r>
            <a:r>
              <a:rPr sz="28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anterior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ou</a:t>
            </a:r>
            <a:r>
              <a:rPr sz="2800" spc="7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seja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1711" y="2878274"/>
            <a:ext cx="5395595" cy="2589530"/>
            <a:chOff x="121711" y="2878274"/>
            <a:chExt cx="5395595" cy="258953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711" y="2878274"/>
              <a:ext cx="5395488" cy="233854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679954" y="5250307"/>
              <a:ext cx="1178560" cy="213995"/>
            </a:xfrm>
            <a:custGeom>
              <a:avLst/>
              <a:gdLst/>
              <a:ahLst/>
              <a:cxnLst/>
              <a:rect l="l" t="t" r="r" b="b"/>
              <a:pathLst>
                <a:path w="1178560" h="213995">
                  <a:moveTo>
                    <a:pt x="1178559" y="0"/>
                  </a:moveTo>
                  <a:lnTo>
                    <a:pt x="1177174" y="41548"/>
                  </a:lnTo>
                  <a:lnTo>
                    <a:pt x="1173384" y="75501"/>
                  </a:lnTo>
                  <a:lnTo>
                    <a:pt x="1167737" y="98405"/>
                  </a:lnTo>
                  <a:lnTo>
                    <a:pt x="1160780" y="106807"/>
                  </a:lnTo>
                  <a:lnTo>
                    <a:pt x="607186" y="106807"/>
                  </a:lnTo>
                  <a:lnTo>
                    <a:pt x="600209" y="115210"/>
                  </a:lnTo>
                  <a:lnTo>
                    <a:pt x="594518" y="138128"/>
                  </a:lnTo>
                  <a:lnTo>
                    <a:pt x="590684" y="172118"/>
                  </a:lnTo>
                  <a:lnTo>
                    <a:pt x="589280" y="213741"/>
                  </a:lnTo>
                  <a:lnTo>
                    <a:pt x="587894" y="172118"/>
                  </a:lnTo>
                  <a:lnTo>
                    <a:pt x="584104" y="138128"/>
                  </a:lnTo>
                  <a:lnTo>
                    <a:pt x="578457" y="115210"/>
                  </a:lnTo>
                  <a:lnTo>
                    <a:pt x="571499" y="106807"/>
                  </a:lnTo>
                  <a:lnTo>
                    <a:pt x="17779" y="106807"/>
                  </a:lnTo>
                  <a:lnTo>
                    <a:pt x="10876" y="98405"/>
                  </a:lnTo>
                  <a:lnTo>
                    <a:pt x="5222" y="75501"/>
                  </a:lnTo>
                  <a:lnTo>
                    <a:pt x="1402" y="41548"/>
                  </a:lnTo>
                  <a:lnTo>
                    <a:pt x="0" y="0"/>
                  </a:lnTo>
                </a:path>
              </a:pathLst>
            </a:custGeom>
            <a:ln w="634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090798" y="5489244"/>
            <a:ext cx="322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ambria Math"/>
                <a:cs typeface="Cambria Math"/>
              </a:rPr>
              <a:t>𝑥(1)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739" y="6591401"/>
            <a:ext cx="4727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solidFill>
                  <a:srgbClr val="6F2F9F"/>
                </a:solidFill>
                <a:latin typeface="Calibri"/>
                <a:cs typeface="Calibri"/>
              </a:rPr>
              <a:t>*</a:t>
            </a:r>
            <a:r>
              <a:rPr sz="1200" b="1" i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6F2F9F"/>
                </a:solidFill>
                <a:latin typeface="Calibri"/>
                <a:cs typeface="Calibri"/>
              </a:rPr>
              <a:t>O</a:t>
            </a:r>
            <a:r>
              <a:rPr sz="1200" b="1" i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6F2F9F"/>
                </a:solidFill>
                <a:latin typeface="Calibri"/>
                <a:cs typeface="Calibri"/>
              </a:rPr>
              <a:t>vetor</a:t>
            </a:r>
            <a:r>
              <a:rPr sz="1200" b="1" i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6F2F9F"/>
                </a:solidFill>
                <a:latin typeface="Calibri"/>
                <a:cs typeface="Calibri"/>
              </a:rPr>
              <a:t>gradiente</a:t>
            </a:r>
            <a:r>
              <a:rPr sz="1200" b="1" i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6F2F9F"/>
                </a:solidFill>
                <a:latin typeface="Calibri"/>
                <a:cs typeface="Calibri"/>
              </a:rPr>
              <a:t>dá</a:t>
            </a:r>
            <a:r>
              <a:rPr sz="1200" b="1" i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1200" b="1" i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EC7C30"/>
                </a:solidFill>
                <a:latin typeface="Calibri"/>
                <a:cs typeface="Calibri"/>
              </a:rPr>
              <a:t>direção</a:t>
            </a:r>
            <a:r>
              <a:rPr sz="1200" b="1" i="1" spc="2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6F2F9F"/>
                </a:solidFill>
                <a:latin typeface="Calibri"/>
                <a:cs typeface="Calibri"/>
              </a:rPr>
              <a:t>e</a:t>
            </a:r>
            <a:r>
              <a:rPr sz="1200" b="1" i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6F2F9F"/>
                </a:solidFill>
                <a:latin typeface="Calibri"/>
                <a:cs typeface="Calibri"/>
              </a:rPr>
              <a:t>não</a:t>
            </a:r>
            <a:r>
              <a:rPr sz="1200" b="1" i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1200" b="1" i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6F2F9F"/>
                </a:solidFill>
                <a:latin typeface="Calibri"/>
                <a:cs typeface="Calibri"/>
              </a:rPr>
              <a:t>distância</a:t>
            </a:r>
            <a:r>
              <a:rPr sz="1200" b="1" i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6F2F9F"/>
                </a:solidFill>
                <a:latin typeface="Calibri"/>
                <a:cs typeface="Calibri"/>
              </a:rPr>
              <a:t>até</a:t>
            </a:r>
            <a:r>
              <a:rPr sz="1200" b="1" i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6F2F9F"/>
                </a:solidFill>
                <a:latin typeface="Calibri"/>
                <a:cs typeface="Calibri"/>
              </a:rPr>
              <a:t>o</a:t>
            </a:r>
            <a:r>
              <a:rPr sz="1200" b="1" i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6F2F9F"/>
                </a:solidFill>
                <a:latin typeface="Calibri"/>
                <a:cs typeface="Calibri"/>
              </a:rPr>
              <a:t>ponto</a:t>
            </a:r>
            <a:r>
              <a:rPr sz="1200" b="1" i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6F2F9F"/>
                </a:solidFill>
                <a:latin typeface="Calibri"/>
                <a:cs typeface="Calibri"/>
              </a:rPr>
              <a:t>de </a:t>
            </a:r>
            <a:r>
              <a:rPr sz="1200" b="1" i="1" spc="-10" dirty="0">
                <a:solidFill>
                  <a:srgbClr val="6F2F9F"/>
                </a:solidFill>
                <a:latin typeface="Calibri"/>
                <a:cs typeface="Calibri"/>
              </a:rPr>
              <a:t>máximo.</a:t>
            </a:r>
            <a:endParaRPr sz="12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635CD4D9-2222-589F-BC79-012DA1478661}"/>
                  </a:ext>
                </a:extLst>
              </p:cNvPr>
              <p:cNvSpPr txBox="1"/>
              <p:nvPr/>
            </p:nvSpPr>
            <p:spPr>
              <a:xfrm>
                <a:off x="6623861" y="5250307"/>
                <a:ext cx="5468164" cy="1387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f>
                                    <m:f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d>
                                            <m:d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groupChr>
                            </m:e>
                            <m:li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lim>
                          </m:limLow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635CD4D9-2222-589F-BC79-012DA1478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861" y="5250307"/>
                <a:ext cx="5468164" cy="13871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O</a:t>
            </a:r>
            <a:r>
              <a:rPr spc="-75" dirty="0"/>
              <a:t> </a:t>
            </a:r>
            <a:r>
              <a:rPr dirty="0"/>
              <a:t>vetor</a:t>
            </a:r>
            <a:r>
              <a:rPr spc="-50" dirty="0"/>
              <a:t> </a:t>
            </a:r>
            <a:r>
              <a:rPr dirty="0"/>
              <a:t>gradiente</a:t>
            </a:r>
            <a:r>
              <a:rPr spc="-85" dirty="0"/>
              <a:t> </a:t>
            </a:r>
            <a:r>
              <a:rPr dirty="0"/>
              <a:t>indica</a:t>
            </a:r>
            <a:r>
              <a:rPr spc="-60" dirty="0"/>
              <a:t> </a:t>
            </a:r>
            <a:r>
              <a:rPr dirty="0"/>
              <a:t>o</a:t>
            </a:r>
            <a:r>
              <a:rPr spc="-75" dirty="0"/>
              <a:t> </a:t>
            </a:r>
            <a:r>
              <a:rPr dirty="0"/>
              <a:t>caminho</a:t>
            </a:r>
            <a:r>
              <a:rPr spc="-65" dirty="0"/>
              <a:t> </a:t>
            </a:r>
            <a:r>
              <a:rPr dirty="0"/>
              <a:t>para</a:t>
            </a:r>
            <a:r>
              <a:rPr spc="-85" dirty="0"/>
              <a:t> </a:t>
            </a:r>
            <a:r>
              <a:rPr spc="-50" dirty="0"/>
              <a:t>o </a:t>
            </a:r>
            <a:r>
              <a:rPr dirty="0"/>
              <a:t>ponto</a:t>
            </a:r>
            <a:r>
              <a:rPr spc="-3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máximo</a:t>
            </a:r>
            <a:r>
              <a:rPr spc="-40" dirty="0"/>
              <a:t> </a:t>
            </a:r>
            <a:r>
              <a:rPr dirty="0"/>
              <a:t>da</a:t>
            </a:r>
            <a:r>
              <a:rPr spc="-20" dirty="0"/>
              <a:t> </a:t>
            </a:r>
            <a:r>
              <a:rPr spc="-10" dirty="0"/>
              <a:t>função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37630" y="1793493"/>
            <a:ext cx="5911215" cy="49320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99085" marR="5080" indent="-28702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800" dirty="0">
                <a:latin typeface="Calibri"/>
                <a:cs typeface="Calibri"/>
              </a:rPr>
              <a:t>Se,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ponto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atual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nós </a:t>
            </a:r>
            <a:r>
              <a:rPr sz="2800" dirty="0">
                <a:latin typeface="Calibri"/>
                <a:cs typeface="Calibri"/>
              </a:rPr>
              <a:t>calcularmos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gradiente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spc="-10" dirty="0">
                <a:latin typeface="Calibri"/>
                <a:cs typeface="Calibri"/>
              </a:rPr>
              <a:t>adicionarmos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porcentagem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dele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ponto,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teremos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novo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ponto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 </a:t>
            </a:r>
            <a:r>
              <a:rPr sz="2800" dirty="0">
                <a:latin typeface="Calibri"/>
                <a:cs typeface="Calibri"/>
              </a:rPr>
              <a:t>leva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valor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maior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8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valor</a:t>
            </a:r>
            <a:r>
              <a:rPr sz="28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anterior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99085" marR="162560" indent="-28702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800" spc="-25" dirty="0">
                <a:latin typeface="Calibri"/>
                <a:cs typeface="Calibri"/>
              </a:rPr>
              <a:t>Portanto,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procedimento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vai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iterativamente caminhando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direção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ponto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de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máximo</a:t>
            </a:r>
            <a:r>
              <a:rPr sz="28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99085" marR="379730" indent="-287020">
              <a:lnSpc>
                <a:spcPts val="3030"/>
              </a:lnSpc>
              <a:spcBef>
                <a:spcPts val="103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800" spc="-20" dirty="0">
                <a:latin typeface="Calibri"/>
                <a:cs typeface="Calibri"/>
              </a:rPr>
              <a:t>Vamos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entender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isso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ser </a:t>
            </a:r>
            <a:r>
              <a:rPr sz="2800" spc="-10" dirty="0">
                <a:latin typeface="Calibri"/>
                <a:cs typeface="Calibri"/>
              </a:rPr>
              <a:t>feito.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49" y="2707458"/>
            <a:ext cx="5395488" cy="233854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Algoritmo</a:t>
            </a:r>
            <a:r>
              <a:rPr spc="-75" dirty="0"/>
              <a:t> </a:t>
            </a:r>
            <a:r>
              <a:rPr dirty="0"/>
              <a:t>do</a:t>
            </a:r>
            <a:r>
              <a:rPr spc="-70" dirty="0"/>
              <a:t> </a:t>
            </a:r>
            <a:r>
              <a:rPr dirty="0"/>
              <a:t>gradiente</a:t>
            </a:r>
            <a:r>
              <a:rPr spc="-80" dirty="0"/>
              <a:t> </a:t>
            </a:r>
            <a:r>
              <a:rPr spc="-10" dirty="0"/>
              <a:t>ascendente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5586" y="1730598"/>
            <a:ext cx="6424295" cy="4485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𝑓(𝑥)</a:t>
            </a:r>
            <a:r>
              <a:rPr sz="2800" spc="-2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ponto</a:t>
            </a:r>
            <a:endParaRPr sz="2800" dirty="0">
              <a:latin typeface="Calibri"/>
              <a:cs typeface="Calibri"/>
            </a:endParaRPr>
          </a:p>
          <a:p>
            <a:pPr marL="241300" marR="186055">
              <a:lnSpc>
                <a:spcPct val="89900"/>
              </a:lnSpc>
              <a:spcBef>
                <a:spcPts val="170"/>
              </a:spcBef>
            </a:pPr>
            <a:r>
              <a:rPr sz="2800" dirty="0">
                <a:latin typeface="Cambria Math"/>
                <a:cs typeface="Cambria Math"/>
              </a:rPr>
              <a:t>𝑥(𝑛)</a:t>
            </a:r>
            <a:r>
              <a:rPr sz="2800" spc="-3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qualquer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dá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inclinação</a:t>
            </a:r>
            <a:r>
              <a:rPr sz="28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da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6F2F9F"/>
                </a:solidFill>
                <a:latin typeface="Calibri"/>
                <a:cs typeface="Calibri"/>
              </a:rPr>
              <a:t>reta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tangente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à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função</a:t>
            </a:r>
            <a:r>
              <a:rPr sz="2800" b="1" i="1" spc="-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naquele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ponto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então, </a:t>
            </a:r>
            <a:r>
              <a:rPr sz="2800" dirty="0">
                <a:latin typeface="Calibri"/>
                <a:cs typeface="Calibri"/>
              </a:rPr>
              <a:t>nesse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ponto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com </a:t>
            </a:r>
            <a:r>
              <a:rPr sz="2800" spc="-10" dirty="0">
                <a:latin typeface="Calibri"/>
                <a:cs typeface="Calibri"/>
              </a:rPr>
              <a:t>sinal:</a:t>
            </a:r>
            <a:endParaRPr sz="2800" dirty="0">
              <a:latin typeface="Calibri"/>
              <a:cs typeface="Calibri"/>
            </a:endParaRPr>
          </a:p>
          <a:p>
            <a:pPr marL="698500" marR="314325" indent="-228600">
              <a:lnSpc>
                <a:spcPts val="2590"/>
              </a:lnSpc>
              <a:spcBef>
                <a:spcPts val="575"/>
              </a:spcBef>
            </a:pPr>
            <a:r>
              <a:rPr sz="2400" dirty="0">
                <a:latin typeface="Wingdings"/>
                <a:cs typeface="Wingdings"/>
              </a:rPr>
              <a:t>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(reta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inclinação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positiva)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indica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o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ponto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máximo</a:t>
            </a:r>
            <a:r>
              <a:rPr sz="24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esta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à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frente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ponto atual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lnSpc>
                <a:spcPts val="2740"/>
              </a:lnSpc>
              <a:spcBef>
                <a:spcPts val="18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-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(reta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inclinação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negativa)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indica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o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40"/>
              </a:lnSpc>
            </a:pP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ponto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máximo</a:t>
            </a:r>
            <a:r>
              <a:rPr sz="24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está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atrás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ponto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atual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153035" lvl="1" indent="-228600">
              <a:lnSpc>
                <a:spcPts val="2590"/>
              </a:lnSpc>
              <a:spcBef>
                <a:spcPts val="530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0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(reta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inclinação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nula)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indica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ponto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máximo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foi</a:t>
            </a:r>
            <a:r>
              <a:rPr sz="24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encontrado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119" y="2701610"/>
            <a:ext cx="4917479" cy="2543616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Algoritmo</a:t>
            </a:r>
            <a:r>
              <a:rPr spc="-75" dirty="0"/>
              <a:t> </a:t>
            </a:r>
            <a:r>
              <a:rPr dirty="0"/>
              <a:t>do</a:t>
            </a:r>
            <a:r>
              <a:rPr spc="-70" dirty="0"/>
              <a:t> </a:t>
            </a:r>
            <a:r>
              <a:rPr dirty="0"/>
              <a:t>gradiente</a:t>
            </a:r>
            <a:r>
              <a:rPr spc="-80" dirty="0"/>
              <a:t> </a:t>
            </a:r>
            <a:r>
              <a:rPr spc="-10" dirty="0"/>
              <a:t>ascendente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940046" y="1798066"/>
            <a:ext cx="6873875" cy="3806427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725805" marR="11811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726440" algn="l"/>
              </a:tabLst>
            </a:pPr>
            <a:r>
              <a:rPr b="0" i="0" spc="-25" dirty="0">
                <a:solidFill>
                  <a:srgbClr val="000000"/>
                </a:solidFill>
                <a:latin typeface="Calibri"/>
                <a:cs typeface="Calibri"/>
              </a:rPr>
              <a:t>Portanto,</a:t>
            </a:r>
            <a:r>
              <a:rPr b="0" i="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i="1" dirty="0">
                <a:solidFill>
                  <a:srgbClr val="00AF50"/>
                </a:solidFill>
              </a:rPr>
              <a:t>seguindo</a:t>
            </a:r>
            <a:r>
              <a:rPr i="1" spc="-100" dirty="0">
                <a:solidFill>
                  <a:srgbClr val="00AF50"/>
                </a:solidFill>
              </a:rPr>
              <a:t> </a:t>
            </a:r>
            <a:r>
              <a:rPr i="1" dirty="0">
                <a:solidFill>
                  <a:srgbClr val="00AF50"/>
                </a:solidFill>
              </a:rPr>
              <a:t>na</a:t>
            </a:r>
            <a:r>
              <a:rPr i="1" spc="-90" dirty="0">
                <a:solidFill>
                  <a:srgbClr val="00AF50"/>
                </a:solidFill>
              </a:rPr>
              <a:t> </a:t>
            </a:r>
            <a:r>
              <a:rPr i="1" dirty="0">
                <a:solidFill>
                  <a:srgbClr val="00AF50"/>
                </a:solidFill>
              </a:rPr>
              <a:t>direção</a:t>
            </a:r>
            <a:r>
              <a:rPr i="1" spc="-75" dirty="0">
                <a:solidFill>
                  <a:srgbClr val="00AF50"/>
                </a:solidFill>
              </a:rPr>
              <a:t> </a:t>
            </a:r>
            <a:r>
              <a:rPr b="0" i="0" spc="-10" dirty="0">
                <a:solidFill>
                  <a:srgbClr val="000000"/>
                </a:solidFill>
                <a:latin typeface="Calibri"/>
                <a:cs typeface="Calibri"/>
              </a:rPr>
              <a:t>indicada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pelo</a:t>
            </a:r>
            <a:r>
              <a:rPr b="0" i="0" spc="-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i="1" dirty="0">
                <a:solidFill>
                  <a:srgbClr val="00AF50"/>
                </a:solidFill>
              </a:rPr>
              <a:t>vetor</a:t>
            </a:r>
            <a:r>
              <a:rPr i="1" spc="-100" dirty="0">
                <a:solidFill>
                  <a:srgbClr val="00AF50"/>
                </a:solidFill>
              </a:rPr>
              <a:t> </a:t>
            </a:r>
            <a:r>
              <a:rPr i="1" dirty="0">
                <a:solidFill>
                  <a:srgbClr val="00AF50"/>
                </a:solidFill>
              </a:rPr>
              <a:t>gradiente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,</a:t>
            </a:r>
            <a:r>
              <a:rPr b="0" i="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i="1" dirty="0">
                <a:solidFill>
                  <a:srgbClr val="00AF50"/>
                </a:solidFill>
              </a:rPr>
              <a:t>chegamos</a:t>
            </a:r>
            <a:r>
              <a:rPr i="1" spc="-105" dirty="0">
                <a:solidFill>
                  <a:srgbClr val="00AF50"/>
                </a:solidFill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ao</a:t>
            </a:r>
            <a:r>
              <a:rPr b="0" i="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i="1" spc="-10" dirty="0">
                <a:solidFill>
                  <a:srgbClr val="00AF50"/>
                </a:solidFill>
              </a:rPr>
              <a:t>ponto</a:t>
            </a:r>
            <a:r>
              <a:rPr spc="-1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de</a:t>
            </a:r>
            <a:r>
              <a:rPr spc="-5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máximo</a:t>
            </a:r>
            <a:r>
              <a:rPr spc="-5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da</a:t>
            </a:r>
            <a:r>
              <a:rPr spc="-60" dirty="0">
                <a:solidFill>
                  <a:srgbClr val="00AF50"/>
                </a:solidFill>
              </a:rPr>
              <a:t> </a:t>
            </a:r>
            <a:r>
              <a:rPr spc="-10" dirty="0">
                <a:solidFill>
                  <a:srgbClr val="00AF50"/>
                </a:solidFill>
              </a:rPr>
              <a:t>função</a:t>
            </a:r>
            <a:r>
              <a:rPr b="0" i="0" spc="-10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</a:p>
          <a:p>
            <a:pPr marL="725805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726440" algn="l"/>
              </a:tabLst>
            </a:pP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Um</a:t>
            </a:r>
            <a:r>
              <a:rPr b="0" i="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i="1" dirty="0">
                <a:solidFill>
                  <a:srgbClr val="EC7C30"/>
                </a:solidFill>
              </a:rPr>
              <a:t>algoritmo</a:t>
            </a:r>
            <a:r>
              <a:rPr i="1" spc="-90" dirty="0">
                <a:solidFill>
                  <a:srgbClr val="EC7C30"/>
                </a:solidFill>
              </a:rPr>
              <a:t> </a:t>
            </a:r>
            <a:r>
              <a:rPr i="1" dirty="0">
                <a:solidFill>
                  <a:srgbClr val="EC7C30"/>
                </a:solidFill>
              </a:rPr>
              <a:t>iterativo</a:t>
            </a:r>
            <a:r>
              <a:rPr i="1" spc="-75" dirty="0">
                <a:solidFill>
                  <a:srgbClr val="EC7C30"/>
                </a:solidFill>
              </a:rPr>
              <a:t> </a:t>
            </a:r>
            <a:r>
              <a:rPr i="1" dirty="0">
                <a:solidFill>
                  <a:srgbClr val="EC7C30"/>
                </a:solidFill>
              </a:rPr>
              <a:t>de</a:t>
            </a:r>
            <a:r>
              <a:rPr i="1" spc="-90" dirty="0">
                <a:solidFill>
                  <a:srgbClr val="EC7C30"/>
                </a:solidFill>
              </a:rPr>
              <a:t> </a:t>
            </a:r>
            <a:r>
              <a:rPr i="1" spc="-10" dirty="0">
                <a:solidFill>
                  <a:srgbClr val="EC7C30"/>
                </a:solidFill>
              </a:rPr>
              <a:t>otimização</a:t>
            </a:r>
            <a:r>
              <a:rPr i="1" spc="-70" dirty="0">
                <a:solidFill>
                  <a:srgbClr val="EC7C30"/>
                </a:solidFill>
              </a:rPr>
              <a:t> </a:t>
            </a:r>
            <a:r>
              <a:rPr b="0" i="0" spc="-25" dirty="0">
                <a:solidFill>
                  <a:srgbClr val="000000"/>
                </a:solidFill>
                <a:latin typeface="Calibri"/>
                <a:cs typeface="Calibri"/>
              </a:rPr>
              <a:t>que </a:t>
            </a:r>
            <a:r>
              <a:rPr i="1" dirty="0">
                <a:solidFill>
                  <a:srgbClr val="00AF50"/>
                </a:solidFill>
              </a:rPr>
              <a:t>siga</a:t>
            </a:r>
            <a:r>
              <a:rPr i="1" spc="-85" dirty="0">
                <a:solidFill>
                  <a:srgbClr val="00AF50"/>
                </a:solidFill>
              </a:rPr>
              <a:t> </a:t>
            </a:r>
            <a:r>
              <a:rPr i="1" dirty="0">
                <a:solidFill>
                  <a:srgbClr val="00AF50"/>
                </a:solidFill>
              </a:rPr>
              <a:t>a</a:t>
            </a:r>
            <a:r>
              <a:rPr i="1" spc="-85" dirty="0">
                <a:solidFill>
                  <a:srgbClr val="00AF50"/>
                </a:solidFill>
              </a:rPr>
              <a:t> </a:t>
            </a:r>
            <a:r>
              <a:rPr i="1" dirty="0">
                <a:solidFill>
                  <a:srgbClr val="00AF50"/>
                </a:solidFill>
              </a:rPr>
              <a:t>direção</a:t>
            </a:r>
            <a:r>
              <a:rPr i="1" spc="-75" dirty="0">
                <a:solidFill>
                  <a:srgbClr val="00AF50"/>
                </a:solidFill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indicada</a:t>
            </a:r>
            <a:r>
              <a:rPr b="0" i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pelo</a:t>
            </a:r>
            <a:r>
              <a:rPr b="0" i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i="1" spc="-10" dirty="0">
                <a:solidFill>
                  <a:srgbClr val="00AF50"/>
                </a:solidFill>
              </a:rPr>
              <a:t>vetor</a:t>
            </a:r>
            <a:r>
              <a:rPr spc="-1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gradiente</a:t>
            </a:r>
            <a:r>
              <a:rPr spc="-100" dirty="0">
                <a:solidFill>
                  <a:srgbClr val="00AF50"/>
                </a:solidFill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para</a:t>
            </a:r>
            <a:r>
              <a:rPr b="0" i="0" spc="-1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spc="-10" dirty="0">
                <a:solidFill>
                  <a:srgbClr val="000000"/>
                </a:solidFill>
                <a:latin typeface="Calibri"/>
                <a:cs typeface="Calibri"/>
              </a:rPr>
              <a:t>encontrar</a:t>
            </a:r>
            <a:r>
              <a:rPr b="0" i="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b="0" i="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i="1" dirty="0">
                <a:solidFill>
                  <a:srgbClr val="00AF50"/>
                </a:solidFill>
              </a:rPr>
              <a:t>ponto</a:t>
            </a:r>
            <a:r>
              <a:rPr i="1" spc="-120" dirty="0">
                <a:solidFill>
                  <a:srgbClr val="00AF50"/>
                </a:solidFill>
              </a:rPr>
              <a:t> </a:t>
            </a:r>
            <a:r>
              <a:rPr i="1" spc="-25" dirty="0">
                <a:solidFill>
                  <a:srgbClr val="00AF50"/>
                </a:solidFill>
              </a:rPr>
              <a:t>de</a:t>
            </a:r>
            <a:r>
              <a:rPr spc="-2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máximo</a:t>
            </a:r>
            <a:r>
              <a:rPr spc="-60" dirty="0">
                <a:solidFill>
                  <a:srgbClr val="00AF50"/>
                </a:solidFill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de</a:t>
            </a:r>
            <a:r>
              <a:rPr b="0" i="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uma</a:t>
            </a:r>
            <a:r>
              <a:rPr b="0" i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função</a:t>
            </a:r>
            <a:r>
              <a:rPr b="0" i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é</a:t>
            </a:r>
            <a:r>
              <a:rPr b="0" i="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conhecido</a:t>
            </a:r>
            <a:r>
              <a:rPr b="0" i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spc="-20" dirty="0">
                <a:solidFill>
                  <a:srgbClr val="000000"/>
                </a:solidFill>
                <a:latin typeface="Calibri"/>
                <a:cs typeface="Calibri"/>
              </a:rPr>
              <a:t>como </a:t>
            </a:r>
            <a:r>
              <a:rPr i="1" spc="-10" dirty="0">
                <a:solidFill>
                  <a:srgbClr val="00AFEF"/>
                </a:solidFill>
              </a:rPr>
              <a:t>gradiente</a:t>
            </a:r>
            <a:r>
              <a:rPr i="1" spc="-85" dirty="0">
                <a:solidFill>
                  <a:srgbClr val="00AFEF"/>
                </a:solidFill>
              </a:rPr>
              <a:t> </a:t>
            </a:r>
            <a:r>
              <a:rPr i="1" spc="-10" dirty="0">
                <a:solidFill>
                  <a:srgbClr val="00AFEF"/>
                </a:solidFill>
              </a:rPr>
              <a:t>ascendente</a:t>
            </a:r>
            <a:r>
              <a:rPr b="0" i="0" spc="-10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</a:p>
          <a:p>
            <a:pPr marL="725805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726440" algn="l"/>
              </a:tabLst>
            </a:pP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Mas</a:t>
            </a:r>
            <a:r>
              <a:rPr b="0" i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co</a:t>
            </a:r>
            <a:r>
              <a:rPr lang="pt-BR" b="0" i="0" dirty="0">
                <a:solidFill>
                  <a:srgbClr val="000000"/>
                </a:solidFill>
                <a:latin typeface="Calibri"/>
                <a:cs typeface="Calibri"/>
              </a:rPr>
              <a:t>m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b="0" i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ele</a:t>
            </a:r>
            <a:r>
              <a:rPr b="0" i="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spc="-10" dirty="0">
                <a:solidFill>
                  <a:srgbClr val="000000"/>
                </a:solidFill>
                <a:latin typeface="Calibri"/>
                <a:cs typeface="Calibri"/>
              </a:rPr>
              <a:t>funciona?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119" y="2701610"/>
            <a:ext cx="4917479" cy="2543616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Algoritmo</a:t>
            </a:r>
            <a:r>
              <a:rPr spc="-75" dirty="0"/>
              <a:t> </a:t>
            </a:r>
            <a:r>
              <a:rPr dirty="0"/>
              <a:t>do</a:t>
            </a:r>
            <a:r>
              <a:rPr spc="-70" dirty="0"/>
              <a:t> </a:t>
            </a:r>
            <a:r>
              <a:rPr dirty="0"/>
              <a:t>gradiente</a:t>
            </a:r>
            <a:r>
              <a:rPr spc="-80" dirty="0"/>
              <a:t> </a:t>
            </a:r>
            <a:r>
              <a:rPr spc="-10" dirty="0"/>
              <a:t>ascendente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86959" y="1609039"/>
            <a:ext cx="10996295" cy="503458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02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Inicializa-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argumento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𝑥(0)</a:t>
            </a:r>
            <a:r>
              <a:rPr sz="2800" spc="-3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arbitrário,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geral,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025"/>
              </a:lnSpc>
            </a:pP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aleatório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226060" indent="-228600" algn="just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iteração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𝑖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calcula-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</a:t>
            </a:r>
            <a:r>
              <a:rPr sz="2800" b="1" i="1" spc="-3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gradiente</a:t>
            </a:r>
            <a:r>
              <a:rPr sz="2800" b="1" i="1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𝑓(𝑥)</a:t>
            </a:r>
            <a:r>
              <a:rPr sz="2800" spc="-2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ponto </a:t>
            </a:r>
            <a:r>
              <a:rPr sz="2800" dirty="0">
                <a:latin typeface="Calibri"/>
                <a:cs typeface="Calibri"/>
              </a:rPr>
              <a:t>atual,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𝑥(𝑖)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30" dirty="0">
                <a:latin typeface="Calibri"/>
                <a:cs typeface="Calibri"/>
              </a:rPr>
              <a:t> atualiza-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argumento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usando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porcentagem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seja</a:t>
            </a:r>
            <a:endParaRPr sz="2800" dirty="0">
              <a:latin typeface="Calibri"/>
              <a:cs typeface="Calibri"/>
            </a:endParaRPr>
          </a:p>
          <a:p>
            <a:pPr marL="6985" algn="ctr">
              <a:lnSpc>
                <a:spcPts val="2965"/>
              </a:lnSpc>
              <a:tabLst>
                <a:tab pos="3535045" algn="l"/>
                <a:tab pos="4301490" algn="l"/>
              </a:tabLst>
            </a:pPr>
            <a:r>
              <a:rPr sz="2800" dirty="0">
                <a:latin typeface="Cambria Math"/>
                <a:cs typeface="Cambria Math"/>
              </a:rPr>
              <a:t>𝑥(𝑖</a:t>
            </a:r>
            <a:r>
              <a:rPr sz="2800" spc="10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+</a:t>
            </a:r>
            <a:r>
              <a:rPr sz="2800" spc="1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1)</a:t>
            </a:r>
            <a:r>
              <a:rPr sz="2800" spc="17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7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𝑥(𝑖)</a:t>
            </a:r>
            <a:r>
              <a:rPr sz="2800" spc="2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+</a:t>
            </a:r>
            <a:r>
              <a:rPr sz="2800" spc="1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𝛼𝛻𝑓</a:t>
            </a:r>
            <a:r>
              <a:rPr lang="pt-BR" sz="2800" spc="-25" dirty="0">
                <a:latin typeface="Cambria Math"/>
                <a:cs typeface="Cambria Math"/>
              </a:rPr>
              <a:t>(</a:t>
            </a:r>
            <a:r>
              <a:rPr sz="2800" spc="-20" dirty="0">
                <a:latin typeface="Cambria Math"/>
                <a:cs typeface="Cambria Math"/>
              </a:rPr>
              <a:t>𝑥(𝑖)</a:t>
            </a:r>
            <a:r>
              <a:rPr lang="pt-BR" sz="2800" spc="-20" dirty="0">
                <a:latin typeface="Cambria Math"/>
                <a:cs typeface="Cambria Math"/>
              </a:rPr>
              <a:t>)</a:t>
            </a:r>
            <a:r>
              <a:rPr sz="2800" spc="-10" dirty="0">
                <a:latin typeface="Cambria Math"/>
                <a:cs typeface="Cambria Math"/>
              </a:rPr>
              <a:t>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𝑖</a:t>
            </a:r>
            <a:r>
              <a:rPr sz="2800" spc="22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≥</a:t>
            </a:r>
            <a:r>
              <a:rPr sz="2800" spc="16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0.</a:t>
            </a:r>
            <a:endParaRPr sz="2800" dirty="0">
              <a:latin typeface="Cambria Math"/>
              <a:cs typeface="Cambria Math"/>
            </a:endParaRPr>
          </a:p>
          <a:p>
            <a:pPr marL="241300" indent="-228600">
              <a:lnSpc>
                <a:spcPts val="3160"/>
              </a:lnSpc>
              <a:spcBef>
                <a:spcPts val="3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iteração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tenha</a:t>
            </a:r>
            <a:endParaRPr sz="2800" dirty="0">
              <a:latin typeface="Calibri"/>
              <a:cs typeface="Calibri"/>
            </a:endParaRPr>
          </a:p>
          <a:p>
            <a:pPr marL="8255" algn="ctr">
              <a:lnSpc>
                <a:spcPts val="3160"/>
              </a:lnSpc>
              <a:tabLst>
                <a:tab pos="361315" algn="l"/>
                <a:tab pos="1845945" algn="l"/>
                <a:tab pos="2565400" algn="l"/>
                <a:tab pos="3331845" algn="l"/>
              </a:tabLst>
            </a:pPr>
            <a:r>
              <a:rPr sz="2800" spc="-50" dirty="0">
                <a:latin typeface="Cambria Math"/>
                <a:cs typeface="Cambria Math"/>
              </a:rPr>
              <a:t>𝑓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dirty="0">
                <a:latin typeface="Cambria Math"/>
                <a:cs typeface="Cambria Math"/>
              </a:rPr>
              <a:t>𝑥(𝑖</a:t>
            </a:r>
            <a:r>
              <a:rPr sz="2800" spc="9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+</a:t>
            </a:r>
            <a:r>
              <a:rPr sz="2800" spc="10" dirty="0">
                <a:latin typeface="Cambria Math"/>
                <a:cs typeface="Cambria Math"/>
              </a:rPr>
              <a:t> </a:t>
            </a:r>
            <a:r>
              <a:rPr sz="2800" spc="-35" dirty="0">
                <a:latin typeface="Cambria Math"/>
                <a:cs typeface="Cambria Math"/>
              </a:rPr>
              <a:t>1)</a:t>
            </a:r>
            <a:r>
              <a:rPr lang="pt-BR" sz="2800" spc="-35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&gt;</a:t>
            </a:r>
            <a:r>
              <a:rPr sz="2800" spc="145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𝑓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20" dirty="0">
                <a:latin typeface="Cambria Math"/>
                <a:cs typeface="Cambria Math"/>
              </a:rPr>
              <a:t>𝑥(𝑖)</a:t>
            </a:r>
            <a:r>
              <a:rPr lang="pt-BR" sz="2800" spc="-20" dirty="0">
                <a:latin typeface="Cambria Math"/>
                <a:cs typeface="Cambria Math"/>
              </a:rPr>
              <a:t>)</a:t>
            </a:r>
            <a:r>
              <a:rPr sz="2800" spc="-10" dirty="0">
                <a:latin typeface="Cambria Math"/>
                <a:cs typeface="Cambria Math"/>
              </a:rPr>
              <a:t>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𝑖</a:t>
            </a:r>
            <a:r>
              <a:rPr sz="2800" spc="24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≥</a:t>
            </a:r>
            <a:r>
              <a:rPr sz="2800" spc="14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0.</a:t>
            </a:r>
            <a:endParaRPr sz="2800" dirty="0">
              <a:latin typeface="Cambria Math"/>
              <a:cs typeface="Cambria Math"/>
            </a:endParaRPr>
          </a:p>
          <a:p>
            <a:pPr marL="241300" indent="-228600">
              <a:lnSpc>
                <a:spcPts val="3025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iterações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repetem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ponto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máximo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atingido,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seja,</a:t>
            </a:r>
            <a:endParaRPr sz="2800" dirty="0">
              <a:latin typeface="Calibri"/>
              <a:cs typeface="Calibri"/>
            </a:endParaRPr>
          </a:p>
          <a:p>
            <a:pPr marL="241300" marR="955675">
              <a:lnSpc>
                <a:spcPts val="2690"/>
              </a:lnSpc>
              <a:spcBef>
                <a:spcPts val="315"/>
              </a:spcBef>
              <a:tabLst>
                <a:tab pos="812800" algn="l"/>
                <a:tab pos="1677035" algn="l"/>
              </a:tabLst>
            </a:pPr>
            <a:r>
              <a:rPr sz="2800" spc="-25" dirty="0">
                <a:latin typeface="Cambria Math"/>
                <a:cs typeface="Cambria Math"/>
              </a:rPr>
              <a:t>𝛻𝑓</a:t>
            </a:r>
            <a:r>
              <a:rPr lang="pt-BR" sz="2800" spc="-25" dirty="0">
                <a:latin typeface="Cambria Math"/>
                <a:cs typeface="Cambria Math"/>
              </a:rPr>
              <a:t>(</a:t>
            </a:r>
            <a:r>
              <a:rPr sz="2800" spc="-20" dirty="0">
                <a:latin typeface="Cambria Math"/>
                <a:cs typeface="Cambria Math"/>
              </a:rPr>
              <a:t>𝑥(𝑖)</a:t>
            </a:r>
            <a:r>
              <a:rPr lang="pt-BR" sz="2800" spc="-2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=</a:t>
            </a:r>
            <a:r>
              <a:rPr sz="2800" spc="10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0</a:t>
            </a:r>
            <a:r>
              <a:rPr sz="2800" spc="-3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e,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consequentemente,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argumento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2800" spc="50" dirty="0">
                <a:latin typeface="Cambria Math"/>
                <a:cs typeface="Cambria Math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sofra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mais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atualizações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convergiu).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555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Chamamos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convergência</a:t>
            </a:r>
            <a:r>
              <a:rPr sz="2400" b="1" i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variação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função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𝑓(𝑥)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entre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iterações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595"/>
              </a:lnSpc>
            </a:pPr>
            <a:r>
              <a:rPr sz="2400" dirty="0">
                <a:latin typeface="Calibri"/>
                <a:cs typeface="Calibri"/>
              </a:rPr>
              <a:t>consecutivas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pequena,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praticamente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constante.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9741" y="1272286"/>
            <a:ext cx="10332720" cy="396938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065" marR="5080" algn="ctr">
              <a:lnSpc>
                <a:spcPct val="90000"/>
              </a:lnSpc>
              <a:spcBef>
                <a:spcPts val="630"/>
              </a:spcBef>
            </a:pPr>
            <a:r>
              <a:rPr sz="4400" dirty="0">
                <a:latin typeface="Calibri"/>
                <a:cs typeface="Calibri"/>
              </a:rPr>
              <a:t>Porém,</a:t>
            </a:r>
            <a:r>
              <a:rPr sz="4400" spc="-7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se</a:t>
            </a:r>
            <a:r>
              <a:rPr sz="4400" spc="-5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vocês</a:t>
            </a:r>
            <a:r>
              <a:rPr sz="4400" spc="-5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se</a:t>
            </a:r>
            <a:r>
              <a:rPr sz="4400" spc="-5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lembram,</a:t>
            </a:r>
            <a:r>
              <a:rPr sz="4400" spc="-7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no</a:t>
            </a:r>
            <a:r>
              <a:rPr sz="4400" spc="-5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problema</a:t>
            </a:r>
            <a:r>
              <a:rPr sz="4400" spc="-50" dirty="0">
                <a:latin typeface="Calibri"/>
                <a:cs typeface="Calibri"/>
              </a:rPr>
              <a:t> </a:t>
            </a:r>
            <a:r>
              <a:rPr sz="4400" spc="-25" dirty="0">
                <a:latin typeface="Calibri"/>
                <a:cs typeface="Calibri"/>
              </a:rPr>
              <a:t>da </a:t>
            </a:r>
            <a:r>
              <a:rPr sz="4400" dirty="0">
                <a:latin typeface="Calibri"/>
                <a:cs typeface="Calibri"/>
              </a:rPr>
              <a:t>regressão</a:t>
            </a:r>
            <a:r>
              <a:rPr sz="4400" spc="-6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linear</a:t>
            </a:r>
            <a:r>
              <a:rPr sz="4400" spc="-6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nós</a:t>
            </a:r>
            <a:r>
              <a:rPr sz="4400" spc="-7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queremos</a:t>
            </a:r>
            <a:r>
              <a:rPr sz="4400" spc="-70" dirty="0">
                <a:latin typeface="Calibri"/>
                <a:cs typeface="Calibri"/>
              </a:rPr>
              <a:t> </a:t>
            </a:r>
            <a:r>
              <a:rPr sz="4400" b="1" i="1" dirty="0">
                <a:solidFill>
                  <a:srgbClr val="6F2F9F"/>
                </a:solidFill>
                <a:latin typeface="Calibri"/>
                <a:cs typeface="Calibri"/>
              </a:rPr>
              <a:t>encontrar</a:t>
            </a:r>
            <a:r>
              <a:rPr sz="44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4400" b="1" i="1" spc="-50" dirty="0">
                <a:solidFill>
                  <a:srgbClr val="6F2F9F"/>
                </a:solidFill>
                <a:latin typeface="Calibri"/>
                <a:cs typeface="Calibri"/>
              </a:rPr>
              <a:t>o </a:t>
            </a:r>
            <a:r>
              <a:rPr sz="4400" b="1" i="1" dirty="0">
                <a:solidFill>
                  <a:srgbClr val="6F2F9F"/>
                </a:solidFill>
                <a:latin typeface="Calibri"/>
                <a:cs typeface="Calibri"/>
              </a:rPr>
              <a:t>ponto</a:t>
            </a:r>
            <a:r>
              <a:rPr sz="44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44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4400" b="1" i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4400" b="1" i="1" dirty="0">
                <a:solidFill>
                  <a:srgbClr val="6F2F9F"/>
                </a:solidFill>
                <a:latin typeface="Calibri"/>
                <a:cs typeface="Calibri"/>
              </a:rPr>
              <a:t>mínimo</a:t>
            </a:r>
            <a:r>
              <a:rPr sz="4400" b="1" i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4400" b="1" i="1" dirty="0">
                <a:solidFill>
                  <a:srgbClr val="6F2F9F"/>
                </a:solidFill>
                <a:latin typeface="Calibri"/>
                <a:cs typeface="Calibri"/>
              </a:rPr>
              <a:t>da</a:t>
            </a:r>
            <a:r>
              <a:rPr sz="4400" b="1" i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4400" b="1" i="1" dirty="0">
                <a:solidFill>
                  <a:srgbClr val="6F2F9F"/>
                </a:solidFill>
                <a:latin typeface="Calibri"/>
                <a:cs typeface="Calibri"/>
              </a:rPr>
              <a:t>função</a:t>
            </a:r>
            <a:r>
              <a:rPr sz="4400" b="1" i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44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4400" b="1" i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4400" b="1" i="1" dirty="0">
                <a:solidFill>
                  <a:srgbClr val="6F2F9F"/>
                </a:solidFill>
                <a:latin typeface="Calibri"/>
                <a:cs typeface="Calibri"/>
              </a:rPr>
              <a:t>erro</a:t>
            </a:r>
            <a:r>
              <a:rPr sz="4400" b="1" i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ao</a:t>
            </a:r>
            <a:r>
              <a:rPr sz="4400" spc="-2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invés </a:t>
            </a:r>
            <a:r>
              <a:rPr sz="4400" dirty="0">
                <a:latin typeface="Calibri"/>
                <a:cs typeface="Calibri"/>
              </a:rPr>
              <a:t>do</a:t>
            </a:r>
            <a:r>
              <a:rPr sz="4400" spc="-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seu </a:t>
            </a:r>
            <a:r>
              <a:rPr sz="4400" spc="-10" dirty="0">
                <a:latin typeface="Calibri"/>
                <a:cs typeface="Calibri"/>
              </a:rPr>
              <a:t>máximo.</a:t>
            </a:r>
            <a:endParaRPr sz="4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5100" dirty="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</a:pPr>
            <a:r>
              <a:rPr sz="4400" dirty="0">
                <a:latin typeface="Calibri"/>
                <a:cs typeface="Calibri"/>
              </a:rPr>
              <a:t>O</a:t>
            </a:r>
            <a:r>
              <a:rPr sz="4400" spc="-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que</a:t>
            </a:r>
            <a:r>
              <a:rPr sz="4400" spc="-5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fazer?</a:t>
            </a:r>
            <a:endParaRPr sz="4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Algoritmo</a:t>
            </a:r>
            <a:r>
              <a:rPr spc="-85" dirty="0"/>
              <a:t> </a:t>
            </a:r>
            <a:r>
              <a:rPr dirty="0"/>
              <a:t>do</a:t>
            </a:r>
            <a:r>
              <a:rPr spc="-70" dirty="0"/>
              <a:t> </a:t>
            </a:r>
            <a:r>
              <a:rPr dirty="0"/>
              <a:t>gradiente</a:t>
            </a:r>
            <a:r>
              <a:rPr spc="-80" dirty="0"/>
              <a:t> </a:t>
            </a:r>
            <a:r>
              <a:rPr spc="-10" dirty="0"/>
              <a:t>descendente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6214107" y="1738538"/>
                <a:ext cx="5642610" cy="4072254"/>
              </a:xfrm>
              <a:prstGeom prst="rect">
                <a:avLst/>
              </a:prstGeom>
            </p:spPr>
            <p:txBody>
              <a:bodyPr vert="horz" wrap="square" lIns="0" tIns="54610" rIns="0" bIns="0" rtlCol="0">
                <a:spAutoFit/>
              </a:bodyPr>
              <a:lstStyle/>
              <a:p>
                <a:pPr marL="241300" marR="346075" indent="-228600">
                  <a:lnSpc>
                    <a:spcPct val="90000"/>
                  </a:lnSpc>
                  <a:spcBef>
                    <a:spcPts val="43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Se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para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encontrarmos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ponto</a:t>
                </a:r>
                <a:r>
                  <a:rPr lang="pt-BR" sz="2800" b="1" i="1" spc="-9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25" dirty="0">
                    <a:solidFill>
                      <a:srgbClr val="00AF50"/>
                    </a:solidFill>
                    <a:latin typeface="Calibri"/>
                    <a:cs typeface="Calibri"/>
                  </a:rPr>
                  <a:t>de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máximo</a:t>
                </a:r>
                <a:r>
                  <a:rPr lang="pt-BR" sz="2800" b="1" i="1" spc="-5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uma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função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basta </a:t>
                </a:r>
                <a:r>
                  <a:rPr lang="pt-BR" sz="2800" dirty="0">
                    <a:latin typeface="Calibri"/>
                    <a:cs typeface="Calibri"/>
                  </a:rPr>
                  <a:t>seguirmos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10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direção</a:t>
                </a:r>
                <a:r>
                  <a:rPr lang="pt-BR" sz="2800" spc="-10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apontada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pelo </a:t>
                </a:r>
                <a:r>
                  <a:rPr lang="pt-BR" sz="2800" dirty="0">
                    <a:latin typeface="Calibri"/>
                    <a:cs typeface="Calibri"/>
                  </a:rPr>
                  <a:t>vetor</a:t>
                </a:r>
                <a:r>
                  <a:rPr lang="pt-BR" sz="2800" spc="-15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gradiente.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41300" marR="5080" indent="-228600">
                  <a:lnSpc>
                    <a:spcPct val="90000"/>
                  </a:lnSpc>
                  <a:spcBef>
                    <a:spcPts val="1010"/>
                  </a:spcBef>
                  <a:buFont typeface="Arial"/>
                  <a:buChar char="•"/>
                  <a:tabLst>
                    <a:tab pos="241300" algn="l"/>
                    <a:tab pos="1614170" algn="l"/>
                  </a:tabLst>
                </a:pPr>
                <a:r>
                  <a:rPr lang="pt-BR" sz="2800" spc="-25" dirty="0">
                    <a:latin typeface="Calibri"/>
                    <a:cs typeface="Calibri"/>
                  </a:rPr>
                  <a:t>Portanto,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para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encontrarmos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ponto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de</a:t>
                </a:r>
                <a:r>
                  <a:rPr lang="pt-BR" sz="2800" b="1" i="1" spc="-10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mínimo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basta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seguirmos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na </a:t>
                </a:r>
                <a:r>
                  <a:rPr lang="pt-BR" sz="2800" b="1" i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direção</a:t>
                </a:r>
                <a:r>
                  <a:rPr lang="pt-BR" sz="2800" b="1" i="1" spc="-85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oposta</a:t>
                </a:r>
                <a:r>
                  <a:rPr lang="pt-BR" sz="2800" b="1" i="1" spc="-90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a</a:t>
                </a:r>
                <a:r>
                  <a:rPr lang="pt-BR" sz="2800" b="1" i="1" spc="-10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apontada</a:t>
                </a:r>
                <a:r>
                  <a:rPr lang="pt-BR" sz="2800" b="1" i="1" spc="-10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20" dirty="0">
                    <a:solidFill>
                      <a:srgbClr val="6F2F9F"/>
                    </a:solidFill>
                    <a:latin typeface="Calibri"/>
                    <a:cs typeface="Calibri"/>
                  </a:rPr>
                  <a:t>pelo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vetor</a:t>
                </a:r>
                <a:r>
                  <a:rPr lang="pt-BR" sz="2800" b="1" i="1" spc="-7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gradiente</a:t>
                </a:r>
                <a:r>
                  <a:rPr lang="pt-BR" sz="2800" b="1" i="1" spc="-5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em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determinado ponto,</a:t>
                </a:r>
                <a:r>
                  <a:rPr lang="pt-BR" sz="2800" spc="-114" dirty="0">
                    <a:latin typeface="Calibri"/>
                    <a:cs typeface="Calibri"/>
                  </a:rPr>
                  <a:t> </a:t>
                </a:r>
                <a:r>
                  <a:rPr lang="pt-BR" sz="2800" spc="-50" dirty="0">
                    <a:latin typeface="Cambria Math"/>
                    <a:cs typeface="Cambria Math"/>
                  </a:rPr>
                  <a:t>𝑥(𝑖)</a:t>
                </a:r>
                <a:endParaRPr lang="pt-BR" sz="2800" dirty="0">
                  <a:latin typeface="Cambria Math"/>
                  <a:cs typeface="Cambria Math"/>
                </a:endParaRPr>
              </a:p>
              <a:p>
                <a:pPr marL="11430" algn="ctr">
                  <a:lnSpc>
                    <a:spcPts val="3300"/>
                  </a:lnSpc>
                  <a:tabLst>
                    <a:tab pos="858519" algn="l"/>
                    <a:tab pos="1206500" algn="l"/>
                    <a:tab pos="1637664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pc="-25" dirty="0" smtClean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r>
                        <a:rPr lang="pt-BR" sz="2800" i="1" spc="-25" dirty="0" smtClean="0">
                          <a:latin typeface="Cambria Math" panose="02040503050406030204" pitchFamily="18" charset="0"/>
                          <a:cs typeface="Cambria Math"/>
                        </a:rPr>
                        <m:t>𝛻</m:t>
                      </m:r>
                      <m:r>
                        <a:rPr lang="pt-BR" sz="2800" i="1" spc="-25" dirty="0" smtClean="0">
                          <a:latin typeface="Cambria Math" panose="02040503050406030204" pitchFamily="18" charset="0"/>
                          <a:cs typeface="Cambria Math"/>
                        </a:rPr>
                        <m:t>𝑓</m:t>
                      </m:r>
                      <m:d>
                        <m:dPr>
                          <m:ctrlPr>
                            <a:rPr lang="ar-AE" sz="2800" i="1" spc="-25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ar-AE" sz="2800" i="1" spc="-5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𝑥</m:t>
                          </m:r>
                          <m:d>
                            <m:dPr>
                              <m:ctrlPr>
                                <a:rPr lang="ar-AE" sz="2800" i="1" spc="-50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ar-AE" sz="2800" i="1" spc="-50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ar-AE" sz="2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ar-AE" sz="2800" i="1" spc="-50" dirty="0">
                          <a:latin typeface="Cambria Math" panose="02040503050406030204" pitchFamily="18" charset="0"/>
                          <a:cs typeface="Cambria Math"/>
                        </a:rPr>
                        <m:t>.</m:t>
                      </m:r>
                    </m:oMath>
                  </m:oMathPara>
                </a14:m>
                <a:endParaRPr sz="28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107" y="1738538"/>
                <a:ext cx="5642610" cy="4072254"/>
              </a:xfrm>
              <a:prstGeom prst="rect">
                <a:avLst/>
              </a:prstGeom>
              <a:blipFill>
                <a:blip r:embed="rId2"/>
                <a:stretch>
                  <a:fillRect l="-3348" t="-2246" r="-4212" b="-28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283" y="2822274"/>
            <a:ext cx="5517881" cy="1904782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Algoritmo</a:t>
            </a:r>
            <a:r>
              <a:rPr spc="-85" dirty="0"/>
              <a:t> </a:t>
            </a:r>
            <a:r>
              <a:rPr dirty="0"/>
              <a:t>do</a:t>
            </a:r>
            <a:r>
              <a:rPr spc="-70" dirty="0"/>
              <a:t> </a:t>
            </a:r>
            <a:r>
              <a:rPr dirty="0"/>
              <a:t>gradiente</a:t>
            </a:r>
            <a:r>
              <a:rPr spc="-80" dirty="0"/>
              <a:t> </a:t>
            </a:r>
            <a:r>
              <a:rPr spc="-10" dirty="0"/>
              <a:t>descendente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5628" y="1793493"/>
            <a:ext cx="5394960" cy="23729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seguimos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direção contrária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máxima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taxa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crescimento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vetor gradiente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estamos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direção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decrescimento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mais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rápido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da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função.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186" y="2862531"/>
            <a:ext cx="5517881" cy="1904663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Algoritmo</a:t>
            </a:r>
            <a:r>
              <a:rPr spc="-85" dirty="0"/>
              <a:t> </a:t>
            </a:r>
            <a:r>
              <a:rPr dirty="0"/>
              <a:t>do</a:t>
            </a:r>
            <a:r>
              <a:rPr spc="-70" dirty="0"/>
              <a:t> </a:t>
            </a:r>
            <a:r>
              <a:rPr dirty="0"/>
              <a:t>gradiente</a:t>
            </a:r>
            <a:r>
              <a:rPr spc="-80" dirty="0"/>
              <a:t> </a:t>
            </a:r>
            <a:r>
              <a:rPr spc="-10" dirty="0"/>
              <a:t>descendente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5628" y="1793493"/>
            <a:ext cx="5728335" cy="23729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Assim,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algoritmo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iterativo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otimização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siga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direção contrária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indicada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vetor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gradiente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ponto</a:t>
            </a:r>
            <a:r>
              <a:rPr sz="2800" b="1" i="1" spc="-12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EC7C30"/>
                </a:solidFill>
                <a:latin typeface="Calibri"/>
                <a:cs typeface="Calibri"/>
              </a:rPr>
              <a:t>de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mínimo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chamado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gradiente</a:t>
            </a:r>
            <a:r>
              <a:rPr sz="2800" b="1" i="1" spc="-1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descendente</a:t>
            </a:r>
            <a:r>
              <a:rPr sz="2800" b="1" i="1" spc="-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(GD)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186" y="2862531"/>
            <a:ext cx="5517881" cy="1904663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Algoritmo</a:t>
            </a:r>
            <a:r>
              <a:rPr spc="-85" dirty="0"/>
              <a:t> </a:t>
            </a:r>
            <a:r>
              <a:rPr dirty="0"/>
              <a:t>do</a:t>
            </a:r>
            <a:r>
              <a:rPr spc="-70" dirty="0"/>
              <a:t> </a:t>
            </a:r>
            <a:r>
              <a:rPr dirty="0"/>
              <a:t>gradiente</a:t>
            </a:r>
            <a:r>
              <a:rPr spc="-80" dirty="0"/>
              <a:t> </a:t>
            </a:r>
            <a:r>
              <a:rPr spc="-10" dirty="0"/>
              <a:t>descendente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4913" y="1512519"/>
            <a:ext cx="10960100" cy="19568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02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Inicializa-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argumento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𝑥(0)</a:t>
            </a:r>
            <a:r>
              <a:rPr sz="2800" spc="-3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arbitrário,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geral,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025"/>
              </a:lnSpc>
            </a:pP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aleatório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90500" indent="-228600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iteração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𝑖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calcula-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</a:t>
            </a:r>
            <a:r>
              <a:rPr sz="2800" b="1" i="1" spc="-3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gradiente</a:t>
            </a:r>
            <a:r>
              <a:rPr sz="2800" b="1" i="1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𝑓(𝑥)</a:t>
            </a:r>
            <a:r>
              <a:rPr sz="2800" spc="-2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ponto </a:t>
            </a:r>
            <a:r>
              <a:rPr sz="2800" dirty="0">
                <a:latin typeface="Calibri"/>
                <a:cs typeface="Calibri"/>
              </a:rPr>
              <a:t>atual,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𝑥(𝑖)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30" dirty="0">
                <a:latin typeface="Calibri"/>
                <a:cs typeface="Calibri"/>
              </a:rPr>
              <a:t> atualiza-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argumento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usando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 err="1">
                <a:latin typeface="Calibri"/>
                <a:cs typeface="Calibri"/>
              </a:rPr>
              <a:t>uma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porcentagem</a:t>
            </a:r>
            <a:r>
              <a:rPr lang="pt-BR" sz="2800" spc="-1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do</a:t>
            </a:r>
            <a:r>
              <a:rPr lang="pt-BR" sz="2800" spc="-55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gradiente,</a:t>
            </a:r>
            <a:r>
              <a:rPr lang="pt-BR" sz="2800" spc="-6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ou</a:t>
            </a:r>
            <a:r>
              <a:rPr lang="pt-BR" sz="2800" spc="-65" dirty="0">
                <a:latin typeface="Calibri"/>
                <a:cs typeface="Calibri"/>
              </a:rPr>
              <a:t> </a:t>
            </a:r>
            <a:r>
              <a:rPr lang="pt-BR" sz="2800" spc="-20" dirty="0">
                <a:latin typeface="Calibri"/>
                <a:cs typeface="Calibri"/>
              </a:rPr>
              <a:t>seja</a:t>
            </a:r>
            <a:endParaRPr lang="pt-BR"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/>
              <p:cNvSpPr txBox="1"/>
              <p:nvPr/>
            </p:nvSpPr>
            <p:spPr>
              <a:xfrm>
                <a:off x="875225" y="4228499"/>
                <a:ext cx="10920095" cy="2666756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41300" indent="-228600">
                  <a:lnSpc>
                    <a:spcPts val="3160"/>
                  </a:lnSpc>
                  <a:spcBef>
                    <a:spcPts val="95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tal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forma,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cada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iteração</a:t>
                </a:r>
                <a:r>
                  <a:rPr lang="pt-BR" sz="2800" b="1" i="1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tenha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93345" algn="ctr">
                  <a:lnSpc>
                    <a:spcPts val="3160"/>
                  </a:lnSpc>
                  <a:tabLst>
                    <a:tab pos="447040" algn="l"/>
                    <a:tab pos="1931035" algn="l"/>
                    <a:tab pos="2650490" algn="l"/>
                    <a:tab pos="3417570" algn="l"/>
                  </a:tabLst>
                </a:pPr>
                <a14:m>
                  <m:oMath xmlns:m="http://schemas.openxmlformats.org/officeDocument/2006/math">
                    <m:r>
                      <a:rPr lang="pt-BR" sz="2800" i="1" spc="-50" dirty="0" smtClean="0">
                        <a:latin typeface="Cambria Math" panose="02040503050406030204" pitchFamily="18" charset="0"/>
                        <a:cs typeface="Cambria Math"/>
                      </a:rPr>
                      <m:t>𝑓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  <m:d>
                      <m:dPr>
                        <m:ctrlPr>
                          <a:rPr lang="pt-BR" sz="28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𝑥</m:t>
                        </m:r>
                        <m:d>
                          <m:dPr>
                            <m:ctrlPr>
                              <a:rPr lang="pt-BR" sz="2800" i="1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pt-BR" sz="2800" i="1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𝑖</m:t>
                            </m:r>
                            <m:r>
                              <a:rPr lang="pt-BR" sz="2800" b="0" i="1" spc="10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+</m:t>
                            </m:r>
                            <m:r>
                              <a:rPr lang="pt-BR" sz="2800" i="1" spc="-25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&lt; </m:t>
                    </m:r>
                    <m:r>
                      <a:rPr lang="pt-BR" sz="2800" i="1" spc="-50" dirty="0" smtClean="0">
                        <a:latin typeface="Cambria Math" panose="02040503050406030204" pitchFamily="18" charset="0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pt-BR" sz="2800" b="0" i="1" spc="-50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2800" i="1" spc="-20" dirty="0" smtClean="0">
                            <a:latin typeface="Cambria Math" panose="02040503050406030204" pitchFamily="18" charset="0"/>
                            <a:cs typeface="Cambria Math"/>
                          </a:rPr>
                          <m:t>𝑥</m:t>
                        </m:r>
                        <m:d>
                          <m:dPr>
                            <m:ctrlPr>
                              <a:rPr lang="pt-BR" sz="2800" i="1" spc="-2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pt-BR" sz="2800" i="1" spc="-2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  <m:r>
                      <a:rPr lang="pt-BR" sz="2800" i="1" spc="-10" dirty="0" smtClean="0">
                        <a:latin typeface="Cambria Math" panose="02040503050406030204" pitchFamily="18" charset="0"/>
                        <a:cs typeface="Cambria Math"/>
                      </a:rPr>
                      <m:t>,</m:t>
                    </m:r>
                    <m:r>
                      <a:rPr lang="pt-BR" sz="2800" i="1" spc="-150" dirty="0" smtClean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𝑖</m:t>
                    </m:r>
                    <m:r>
                      <a:rPr lang="pt-BR" sz="2800" i="1" spc="225" dirty="0" smtClean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≥</m:t>
                    </m:r>
                    <m:r>
                      <a:rPr lang="pt-BR" sz="2800" i="1" spc="155" dirty="0" smtClean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2800" i="1" spc="-25" dirty="0" smtClean="0">
                        <a:latin typeface="Cambria Math" panose="02040503050406030204" pitchFamily="18" charset="0"/>
                        <a:cs typeface="Cambria Math"/>
                      </a:rPr>
                      <m:t>0</m:t>
                    </m:r>
                  </m:oMath>
                </a14:m>
                <a:r>
                  <a:rPr lang="pt-BR" sz="2800" spc="-25" dirty="0">
                    <a:latin typeface="Cambria Math"/>
                    <a:cs typeface="Cambria Math"/>
                  </a:rPr>
                  <a:t>.</a:t>
                </a:r>
                <a:endParaRPr lang="pt-BR" sz="2800" dirty="0">
                  <a:latin typeface="Cambria Math"/>
                  <a:cs typeface="Cambria Math"/>
                </a:endParaRPr>
              </a:p>
              <a:p>
                <a:pPr marL="241300" indent="-228600">
                  <a:lnSpc>
                    <a:spcPts val="3025"/>
                  </a:lnSpc>
                  <a:spcBef>
                    <a:spcPts val="385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As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iterações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repetem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até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10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ponto</a:t>
                </a:r>
                <a:r>
                  <a:rPr lang="pt-BR" sz="2800" b="1" i="1" spc="-7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de</a:t>
                </a:r>
                <a:r>
                  <a:rPr lang="pt-BR" sz="2800" b="1" i="1" spc="-5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mínimo</a:t>
                </a:r>
                <a:r>
                  <a:rPr lang="pt-BR" sz="2800" b="1" i="1" spc="-8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seja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atingido,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ou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seja,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41300" marR="879475">
                  <a:lnSpc>
                    <a:spcPts val="2690"/>
                  </a:lnSpc>
                  <a:spcBef>
                    <a:spcPts val="315"/>
                  </a:spcBef>
                  <a:tabLst>
                    <a:tab pos="812800" algn="l"/>
                    <a:tab pos="1677035" algn="l"/>
                  </a:tabLst>
                </a:pPr>
                <a:r>
                  <a:rPr lang="pt-BR" sz="2800" spc="-25" dirty="0">
                    <a:latin typeface="Cambria Math"/>
                    <a:cs typeface="Cambria Math"/>
                  </a:rPr>
                  <a:t>𝛻𝑓</a:t>
                </a:r>
                <a:r>
                  <a:rPr lang="pt-BR" sz="2800" dirty="0">
                    <a:latin typeface="Cambria Math"/>
                    <a:cs typeface="Cambria Math"/>
                  </a:rPr>
                  <a:t>(</a:t>
                </a:r>
                <a:r>
                  <a:rPr lang="pt-BR" sz="2800" spc="-20" dirty="0">
                    <a:latin typeface="Cambria Math"/>
                    <a:cs typeface="Cambria Math"/>
                  </a:rPr>
                  <a:t>𝑥(𝑖))</a:t>
                </a:r>
                <a:r>
                  <a:rPr lang="pt-BR" sz="2800" dirty="0">
                    <a:latin typeface="Cambria Math"/>
                    <a:cs typeface="Cambria Math"/>
                  </a:rPr>
                  <a:t>	=</a:t>
                </a:r>
                <a:r>
                  <a:rPr lang="pt-BR" sz="2800" spc="10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0</a:t>
                </a:r>
                <a:r>
                  <a:rPr lang="pt-BR" sz="2800" spc="-3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e,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consequentemente,</a:t>
                </a:r>
                <a:r>
                  <a:rPr lang="pt-BR" sz="2800" spc="-1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argumento</a:t>
                </a:r>
                <a:r>
                  <a:rPr lang="pt-BR" sz="2800" spc="-2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𝑥</a:t>
                </a:r>
                <a:r>
                  <a:rPr lang="pt-BR" sz="2800" spc="50" dirty="0">
                    <a:latin typeface="Cambria Math"/>
                    <a:cs typeface="Cambria Math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não</a:t>
                </a:r>
                <a:r>
                  <a:rPr lang="pt-BR" sz="2800" b="1" i="1" spc="-4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sofra</a:t>
                </a:r>
                <a:r>
                  <a:rPr lang="pt-BR" sz="2800" b="1" i="1" spc="-5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20" dirty="0">
                    <a:solidFill>
                      <a:srgbClr val="00AF50"/>
                    </a:solidFill>
                    <a:latin typeface="Calibri"/>
                    <a:cs typeface="Calibri"/>
                  </a:rPr>
                  <a:t>mais </a:t>
                </a:r>
                <a:r>
                  <a:rPr lang="pt-BR"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atualizações</a:t>
                </a:r>
                <a:r>
                  <a:rPr lang="pt-BR" sz="2800" b="1" i="1" spc="-9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(i.e.,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algoritmo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convergiu).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698500" lvl="1" indent="-229235">
                  <a:lnSpc>
                    <a:spcPts val="2555"/>
                  </a:lnSpc>
                  <a:buFont typeface="Wingdings"/>
                  <a:buChar char=""/>
                  <a:tabLst>
                    <a:tab pos="699135" algn="l"/>
                  </a:tabLst>
                </a:pPr>
                <a:r>
                  <a:rPr lang="pt-BR" sz="24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Convergência</a:t>
                </a:r>
                <a:r>
                  <a:rPr lang="pt-BR" sz="2400" dirty="0">
                    <a:latin typeface="Calibri"/>
                    <a:cs typeface="Calibri"/>
                  </a:rPr>
                  <a:t>: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valor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função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𝑓(𝑥)</a:t>
                </a:r>
                <a:r>
                  <a:rPr lang="pt-BR" sz="2400" spc="-1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entre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iterações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consecutivas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praticamente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698500">
                  <a:lnSpc>
                    <a:spcPts val="2595"/>
                  </a:lnSpc>
                </a:pPr>
                <a:r>
                  <a:rPr lang="pt-BR" sz="2400" spc="-10" dirty="0">
                    <a:latin typeface="Calibri"/>
                    <a:cs typeface="Calibri"/>
                  </a:rPr>
                  <a:t>constante.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225" y="4228499"/>
                <a:ext cx="10920095" cy="2666756"/>
              </a:xfrm>
              <a:prstGeom prst="rect">
                <a:avLst/>
              </a:prstGeom>
              <a:blipFill>
                <a:blip r:embed="rId2"/>
                <a:stretch>
                  <a:fillRect l="-1731" t="-4348" r="-1061" b="-59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bject 12"/>
          <p:cNvSpPr/>
          <p:nvPr/>
        </p:nvSpPr>
        <p:spPr>
          <a:xfrm>
            <a:off x="6116573" y="3717925"/>
            <a:ext cx="372110" cy="321945"/>
          </a:xfrm>
          <a:custGeom>
            <a:avLst/>
            <a:gdLst/>
            <a:ahLst/>
            <a:cxnLst/>
            <a:rect l="l" t="t" r="r" b="b"/>
            <a:pathLst>
              <a:path w="372110" h="321945">
                <a:moveTo>
                  <a:pt x="0" y="160781"/>
                </a:moveTo>
                <a:lnTo>
                  <a:pt x="6636" y="118004"/>
                </a:lnTo>
                <a:lnTo>
                  <a:pt x="25367" y="79586"/>
                </a:lnTo>
                <a:lnTo>
                  <a:pt x="54419" y="47053"/>
                </a:lnTo>
                <a:lnTo>
                  <a:pt x="92023" y="21928"/>
                </a:lnTo>
                <a:lnTo>
                  <a:pt x="136407" y="5736"/>
                </a:lnTo>
                <a:lnTo>
                  <a:pt x="185800" y="0"/>
                </a:lnTo>
                <a:lnTo>
                  <a:pt x="235248" y="5736"/>
                </a:lnTo>
                <a:lnTo>
                  <a:pt x="279668" y="21928"/>
                </a:lnTo>
                <a:lnTo>
                  <a:pt x="317293" y="47053"/>
                </a:lnTo>
                <a:lnTo>
                  <a:pt x="346357" y="79586"/>
                </a:lnTo>
                <a:lnTo>
                  <a:pt x="365091" y="118004"/>
                </a:lnTo>
                <a:lnTo>
                  <a:pt x="371728" y="160781"/>
                </a:lnTo>
                <a:lnTo>
                  <a:pt x="365091" y="203515"/>
                </a:lnTo>
                <a:lnTo>
                  <a:pt x="346357" y="241920"/>
                </a:lnTo>
                <a:lnTo>
                  <a:pt x="317293" y="274462"/>
                </a:lnTo>
                <a:lnTo>
                  <a:pt x="279668" y="299607"/>
                </a:lnTo>
                <a:lnTo>
                  <a:pt x="235248" y="315819"/>
                </a:lnTo>
                <a:lnTo>
                  <a:pt x="185800" y="321563"/>
                </a:lnTo>
                <a:lnTo>
                  <a:pt x="136407" y="315819"/>
                </a:lnTo>
                <a:lnTo>
                  <a:pt x="92023" y="299607"/>
                </a:lnTo>
                <a:lnTo>
                  <a:pt x="54419" y="274462"/>
                </a:lnTo>
                <a:lnTo>
                  <a:pt x="25367" y="241920"/>
                </a:lnTo>
                <a:lnTo>
                  <a:pt x="6636" y="203515"/>
                </a:lnTo>
                <a:lnTo>
                  <a:pt x="0" y="160781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168009" y="3377353"/>
            <a:ext cx="3223895" cy="218008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12750">
              <a:lnSpc>
                <a:spcPct val="100000"/>
              </a:lnSpc>
              <a:spcBef>
                <a:spcPts val="260"/>
              </a:spcBef>
            </a:pPr>
            <a:r>
              <a:rPr sz="1200" dirty="0">
                <a:latin typeface="Calibri"/>
                <a:cs typeface="Calibri"/>
              </a:rPr>
              <a:t>Única</a:t>
            </a:r>
            <a:r>
              <a:rPr sz="1200" spc="-10" dirty="0">
                <a:latin typeface="Calibri"/>
                <a:cs typeface="Calibri"/>
              </a:rPr>
              <a:t> diferença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para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gradiente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 err="1">
                <a:latin typeface="Calibri"/>
                <a:cs typeface="Calibri"/>
              </a:rPr>
              <a:t>ascendente</a:t>
            </a:r>
            <a:r>
              <a:rPr sz="1200" spc="-10" dirty="0">
                <a:latin typeface="Calibri"/>
                <a:cs typeface="Calibri"/>
              </a:rPr>
              <a:t>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300978" y="3581146"/>
            <a:ext cx="267970" cy="139700"/>
          </a:xfrm>
          <a:custGeom>
            <a:avLst/>
            <a:gdLst/>
            <a:ahLst/>
            <a:cxnLst/>
            <a:rect l="l" t="t" r="r" b="b"/>
            <a:pathLst>
              <a:path w="267970" h="139700">
                <a:moveTo>
                  <a:pt x="198225" y="32102"/>
                </a:moveTo>
                <a:lnTo>
                  <a:pt x="0" y="133857"/>
                </a:lnTo>
                <a:lnTo>
                  <a:pt x="2921" y="139572"/>
                </a:lnTo>
                <a:lnTo>
                  <a:pt x="201111" y="37715"/>
                </a:lnTo>
                <a:lnTo>
                  <a:pt x="198225" y="32102"/>
                </a:lnTo>
                <a:close/>
              </a:path>
              <a:path w="267970" h="139700">
                <a:moveTo>
                  <a:pt x="248170" y="26288"/>
                </a:moveTo>
                <a:lnTo>
                  <a:pt x="209550" y="26288"/>
                </a:lnTo>
                <a:lnTo>
                  <a:pt x="212471" y="31876"/>
                </a:lnTo>
                <a:lnTo>
                  <a:pt x="201111" y="37715"/>
                </a:lnTo>
                <a:lnTo>
                  <a:pt x="217043" y="68706"/>
                </a:lnTo>
                <a:lnTo>
                  <a:pt x="248170" y="26288"/>
                </a:lnTo>
                <a:close/>
              </a:path>
              <a:path w="267970" h="139700">
                <a:moveTo>
                  <a:pt x="209550" y="26288"/>
                </a:moveTo>
                <a:lnTo>
                  <a:pt x="198225" y="32102"/>
                </a:lnTo>
                <a:lnTo>
                  <a:pt x="201111" y="37715"/>
                </a:lnTo>
                <a:lnTo>
                  <a:pt x="212471" y="31876"/>
                </a:lnTo>
                <a:lnTo>
                  <a:pt x="209550" y="26288"/>
                </a:lnTo>
                <a:close/>
              </a:path>
              <a:path w="267970" h="139700">
                <a:moveTo>
                  <a:pt x="267462" y="0"/>
                </a:moveTo>
                <a:lnTo>
                  <a:pt x="182245" y="1015"/>
                </a:lnTo>
                <a:lnTo>
                  <a:pt x="198225" y="32102"/>
                </a:lnTo>
                <a:lnTo>
                  <a:pt x="209550" y="26288"/>
                </a:lnTo>
                <a:lnTo>
                  <a:pt x="248170" y="26288"/>
                </a:lnTo>
                <a:lnTo>
                  <a:pt x="26746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F37312AD-550F-648D-DED1-B7F802A34B55}"/>
                  </a:ext>
                </a:extLst>
              </p:cNvPr>
              <p:cNvSpPr txBox="1"/>
              <p:nvPr/>
            </p:nvSpPr>
            <p:spPr>
              <a:xfrm>
                <a:off x="3702421" y="3605742"/>
                <a:ext cx="5542543" cy="4863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F37312AD-550F-648D-DED1-B7F802A34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421" y="3605742"/>
                <a:ext cx="5542543" cy="4863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Observação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1539" y="1793493"/>
            <a:ext cx="10813415" cy="313753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66700" marR="179070" indent="-228600">
              <a:lnSpc>
                <a:spcPts val="3040"/>
              </a:lnSpc>
              <a:spcBef>
                <a:spcPts val="459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Os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conceitos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vistos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até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agora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foram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apresentados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com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único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argumento,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𝑓(𝑥)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indent="-228600">
              <a:lnSpc>
                <a:spcPts val="3190"/>
              </a:lnSpc>
              <a:spcBef>
                <a:spcPts val="615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10" dirty="0">
                <a:latin typeface="Calibri"/>
                <a:cs typeface="Calibri"/>
              </a:rPr>
              <a:t>Porém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válidos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funções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vários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argumentos,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𝑓(𝑥</a:t>
            </a:r>
            <a:r>
              <a:rPr sz="3075" spc="-15" baseline="-16260" dirty="0">
                <a:latin typeface="Cambria Math"/>
                <a:cs typeface="Cambria Math"/>
              </a:rPr>
              <a:t>0</a:t>
            </a:r>
            <a:r>
              <a:rPr sz="2800" spc="-10" dirty="0">
                <a:latin typeface="Calibri"/>
                <a:cs typeface="Calibri"/>
              </a:rPr>
              <a:t>,</a:t>
            </a:r>
            <a:endParaRPr sz="2800" dirty="0">
              <a:latin typeface="Calibri"/>
              <a:cs typeface="Calibri"/>
            </a:endParaRPr>
          </a:p>
          <a:p>
            <a:pPr marL="266700">
              <a:lnSpc>
                <a:spcPts val="3190"/>
              </a:lnSpc>
            </a:pP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1</a:t>
            </a:r>
            <a:r>
              <a:rPr sz="2800" dirty="0">
                <a:latin typeface="Calibri"/>
                <a:cs typeface="Calibri"/>
              </a:rPr>
              <a:t>, ...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𝑥</a:t>
            </a:r>
            <a:r>
              <a:rPr sz="3075" spc="-30" baseline="-16260" dirty="0">
                <a:latin typeface="Cambria Math"/>
                <a:cs typeface="Cambria Math"/>
              </a:rPr>
              <a:t>𝐾</a:t>
            </a:r>
            <a:r>
              <a:rPr sz="2800" spc="-20" dirty="0">
                <a:latin typeface="Cambria Math"/>
                <a:cs typeface="Cambria Math"/>
              </a:rPr>
              <a:t>)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Esse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será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funções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iremos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utilizar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breve.</a:t>
            </a:r>
            <a:endParaRPr sz="2800" dirty="0">
              <a:latin typeface="Calibri"/>
              <a:cs typeface="Calibri"/>
            </a:endParaRPr>
          </a:p>
          <a:p>
            <a:pPr marL="266700" marR="556895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nosso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será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erro</a:t>
            </a:r>
            <a:r>
              <a:rPr sz="28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quadrático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médio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(EQM)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 </a:t>
            </a:r>
            <a:r>
              <a:rPr sz="2800" dirty="0">
                <a:latin typeface="Calibri"/>
                <a:cs typeface="Calibri"/>
              </a:rPr>
              <a:t>terá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argumentos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hipótese.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3400" y="1928622"/>
            <a:ext cx="9587865" cy="1904364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 indent="1905" algn="ctr">
              <a:lnSpc>
                <a:spcPts val="4750"/>
              </a:lnSpc>
              <a:spcBef>
                <a:spcPts val="705"/>
              </a:spcBef>
            </a:pPr>
            <a:r>
              <a:rPr b="0" dirty="0">
                <a:latin typeface="Calibri"/>
                <a:cs typeface="Calibri"/>
              </a:rPr>
              <a:t>Como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neste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curso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queremos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00AF50"/>
                </a:solidFill>
                <a:latin typeface="Calibri"/>
                <a:cs typeface="Calibri"/>
              </a:rPr>
              <a:t>minimizar</a:t>
            </a:r>
            <a:r>
              <a:rPr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b="1" i="1" spc="-50" dirty="0">
                <a:solidFill>
                  <a:srgbClr val="00AF50"/>
                </a:solidFill>
                <a:latin typeface="Calibri"/>
                <a:cs typeface="Calibri"/>
              </a:rPr>
              <a:t>a </a:t>
            </a:r>
            <a:r>
              <a:rPr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b="0" dirty="0">
                <a:latin typeface="Calibri"/>
                <a:cs typeface="Calibri"/>
              </a:rPr>
              <a:t>,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iremos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focar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no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1" i="1" spc="-10" dirty="0">
                <a:solidFill>
                  <a:srgbClr val="00AF50"/>
                </a:solidFill>
                <a:latin typeface="Calibri"/>
                <a:cs typeface="Calibri"/>
              </a:rPr>
              <a:t>gradiente descendente</a:t>
            </a:r>
            <a:r>
              <a:rPr b="0" spc="-10" dirty="0">
                <a:latin typeface="Calibri"/>
                <a:cs typeface="Calibri"/>
              </a:rPr>
              <a:t>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Características</a:t>
            </a:r>
            <a:r>
              <a:rPr spc="-120" dirty="0"/>
              <a:t> </a:t>
            </a:r>
            <a:r>
              <a:rPr dirty="0"/>
              <a:t>do</a:t>
            </a:r>
            <a:r>
              <a:rPr spc="-80" dirty="0"/>
              <a:t> </a:t>
            </a:r>
            <a:r>
              <a:rPr dirty="0"/>
              <a:t>gradiente</a:t>
            </a:r>
            <a:r>
              <a:rPr spc="-90" dirty="0"/>
              <a:t> </a:t>
            </a:r>
            <a:r>
              <a:rPr spc="-10" dirty="0"/>
              <a:t>descendente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444480" cy="49383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genérico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otimização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aplicado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problemas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máquina,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qualquer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problema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que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envolva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encontrar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os</a:t>
            </a:r>
            <a:r>
              <a:rPr sz="2800" b="1" i="1" spc="-1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parâmetros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minimizam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uma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único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requisito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diferenciável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No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regressão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linear,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função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diferenciável.</a:t>
            </a:r>
            <a:endParaRPr sz="2400" dirty="0">
              <a:latin typeface="Calibri"/>
              <a:cs typeface="Calibri"/>
            </a:endParaRPr>
          </a:p>
          <a:p>
            <a:pPr marL="241300" marR="382270" indent="-228600">
              <a:lnSpc>
                <a:spcPts val="3020"/>
              </a:lnSpc>
              <a:spcBef>
                <a:spcPts val="10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Escalona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melhor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método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equação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normal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grandes conjuntos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dados.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É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fácil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implementação.</a:t>
            </a:r>
            <a:endParaRPr sz="2800" dirty="0">
              <a:latin typeface="Calibri"/>
              <a:cs typeface="Calibri"/>
            </a:endParaRPr>
          </a:p>
          <a:p>
            <a:pPr marL="241300" marR="55244" indent="-228600">
              <a:lnSpc>
                <a:spcPts val="302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necessário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preocupar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matrizes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condicionadas,</a:t>
            </a:r>
            <a:r>
              <a:rPr sz="2800" spc="-25" dirty="0">
                <a:latin typeface="Calibri"/>
                <a:cs typeface="Calibri"/>
              </a:rPr>
              <a:t> ou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matrizes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determinante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próximo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quase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singulares</a:t>
            </a:r>
            <a:r>
              <a:rPr sz="2800" spc="-10" dirty="0">
                <a:latin typeface="Calibri"/>
                <a:cs typeface="Calibri"/>
              </a:rPr>
              <a:t>).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não-</a:t>
            </a:r>
            <a:r>
              <a:rPr sz="2800" spc="-10" dirty="0">
                <a:latin typeface="Calibri"/>
                <a:cs typeface="Calibri"/>
              </a:rPr>
              <a:t>lineares.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690" y="1376933"/>
            <a:ext cx="10095865" cy="444690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59079" marR="252095" algn="ctr">
              <a:lnSpc>
                <a:spcPts val="4750"/>
              </a:lnSpc>
              <a:spcBef>
                <a:spcPts val="705"/>
              </a:spcBef>
            </a:pPr>
            <a:r>
              <a:rPr sz="4400" i="1" dirty="0">
                <a:latin typeface="Calibri"/>
                <a:cs typeface="Calibri"/>
              </a:rPr>
              <a:t>Como</a:t>
            </a:r>
            <a:r>
              <a:rPr sz="4400" i="1" spc="-20" dirty="0">
                <a:latin typeface="Calibri"/>
                <a:cs typeface="Calibri"/>
              </a:rPr>
              <a:t> </a:t>
            </a:r>
            <a:r>
              <a:rPr sz="4400" i="1" dirty="0">
                <a:latin typeface="Calibri"/>
                <a:cs typeface="Calibri"/>
              </a:rPr>
              <a:t>aplicamos</a:t>
            </a:r>
            <a:r>
              <a:rPr sz="4400" i="1" spc="-35" dirty="0">
                <a:latin typeface="Calibri"/>
                <a:cs typeface="Calibri"/>
              </a:rPr>
              <a:t> </a:t>
            </a:r>
            <a:r>
              <a:rPr sz="4400" i="1" dirty="0">
                <a:latin typeface="Calibri"/>
                <a:cs typeface="Calibri"/>
              </a:rPr>
              <a:t>o</a:t>
            </a:r>
            <a:r>
              <a:rPr sz="4400" i="1" spc="-15" dirty="0">
                <a:latin typeface="Calibri"/>
                <a:cs typeface="Calibri"/>
              </a:rPr>
              <a:t> </a:t>
            </a:r>
            <a:r>
              <a:rPr sz="4400" i="1" dirty="0">
                <a:latin typeface="Calibri"/>
                <a:cs typeface="Calibri"/>
              </a:rPr>
              <a:t>algoritmo</a:t>
            </a:r>
            <a:r>
              <a:rPr sz="4400" i="1" spc="-25" dirty="0">
                <a:latin typeface="Calibri"/>
                <a:cs typeface="Calibri"/>
              </a:rPr>
              <a:t> </a:t>
            </a:r>
            <a:r>
              <a:rPr sz="4400" i="1" dirty="0">
                <a:latin typeface="Calibri"/>
                <a:cs typeface="Calibri"/>
              </a:rPr>
              <a:t>do</a:t>
            </a:r>
            <a:r>
              <a:rPr sz="4400" i="1" spc="5" dirty="0">
                <a:latin typeface="Calibri"/>
                <a:cs typeface="Calibri"/>
              </a:rPr>
              <a:t> </a:t>
            </a:r>
            <a:r>
              <a:rPr sz="4400" b="1" i="1" spc="-10" dirty="0">
                <a:latin typeface="Calibri"/>
                <a:cs typeface="Calibri"/>
              </a:rPr>
              <a:t>gradiente </a:t>
            </a:r>
            <a:r>
              <a:rPr sz="4400" b="1" i="1" dirty="0">
                <a:latin typeface="Calibri"/>
                <a:cs typeface="Calibri"/>
              </a:rPr>
              <a:t>descendente</a:t>
            </a:r>
            <a:r>
              <a:rPr sz="4400" b="1" i="1" spc="-60" dirty="0">
                <a:latin typeface="Calibri"/>
                <a:cs typeface="Calibri"/>
              </a:rPr>
              <a:t> </a:t>
            </a:r>
            <a:r>
              <a:rPr sz="4400" i="1" dirty="0">
                <a:latin typeface="Calibri"/>
                <a:cs typeface="Calibri"/>
              </a:rPr>
              <a:t>ao</a:t>
            </a:r>
            <a:r>
              <a:rPr sz="4400" i="1" spc="-50" dirty="0">
                <a:latin typeface="Calibri"/>
                <a:cs typeface="Calibri"/>
              </a:rPr>
              <a:t> </a:t>
            </a:r>
            <a:r>
              <a:rPr sz="4400" i="1" dirty="0">
                <a:latin typeface="Calibri"/>
                <a:cs typeface="Calibri"/>
              </a:rPr>
              <a:t>problema</a:t>
            </a:r>
            <a:r>
              <a:rPr sz="4400" i="1" spc="-40" dirty="0">
                <a:latin typeface="Calibri"/>
                <a:cs typeface="Calibri"/>
              </a:rPr>
              <a:t> </a:t>
            </a:r>
            <a:r>
              <a:rPr sz="4400" i="1" dirty="0">
                <a:latin typeface="Calibri"/>
                <a:cs typeface="Calibri"/>
              </a:rPr>
              <a:t>da</a:t>
            </a:r>
            <a:r>
              <a:rPr sz="4400" i="1" spc="-55" dirty="0">
                <a:latin typeface="Calibri"/>
                <a:cs typeface="Calibri"/>
              </a:rPr>
              <a:t> </a:t>
            </a:r>
            <a:r>
              <a:rPr sz="4400" b="1" i="1" spc="-10" dirty="0">
                <a:latin typeface="Calibri"/>
                <a:cs typeface="Calibri"/>
              </a:rPr>
              <a:t>regressão linear</a:t>
            </a:r>
            <a:r>
              <a:rPr sz="4400" i="1" spc="-10" dirty="0">
                <a:latin typeface="Calibri"/>
                <a:cs typeface="Calibri"/>
              </a:rPr>
              <a:t>?</a:t>
            </a:r>
            <a:endParaRPr sz="4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650" dirty="0">
              <a:latin typeface="Calibri"/>
              <a:cs typeface="Calibri"/>
            </a:endParaRPr>
          </a:p>
          <a:p>
            <a:pPr marL="12700" marR="5080" algn="ctr">
              <a:lnSpc>
                <a:spcPct val="90000"/>
              </a:lnSpc>
            </a:pPr>
            <a:r>
              <a:rPr sz="4400" i="1" dirty="0">
                <a:latin typeface="Calibri"/>
                <a:cs typeface="Calibri"/>
              </a:rPr>
              <a:t>Ou</a:t>
            </a:r>
            <a:r>
              <a:rPr sz="4400" i="1" spc="-40" dirty="0">
                <a:latin typeface="Calibri"/>
                <a:cs typeface="Calibri"/>
              </a:rPr>
              <a:t> </a:t>
            </a:r>
            <a:r>
              <a:rPr sz="4400" i="1" dirty="0">
                <a:latin typeface="Calibri"/>
                <a:cs typeface="Calibri"/>
              </a:rPr>
              <a:t>seja,</a:t>
            </a:r>
            <a:r>
              <a:rPr sz="4400" i="1" spc="-30" dirty="0">
                <a:latin typeface="Calibri"/>
                <a:cs typeface="Calibri"/>
              </a:rPr>
              <a:t> </a:t>
            </a:r>
            <a:r>
              <a:rPr sz="4400" i="1" dirty="0">
                <a:latin typeface="Calibri"/>
                <a:cs typeface="Calibri"/>
              </a:rPr>
              <a:t>como</a:t>
            </a:r>
            <a:r>
              <a:rPr sz="4400" i="1" spc="-35" dirty="0">
                <a:latin typeface="Calibri"/>
                <a:cs typeface="Calibri"/>
              </a:rPr>
              <a:t> </a:t>
            </a:r>
            <a:r>
              <a:rPr sz="4400" i="1" dirty="0">
                <a:latin typeface="Calibri"/>
                <a:cs typeface="Calibri"/>
              </a:rPr>
              <a:t>encontramos</a:t>
            </a:r>
            <a:r>
              <a:rPr sz="4400" i="1" spc="-35" dirty="0">
                <a:latin typeface="Calibri"/>
                <a:cs typeface="Calibri"/>
              </a:rPr>
              <a:t> </a:t>
            </a:r>
            <a:r>
              <a:rPr sz="4400" i="1" dirty="0">
                <a:latin typeface="Calibri"/>
                <a:cs typeface="Calibri"/>
              </a:rPr>
              <a:t>os</a:t>
            </a:r>
            <a:r>
              <a:rPr sz="4400" i="1" spc="-20" dirty="0">
                <a:latin typeface="Calibri"/>
                <a:cs typeface="Calibri"/>
              </a:rPr>
              <a:t> </a:t>
            </a:r>
            <a:r>
              <a:rPr sz="4400" b="1" i="1" dirty="0">
                <a:solidFill>
                  <a:srgbClr val="EC7C30"/>
                </a:solidFill>
                <a:latin typeface="Calibri"/>
                <a:cs typeface="Calibri"/>
              </a:rPr>
              <a:t>pesos</a:t>
            </a:r>
            <a:r>
              <a:rPr sz="4400" b="1" i="1" spc="-2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4400" b="1" i="1" spc="-10" dirty="0">
                <a:solidFill>
                  <a:srgbClr val="EC7C30"/>
                </a:solidFill>
                <a:latin typeface="Calibri"/>
                <a:cs typeface="Calibri"/>
              </a:rPr>
              <a:t>ótimos </a:t>
            </a:r>
            <a:r>
              <a:rPr sz="44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4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44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4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4400" b="1" i="1" dirty="0">
                <a:solidFill>
                  <a:srgbClr val="00AF50"/>
                </a:solidFill>
                <a:latin typeface="Calibri"/>
                <a:cs typeface="Calibri"/>
              </a:rPr>
              <a:t>hipótese</a:t>
            </a:r>
            <a:r>
              <a:rPr sz="4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4400" i="1" dirty="0">
                <a:latin typeface="Calibri"/>
                <a:cs typeface="Calibri"/>
              </a:rPr>
              <a:t>usando</a:t>
            </a:r>
            <a:r>
              <a:rPr sz="4400" i="1" spc="-45" dirty="0">
                <a:latin typeface="Calibri"/>
                <a:cs typeface="Calibri"/>
              </a:rPr>
              <a:t> </a:t>
            </a:r>
            <a:r>
              <a:rPr sz="4400" i="1" dirty="0">
                <a:latin typeface="Calibri"/>
                <a:cs typeface="Calibri"/>
              </a:rPr>
              <a:t>o</a:t>
            </a:r>
            <a:r>
              <a:rPr sz="4400" i="1" spc="-25" dirty="0">
                <a:latin typeface="Calibri"/>
                <a:cs typeface="Calibri"/>
              </a:rPr>
              <a:t> </a:t>
            </a:r>
            <a:r>
              <a:rPr sz="4400" i="1" spc="-10" dirty="0">
                <a:latin typeface="Calibri"/>
                <a:cs typeface="Calibri"/>
              </a:rPr>
              <a:t>gradiente descendente?</a:t>
            </a:r>
            <a:endParaRPr sz="4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</a:t>
            </a:r>
            <a:r>
              <a:rPr spc="-60" dirty="0"/>
              <a:t> </a:t>
            </a:r>
            <a:r>
              <a:rPr dirty="0"/>
              <a:t>algoritmo</a:t>
            </a:r>
            <a:r>
              <a:rPr spc="-45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dirty="0"/>
              <a:t>gradiente</a:t>
            </a:r>
            <a:r>
              <a:rPr spc="-45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spc="-10" dirty="0"/>
              <a:t>descendente</a:t>
            </a:r>
          </a:p>
        </p:txBody>
      </p:sp>
      <p:sp>
        <p:nvSpPr>
          <p:cNvPr id="3" name="object 3"/>
          <p:cNvSpPr/>
          <p:nvPr/>
        </p:nvSpPr>
        <p:spPr>
          <a:xfrm>
            <a:off x="134810" y="2288667"/>
            <a:ext cx="8223884" cy="1474470"/>
          </a:xfrm>
          <a:custGeom>
            <a:avLst/>
            <a:gdLst/>
            <a:ahLst/>
            <a:cxnLst/>
            <a:rect l="l" t="t" r="r" b="b"/>
            <a:pathLst>
              <a:path w="8223884" h="1474470">
                <a:moveTo>
                  <a:pt x="0" y="1474342"/>
                </a:moveTo>
                <a:lnTo>
                  <a:pt x="8223884" y="1474342"/>
                </a:lnTo>
                <a:lnTo>
                  <a:pt x="8223884" y="0"/>
                </a:lnTo>
                <a:lnTo>
                  <a:pt x="0" y="0"/>
                </a:lnTo>
                <a:lnTo>
                  <a:pt x="0" y="147434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6161" y="2307082"/>
            <a:ext cx="7997825" cy="643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 Math"/>
                <a:cs typeface="Cambria Math"/>
              </a:rPr>
              <a:t>𝒂</a:t>
            </a:r>
            <a:r>
              <a:rPr sz="2000" spc="409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←</a:t>
            </a:r>
            <a:r>
              <a:rPr sz="2000" spc="9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inicializa</a:t>
            </a:r>
            <a:r>
              <a:rPr sz="2000" spc="-1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o</a:t>
            </a:r>
            <a:r>
              <a:rPr sz="2000" spc="-2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vetor</a:t>
            </a:r>
            <a:r>
              <a:rPr sz="2000" spc="-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de</a:t>
            </a:r>
            <a:r>
              <a:rPr sz="2000" spc="-1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pesos</a:t>
            </a:r>
            <a:r>
              <a:rPr sz="2000" spc="-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em</a:t>
            </a:r>
            <a:r>
              <a:rPr sz="2000" spc="-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um</a:t>
            </a:r>
            <a:r>
              <a:rPr sz="2000" spc="-2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ponto</a:t>
            </a:r>
            <a:r>
              <a:rPr sz="2000" spc="-2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aleatório</a:t>
            </a:r>
            <a:r>
              <a:rPr sz="2000" spc="-1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do</a:t>
            </a:r>
            <a:r>
              <a:rPr sz="2000" spc="-2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espaço</a:t>
            </a:r>
            <a:r>
              <a:rPr sz="2000" spc="-2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de</a:t>
            </a:r>
            <a:r>
              <a:rPr sz="2000" spc="-15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pesos</a:t>
            </a:r>
            <a:endParaRPr sz="20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sz="2000" b="1" dirty="0">
                <a:latin typeface="Cambria Math"/>
                <a:cs typeface="Cambria Math"/>
              </a:rPr>
              <a:t>loop</a:t>
            </a:r>
            <a:r>
              <a:rPr sz="2000" b="1" spc="-65" dirty="0">
                <a:latin typeface="Cambria Math"/>
                <a:cs typeface="Cambria Math"/>
              </a:rPr>
              <a:t> </a:t>
            </a:r>
            <a:r>
              <a:rPr sz="2000" b="1" dirty="0">
                <a:latin typeface="Cambria Math"/>
                <a:cs typeface="Cambria Math"/>
              </a:rPr>
              <a:t>até</a:t>
            </a:r>
            <a:r>
              <a:rPr sz="2000" b="1" spc="-55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convergir</a:t>
            </a:r>
            <a:r>
              <a:rPr sz="2000" spc="-25" dirty="0">
                <a:latin typeface="Cambria Math"/>
                <a:cs typeface="Cambria Math"/>
              </a:rPr>
              <a:t> </a:t>
            </a:r>
            <a:r>
              <a:rPr sz="2000" b="1" dirty="0">
                <a:latin typeface="Cambria Math"/>
                <a:cs typeface="Cambria Math"/>
              </a:rPr>
              <a:t>ou</a:t>
            </a:r>
            <a:r>
              <a:rPr sz="2000" b="1" spc="-4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atingir</a:t>
            </a:r>
            <a:r>
              <a:rPr sz="2000" spc="-4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o número</a:t>
            </a:r>
            <a:r>
              <a:rPr sz="2000" spc="-3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máximo</a:t>
            </a:r>
            <a:r>
              <a:rPr sz="2000" spc="-4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de</a:t>
            </a:r>
            <a:r>
              <a:rPr sz="2000" spc="-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iterações</a:t>
            </a:r>
            <a:r>
              <a:rPr sz="2000" spc="-20" dirty="0">
                <a:latin typeface="Cambria Math"/>
                <a:cs typeface="Cambria Math"/>
              </a:rPr>
              <a:t> </a:t>
            </a:r>
            <a:r>
              <a:rPr sz="2000" b="1" spc="-35" dirty="0">
                <a:latin typeface="Cambria Math"/>
                <a:cs typeface="Cambria Math"/>
              </a:rPr>
              <a:t>do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6205" y="3122422"/>
            <a:ext cx="113664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450" spc="20" dirty="0">
                <a:latin typeface="Cambria Math"/>
                <a:cs typeface="Cambria Math"/>
              </a:rPr>
              <a:t>𝑒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0866" y="3002026"/>
            <a:ext cx="39401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 Math"/>
                <a:cs typeface="Cambria Math"/>
              </a:rPr>
              <a:t>𝛻𝐽</a:t>
            </a:r>
            <a:r>
              <a:rPr sz="2000" spc="34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(𝒂)</a:t>
            </a:r>
            <a:r>
              <a:rPr sz="2000" spc="-3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←</a:t>
            </a:r>
            <a:r>
              <a:rPr sz="2000" spc="-1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cálculo</a:t>
            </a:r>
            <a:r>
              <a:rPr sz="2000" spc="-3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do</a:t>
            </a:r>
            <a:r>
              <a:rPr sz="2000" spc="-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vetor</a:t>
            </a:r>
            <a:r>
              <a:rPr sz="2000" spc="-20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gradiente</a:t>
            </a:r>
            <a:r>
              <a:rPr sz="2000" spc="-10" dirty="0">
                <a:latin typeface="Calibri"/>
                <a:cs typeface="Calibri"/>
              </a:rPr>
              <a:t>,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21402" y="3187826"/>
            <a:ext cx="562610" cy="17145"/>
          </a:xfrm>
          <a:custGeom>
            <a:avLst/>
            <a:gdLst/>
            <a:ahLst/>
            <a:cxnLst/>
            <a:rect l="l" t="t" r="r" b="b"/>
            <a:pathLst>
              <a:path w="562610" h="17144">
                <a:moveTo>
                  <a:pt x="562355" y="0"/>
                </a:moveTo>
                <a:lnTo>
                  <a:pt x="0" y="0"/>
                </a:lnTo>
                <a:lnTo>
                  <a:pt x="0" y="16763"/>
                </a:lnTo>
                <a:lnTo>
                  <a:pt x="562355" y="16763"/>
                </a:lnTo>
                <a:lnTo>
                  <a:pt x="5623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21553" y="2992882"/>
            <a:ext cx="1003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latin typeface="Cambria Math"/>
                <a:cs typeface="Cambria Math"/>
              </a:rPr>
              <a:t>𝑒</a:t>
            </a:r>
            <a:endParaRPr sz="1200">
              <a:latin typeface="Cambria Math"/>
              <a:cs typeface="Cambria Math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1790" y="2980435"/>
            <a:ext cx="237998" cy="17221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121909" y="2921254"/>
            <a:ext cx="500380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371475" algn="l"/>
              </a:tabLst>
            </a:pPr>
            <a:r>
              <a:rPr sz="1450" spc="114" dirty="0">
                <a:latin typeface="Cambria Math"/>
                <a:cs typeface="Cambria Math"/>
              </a:rPr>
              <a:t>𝜕𝐽</a:t>
            </a:r>
            <a:r>
              <a:rPr sz="1450" dirty="0">
                <a:latin typeface="Cambria Math"/>
                <a:cs typeface="Cambria Math"/>
              </a:rPr>
              <a:t>	</a:t>
            </a:r>
            <a:r>
              <a:rPr sz="1450" spc="-50" dirty="0">
                <a:latin typeface="Cambria Math"/>
                <a:cs typeface="Cambria Math"/>
              </a:rPr>
              <a:t>𝒂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88026" y="3198622"/>
            <a:ext cx="243204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450" spc="-25" dirty="0">
                <a:latin typeface="Cambria Math"/>
                <a:cs typeface="Cambria Math"/>
              </a:rPr>
              <a:t>𝜕𝒂</a:t>
            </a:r>
            <a:endParaRPr sz="1450">
              <a:latin typeface="Cambria Math"/>
              <a:cs typeface="Cambria Math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63772" y="2103752"/>
            <a:ext cx="3171342" cy="2037469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8434323" y="2817241"/>
            <a:ext cx="372745" cy="495300"/>
            <a:chOff x="8434323" y="2817241"/>
            <a:chExt cx="372745" cy="495300"/>
          </a:xfrm>
        </p:grpSpPr>
        <p:sp>
          <p:nvSpPr>
            <p:cNvPr id="14" name="object 14"/>
            <p:cNvSpPr/>
            <p:nvPr/>
          </p:nvSpPr>
          <p:spPr>
            <a:xfrm>
              <a:off x="8440673" y="2823591"/>
              <a:ext cx="360045" cy="482600"/>
            </a:xfrm>
            <a:custGeom>
              <a:avLst/>
              <a:gdLst/>
              <a:ahLst/>
              <a:cxnLst/>
              <a:rect l="l" t="t" r="r" b="b"/>
              <a:pathLst>
                <a:path w="360045" h="482600">
                  <a:moveTo>
                    <a:pt x="179831" y="0"/>
                  </a:moveTo>
                  <a:lnTo>
                    <a:pt x="179831" y="120523"/>
                  </a:lnTo>
                  <a:lnTo>
                    <a:pt x="0" y="120523"/>
                  </a:lnTo>
                  <a:lnTo>
                    <a:pt x="0" y="361696"/>
                  </a:lnTo>
                  <a:lnTo>
                    <a:pt x="179831" y="361696"/>
                  </a:lnTo>
                  <a:lnTo>
                    <a:pt x="179831" y="482346"/>
                  </a:lnTo>
                  <a:lnTo>
                    <a:pt x="359791" y="241173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440673" y="2823591"/>
              <a:ext cx="360045" cy="482600"/>
            </a:xfrm>
            <a:custGeom>
              <a:avLst/>
              <a:gdLst/>
              <a:ahLst/>
              <a:cxnLst/>
              <a:rect l="l" t="t" r="r" b="b"/>
              <a:pathLst>
                <a:path w="360045" h="482600">
                  <a:moveTo>
                    <a:pt x="0" y="120523"/>
                  </a:moveTo>
                  <a:lnTo>
                    <a:pt x="179831" y="120523"/>
                  </a:lnTo>
                  <a:lnTo>
                    <a:pt x="179831" y="0"/>
                  </a:lnTo>
                  <a:lnTo>
                    <a:pt x="359791" y="241173"/>
                  </a:lnTo>
                  <a:lnTo>
                    <a:pt x="179831" y="482346"/>
                  </a:lnTo>
                  <a:lnTo>
                    <a:pt x="179831" y="361696"/>
                  </a:lnTo>
                  <a:lnTo>
                    <a:pt x="0" y="361696"/>
                  </a:lnTo>
                  <a:lnTo>
                    <a:pt x="0" y="120523"/>
                  </a:lnTo>
                  <a:close/>
                </a:path>
              </a:pathLst>
            </a:custGeom>
            <a:ln w="12700">
              <a:solidFill>
                <a:srgbClr val="213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8830564" y="4356989"/>
            <a:ext cx="370205" cy="76200"/>
          </a:xfrm>
          <a:custGeom>
            <a:avLst/>
            <a:gdLst/>
            <a:ahLst/>
            <a:cxnLst/>
            <a:rect l="l" t="t" r="r" b="b"/>
            <a:pathLst>
              <a:path w="370204" h="76200">
                <a:moveTo>
                  <a:pt x="293750" y="0"/>
                </a:moveTo>
                <a:lnTo>
                  <a:pt x="293750" y="76200"/>
                </a:lnTo>
                <a:lnTo>
                  <a:pt x="363600" y="41275"/>
                </a:lnTo>
                <a:lnTo>
                  <a:pt x="306450" y="41275"/>
                </a:lnTo>
                <a:lnTo>
                  <a:pt x="306450" y="34925"/>
                </a:lnTo>
                <a:lnTo>
                  <a:pt x="363600" y="34925"/>
                </a:lnTo>
                <a:lnTo>
                  <a:pt x="293750" y="0"/>
                </a:lnTo>
                <a:close/>
              </a:path>
              <a:path w="370204" h="76200">
                <a:moveTo>
                  <a:pt x="293750" y="34925"/>
                </a:moveTo>
                <a:lnTo>
                  <a:pt x="0" y="34925"/>
                </a:lnTo>
                <a:lnTo>
                  <a:pt x="0" y="41275"/>
                </a:lnTo>
                <a:lnTo>
                  <a:pt x="293750" y="41275"/>
                </a:lnTo>
                <a:lnTo>
                  <a:pt x="293750" y="34925"/>
                </a:lnTo>
                <a:close/>
              </a:path>
              <a:path w="370204" h="76200">
                <a:moveTo>
                  <a:pt x="363600" y="34925"/>
                </a:moveTo>
                <a:lnTo>
                  <a:pt x="306450" y="34925"/>
                </a:lnTo>
                <a:lnTo>
                  <a:pt x="306450" y="41275"/>
                </a:lnTo>
                <a:lnTo>
                  <a:pt x="363600" y="41275"/>
                </a:lnTo>
                <a:lnTo>
                  <a:pt x="369950" y="38100"/>
                </a:lnTo>
                <a:lnTo>
                  <a:pt x="363600" y="349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13129" y="4657985"/>
            <a:ext cx="10361930" cy="183319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950" dirty="0">
              <a:latin typeface="Calibri"/>
              <a:cs typeface="Calibri"/>
            </a:endParaRPr>
          </a:p>
          <a:p>
            <a:pPr marL="254000" marR="100965" indent="-228600">
              <a:lnSpc>
                <a:spcPts val="3010"/>
              </a:lnSpc>
              <a:spcBef>
                <a:spcPts val="5"/>
              </a:spcBef>
              <a:buFont typeface="Arial"/>
              <a:buChar char="•"/>
              <a:tabLst>
                <a:tab pos="254000" algn="l"/>
              </a:tabLst>
            </a:pPr>
            <a:r>
              <a:rPr sz="2800" b="1" dirty="0">
                <a:latin typeface="Calibri"/>
                <a:cs typeface="Calibri"/>
              </a:rPr>
              <a:t>OBS</a:t>
            </a:r>
            <a:r>
              <a:rPr sz="2800" dirty="0">
                <a:latin typeface="Calibri"/>
                <a:cs typeface="Calibri"/>
              </a:rPr>
              <a:t>.: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passo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aprendizagem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𝛼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dita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tamanho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deslocamento </a:t>
            </a:r>
            <a:r>
              <a:rPr sz="2800" dirty="0">
                <a:latin typeface="Calibri"/>
                <a:cs typeface="Calibri"/>
              </a:rPr>
              <a:t>dado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direção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oposta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apontada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pelo</a:t>
            </a:r>
            <a:r>
              <a:rPr sz="2800" spc="-1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gradiente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711200" lvl="1" indent="-229235">
              <a:lnSpc>
                <a:spcPct val="100000"/>
              </a:lnSpc>
              <a:spcBef>
                <a:spcPts val="200"/>
              </a:spcBef>
              <a:buFont typeface="Wingdings"/>
              <a:buChar char=""/>
              <a:tabLst>
                <a:tab pos="711835" algn="l"/>
              </a:tabLst>
            </a:pPr>
            <a:r>
              <a:rPr sz="2400" dirty="0">
                <a:latin typeface="Calibri"/>
                <a:cs typeface="Calibri"/>
              </a:rPr>
              <a:t>Ele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sempre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zero.</a:t>
            </a:r>
            <a:endParaRPr sz="2400" dirty="0">
              <a:latin typeface="Calibri"/>
              <a:cs typeface="Calibri"/>
            </a:endParaRPr>
          </a:p>
          <a:p>
            <a:pPr marL="2540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54000" algn="l"/>
              </a:tabLst>
            </a:pPr>
            <a:r>
              <a:rPr sz="2800" dirty="0">
                <a:latin typeface="Calibri"/>
                <a:cs typeface="Calibri"/>
              </a:rPr>
              <a:t>Na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sequência,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encontraremos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gradiente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erro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F98EB94-2963-446D-6198-D6076A67173C}"/>
              </a:ext>
            </a:extLst>
          </p:cNvPr>
          <p:cNvSpPr txBox="1"/>
          <p:nvPr/>
        </p:nvSpPr>
        <p:spPr>
          <a:xfrm>
            <a:off x="785714" y="3316070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6220">
              <a:lnSpc>
                <a:spcPct val="100000"/>
              </a:lnSpc>
              <a:spcBef>
                <a:spcPts val="115"/>
              </a:spcBef>
            </a:pPr>
            <a:r>
              <a:rPr lang="pt-BR" sz="1600" dirty="0">
                <a:latin typeface="Cambria Math"/>
                <a:cs typeface="Cambria Math"/>
              </a:rPr>
              <a:t>𝒂</a:t>
            </a:r>
            <a:r>
              <a:rPr lang="pt-BR" sz="1600" spc="114" dirty="0">
                <a:latin typeface="Cambria Math"/>
                <a:cs typeface="Cambria Math"/>
              </a:rPr>
              <a:t> </a:t>
            </a:r>
            <a:r>
              <a:rPr lang="pt-BR" sz="1600" dirty="0">
                <a:latin typeface="Cambria Math"/>
                <a:cs typeface="Cambria Math"/>
              </a:rPr>
              <a:t>←</a:t>
            </a:r>
            <a:r>
              <a:rPr lang="pt-BR" sz="1600" spc="125" dirty="0">
                <a:latin typeface="Cambria Math"/>
                <a:cs typeface="Cambria Math"/>
              </a:rPr>
              <a:t> </a:t>
            </a:r>
            <a:r>
              <a:rPr lang="pt-BR" sz="1600" dirty="0">
                <a:latin typeface="Cambria Math"/>
                <a:cs typeface="Cambria Math"/>
              </a:rPr>
              <a:t>𝒂 −</a:t>
            </a:r>
            <a:r>
              <a:rPr lang="pt-BR" sz="1600" spc="30" dirty="0">
                <a:latin typeface="Cambria Math"/>
                <a:cs typeface="Cambria Math"/>
              </a:rPr>
              <a:t> </a:t>
            </a:r>
            <a:r>
              <a:rPr lang="pt-BR" sz="1600" dirty="0">
                <a:latin typeface="Cambria Math"/>
                <a:cs typeface="Cambria Math"/>
              </a:rPr>
              <a:t>𝛼</a:t>
            </a:r>
            <a:r>
              <a:rPr lang="pt-BR" sz="1600" spc="75" dirty="0">
                <a:latin typeface="Cambria Math"/>
                <a:cs typeface="Cambria Math"/>
              </a:rPr>
              <a:t> </a:t>
            </a:r>
            <a:r>
              <a:rPr lang="pt-BR" sz="1600" dirty="0">
                <a:latin typeface="Cambria Math"/>
                <a:cs typeface="Cambria Math"/>
              </a:rPr>
              <a:t>×</a:t>
            </a:r>
            <a:r>
              <a:rPr lang="pt-BR" sz="1600" spc="-5" dirty="0">
                <a:latin typeface="Cambria Math"/>
                <a:cs typeface="Cambria Math"/>
              </a:rPr>
              <a:t> </a:t>
            </a:r>
            <a:r>
              <a:rPr lang="pt-BR" sz="1600" dirty="0">
                <a:latin typeface="Cambria Math"/>
                <a:cs typeface="Cambria Math"/>
              </a:rPr>
              <a:t>𝛻𝐽</a:t>
            </a:r>
            <a:r>
              <a:rPr lang="pt-BR" sz="1800" baseline="-15325" dirty="0">
                <a:latin typeface="Cambria Math"/>
                <a:cs typeface="Cambria Math"/>
              </a:rPr>
              <a:t>𝑒</a:t>
            </a:r>
            <a:r>
              <a:rPr lang="pt-BR" sz="1600" dirty="0">
                <a:latin typeface="Cambria Math"/>
                <a:cs typeface="Cambria Math"/>
              </a:rPr>
              <a:t>(𝒂)</a:t>
            </a:r>
            <a:r>
              <a:rPr lang="pt-BR" sz="1600" spc="-90" dirty="0">
                <a:latin typeface="Cambria Math"/>
                <a:cs typeface="Cambria Math"/>
              </a:rPr>
              <a:t> </a:t>
            </a:r>
            <a:r>
              <a:rPr lang="pt-BR" sz="1600" spc="-45" dirty="0">
                <a:latin typeface="Cambria Math"/>
                <a:cs typeface="Cambria Math"/>
              </a:rPr>
              <a:t>(</a:t>
            </a:r>
            <a:r>
              <a:rPr lang="pt-BR" sz="1800" b="1" i="1" spc="-45" dirty="0">
                <a:solidFill>
                  <a:srgbClr val="006FC0"/>
                </a:solidFill>
                <a:latin typeface="Cambria Math"/>
                <a:cs typeface="Cambria Math"/>
              </a:rPr>
              <a:t>regra</a:t>
            </a:r>
            <a:r>
              <a:rPr lang="pt-BR" sz="1800" b="1" i="1" spc="-6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lang="pt-BR" sz="1800" b="1" i="1" spc="-20" dirty="0">
                <a:solidFill>
                  <a:srgbClr val="006FC0"/>
                </a:solidFill>
                <a:latin typeface="Cambria Math"/>
                <a:cs typeface="Cambria Math"/>
              </a:rPr>
              <a:t>de</a:t>
            </a:r>
            <a:r>
              <a:rPr lang="pt-BR" sz="1800" b="1" i="1" spc="-45" dirty="0">
                <a:solidFill>
                  <a:srgbClr val="006FC0"/>
                </a:solidFill>
                <a:latin typeface="Cambria Math"/>
                <a:cs typeface="Cambria Math"/>
              </a:rPr>
              <a:t> atualização</a:t>
            </a:r>
            <a:r>
              <a:rPr lang="pt-BR" sz="1800" b="1" i="1" spc="-6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lang="pt-BR" sz="1800" b="1" i="1" spc="-40" dirty="0">
                <a:solidFill>
                  <a:srgbClr val="006FC0"/>
                </a:solidFill>
                <a:latin typeface="Cambria Math"/>
                <a:cs typeface="Cambria Math"/>
              </a:rPr>
              <a:t>dos</a:t>
            </a:r>
            <a:r>
              <a:rPr lang="pt-BR" sz="1800" b="1" i="1" spc="-6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lang="pt-BR" sz="1800" b="1" i="1" spc="-10" dirty="0">
                <a:solidFill>
                  <a:srgbClr val="006FC0"/>
                </a:solidFill>
                <a:latin typeface="Cambria Math"/>
                <a:cs typeface="Cambria Math"/>
              </a:rPr>
              <a:t>pesos</a:t>
            </a:r>
            <a:r>
              <a:rPr lang="pt-BR" sz="1600" spc="-10" dirty="0">
                <a:latin typeface="Cambria Math"/>
                <a:cs typeface="Cambria Math"/>
              </a:rPr>
              <a:t>)</a:t>
            </a:r>
            <a:endParaRPr lang="pt-BR" sz="1600" dirty="0">
              <a:latin typeface="Cambria Math"/>
              <a:cs typeface="Cambria Math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2AA06CE-47E9-F402-62A9-D6EAFA6B1190}"/>
              </a:ext>
            </a:extLst>
          </p:cNvPr>
          <p:cNvSpPr txBox="1"/>
          <p:nvPr/>
        </p:nvSpPr>
        <p:spPr>
          <a:xfrm>
            <a:off x="5288026" y="4237727"/>
            <a:ext cx="6093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7780" algn="r">
              <a:lnSpc>
                <a:spcPct val="100000"/>
              </a:lnSpc>
              <a:spcBef>
                <a:spcPts val="1935"/>
              </a:spcBef>
            </a:pPr>
            <a:r>
              <a:rPr lang="pt-BR" sz="1200" dirty="0">
                <a:latin typeface="Calibri"/>
                <a:cs typeface="Calibri"/>
              </a:rPr>
              <a:t>Iteração</a:t>
            </a:r>
            <a:r>
              <a:rPr lang="pt-BR" sz="1200" spc="-40" dirty="0">
                <a:latin typeface="Calibri"/>
                <a:cs typeface="Calibri"/>
              </a:rPr>
              <a:t> </a:t>
            </a:r>
            <a:r>
              <a:rPr lang="pt-BR" sz="1200" dirty="0">
                <a:latin typeface="Calibri"/>
                <a:cs typeface="Calibri"/>
              </a:rPr>
              <a:t>de</a:t>
            </a:r>
            <a:r>
              <a:rPr lang="pt-BR" sz="1200" spc="-30" dirty="0">
                <a:latin typeface="Calibri"/>
                <a:cs typeface="Calibri"/>
              </a:rPr>
              <a:t> </a:t>
            </a:r>
            <a:r>
              <a:rPr lang="pt-BR" sz="1200" dirty="0">
                <a:latin typeface="Calibri"/>
                <a:cs typeface="Calibri"/>
              </a:rPr>
              <a:t>atualização</a:t>
            </a:r>
            <a:r>
              <a:rPr lang="pt-BR" sz="1200" spc="-30" dirty="0">
                <a:latin typeface="Calibri"/>
                <a:cs typeface="Calibri"/>
              </a:rPr>
              <a:t> </a:t>
            </a:r>
            <a:r>
              <a:rPr lang="pt-BR" sz="1200" dirty="0">
                <a:latin typeface="Calibri"/>
                <a:cs typeface="Calibri"/>
              </a:rPr>
              <a:t>do</a:t>
            </a:r>
            <a:r>
              <a:rPr lang="pt-BR" sz="1200" spc="-25" dirty="0">
                <a:latin typeface="Calibri"/>
                <a:cs typeface="Calibri"/>
              </a:rPr>
              <a:t> </a:t>
            </a:r>
            <a:r>
              <a:rPr lang="pt-BR" sz="1200" spc="-20" dirty="0">
                <a:latin typeface="Calibri"/>
                <a:cs typeface="Calibri"/>
              </a:rPr>
              <a:t>peso</a:t>
            </a:r>
            <a:endParaRPr lang="pt-BR"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Calculando</a:t>
            </a:r>
            <a:r>
              <a:rPr spc="-65" dirty="0"/>
              <a:t> </a:t>
            </a:r>
            <a:r>
              <a:rPr dirty="0"/>
              <a:t>o</a:t>
            </a:r>
            <a:r>
              <a:rPr spc="-35" dirty="0"/>
              <a:t> </a:t>
            </a:r>
            <a:r>
              <a:rPr dirty="0"/>
              <a:t>vetor</a:t>
            </a:r>
            <a:r>
              <a:rPr spc="-25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2000" y="1828800"/>
            <a:ext cx="11103610" cy="4193712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79400" marR="7112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794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calcularmos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vamos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considerar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EQM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função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hiperplano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hipótese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7660640">
              <a:lnSpc>
                <a:spcPts val="1530"/>
              </a:lnSpc>
            </a:pPr>
            <a:endParaRPr lang="pt-BR" sz="2050" dirty="0">
              <a:latin typeface="Cambria Math"/>
              <a:cs typeface="Cambria Math"/>
            </a:endParaRPr>
          </a:p>
          <a:p>
            <a:pPr marL="7660640">
              <a:lnSpc>
                <a:spcPts val="1530"/>
              </a:lnSpc>
            </a:pPr>
            <a:endParaRPr sz="2050" dirty="0">
              <a:latin typeface="Cambria Math"/>
              <a:cs typeface="Cambria Math"/>
            </a:endParaRPr>
          </a:p>
          <a:p>
            <a:pPr marL="7538720">
              <a:lnSpc>
                <a:spcPts val="2400"/>
              </a:lnSpc>
              <a:spcBef>
                <a:spcPts val="955"/>
              </a:spcBef>
            </a:pPr>
            <a:endParaRPr lang="pt-BR" sz="2050" dirty="0">
              <a:latin typeface="Cambria Math"/>
              <a:cs typeface="Cambria Math"/>
            </a:endParaRPr>
          </a:p>
          <a:p>
            <a:pPr marL="7538720">
              <a:lnSpc>
                <a:spcPts val="2400"/>
              </a:lnSpc>
              <a:spcBef>
                <a:spcPts val="955"/>
              </a:spcBef>
            </a:pPr>
            <a:endParaRPr lang="pt-BR" sz="2050" dirty="0">
              <a:latin typeface="Cambria Math"/>
              <a:cs typeface="Cambria Math"/>
            </a:endParaRPr>
          </a:p>
          <a:p>
            <a:pPr marL="50800">
              <a:lnSpc>
                <a:spcPts val="3130"/>
              </a:lnSpc>
            </a:pPr>
            <a:r>
              <a:rPr lang="pt-BR" sz="2800" dirty="0">
                <a:latin typeface="Calibri"/>
                <a:cs typeface="Calibri"/>
              </a:rPr>
              <a:t>onde</a:t>
            </a:r>
            <a:r>
              <a:rPr lang="pt-BR" sz="2800" spc="-5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mbria Math"/>
                <a:cs typeface="Cambria Math"/>
              </a:rPr>
              <a:t>𝑛</a:t>
            </a:r>
            <a:r>
              <a:rPr lang="pt-BR" sz="2800" spc="-10" dirty="0">
                <a:latin typeface="Cambria Math"/>
                <a:cs typeface="Cambria Math"/>
              </a:rPr>
              <a:t> </a:t>
            </a:r>
            <a:r>
              <a:rPr lang="pt-BR" sz="2800" dirty="0">
                <a:latin typeface="Calibri"/>
                <a:cs typeface="Calibri"/>
              </a:rPr>
              <a:t>é</a:t>
            </a:r>
            <a:r>
              <a:rPr lang="pt-BR" sz="2800" spc="-5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o</a:t>
            </a:r>
            <a:r>
              <a:rPr lang="pt-BR" sz="2800" spc="-50" dirty="0"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00AF50"/>
                </a:solidFill>
                <a:latin typeface="Calibri"/>
                <a:cs typeface="Calibri"/>
              </a:rPr>
              <a:t>número</a:t>
            </a:r>
            <a:r>
              <a:rPr lang="pt-BR" sz="28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lang="pt-BR"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exemplo</a:t>
            </a:r>
            <a:r>
              <a:rPr lang="pt-BR"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(ou</a:t>
            </a:r>
            <a:r>
              <a:rPr lang="pt-BR" sz="2800" spc="-55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amostra),</a:t>
            </a:r>
            <a:r>
              <a:rPr lang="pt-BR" sz="2800" spc="-2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mbria Math"/>
                <a:cs typeface="Cambria Math"/>
              </a:rPr>
              <a:t>𝐾</a:t>
            </a:r>
            <a:r>
              <a:rPr lang="pt-BR" sz="2800" spc="45" dirty="0">
                <a:latin typeface="Cambria Math"/>
                <a:cs typeface="Cambria Math"/>
              </a:rPr>
              <a:t> </a:t>
            </a:r>
            <a:r>
              <a:rPr lang="pt-BR" sz="2800" dirty="0">
                <a:latin typeface="Calibri"/>
                <a:cs typeface="Calibri"/>
              </a:rPr>
              <a:t>é</a:t>
            </a:r>
            <a:r>
              <a:rPr lang="pt-BR" sz="2800" spc="-5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o</a:t>
            </a:r>
            <a:r>
              <a:rPr lang="pt-BR" sz="2800" spc="-50" dirty="0"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00AF50"/>
                </a:solidFill>
                <a:latin typeface="Calibri"/>
                <a:cs typeface="Calibri"/>
              </a:rPr>
              <a:t>número</a:t>
            </a:r>
            <a:r>
              <a:rPr lang="pt-BR"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00AF50"/>
                </a:solidFill>
                <a:latin typeface="Calibri"/>
                <a:cs typeface="Calibri"/>
              </a:rPr>
              <a:t>atributos</a:t>
            </a:r>
            <a:r>
              <a:rPr lang="pt-BR" sz="2800" dirty="0">
                <a:latin typeface="Calibri"/>
                <a:cs typeface="Calibri"/>
              </a:rPr>
              <a:t>,</a:t>
            </a:r>
            <a:r>
              <a:rPr lang="pt-BR" sz="2800" spc="-5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mbria Math"/>
                <a:cs typeface="Cambria Math"/>
              </a:rPr>
              <a:t>𝑎</a:t>
            </a:r>
            <a:r>
              <a:rPr lang="pt-BR" sz="3075" baseline="-16260" dirty="0">
                <a:latin typeface="Cambria Math"/>
                <a:cs typeface="Cambria Math"/>
              </a:rPr>
              <a:t>𝑖</a:t>
            </a:r>
            <a:r>
              <a:rPr lang="pt-BR" sz="3075" spc="450" baseline="-16260" dirty="0">
                <a:latin typeface="Cambria Math"/>
                <a:cs typeface="Cambria Math"/>
              </a:rPr>
              <a:t> </a:t>
            </a:r>
            <a:r>
              <a:rPr lang="pt-BR" sz="2800" spc="-50" dirty="0">
                <a:latin typeface="Calibri"/>
                <a:cs typeface="Calibri"/>
              </a:rPr>
              <a:t>e</a:t>
            </a:r>
            <a:endParaRPr lang="pt-BR" sz="2800" dirty="0">
              <a:latin typeface="Calibri"/>
              <a:cs typeface="Calibri"/>
            </a:endParaRPr>
          </a:p>
          <a:p>
            <a:pPr marL="50800" marR="43180">
              <a:lnSpc>
                <a:spcPct val="90000"/>
              </a:lnSpc>
              <a:spcBef>
                <a:spcPts val="165"/>
              </a:spcBef>
            </a:pPr>
            <a:r>
              <a:rPr sz="2800" spc="70" dirty="0">
                <a:latin typeface="Cambria Math"/>
                <a:cs typeface="Cambria Math"/>
              </a:rPr>
              <a:t>𝑥</a:t>
            </a:r>
            <a:r>
              <a:rPr sz="3075" spc="104" baseline="-16260" dirty="0">
                <a:latin typeface="Cambria Math"/>
                <a:cs typeface="Cambria Math"/>
              </a:rPr>
              <a:t>𝑖</a:t>
            </a:r>
            <a:r>
              <a:rPr sz="2800" spc="70" dirty="0">
                <a:latin typeface="Cambria Math"/>
                <a:cs typeface="Cambria Math"/>
              </a:rPr>
              <a:t>,</a:t>
            </a:r>
            <a:r>
              <a:rPr sz="2800" spc="-17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∀𝑖</a:t>
            </a:r>
            <a:r>
              <a:rPr sz="2800" spc="2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pesos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atributos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hipótese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respectivamente,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0</a:t>
            </a:r>
            <a:r>
              <a:rPr sz="3075" spc="577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90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1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bias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𝒂</a:t>
            </a:r>
            <a:r>
              <a:rPr sz="2800" spc="-4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𝒙(𝑛)</a:t>
            </a:r>
            <a:r>
              <a:rPr sz="2800" spc="-3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vetores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coluna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spc="-10" dirty="0">
                <a:latin typeface="Calibri"/>
                <a:cs typeface="Calibri"/>
              </a:rPr>
              <a:t>atributos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𝑛</a:t>
            </a:r>
            <a:r>
              <a:rPr sz="2800" dirty="0">
                <a:latin typeface="Calibri"/>
                <a:cs typeface="Calibri"/>
              </a:rPr>
              <a:t>-ésima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amostra,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respectivamente.</a:t>
            </a:r>
            <a:endParaRPr sz="2800" dirty="0">
              <a:latin typeface="Calibri"/>
              <a:cs typeface="Calibri"/>
            </a:endParaRPr>
          </a:p>
          <a:p>
            <a:pPr marL="2794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79400" algn="l"/>
              </a:tabLst>
            </a:pPr>
            <a:r>
              <a:rPr sz="2800" dirty="0">
                <a:latin typeface="Calibri"/>
                <a:cs typeface="Calibri"/>
              </a:rPr>
              <a:t>Agora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A22B7C3E-127F-9AC9-EC3D-F7C52996E2C8}"/>
                  </a:ext>
                </a:extLst>
              </p:cNvPr>
              <p:cNvSpPr txBox="1"/>
              <p:nvPr/>
            </p:nvSpPr>
            <p:spPr>
              <a:xfrm>
                <a:off x="1905000" y="2743200"/>
                <a:ext cx="9136154" cy="10388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A22B7C3E-127F-9AC9-EC3D-F7C52996E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743200"/>
                <a:ext cx="9136154" cy="10388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Calculando</a:t>
            </a:r>
            <a:r>
              <a:rPr spc="-65" dirty="0"/>
              <a:t> </a:t>
            </a:r>
            <a:r>
              <a:rPr dirty="0"/>
              <a:t>o</a:t>
            </a:r>
            <a:r>
              <a:rPr spc="-35" dirty="0"/>
              <a:t> </a:t>
            </a:r>
            <a:r>
              <a:rPr dirty="0"/>
              <a:t>vetor</a:t>
            </a:r>
            <a:r>
              <a:rPr spc="-25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5361"/>
            <a:ext cx="103809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gradiente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em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relação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aos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pesos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por</a:t>
            </a:r>
            <a:endParaRPr sz="2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29"/>
              <p:cNvSpPr txBox="1"/>
              <p:nvPr/>
            </p:nvSpPr>
            <p:spPr>
              <a:xfrm>
                <a:off x="533400" y="4732271"/>
                <a:ext cx="10237470" cy="2171748"/>
              </a:xfrm>
              <a:prstGeom prst="rect">
                <a:avLst/>
              </a:prstGeom>
            </p:spPr>
            <p:txBody>
              <a:bodyPr vert="horz" wrap="square" lIns="0" tIns="60325" rIns="0" bIns="0" rtlCol="0">
                <a:spAutoFit/>
              </a:bodyPr>
              <a:lstStyle/>
              <a:p>
                <a:pPr marL="12700" marR="5080">
                  <a:lnSpc>
                    <a:spcPts val="3030"/>
                  </a:lnSpc>
                  <a:spcBef>
                    <a:spcPts val="475"/>
                  </a:spcBef>
                </a:pPr>
                <a:r>
                  <a:rPr lang="pt-BR" sz="2800" dirty="0">
                    <a:latin typeface="Calibri"/>
                    <a:cs typeface="Calibri"/>
                  </a:rPr>
                  <a:t>onde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𝑿</a:t>
                </a:r>
                <a:r>
                  <a:rPr lang="pt-BR" sz="2800" spc="-1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matriz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atributos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dimensão</a:t>
                </a:r>
                <a:r>
                  <a:rPr lang="pt-BR" sz="2800" spc="1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(𝑁</a:t>
                </a:r>
                <a:r>
                  <a:rPr lang="pt-BR" sz="2800" spc="2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×</a:t>
                </a:r>
                <a:r>
                  <a:rPr lang="pt-BR" sz="2800" spc="-3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𝐾</a:t>
                </a:r>
                <a:r>
                  <a:rPr lang="pt-BR" sz="2800" spc="3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+</a:t>
                </a:r>
                <a:r>
                  <a:rPr lang="pt-BR" sz="2800" spc="-4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1)</a:t>
                </a:r>
                <a:r>
                  <a:rPr lang="pt-BR" sz="2800" spc="-2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𝒚</a:t>
                </a:r>
                <a:r>
                  <a:rPr lang="pt-BR" sz="2800" spc="-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b="1" i="1" spc="-5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800" b="1" i="1" spc="-50" smtClean="0">
                            <a:latin typeface="Cambria Math" panose="02040503050406030204" pitchFamily="18" charset="0"/>
                            <a:cs typeface="Calibri"/>
                          </a:rPr>
                          <m:t>𝒚</m:t>
                        </m:r>
                      </m:e>
                    </m:acc>
                  </m:oMath>
                </a14:m>
                <a:r>
                  <a:rPr lang="pt-BR" sz="2800" dirty="0">
                    <a:latin typeface="Calibri"/>
                    <a:cs typeface="Calibri"/>
                  </a:rPr>
                  <a:t> são </a:t>
                </a:r>
                <a:r>
                  <a:rPr lang="pt-BR" sz="2800" spc="-10" dirty="0">
                    <a:latin typeface="Calibri"/>
                    <a:cs typeface="Calibri"/>
                  </a:rPr>
                  <a:t>vetores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coluna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(𝑁</a:t>
                </a:r>
                <a:r>
                  <a:rPr lang="pt-BR" sz="2800" spc="-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×</a:t>
                </a:r>
                <a:r>
                  <a:rPr lang="pt-BR" sz="2800" spc="-5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1)</a:t>
                </a:r>
                <a:r>
                  <a:rPr lang="pt-BR" sz="2800" spc="-5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todos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os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valores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esperados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saída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da </a:t>
                </a:r>
                <a:r>
                  <a:rPr lang="pt-BR" sz="2800" dirty="0">
                    <a:latin typeface="Calibri"/>
                    <a:cs typeface="Calibri"/>
                  </a:rPr>
                  <a:t>função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hipótese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para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os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𝑁</a:t>
                </a:r>
                <a:r>
                  <a:rPr lang="pt-BR" sz="2800" spc="-5" dirty="0">
                    <a:latin typeface="Cambria Math"/>
                    <a:cs typeface="Cambria Math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exemplos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coletados,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respectivamente.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41300" indent="-228600">
                  <a:lnSpc>
                    <a:spcPct val="100000"/>
                  </a:lnSpc>
                  <a:spcBef>
                    <a:spcPts val="59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800" b="1" dirty="0">
                    <a:latin typeface="Calibri"/>
                    <a:cs typeface="Calibri"/>
                  </a:rPr>
                  <a:t>OBS</a:t>
                </a:r>
                <a:r>
                  <a:rPr lang="pt-BR" sz="2800" dirty="0">
                    <a:latin typeface="Calibri"/>
                    <a:cs typeface="Calibri"/>
                  </a:rPr>
                  <a:t>.: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Esse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cálculo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pode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ser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diretamente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estendido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para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polinômios.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12700" marR="5080">
                  <a:lnSpc>
                    <a:spcPts val="3030"/>
                  </a:lnSpc>
                  <a:spcBef>
                    <a:spcPts val="475"/>
                  </a:spcBef>
                </a:pPr>
                <a:endParaRPr lang="pt-BR"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9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732271"/>
                <a:ext cx="10237470" cy="2171748"/>
              </a:xfrm>
              <a:prstGeom prst="rect">
                <a:avLst/>
              </a:prstGeom>
              <a:blipFill>
                <a:blip r:embed="rId2"/>
                <a:stretch>
                  <a:fillRect l="-2025" t="-4762" r="-17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bject 30"/>
          <p:cNvSpPr/>
          <p:nvPr/>
        </p:nvSpPr>
        <p:spPr>
          <a:xfrm>
            <a:off x="7676896" y="3779824"/>
            <a:ext cx="2253870" cy="895985"/>
          </a:xfrm>
          <a:custGeom>
            <a:avLst/>
            <a:gdLst/>
            <a:ahLst/>
            <a:cxnLst/>
            <a:rect l="l" t="t" r="r" b="b"/>
            <a:pathLst>
              <a:path w="2381884" h="895985">
                <a:moveTo>
                  <a:pt x="0" y="895553"/>
                </a:moveTo>
                <a:lnTo>
                  <a:pt x="2381504" y="895553"/>
                </a:lnTo>
                <a:lnTo>
                  <a:pt x="2381504" y="0"/>
                </a:lnTo>
                <a:lnTo>
                  <a:pt x="0" y="0"/>
                </a:lnTo>
                <a:lnTo>
                  <a:pt x="0" y="895553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0309986" y="3880866"/>
            <a:ext cx="1215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1445" marR="5080" indent="-1193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Versão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matricial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do </a:t>
            </a:r>
            <a:r>
              <a:rPr sz="1200" dirty="0">
                <a:latin typeface="Calibri"/>
                <a:cs typeface="Calibri"/>
              </a:rPr>
              <a:t>vetor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gradiente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930765" y="4139947"/>
            <a:ext cx="449453" cy="280442"/>
          </a:xfrm>
          <a:custGeom>
            <a:avLst/>
            <a:gdLst/>
            <a:ahLst/>
            <a:cxnLst/>
            <a:rect l="l" t="t" r="r" b="b"/>
            <a:pathLst>
              <a:path w="323850" h="283845">
                <a:moveTo>
                  <a:pt x="264129" y="47732"/>
                </a:moveTo>
                <a:lnTo>
                  <a:pt x="0" y="278891"/>
                </a:lnTo>
                <a:lnTo>
                  <a:pt x="4063" y="283717"/>
                </a:lnTo>
                <a:lnTo>
                  <a:pt x="268333" y="52543"/>
                </a:lnTo>
                <a:lnTo>
                  <a:pt x="264129" y="47732"/>
                </a:lnTo>
                <a:close/>
              </a:path>
              <a:path w="323850" h="283845">
                <a:moveTo>
                  <a:pt x="307492" y="39369"/>
                </a:moveTo>
                <a:lnTo>
                  <a:pt x="273684" y="39369"/>
                </a:lnTo>
                <a:lnTo>
                  <a:pt x="277875" y="44195"/>
                </a:lnTo>
                <a:lnTo>
                  <a:pt x="268333" y="52543"/>
                </a:lnTo>
                <a:lnTo>
                  <a:pt x="291337" y="78866"/>
                </a:lnTo>
                <a:lnTo>
                  <a:pt x="307492" y="39369"/>
                </a:lnTo>
                <a:close/>
              </a:path>
              <a:path w="323850" h="283845">
                <a:moveTo>
                  <a:pt x="273684" y="39369"/>
                </a:moveTo>
                <a:lnTo>
                  <a:pt x="264129" y="47732"/>
                </a:lnTo>
                <a:lnTo>
                  <a:pt x="268333" y="52543"/>
                </a:lnTo>
                <a:lnTo>
                  <a:pt x="277875" y="44195"/>
                </a:lnTo>
                <a:lnTo>
                  <a:pt x="273684" y="39369"/>
                </a:lnTo>
                <a:close/>
              </a:path>
              <a:path w="323850" h="283845">
                <a:moveTo>
                  <a:pt x="323596" y="0"/>
                </a:moveTo>
                <a:lnTo>
                  <a:pt x="241173" y="21462"/>
                </a:lnTo>
                <a:lnTo>
                  <a:pt x="264129" y="47732"/>
                </a:lnTo>
                <a:lnTo>
                  <a:pt x="273684" y="39369"/>
                </a:lnTo>
                <a:lnTo>
                  <a:pt x="307492" y="39369"/>
                </a:lnTo>
                <a:lnTo>
                  <a:pt x="3235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3CA47F2F-E845-2392-DE17-CF2ED31A7546}"/>
                  </a:ext>
                </a:extLst>
              </p:cNvPr>
              <p:cNvSpPr txBox="1"/>
              <p:nvPr/>
            </p:nvSpPr>
            <p:spPr>
              <a:xfrm>
                <a:off x="3200400" y="2232608"/>
                <a:ext cx="5543825" cy="1450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pt-BR" sz="2400" b="0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3CA47F2F-E845-2392-DE17-CF2ED31A7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2232608"/>
                <a:ext cx="5543825" cy="14508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29579DB6-183B-8172-C6AC-B04044CB8F9A}"/>
                  </a:ext>
                </a:extLst>
              </p:cNvPr>
              <p:cNvSpPr txBox="1"/>
              <p:nvPr/>
            </p:nvSpPr>
            <p:spPr>
              <a:xfrm>
                <a:off x="3339665" y="3723362"/>
                <a:ext cx="6591100" cy="13158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nary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b="0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29579DB6-183B-8172-C6AC-B04044CB8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665" y="3723362"/>
                <a:ext cx="6591100" cy="13158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Atualizando</a:t>
            </a:r>
            <a:r>
              <a:rPr spc="-110" dirty="0"/>
              <a:t> </a:t>
            </a:r>
            <a:r>
              <a:rPr dirty="0"/>
              <a:t>os</a:t>
            </a:r>
            <a:r>
              <a:rPr spc="-80" dirty="0"/>
              <a:t> </a:t>
            </a:r>
            <a:r>
              <a:rPr spc="-10" dirty="0"/>
              <a:t>pesos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58188"/>
            <a:ext cx="10300335" cy="83629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Substituindo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gradiente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equação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atualização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pesos</a:t>
            </a:r>
            <a:r>
              <a:rPr sz="2800" spc="-10" dirty="0">
                <a:latin typeface="Calibri"/>
                <a:cs typeface="Calibri"/>
              </a:rPr>
              <a:t>, temos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6939" y="3635755"/>
            <a:ext cx="10904855" cy="26269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944244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sinal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positivo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(+)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sinal negativo.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Percebam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média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diferença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rótulo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saída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hipótese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vezes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atributos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tomada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longo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todos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os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2995"/>
              </a:lnSpc>
            </a:pPr>
            <a:r>
              <a:rPr sz="2800" dirty="0">
                <a:solidFill>
                  <a:srgbClr val="00AF50"/>
                </a:solidFill>
                <a:latin typeface="Cambria Math"/>
                <a:cs typeface="Cambria Math"/>
              </a:rPr>
              <a:t>𝑵</a:t>
            </a:r>
            <a:r>
              <a:rPr sz="2800" spc="-5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exemplos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conjunto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treinamento.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OBS</a:t>
            </a:r>
            <a:r>
              <a:rPr sz="2800" dirty="0">
                <a:latin typeface="Calibri"/>
                <a:cs typeface="Calibri"/>
              </a:rPr>
              <a:t>.: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constante,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 err="1">
                <a:latin typeface="Calibri"/>
                <a:cs typeface="Calibri"/>
              </a:rPr>
              <a:t>termo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2</a:t>
            </a:r>
            <a:r>
              <a:rPr lang="pt-BR" sz="2700" baseline="1543" dirty="0">
                <a:latin typeface="Cambria Math"/>
                <a:cs typeface="Cambria Math"/>
              </a:rPr>
              <a:t>/</a:t>
            </a:r>
            <a:r>
              <a:rPr sz="1800" dirty="0">
                <a:latin typeface="Cambria Math"/>
                <a:cs typeface="Cambria Math"/>
              </a:rPr>
              <a:t>𝑁</a:t>
            </a:r>
            <a:r>
              <a:rPr sz="1800" spc="20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absorvido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𝛼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E54B7E91-9CCB-BB55-EDE6-20594EE1B687}"/>
                  </a:ext>
                </a:extLst>
              </p:cNvPr>
              <p:cNvSpPr txBox="1"/>
              <p:nvPr/>
            </p:nvSpPr>
            <p:spPr>
              <a:xfrm>
                <a:off x="2057400" y="2414128"/>
                <a:ext cx="7339573" cy="13158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nary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b="0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E54B7E91-9CCB-BB55-EDE6-20594EE1B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2414128"/>
                <a:ext cx="7339573" cy="13158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tângulo 18">
            <a:extLst>
              <a:ext uri="{FF2B5EF4-FFF2-40B4-BE49-F238E27FC236}">
                <a16:creationId xmlns:a16="http://schemas.microsoft.com/office/drawing/2014/main" id="{3817A7BD-2994-E2F6-53AA-DC4B3309927D}"/>
              </a:ext>
            </a:extLst>
          </p:cNvPr>
          <p:cNvSpPr/>
          <p:nvPr/>
        </p:nvSpPr>
        <p:spPr>
          <a:xfrm>
            <a:off x="5257800" y="2822957"/>
            <a:ext cx="304800" cy="3048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Atualizando</a:t>
            </a:r>
            <a:r>
              <a:rPr spc="-110" dirty="0"/>
              <a:t> </a:t>
            </a:r>
            <a:r>
              <a:rPr dirty="0"/>
              <a:t>os</a:t>
            </a:r>
            <a:r>
              <a:rPr spc="-80" dirty="0"/>
              <a:t> </a:t>
            </a:r>
            <a:r>
              <a:rPr spc="-10" dirty="0"/>
              <a:t>pesos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49286" y="1905000"/>
            <a:ext cx="10893425" cy="3872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0205">
              <a:lnSpc>
                <a:spcPct val="100000"/>
              </a:lnSpc>
              <a:spcBef>
                <a:spcPts val="100"/>
              </a:spcBef>
              <a:tabLst>
                <a:tab pos="694690" algn="l"/>
              </a:tabLst>
            </a:pPr>
            <a:r>
              <a:rPr sz="2400" spc="-50" dirty="0">
                <a:latin typeface="Cambria Math"/>
                <a:cs typeface="Cambria Math"/>
              </a:rPr>
              <a:t>𝒂</a:t>
            </a:r>
            <a:r>
              <a:rPr sz="2400" dirty="0">
                <a:latin typeface="Cambria Math"/>
                <a:cs typeface="Cambria Math"/>
              </a:rPr>
              <a:t>	←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inicializa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o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vetor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de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pesos em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um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ponto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aleatório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do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espaço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de </a:t>
            </a:r>
            <a:r>
              <a:rPr sz="2400" spc="-10" dirty="0">
                <a:latin typeface="Cambria Math"/>
                <a:cs typeface="Cambria Math"/>
              </a:rPr>
              <a:t>pesos</a:t>
            </a:r>
            <a:endParaRPr sz="2400" dirty="0">
              <a:latin typeface="Cambria Math"/>
              <a:cs typeface="Cambria Math"/>
            </a:endParaRPr>
          </a:p>
          <a:p>
            <a:pPr marL="370205">
              <a:lnSpc>
                <a:spcPct val="100000"/>
              </a:lnSpc>
              <a:spcBef>
                <a:spcPts val="85"/>
              </a:spcBef>
            </a:pPr>
            <a:r>
              <a:rPr sz="2400" b="1" dirty="0">
                <a:latin typeface="Cambria Math"/>
                <a:cs typeface="Cambria Math"/>
              </a:rPr>
              <a:t>loop</a:t>
            </a:r>
            <a:r>
              <a:rPr sz="2400" b="1" spc="-60" dirty="0">
                <a:latin typeface="Cambria Math"/>
                <a:cs typeface="Cambria Math"/>
              </a:rPr>
              <a:t> </a:t>
            </a:r>
            <a:r>
              <a:rPr sz="2400" b="1" dirty="0">
                <a:latin typeface="Cambria Math"/>
                <a:cs typeface="Cambria Math"/>
              </a:rPr>
              <a:t>até</a:t>
            </a:r>
            <a:r>
              <a:rPr sz="2400" b="1" spc="-6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convergir</a:t>
            </a:r>
            <a:r>
              <a:rPr sz="2400" spc="-45" dirty="0">
                <a:latin typeface="Cambria Math"/>
                <a:cs typeface="Cambria Math"/>
              </a:rPr>
              <a:t> </a:t>
            </a:r>
            <a:r>
              <a:rPr sz="2400" b="1" dirty="0">
                <a:latin typeface="Cambria Math"/>
                <a:cs typeface="Cambria Math"/>
              </a:rPr>
              <a:t>ou</a:t>
            </a:r>
            <a:r>
              <a:rPr sz="2400" b="1" spc="-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atingir</a:t>
            </a:r>
            <a:r>
              <a:rPr sz="2400" spc="-6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o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número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máximo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de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 err="1">
                <a:latin typeface="Cambria Math"/>
                <a:cs typeface="Cambria Math"/>
              </a:rPr>
              <a:t>iterações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b="1" spc="-25" dirty="0">
                <a:latin typeface="Cambria Math"/>
                <a:cs typeface="Cambria Math"/>
              </a:rPr>
              <a:t>do</a:t>
            </a:r>
            <a:endParaRPr lang="pt-BR" sz="2400" b="1" spc="-25" dirty="0">
              <a:latin typeface="Cambria Math"/>
              <a:cs typeface="Cambria Math"/>
            </a:endParaRPr>
          </a:p>
          <a:p>
            <a:pPr marL="370205">
              <a:lnSpc>
                <a:spcPct val="100000"/>
              </a:lnSpc>
              <a:spcBef>
                <a:spcPts val="85"/>
              </a:spcBef>
            </a:pPr>
            <a:endParaRPr sz="24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0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00" dirty="0">
              <a:latin typeface="Cambria Math"/>
              <a:cs typeface="Cambria Math"/>
            </a:endParaRPr>
          </a:p>
          <a:p>
            <a:pPr marL="266700" marR="368300" indent="-228600">
              <a:lnSpc>
                <a:spcPts val="3030"/>
              </a:lnSpc>
              <a:buFont typeface="Arial"/>
              <a:buChar char="•"/>
              <a:tabLst>
                <a:tab pos="266700" algn="l"/>
              </a:tabLst>
            </a:pPr>
            <a:r>
              <a:rPr sz="2800" spc="-30" dirty="0">
                <a:latin typeface="Calibri"/>
                <a:cs typeface="Calibri"/>
              </a:rPr>
              <a:t>Lembrem-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cada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iteração</a:t>
            </a:r>
            <a:r>
              <a:rPr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loop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gradiente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descendente, precisamos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calcular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vetor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gradiente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Isso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envolve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calcular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somatório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acima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para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cada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iteração.</a:t>
            </a:r>
            <a:endParaRPr sz="2800" dirty="0">
              <a:latin typeface="Calibri"/>
              <a:cs typeface="Calibri"/>
            </a:endParaRPr>
          </a:p>
          <a:p>
            <a:pPr marL="266700" indent="-228600">
              <a:lnSpc>
                <a:spcPts val="3195"/>
              </a:lnSpc>
              <a:spcBef>
                <a:spcPts val="660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Assim,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se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o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conjunto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treinamento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modelo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forem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muito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grandes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</a:t>
            </a:r>
            <a:endParaRPr sz="2800" dirty="0">
              <a:latin typeface="Calibri"/>
              <a:cs typeface="Calibri"/>
            </a:endParaRPr>
          </a:p>
          <a:p>
            <a:pPr marL="266700">
              <a:lnSpc>
                <a:spcPts val="3195"/>
              </a:lnSpc>
            </a:pP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treinamento</a:t>
            </a:r>
            <a:r>
              <a:rPr sz="2800" b="1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pode</a:t>
            </a:r>
            <a:r>
              <a:rPr sz="2800" b="1" i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ser</a:t>
            </a:r>
            <a:r>
              <a:rPr sz="2800" b="1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muito</a:t>
            </a:r>
            <a:r>
              <a:rPr sz="2800"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longo</a:t>
            </a:r>
            <a:r>
              <a:rPr sz="2800" b="1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800" b="1" i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consumir</a:t>
            </a:r>
            <a:r>
              <a:rPr sz="2800" b="1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muita</a:t>
            </a:r>
            <a:r>
              <a:rPr sz="2800"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CPU</a:t>
            </a:r>
            <a:r>
              <a:rPr sz="2800" b="1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800" b="1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memória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02142" y="6606337"/>
            <a:ext cx="355155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2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gradient_descent_exemplo_um_atributo.ipynb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67AAB52-A7D8-D4A1-4D58-560CCB74040C}"/>
              </a:ext>
            </a:extLst>
          </p:cNvPr>
          <p:cNvSpPr/>
          <p:nvPr/>
        </p:nvSpPr>
        <p:spPr>
          <a:xfrm>
            <a:off x="649286" y="1752599"/>
            <a:ext cx="10358120" cy="1831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9CA6E613-84AB-AE98-4C88-B93D5BC24DEE}"/>
                  </a:ext>
                </a:extLst>
              </p:cNvPr>
              <p:cNvSpPr txBox="1"/>
              <p:nvPr/>
            </p:nvSpPr>
            <p:spPr>
              <a:xfrm>
                <a:off x="2133600" y="2622525"/>
                <a:ext cx="5609163" cy="8822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9CA6E613-84AB-AE98-4C88-B93D5BC24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2622525"/>
                <a:ext cx="5609163" cy="8822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Mais</a:t>
            </a:r>
            <a:r>
              <a:rPr spc="-90" dirty="0"/>
              <a:t> </a:t>
            </a:r>
            <a:r>
              <a:rPr dirty="0"/>
              <a:t>exemplos</a:t>
            </a:r>
            <a:r>
              <a:rPr spc="-105" dirty="0"/>
              <a:t> </a:t>
            </a:r>
            <a:r>
              <a:rPr dirty="0"/>
              <a:t>de</a:t>
            </a:r>
            <a:r>
              <a:rPr spc="-90" dirty="0"/>
              <a:t> </a:t>
            </a:r>
            <a:r>
              <a:rPr dirty="0"/>
              <a:t>implementação</a:t>
            </a:r>
            <a:r>
              <a:rPr spc="-75" dirty="0"/>
              <a:t> </a:t>
            </a:r>
            <a:r>
              <a:rPr spc="-25" dirty="0"/>
              <a:t>do </a:t>
            </a:r>
            <a:r>
              <a:rPr dirty="0"/>
              <a:t>gradiente</a:t>
            </a:r>
            <a:r>
              <a:rPr spc="-185" dirty="0"/>
              <a:t> </a:t>
            </a:r>
            <a:r>
              <a:rPr spc="-10" dirty="0"/>
              <a:t>descendente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830"/>
            <a:ext cx="9093200" cy="121475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Exemplos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implementação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descendente</a:t>
            </a:r>
            <a:endParaRPr sz="28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75"/>
              </a:spcBef>
              <a:buClr>
                <a:srgbClr val="000000"/>
              </a:buClr>
              <a:buFont typeface="Wingdings"/>
              <a:buChar char=""/>
              <a:tabLst>
                <a:tab pos="699135" algn="l"/>
              </a:tabLst>
            </a:pPr>
            <a:r>
              <a:rPr lang="pt-BR" sz="2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https://github.com/luiz10ml/tp555-ml/blob/main/slides/TP555_Exemplos_Gradiente_Descendente.pdf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Versões</a:t>
            </a:r>
            <a:r>
              <a:rPr spc="-130" dirty="0"/>
              <a:t> </a:t>
            </a:r>
            <a:r>
              <a:rPr dirty="0"/>
              <a:t>do</a:t>
            </a:r>
            <a:r>
              <a:rPr spc="-120" dirty="0"/>
              <a:t> </a:t>
            </a:r>
            <a:r>
              <a:rPr dirty="0"/>
              <a:t>gradiente</a:t>
            </a:r>
            <a:r>
              <a:rPr spc="-130" dirty="0"/>
              <a:t> </a:t>
            </a:r>
            <a:r>
              <a:rPr spc="-10" dirty="0"/>
              <a:t>descendente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449560" cy="24022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lidarmos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complexidade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computacional,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podemos </a:t>
            </a:r>
            <a:r>
              <a:rPr sz="2800" dirty="0">
                <a:latin typeface="Calibri"/>
                <a:cs typeface="Calibri"/>
              </a:rPr>
              <a:t>ter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3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versões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diferentes,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dependendo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quantidade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exemplos </a:t>
            </a:r>
            <a:r>
              <a:rPr sz="2800" spc="-10" dirty="0">
                <a:latin typeface="Calibri"/>
                <a:cs typeface="Calibri"/>
              </a:rPr>
              <a:t>considerados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somatório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dirty="0">
                <a:latin typeface="Calibri"/>
                <a:cs typeface="Calibri"/>
              </a:rPr>
              <a:t>Gradiente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descendente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em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batelada</a:t>
            </a:r>
            <a:r>
              <a:rPr sz="2400" b="1" i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(GDB)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dirty="0">
                <a:latin typeface="Calibri"/>
                <a:cs typeface="Calibri"/>
              </a:rPr>
              <a:t>Gradiente</a:t>
            </a:r>
            <a:r>
              <a:rPr sz="2400" b="1" i="1" spc="-10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descendente</a:t>
            </a:r>
            <a:r>
              <a:rPr sz="2400" b="1" i="1" spc="-9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estocástico</a:t>
            </a:r>
            <a:r>
              <a:rPr sz="2400" b="1" i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(GDE)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dirty="0">
                <a:latin typeface="Calibri"/>
                <a:cs typeface="Calibri"/>
              </a:rPr>
              <a:t>Gradiente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descendente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em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mini-</a:t>
            </a:r>
            <a:r>
              <a:rPr sz="2400" b="1" i="1" dirty="0">
                <a:latin typeface="Calibri"/>
                <a:cs typeface="Calibri"/>
              </a:rPr>
              <a:t>lotes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(GDML)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Gradiente</a:t>
            </a:r>
            <a:r>
              <a:rPr spc="-105" dirty="0"/>
              <a:t> </a:t>
            </a:r>
            <a:r>
              <a:rPr dirty="0"/>
              <a:t>descendente</a:t>
            </a:r>
            <a:r>
              <a:rPr spc="-105" dirty="0"/>
              <a:t> </a:t>
            </a:r>
            <a:r>
              <a:rPr dirty="0"/>
              <a:t>em</a:t>
            </a:r>
            <a:r>
              <a:rPr spc="-100" dirty="0"/>
              <a:t> </a:t>
            </a:r>
            <a:r>
              <a:rPr spc="-10" dirty="0"/>
              <a:t>batelada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16939" y="2967354"/>
            <a:ext cx="11129010" cy="384746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marR="341630" indent="-228600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Considera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todos</a:t>
            </a:r>
            <a:r>
              <a:rPr sz="2800" b="1" i="1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os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exemplos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gradiente.</a:t>
            </a:r>
            <a:endParaRPr sz="2800" dirty="0">
              <a:latin typeface="Calibri"/>
              <a:cs typeface="Calibri"/>
            </a:endParaRPr>
          </a:p>
          <a:p>
            <a:pPr marL="241300" marR="1033144" indent="-228600">
              <a:lnSpc>
                <a:spcPct val="8000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computacionalmente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custoso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dependendo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tamanho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dados.</a:t>
            </a:r>
            <a:endParaRPr sz="2800" dirty="0">
              <a:latin typeface="Calibri"/>
              <a:cs typeface="Calibri"/>
            </a:endParaRPr>
          </a:p>
          <a:p>
            <a:pPr marL="698500" marR="309245" lvl="1" indent="-228600">
              <a:lnSpc>
                <a:spcPct val="80000"/>
              </a:lnSpc>
              <a:spcBef>
                <a:spcPts val="52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Por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processar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todos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cada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iteração,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lento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consumir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muita </a:t>
            </a:r>
            <a:r>
              <a:rPr sz="2400" dirty="0">
                <a:latin typeface="Calibri"/>
                <a:cs typeface="Calibri"/>
              </a:rPr>
              <a:t>CPU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memória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conjuntos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grandes.</a:t>
            </a:r>
            <a:endParaRPr sz="2400" dirty="0">
              <a:latin typeface="Calibri"/>
              <a:cs typeface="Calibri"/>
            </a:endParaRPr>
          </a:p>
          <a:p>
            <a:pPr marL="241300" marR="325120" indent="-228600">
              <a:lnSpc>
                <a:spcPct val="800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Convergência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mínimo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global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garantida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erro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convexa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𝛼</a:t>
            </a:r>
            <a:r>
              <a:rPr sz="2800" spc="3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grande.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versão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obtém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os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melhores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resultados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050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2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gradiente</a:t>
            </a:r>
            <a:r>
              <a:rPr sz="1200" u="sng" spc="-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descendente</a:t>
            </a:r>
            <a:r>
              <a:rPr sz="12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em</a:t>
            </a:r>
            <a:r>
              <a:rPr sz="1200" u="sng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batelada</a:t>
            </a:r>
            <a:endParaRPr sz="12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CF512E2-9C73-BA00-05FA-2AD7F9CE24C9}"/>
                  </a:ext>
                </a:extLst>
              </p:cNvPr>
              <p:cNvSpPr txBox="1"/>
              <p:nvPr/>
            </p:nvSpPr>
            <p:spPr>
              <a:xfrm>
                <a:off x="3177603" y="1638845"/>
                <a:ext cx="5209439" cy="13158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nary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b="0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CF512E2-9C73-BA00-05FA-2AD7F9CE2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603" y="1638845"/>
                <a:ext cx="5209439" cy="13158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tângulo 13">
            <a:extLst>
              <a:ext uri="{FF2B5EF4-FFF2-40B4-BE49-F238E27FC236}">
                <a16:creationId xmlns:a16="http://schemas.microsoft.com/office/drawing/2014/main" id="{66D49012-BED2-76AD-2E05-987393BF3853}"/>
              </a:ext>
            </a:extLst>
          </p:cNvPr>
          <p:cNvSpPr/>
          <p:nvPr/>
        </p:nvSpPr>
        <p:spPr>
          <a:xfrm>
            <a:off x="5105400" y="1630292"/>
            <a:ext cx="533400" cy="11129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0580" y="1607747"/>
            <a:ext cx="2216984" cy="22223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Características</a:t>
            </a:r>
            <a:r>
              <a:rPr spc="-55" dirty="0"/>
              <a:t> </a:t>
            </a:r>
            <a:r>
              <a:rPr dirty="0"/>
              <a:t>do</a:t>
            </a:r>
            <a:r>
              <a:rPr spc="-20" dirty="0"/>
              <a:t> </a:t>
            </a:r>
            <a:r>
              <a:rPr dirty="0"/>
              <a:t>GD</a:t>
            </a:r>
            <a:r>
              <a:rPr spc="-15" dirty="0"/>
              <a:t> </a:t>
            </a:r>
            <a:r>
              <a:rPr dirty="0"/>
              <a:t>em</a:t>
            </a:r>
            <a:r>
              <a:rPr spc="-25" dirty="0"/>
              <a:t> </a:t>
            </a:r>
            <a:r>
              <a:rPr spc="-10" dirty="0"/>
              <a:t>batelada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1539" y="3807917"/>
            <a:ext cx="10786110" cy="287845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66700" marR="344805" indent="-228600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Por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exemplos,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segue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diretamente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alterar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direção,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ponto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mínimo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723900" marR="30480" lvl="1" indent="-228600">
              <a:lnSpc>
                <a:spcPts val="2300"/>
              </a:lnSpc>
              <a:spcBef>
                <a:spcPts val="625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Nesse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exemplo,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segue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linha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reta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𝑎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625" spc="36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𝑎</a:t>
            </a:r>
            <a:r>
              <a:rPr sz="2625" baseline="-15873" dirty="0">
                <a:latin typeface="Cambria Math"/>
                <a:cs typeface="Cambria Math"/>
              </a:rPr>
              <a:t>2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taxa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decrescimento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superfície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igual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(contornos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circulares).</a:t>
            </a:r>
            <a:endParaRPr sz="2400" dirty="0">
              <a:latin typeface="Calibri"/>
              <a:cs typeface="Calibri"/>
            </a:endParaRPr>
          </a:p>
          <a:p>
            <a:pPr marL="266700" marR="144145" indent="-228600">
              <a:lnSpc>
                <a:spcPts val="2690"/>
              </a:lnSpc>
              <a:spcBef>
                <a:spcPts val="585"/>
              </a:spcBef>
              <a:buFont typeface="Arial"/>
              <a:buChar char="•"/>
              <a:tabLst>
                <a:tab pos="266700" algn="l"/>
              </a:tabLst>
            </a:pP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Convergência</a:t>
            </a:r>
            <a:r>
              <a:rPr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garantida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passo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aprendizagem</a:t>
            </a:r>
            <a:r>
              <a:rPr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seja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muito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grande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espere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tempo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suficiente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723900" marR="182245" lvl="1" indent="-228600">
              <a:lnSpc>
                <a:spcPts val="2300"/>
              </a:lnSpc>
              <a:spcBef>
                <a:spcPts val="620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Não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fica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</a:t>
            </a:r>
            <a:r>
              <a:rPr sz="2400" i="1" dirty="0">
                <a:latin typeface="Calibri"/>
                <a:cs typeface="Calibri"/>
              </a:rPr>
              <a:t>oscilando</a:t>
            </a:r>
            <a:r>
              <a:rPr sz="2400" dirty="0">
                <a:latin typeface="Calibri"/>
                <a:cs typeface="Calibri"/>
              </a:rPr>
              <a:t>”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torno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ponto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mínimo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após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alcançá-</a:t>
            </a:r>
            <a:r>
              <a:rPr sz="2400" dirty="0">
                <a:latin typeface="Calibri"/>
                <a:cs typeface="Calibri"/>
              </a:rPr>
              <a:t>lo,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vetor </a:t>
            </a:r>
            <a:r>
              <a:rPr sz="2400" dirty="0">
                <a:latin typeface="Calibri"/>
                <a:cs typeface="Calibri"/>
              </a:rPr>
              <a:t>gradiente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neste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ponto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praticamente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nulo.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100" y="1609597"/>
            <a:ext cx="2421899" cy="216887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8242045" y="3028823"/>
            <a:ext cx="3126105" cy="541655"/>
            <a:chOff x="8242045" y="3028823"/>
            <a:chExt cx="3126105" cy="541655"/>
          </a:xfrm>
        </p:grpSpPr>
        <p:sp>
          <p:nvSpPr>
            <p:cNvPr id="7" name="object 7"/>
            <p:cNvSpPr/>
            <p:nvPr/>
          </p:nvSpPr>
          <p:spPr>
            <a:xfrm>
              <a:off x="10500486" y="3429000"/>
              <a:ext cx="853440" cy="127000"/>
            </a:xfrm>
            <a:custGeom>
              <a:avLst/>
              <a:gdLst/>
              <a:ahLst/>
              <a:cxnLst/>
              <a:rect l="l" t="t" r="r" b="b"/>
              <a:pathLst>
                <a:path w="853440" h="127000">
                  <a:moveTo>
                    <a:pt x="0" y="127000"/>
                  </a:moveTo>
                  <a:lnTo>
                    <a:pt x="853274" y="127000"/>
                  </a:lnTo>
                  <a:lnTo>
                    <a:pt x="853274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42045" y="3028823"/>
              <a:ext cx="2258695" cy="494665"/>
            </a:xfrm>
            <a:custGeom>
              <a:avLst/>
              <a:gdLst/>
              <a:ahLst/>
              <a:cxnLst/>
              <a:rect l="l" t="t" r="r" b="b"/>
              <a:pathLst>
                <a:path w="2258695" h="494664">
                  <a:moveTo>
                    <a:pt x="2183243" y="460323"/>
                  </a:moveTo>
                  <a:lnTo>
                    <a:pt x="2176145" y="494538"/>
                  </a:lnTo>
                  <a:lnTo>
                    <a:pt x="2258440" y="472693"/>
                  </a:lnTo>
                  <a:lnTo>
                    <a:pt x="2246076" y="462914"/>
                  </a:lnTo>
                  <a:lnTo>
                    <a:pt x="2195703" y="462914"/>
                  </a:lnTo>
                  <a:lnTo>
                    <a:pt x="2183243" y="460323"/>
                  </a:lnTo>
                  <a:close/>
                </a:path>
                <a:path w="2258695" h="494664">
                  <a:moveTo>
                    <a:pt x="2184534" y="454104"/>
                  </a:moveTo>
                  <a:lnTo>
                    <a:pt x="2183243" y="460323"/>
                  </a:lnTo>
                  <a:lnTo>
                    <a:pt x="2195703" y="462914"/>
                  </a:lnTo>
                  <a:lnTo>
                    <a:pt x="2196973" y="456691"/>
                  </a:lnTo>
                  <a:lnTo>
                    <a:pt x="2184534" y="454104"/>
                  </a:lnTo>
                  <a:close/>
                </a:path>
                <a:path w="2258695" h="494664">
                  <a:moveTo>
                    <a:pt x="2191638" y="419862"/>
                  </a:moveTo>
                  <a:lnTo>
                    <a:pt x="2184534" y="454104"/>
                  </a:lnTo>
                  <a:lnTo>
                    <a:pt x="2196973" y="456691"/>
                  </a:lnTo>
                  <a:lnTo>
                    <a:pt x="2195703" y="462914"/>
                  </a:lnTo>
                  <a:lnTo>
                    <a:pt x="2246076" y="462914"/>
                  </a:lnTo>
                  <a:lnTo>
                    <a:pt x="2191638" y="419862"/>
                  </a:lnTo>
                  <a:close/>
                </a:path>
                <a:path w="2258695" h="494664">
                  <a:moveTo>
                    <a:pt x="1397" y="0"/>
                  </a:moveTo>
                  <a:lnTo>
                    <a:pt x="0" y="6223"/>
                  </a:lnTo>
                  <a:lnTo>
                    <a:pt x="2183243" y="460323"/>
                  </a:lnTo>
                  <a:lnTo>
                    <a:pt x="2184534" y="454104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944264" y="1600891"/>
            <a:ext cx="2781935" cy="2186305"/>
            <a:chOff x="4944264" y="1600891"/>
            <a:chExt cx="2781935" cy="218630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44264" y="1600891"/>
              <a:ext cx="2307628" cy="218582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298183" y="2567305"/>
              <a:ext cx="1428115" cy="329565"/>
            </a:xfrm>
            <a:custGeom>
              <a:avLst/>
              <a:gdLst/>
              <a:ahLst/>
              <a:cxnLst/>
              <a:rect l="l" t="t" r="r" b="b"/>
              <a:pathLst>
                <a:path w="1428115" h="329564">
                  <a:moveTo>
                    <a:pt x="75151" y="34147"/>
                  </a:moveTo>
                  <a:lnTo>
                    <a:pt x="73828" y="40359"/>
                  </a:lnTo>
                  <a:lnTo>
                    <a:pt x="1426337" y="329311"/>
                  </a:lnTo>
                  <a:lnTo>
                    <a:pt x="1427734" y="323088"/>
                  </a:lnTo>
                  <a:lnTo>
                    <a:pt x="75151" y="34147"/>
                  </a:lnTo>
                  <a:close/>
                </a:path>
                <a:path w="1428115" h="329564">
                  <a:moveTo>
                    <a:pt x="82423" y="0"/>
                  </a:moveTo>
                  <a:lnTo>
                    <a:pt x="0" y="21336"/>
                  </a:lnTo>
                  <a:lnTo>
                    <a:pt x="66548" y="74549"/>
                  </a:lnTo>
                  <a:lnTo>
                    <a:pt x="73828" y="40359"/>
                  </a:lnTo>
                  <a:lnTo>
                    <a:pt x="61467" y="37719"/>
                  </a:lnTo>
                  <a:lnTo>
                    <a:pt x="62737" y="31496"/>
                  </a:lnTo>
                  <a:lnTo>
                    <a:pt x="75716" y="31496"/>
                  </a:lnTo>
                  <a:lnTo>
                    <a:pt x="82423" y="0"/>
                  </a:lnTo>
                  <a:close/>
                </a:path>
                <a:path w="1428115" h="329564">
                  <a:moveTo>
                    <a:pt x="62737" y="31496"/>
                  </a:moveTo>
                  <a:lnTo>
                    <a:pt x="61467" y="37719"/>
                  </a:lnTo>
                  <a:lnTo>
                    <a:pt x="73828" y="40359"/>
                  </a:lnTo>
                  <a:lnTo>
                    <a:pt x="75151" y="34147"/>
                  </a:lnTo>
                  <a:lnTo>
                    <a:pt x="62737" y="31496"/>
                  </a:lnTo>
                  <a:close/>
                </a:path>
                <a:path w="1428115" h="329564">
                  <a:moveTo>
                    <a:pt x="75716" y="31496"/>
                  </a:moveTo>
                  <a:lnTo>
                    <a:pt x="62737" y="31496"/>
                  </a:lnTo>
                  <a:lnTo>
                    <a:pt x="75151" y="34147"/>
                  </a:lnTo>
                  <a:lnTo>
                    <a:pt x="75716" y="3149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631938" y="2841497"/>
            <a:ext cx="857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AF50"/>
                </a:solidFill>
                <a:latin typeface="Calibri"/>
                <a:cs typeface="Calibri"/>
              </a:rPr>
              <a:t>convergência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pt-BR"/>
              <a:t>Gradiente</a:t>
            </a:r>
            <a:r>
              <a:rPr lang="pt-BR" spc="-160"/>
              <a:t> </a:t>
            </a:r>
            <a:r>
              <a:rPr lang="pt-BR"/>
              <a:t>descendente</a:t>
            </a:r>
            <a:r>
              <a:rPr lang="pt-BR" spc="-150"/>
              <a:t> </a:t>
            </a:r>
            <a:r>
              <a:rPr lang="pt-BR" spc="-10"/>
              <a:t>estocástico</a:t>
            </a:r>
            <a:endParaRPr lang="pt-BR"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916939" y="2407157"/>
            <a:ext cx="10826750" cy="24530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Utiliza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iteração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atualização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apenas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um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exemplo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estimativa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6F2F9F"/>
                </a:solidFill>
                <a:latin typeface="Calibri"/>
                <a:cs typeface="Calibri"/>
              </a:rPr>
              <a:t>estocástica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gradiente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marR="44450" lvl="1" indent="-228600">
              <a:lnSpc>
                <a:spcPts val="2590"/>
              </a:lnSpc>
              <a:spcBef>
                <a:spcPts val="53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estocástica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iteração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toma-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uma</a:t>
            </a:r>
            <a:r>
              <a:rPr sz="24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amostra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aleatória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conjunto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treinamento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calcular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estimativa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vetor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gradiente.</a:t>
            </a:r>
            <a:endParaRPr sz="2400" dirty="0">
              <a:latin typeface="Calibri"/>
              <a:cs typeface="Calibri"/>
            </a:endParaRPr>
          </a:p>
          <a:p>
            <a:pPr marL="241300" marR="358775" indent="-228600">
              <a:lnSpc>
                <a:spcPts val="302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estimativa,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segue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diretamente</a:t>
            </a:r>
            <a:r>
              <a:rPr sz="28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direção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máxima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declividade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mudando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direção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várias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vezes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88271" y="6606337"/>
            <a:ext cx="27749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2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gradiente</a:t>
            </a:r>
            <a:r>
              <a:rPr sz="1200" u="sng" spc="-5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descendente</a:t>
            </a:r>
            <a:r>
              <a:rPr sz="1200" u="sng" spc="-5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estocástico</a:t>
            </a:r>
            <a:endParaRPr sz="12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CEF3896F-F4A3-5BA8-FD47-7ECD01E04BC7}"/>
                  </a:ext>
                </a:extLst>
              </p:cNvPr>
              <p:cNvSpPr txBox="1"/>
              <p:nvPr/>
            </p:nvSpPr>
            <p:spPr>
              <a:xfrm>
                <a:off x="2765311" y="1512630"/>
                <a:ext cx="6661375" cy="6463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t-BR" sz="2400" b="0" i="0" smtClean="0">
                                      <a:latin typeface="Cambria Math" panose="02040503050406030204" pitchFamily="18" charset="0"/>
                                    </a:rPr>
                                    <m:t>random</m:t>
                                  </m:r>
                                </m:sub>
                              </m:sSub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random</m:t>
                              </m:r>
                            </m:sub>
                          </m:s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random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pt-BR" sz="2400" b="0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CEF3896F-F4A3-5BA8-FD47-7ECD01E04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311" y="1512630"/>
                <a:ext cx="6661375" cy="646331"/>
              </a:xfrm>
              <a:prstGeom prst="rect">
                <a:avLst/>
              </a:prstGeom>
              <a:blipFill>
                <a:blip r:embed="rId3"/>
                <a:stretch>
                  <a:fillRect l="-92" t="-7547" r="-18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Gradiente</a:t>
            </a:r>
            <a:r>
              <a:rPr spc="-160" dirty="0"/>
              <a:t> </a:t>
            </a:r>
            <a:r>
              <a:rPr dirty="0"/>
              <a:t>descendente</a:t>
            </a:r>
            <a:r>
              <a:rPr spc="-150" dirty="0"/>
              <a:t> </a:t>
            </a:r>
            <a:r>
              <a:rPr spc="-10" dirty="0"/>
              <a:t>estocástico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6939" y="2407157"/>
            <a:ext cx="10730865" cy="212407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dados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treinamento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estão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contaminados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com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ruído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estimativa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gradiente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ruidosa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fazendo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convergência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não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ocorra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seja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garantida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algoritmo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oscilar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torno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ponto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mínimo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sem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nunca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convergir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Entretanto,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rápido,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usando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menos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CPU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memória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GDB.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88271" y="6606337"/>
            <a:ext cx="27749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2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gradiente</a:t>
            </a:r>
            <a:r>
              <a:rPr sz="1200" u="sng" spc="-5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descendente</a:t>
            </a:r>
            <a:r>
              <a:rPr sz="1200" u="sng" spc="-5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estocástico</a:t>
            </a:r>
            <a:endParaRPr sz="12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47824D7E-9D27-94D6-DCA3-062F39F40878}"/>
                  </a:ext>
                </a:extLst>
              </p:cNvPr>
              <p:cNvSpPr txBox="1"/>
              <p:nvPr/>
            </p:nvSpPr>
            <p:spPr>
              <a:xfrm>
                <a:off x="2765311" y="1512630"/>
                <a:ext cx="6661375" cy="6463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t-BR" sz="2400" b="0" i="0" smtClean="0">
                                      <a:latin typeface="Cambria Math" panose="02040503050406030204" pitchFamily="18" charset="0"/>
                                    </a:rPr>
                                    <m:t>random</m:t>
                                  </m:r>
                                </m:sub>
                              </m:sSub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random</m:t>
                              </m:r>
                            </m:sub>
                          </m:s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random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pt-BR" sz="2400" b="0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47824D7E-9D27-94D6-DCA3-062F39F40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311" y="1512630"/>
                <a:ext cx="6661375" cy="646331"/>
              </a:xfrm>
              <a:prstGeom prst="rect">
                <a:avLst/>
              </a:prstGeom>
              <a:blipFill>
                <a:blip r:embed="rId3"/>
                <a:stretch>
                  <a:fillRect l="-92" t="-7547" r="-18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Características</a:t>
            </a:r>
            <a:r>
              <a:rPr spc="-60" dirty="0"/>
              <a:t> </a:t>
            </a:r>
            <a:r>
              <a:rPr dirty="0"/>
              <a:t>do</a:t>
            </a:r>
            <a:r>
              <a:rPr spc="-25" dirty="0"/>
              <a:t> </a:t>
            </a:r>
            <a:r>
              <a:rPr dirty="0"/>
              <a:t>GD</a:t>
            </a:r>
            <a:r>
              <a:rPr spc="-20" dirty="0"/>
              <a:t> </a:t>
            </a:r>
            <a:r>
              <a:rPr spc="-10" dirty="0"/>
              <a:t>estocástico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4029836"/>
            <a:ext cx="10422890" cy="268033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dirty="0">
                <a:latin typeface="Calibri"/>
                <a:cs typeface="Calibri"/>
              </a:rPr>
              <a:t>Apresenta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um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caminho</a:t>
            </a:r>
            <a:r>
              <a:rPr sz="2800" b="1" i="1" spc="-12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irregular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para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mínimo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mudando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direção </a:t>
            </a:r>
            <a:r>
              <a:rPr sz="2800" dirty="0">
                <a:latin typeface="Calibri"/>
                <a:cs typeface="Calibri"/>
              </a:rPr>
              <a:t>várias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vezes.</a:t>
            </a:r>
            <a:endParaRPr sz="2800" dirty="0">
              <a:latin typeface="Calibri"/>
              <a:cs typeface="Calibri"/>
            </a:endParaRPr>
          </a:p>
          <a:p>
            <a:pPr marL="241300" marR="13970" indent="-228600">
              <a:lnSpc>
                <a:spcPts val="2690"/>
              </a:lnSpc>
              <a:spcBef>
                <a:spcPts val="5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amostras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contém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ruído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(caso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acima)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não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converge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para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spc="-50" dirty="0">
                <a:latin typeface="Calibri"/>
                <a:cs typeface="Calibri"/>
              </a:rPr>
              <a:t>o </a:t>
            </a:r>
            <a:r>
              <a:rPr sz="2800" b="1" i="1" dirty="0">
                <a:latin typeface="Calibri"/>
                <a:cs typeface="Calibri"/>
              </a:rPr>
              <a:t>ponto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mínimo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“</a:t>
            </a:r>
            <a:r>
              <a:rPr sz="2800" i="1" dirty="0">
                <a:latin typeface="Calibri"/>
                <a:cs typeface="Calibri"/>
              </a:rPr>
              <a:t>oscilando</a:t>
            </a:r>
            <a:r>
              <a:rPr sz="2800" dirty="0">
                <a:latin typeface="Calibri"/>
                <a:cs typeface="Calibri"/>
              </a:rPr>
              <a:t>”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torno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dele.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35"/>
              </a:lnSpc>
              <a:spcBef>
                <a:spcPts val="6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Essa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oscilação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também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vista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curva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erro.</a:t>
            </a:r>
            <a:endParaRPr sz="2400" dirty="0">
              <a:latin typeface="Calibri"/>
              <a:cs typeface="Calibri"/>
            </a:endParaRPr>
          </a:p>
          <a:p>
            <a:pPr marL="241300" marR="151765" indent="-228600">
              <a:lnSpc>
                <a:spcPts val="2690"/>
              </a:lnSpc>
              <a:spcBef>
                <a:spcPts val="6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Algumas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técnicas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usadas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torná-</a:t>
            </a:r>
            <a:r>
              <a:rPr sz="2800" dirty="0">
                <a:latin typeface="Calibri"/>
                <a:cs typeface="Calibri"/>
              </a:rPr>
              <a:t>lo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comportado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dirty="0">
                <a:latin typeface="Calibri"/>
                <a:cs typeface="Calibri"/>
              </a:rPr>
              <a:t>talvez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convergir: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redução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passo,</a:t>
            </a:r>
            <a:r>
              <a:rPr sz="2800" spc="-150" dirty="0">
                <a:latin typeface="Calibri"/>
                <a:cs typeface="Calibri"/>
              </a:rPr>
              <a:t> </a:t>
            </a:r>
            <a:r>
              <a:rPr sz="2800" i="1" spc="-15" dirty="0">
                <a:latin typeface="Calibri"/>
                <a:cs typeface="Calibri"/>
              </a:rPr>
              <a:t>early-</a:t>
            </a:r>
            <a:r>
              <a:rPr sz="2800" i="1" dirty="0">
                <a:latin typeface="Calibri"/>
                <a:cs typeface="Calibri"/>
              </a:rPr>
              <a:t>stop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momentum,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etc.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435" y="1753997"/>
            <a:ext cx="2458713" cy="220215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142457" y="1753997"/>
            <a:ext cx="2820035" cy="2211070"/>
            <a:chOff x="5142457" y="1753997"/>
            <a:chExt cx="2820035" cy="221107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2457" y="1753997"/>
              <a:ext cx="2333932" cy="221068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564376" y="2719324"/>
              <a:ext cx="1397635" cy="461645"/>
            </a:xfrm>
            <a:custGeom>
              <a:avLst/>
              <a:gdLst/>
              <a:ahLst/>
              <a:cxnLst/>
              <a:rect l="l" t="t" r="r" b="b"/>
              <a:pathLst>
                <a:path w="1397634" h="461644">
                  <a:moveTo>
                    <a:pt x="73481" y="33290"/>
                  </a:moveTo>
                  <a:lnTo>
                    <a:pt x="71569" y="39298"/>
                  </a:lnTo>
                  <a:lnTo>
                    <a:pt x="1395602" y="461137"/>
                  </a:lnTo>
                  <a:lnTo>
                    <a:pt x="1397507" y="455040"/>
                  </a:lnTo>
                  <a:lnTo>
                    <a:pt x="73481" y="33290"/>
                  </a:lnTo>
                  <a:close/>
                </a:path>
                <a:path w="1397634" h="461644">
                  <a:moveTo>
                    <a:pt x="84074" y="0"/>
                  </a:moveTo>
                  <a:lnTo>
                    <a:pt x="0" y="13208"/>
                  </a:lnTo>
                  <a:lnTo>
                    <a:pt x="60959" y="72643"/>
                  </a:lnTo>
                  <a:lnTo>
                    <a:pt x="71569" y="39298"/>
                  </a:lnTo>
                  <a:lnTo>
                    <a:pt x="59435" y="35433"/>
                  </a:lnTo>
                  <a:lnTo>
                    <a:pt x="61468" y="29463"/>
                  </a:lnTo>
                  <a:lnTo>
                    <a:pt x="74699" y="29463"/>
                  </a:lnTo>
                  <a:lnTo>
                    <a:pt x="84074" y="0"/>
                  </a:lnTo>
                  <a:close/>
                </a:path>
                <a:path w="1397634" h="461644">
                  <a:moveTo>
                    <a:pt x="61468" y="29463"/>
                  </a:moveTo>
                  <a:lnTo>
                    <a:pt x="59435" y="35433"/>
                  </a:lnTo>
                  <a:lnTo>
                    <a:pt x="71569" y="39298"/>
                  </a:lnTo>
                  <a:lnTo>
                    <a:pt x="73481" y="33290"/>
                  </a:lnTo>
                  <a:lnTo>
                    <a:pt x="61468" y="29463"/>
                  </a:lnTo>
                  <a:close/>
                </a:path>
                <a:path w="1397634" h="461644">
                  <a:moveTo>
                    <a:pt x="74699" y="29463"/>
                  </a:moveTo>
                  <a:lnTo>
                    <a:pt x="61468" y="29463"/>
                  </a:lnTo>
                  <a:lnTo>
                    <a:pt x="73481" y="33290"/>
                  </a:lnTo>
                  <a:lnTo>
                    <a:pt x="74699" y="2946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8728075" y="1753997"/>
            <a:ext cx="2887345" cy="2198370"/>
            <a:chOff x="8728075" y="1753997"/>
            <a:chExt cx="2887345" cy="219837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13648" y="1753997"/>
              <a:ext cx="2401659" cy="219788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575672" y="3244049"/>
              <a:ext cx="1985010" cy="469900"/>
            </a:xfrm>
            <a:custGeom>
              <a:avLst/>
              <a:gdLst/>
              <a:ahLst/>
              <a:cxnLst/>
              <a:rect l="l" t="t" r="r" b="b"/>
              <a:pathLst>
                <a:path w="1985009" h="469900">
                  <a:moveTo>
                    <a:pt x="0" y="469557"/>
                  </a:moveTo>
                  <a:lnTo>
                    <a:pt x="1984755" y="469557"/>
                  </a:lnTo>
                  <a:lnTo>
                    <a:pt x="1984755" y="0"/>
                  </a:lnTo>
                  <a:lnTo>
                    <a:pt x="0" y="0"/>
                  </a:lnTo>
                  <a:lnTo>
                    <a:pt x="0" y="469557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28075" y="3296919"/>
              <a:ext cx="852169" cy="281940"/>
            </a:xfrm>
            <a:custGeom>
              <a:avLst/>
              <a:gdLst/>
              <a:ahLst/>
              <a:cxnLst/>
              <a:rect l="l" t="t" r="r" b="b"/>
              <a:pathLst>
                <a:path w="852170" h="281939">
                  <a:moveTo>
                    <a:pt x="778368" y="248708"/>
                  </a:moveTo>
                  <a:lnTo>
                    <a:pt x="767969" y="281939"/>
                  </a:lnTo>
                  <a:lnTo>
                    <a:pt x="852043" y="268350"/>
                  </a:lnTo>
                  <a:lnTo>
                    <a:pt x="835553" y="252475"/>
                  </a:lnTo>
                  <a:lnTo>
                    <a:pt x="790448" y="252475"/>
                  </a:lnTo>
                  <a:lnTo>
                    <a:pt x="778368" y="248708"/>
                  </a:lnTo>
                  <a:close/>
                </a:path>
                <a:path w="852170" h="281939">
                  <a:moveTo>
                    <a:pt x="780275" y="242615"/>
                  </a:moveTo>
                  <a:lnTo>
                    <a:pt x="778368" y="248708"/>
                  </a:lnTo>
                  <a:lnTo>
                    <a:pt x="790448" y="252475"/>
                  </a:lnTo>
                  <a:lnTo>
                    <a:pt x="792352" y="246379"/>
                  </a:lnTo>
                  <a:lnTo>
                    <a:pt x="780275" y="242615"/>
                  </a:lnTo>
                  <a:close/>
                </a:path>
                <a:path w="852170" h="281939">
                  <a:moveTo>
                    <a:pt x="790701" y="209295"/>
                  </a:moveTo>
                  <a:lnTo>
                    <a:pt x="780275" y="242615"/>
                  </a:lnTo>
                  <a:lnTo>
                    <a:pt x="792352" y="246379"/>
                  </a:lnTo>
                  <a:lnTo>
                    <a:pt x="790448" y="252475"/>
                  </a:lnTo>
                  <a:lnTo>
                    <a:pt x="835553" y="252475"/>
                  </a:lnTo>
                  <a:lnTo>
                    <a:pt x="790701" y="209295"/>
                  </a:lnTo>
                  <a:close/>
                </a:path>
                <a:path w="852170" h="281939">
                  <a:moveTo>
                    <a:pt x="1904" y="0"/>
                  </a:moveTo>
                  <a:lnTo>
                    <a:pt x="0" y="5968"/>
                  </a:lnTo>
                  <a:lnTo>
                    <a:pt x="778368" y="248708"/>
                  </a:lnTo>
                  <a:lnTo>
                    <a:pt x="780275" y="242615"/>
                  </a:lnTo>
                  <a:lnTo>
                    <a:pt x="190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051672" y="2991992"/>
            <a:ext cx="598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6845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6F2F9F"/>
                </a:solidFill>
                <a:latin typeface="Calibri"/>
                <a:cs typeface="Calibri"/>
              </a:rPr>
              <a:t>Não </a:t>
            </a:r>
            <a:r>
              <a:rPr sz="1200" b="1" spc="-20" dirty="0">
                <a:solidFill>
                  <a:srgbClr val="6F2F9F"/>
                </a:solidFill>
                <a:latin typeface="Calibri"/>
                <a:cs typeface="Calibri"/>
              </a:rPr>
              <a:t>converge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4823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Gradiente</a:t>
            </a:r>
            <a:r>
              <a:rPr spc="-105" dirty="0"/>
              <a:t> </a:t>
            </a:r>
            <a:r>
              <a:rPr dirty="0"/>
              <a:t>descendente</a:t>
            </a:r>
            <a:r>
              <a:rPr spc="-105" dirty="0"/>
              <a:t> </a:t>
            </a:r>
            <a:r>
              <a:rPr dirty="0"/>
              <a:t>em</a:t>
            </a:r>
            <a:r>
              <a:rPr spc="-100" dirty="0"/>
              <a:t> </a:t>
            </a:r>
            <a:r>
              <a:rPr spc="-10" dirty="0"/>
              <a:t>mini-lotes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16939" y="2867101"/>
            <a:ext cx="11082020" cy="390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Utiliza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iteração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subconjunto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aleatório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exemplos</a:t>
            </a:r>
            <a:r>
              <a:rPr sz="2800" spc="-2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tamanho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dirty="0">
                <a:latin typeface="Cambria Math"/>
                <a:cs typeface="Cambria Math"/>
              </a:rPr>
              <a:t>𝑀𝐵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cálculo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gradiente.</a:t>
            </a:r>
            <a:endParaRPr sz="2800" dirty="0">
              <a:latin typeface="Calibri"/>
              <a:cs typeface="Calibri"/>
            </a:endParaRPr>
          </a:p>
          <a:p>
            <a:pPr marL="241300" marR="6350" indent="-228600">
              <a:lnSpc>
                <a:spcPts val="3010"/>
              </a:lnSpc>
              <a:spcBef>
                <a:spcPts val="10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geral,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1</a:t>
            </a:r>
            <a:r>
              <a:rPr sz="2800" spc="9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&lt;</a:t>
            </a:r>
            <a:r>
              <a:rPr sz="2800" spc="10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𝑀𝐵</a:t>
            </a:r>
            <a:r>
              <a:rPr sz="2800" spc="18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&lt;</a:t>
            </a:r>
            <a:r>
              <a:rPr sz="2800" spc="10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𝑁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portanto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rápido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GDB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preciso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spc="-20" dirty="0">
                <a:latin typeface="Calibri"/>
                <a:cs typeface="Calibri"/>
              </a:rPr>
              <a:t>estável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GDE.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19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Porém,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𝑀𝐵</a:t>
            </a:r>
            <a:r>
              <a:rPr sz="2800" spc="1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variável,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versão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vista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generalização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sz="2800" dirty="0">
                <a:latin typeface="Calibri"/>
                <a:cs typeface="Calibri"/>
              </a:rPr>
              <a:t>das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versões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anteriores,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𝑀𝐵</a:t>
            </a:r>
            <a:r>
              <a:rPr sz="2800" spc="4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feito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igual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𝑁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195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amostras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ruidosas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convergência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tamanho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</a:t>
            </a:r>
            <a:endParaRPr sz="2800" dirty="0">
              <a:latin typeface="Calibri"/>
              <a:cs typeface="Calibri"/>
            </a:endParaRPr>
          </a:p>
          <a:p>
            <a:pPr marL="241300" marR="1651635">
              <a:lnSpc>
                <a:spcPts val="3020"/>
              </a:lnSpc>
              <a:spcBef>
                <a:spcPts val="219"/>
              </a:spcBef>
            </a:pPr>
            <a:r>
              <a:rPr sz="2800" dirty="0">
                <a:latin typeface="Cambria Math"/>
                <a:cs typeface="Cambria Math"/>
              </a:rPr>
              <a:t>𝑀𝐵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quanto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maior,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melhor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estimativa</a:t>
            </a:r>
            <a:r>
              <a:rPr sz="28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gradiente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e, </a:t>
            </a:r>
            <a:r>
              <a:rPr sz="2800" spc="-20" dirty="0">
                <a:latin typeface="Calibri"/>
                <a:cs typeface="Calibri"/>
              </a:rPr>
              <a:t>consequentemente,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maior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chance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convergência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625FDBD-683A-149A-A309-F0F811019023}"/>
                  </a:ext>
                </a:extLst>
              </p:cNvPr>
              <p:cNvSpPr txBox="1"/>
              <p:nvPr/>
            </p:nvSpPr>
            <p:spPr>
              <a:xfrm>
                <a:off x="3177603" y="1638845"/>
                <a:ext cx="5265801" cy="13158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𝑀𝐵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𝑀𝐵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nary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b="0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625FDBD-683A-149A-A309-F0F811019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603" y="1638845"/>
                <a:ext cx="5265801" cy="13158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tângulo 13">
            <a:extLst>
              <a:ext uri="{FF2B5EF4-FFF2-40B4-BE49-F238E27FC236}">
                <a16:creationId xmlns:a16="http://schemas.microsoft.com/office/drawing/2014/main" id="{704CADDB-ECA3-0996-6A28-1EC789B63A61}"/>
              </a:ext>
            </a:extLst>
          </p:cNvPr>
          <p:cNvSpPr/>
          <p:nvPr/>
        </p:nvSpPr>
        <p:spPr>
          <a:xfrm>
            <a:off x="5181600" y="1630292"/>
            <a:ext cx="685800" cy="11129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Características</a:t>
            </a:r>
            <a:r>
              <a:rPr spc="-55" dirty="0"/>
              <a:t> </a:t>
            </a:r>
            <a:r>
              <a:rPr dirty="0"/>
              <a:t>do</a:t>
            </a:r>
            <a:r>
              <a:rPr spc="-15" dirty="0"/>
              <a:t> </a:t>
            </a:r>
            <a:r>
              <a:rPr dirty="0"/>
              <a:t>GD</a:t>
            </a:r>
            <a:r>
              <a:rPr spc="-10" dirty="0"/>
              <a:t> </a:t>
            </a:r>
            <a:r>
              <a:rPr dirty="0"/>
              <a:t>em</a:t>
            </a:r>
            <a:r>
              <a:rPr spc="-25" dirty="0"/>
              <a:t> </a:t>
            </a:r>
            <a:r>
              <a:rPr spc="-10" dirty="0"/>
              <a:t>mini-lotes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21882" y="1795017"/>
            <a:ext cx="5434330" cy="4734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marR="99060" indent="-228600" algn="r">
              <a:lnSpc>
                <a:spcPts val="3225"/>
              </a:lnSpc>
              <a:spcBef>
                <a:spcPts val="95"/>
              </a:spcBef>
              <a:buFont typeface="Arial"/>
              <a:buChar char="•"/>
              <a:tabLst>
                <a:tab pos="228600" algn="l"/>
              </a:tabLst>
            </a:pPr>
            <a:r>
              <a:rPr sz="2800" spc="-20" dirty="0">
                <a:latin typeface="Calibri"/>
                <a:cs typeface="Calibri"/>
              </a:rPr>
              <a:t>Vejam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conforme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𝑀𝐵</a:t>
            </a:r>
            <a:r>
              <a:rPr sz="2800" spc="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aumenta,</a:t>
            </a:r>
            <a:endParaRPr sz="2800" dirty="0">
              <a:latin typeface="Calibri"/>
              <a:cs typeface="Calibri"/>
            </a:endParaRPr>
          </a:p>
          <a:p>
            <a:pPr marL="228600" marR="77470" lvl="1" indent="-228600" algn="r">
              <a:lnSpc>
                <a:spcPts val="2600"/>
              </a:lnSpc>
              <a:buFont typeface="Wingdings"/>
              <a:buChar char=""/>
              <a:tabLst>
                <a:tab pos="228600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progresso</a:t>
            </a:r>
            <a:r>
              <a:rPr sz="2400" b="1" i="1" spc="-2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se</a:t>
            </a:r>
            <a:r>
              <a:rPr sz="2400" b="1" i="1" spc="-3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torna</a:t>
            </a:r>
            <a:r>
              <a:rPr sz="2400" b="1" i="1" spc="-2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menos</a:t>
            </a:r>
            <a:r>
              <a:rPr sz="2400" b="1" i="1" spc="-1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EC7C30"/>
                </a:solidFill>
                <a:latin typeface="Calibri"/>
                <a:cs typeface="Calibri"/>
              </a:rPr>
              <a:t>irregular</a:t>
            </a:r>
            <a:endParaRPr sz="2400" dirty="0">
              <a:latin typeface="Calibri"/>
              <a:cs typeface="Calibri"/>
            </a:endParaRPr>
          </a:p>
          <a:p>
            <a:pPr marL="697865">
              <a:lnSpc>
                <a:spcPts val="2595"/>
              </a:lnSpc>
            </a:pPr>
            <a:r>
              <a:rPr sz="2400" dirty="0">
                <a:latin typeface="Calibri"/>
                <a:cs typeface="Calibri"/>
              </a:rPr>
              <a:t>do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GDE,</a:t>
            </a:r>
            <a:endParaRPr sz="2400" dirty="0">
              <a:latin typeface="Calibri"/>
              <a:cs typeface="Calibri"/>
            </a:endParaRPr>
          </a:p>
          <a:p>
            <a:pPr marL="697865" marR="189230" lvl="1" indent="-228600">
              <a:lnSpc>
                <a:spcPts val="2590"/>
              </a:lnSpc>
              <a:spcBef>
                <a:spcPts val="18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oscilação</a:t>
            </a:r>
            <a:r>
              <a:rPr sz="2400" b="1" i="1" spc="-1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ruído)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do </a:t>
            </a:r>
            <a:r>
              <a:rPr sz="2400" dirty="0">
                <a:latin typeface="Calibri"/>
                <a:cs typeface="Calibri"/>
              </a:rPr>
              <a:t>ponto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mínimo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EC7C30"/>
                </a:solidFill>
                <a:latin typeface="Calibri"/>
                <a:cs typeface="Calibri"/>
              </a:rPr>
              <a:t>diminui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795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80" dirty="0">
                <a:latin typeface="Calibri"/>
                <a:cs typeface="Calibri"/>
              </a:rPr>
              <a:t>Tem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comportamento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próximo</a:t>
            </a:r>
            <a:endParaRPr sz="2800" dirty="0">
              <a:latin typeface="Calibri"/>
              <a:cs typeface="Calibri"/>
            </a:endParaRPr>
          </a:p>
          <a:p>
            <a:pPr marL="240665" marR="165100">
              <a:lnSpc>
                <a:spcPts val="3020"/>
              </a:lnSpc>
              <a:spcBef>
                <a:spcPts val="215"/>
              </a:spcBef>
            </a:pP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batelada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mini-</a:t>
            </a:r>
            <a:r>
              <a:rPr sz="2800" spc="-10" dirty="0">
                <a:latin typeface="Calibri"/>
                <a:cs typeface="Calibri"/>
              </a:rPr>
              <a:t>lotes maiores.</a:t>
            </a:r>
            <a:endParaRPr sz="2800" dirty="0">
              <a:latin typeface="Calibri"/>
              <a:cs typeface="Calibri"/>
            </a:endParaRPr>
          </a:p>
          <a:p>
            <a:pPr marL="240665" marR="85090" indent="-228600">
              <a:lnSpc>
                <a:spcPts val="3010"/>
              </a:lnSpc>
              <a:spcBef>
                <a:spcPts val="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𝑀𝐵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pequenos,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 </a:t>
            </a:r>
            <a:r>
              <a:rPr sz="2800" spc="-10" dirty="0">
                <a:latin typeface="Calibri"/>
                <a:cs typeface="Calibri"/>
              </a:rPr>
              <a:t>beneficiar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técnicas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torná-lo</a:t>
            </a:r>
            <a:endParaRPr sz="2800" dirty="0">
              <a:latin typeface="Calibri"/>
              <a:cs typeface="Calibri"/>
            </a:endParaRPr>
          </a:p>
          <a:p>
            <a:pPr marL="240665">
              <a:lnSpc>
                <a:spcPts val="2855"/>
              </a:lnSpc>
            </a:pPr>
            <a:r>
              <a:rPr sz="2800" dirty="0">
                <a:latin typeface="Calibri"/>
                <a:cs typeface="Calibri"/>
              </a:rPr>
              <a:t>mais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comportado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talvez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convergir.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605"/>
              </a:lnSpc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Essas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técnicas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ajudar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</a:t>
            </a:r>
            <a:endParaRPr sz="2400" dirty="0">
              <a:latin typeface="Calibri"/>
              <a:cs typeface="Calibri"/>
            </a:endParaRPr>
          </a:p>
          <a:p>
            <a:pPr marL="697865">
              <a:lnSpc>
                <a:spcPts val="2735"/>
              </a:lnSpc>
            </a:pP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balancear</a:t>
            </a:r>
            <a:r>
              <a:rPr sz="24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rapidez</a:t>
            </a:r>
            <a:r>
              <a:rPr sz="24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convergência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82770" y="2209546"/>
            <a:ext cx="1797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Tamanho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mini-batch: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100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2580" y="2209546"/>
            <a:ext cx="1718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Tamanho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mini-batch: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50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3656" y="2210815"/>
            <a:ext cx="1719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Tamanho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mini-batch: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903" y="2493107"/>
            <a:ext cx="1848430" cy="174951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1494" y="4471593"/>
            <a:ext cx="1837043" cy="171190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43391" y="2495400"/>
            <a:ext cx="1848950" cy="175505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38973" y="4486849"/>
            <a:ext cx="1849561" cy="174793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15705" y="2465539"/>
            <a:ext cx="1849514" cy="17550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11424" y="4452226"/>
            <a:ext cx="1861483" cy="1765781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Para</a:t>
            </a:r>
            <a:r>
              <a:rPr spc="-80" dirty="0"/>
              <a:t> </a:t>
            </a:r>
            <a:r>
              <a:rPr dirty="0"/>
              <a:t>casa:</a:t>
            </a:r>
            <a:r>
              <a:rPr spc="-65" dirty="0"/>
              <a:t> </a:t>
            </a:r>
            <a:r>
              <a:rPr dirty="0"/>
              <a:t>implementação</a:t>
            </a:r>
            <a:r>
              <a:rPr spc="-70" dirty="0"/>
              <a:t> </a:t>
            </a:r>
            <a:r>
              <a:rPr dirty="0"/>
              <a:t>do</a:t>
            </a:r>
            <a:r>
              <a:rPr spc="-50" dirty="0"/>
              <a:t> </a:t>
            </a:r>
            <a:r>
              <a:rPr dirty="0"/>
              <a:t>GD</a:t>
            </a:r>
            <a:r>
              <a:rPr spc="-65" dirty="0"/>
              <a:t> </a:t>
            </a:r>
            <a:r>
              <a:rPr dirty="0"/>
              <a:t>em</a:t>
            </a:r>
            <a:r>
              <a:rPr spc="-95" dirty="0"/>
              <a:t> </a:t>
            </a:r>
            <a:r>
              <a:rPr spc="-10" dirty="0"/>
              <a:t>mini- batches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939" y="1666893"/>
            <a:ext cx="4229735" cy="196342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600" b="1" spc="-10" dirty="0">
                <a:latin typeface="Calibri"/>
                <a:cs typeface="Calibri"/>
              </a:rPr>
              <a:t>Pseudo-código</a:t>
            </a:r>
            <a:endParaRPr sz="2600" dirty="0">
              <a:latin typeface="Calibri"/>
              <a:cs typeface="Calibri"/>
            </a:endParaRPr>
          </a:p>
          <a:p>
            <a:pPr marL="337820" indent="-325755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38455" algn="l"/>
              </a:tabLst>
            </a:pPr>
            <a:r>
              <a:rPr sz="2600" dirty="0">
                <a:latin typeface="Calibri"/>
                <a:cs typeface="Calibri"/>
              </a:rPr>
              <a:t>Inicializa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vetor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0" dirty="0">
                <a:latin typeface="Cambria Math"/>
                <a:cs typeface="Cambria Math"/>
              </a:rPr>
              <a:t>𝒂</a:t>
            </a:r>
            <a:endParaRPr sz="2600" dirty="0">
              <a:latin typeface="Cambria Math"/>
              <a:cs typeface="Cambria Math"/>
            </a:endParaRPr>
          </a:p>
          <a:p>
            <a:pPr marL="337820" indent="-325755">
              <a:lnSpc>
                <a:spcPct val="100000"/>
              </a:lnSpc>
              <a:spcBef>
                <a:spcPts val="685"/>
              </a:spcBef>
              <a:buAutoNum type="arabicPeriod"/>
              <a:tabLst>
                <a:tab pos="338455" algn="l"/>
                <a:tab pos="3059430" algn="l"/>
                <a:tab pos="4127500" algn="l"/>
              </a:tabLst>
            </a:pPr>
            <a:r>
              <a:rPr sz="2600" dirty="0">
                <a:latin typeface="Calibri"/>
                <a:cs typeface="Calibri"/>
              </a:rPr>
              <a:t>for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each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época</a:t>
            </a:r>
            <a:r>
              <a:rPr sz="2600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𝑒</a:t>
            </a:r>
            <a:r>
              <a:rPr sz="2600" spc="170" dirty="0">
                <a:latin typeface="Cambria Math"/>
                <a:cs typeface="Cambria Math"/>
              </a:rPr>
              <a:t> </a:t>
            </a:r>
            <a:r>
              <a:rPr sz="2600" spc="-50" dirty="0">
                <a:latin typeface="Cambria Math"/>
                <a:cs typeface="Cambria Math"/>
              </a:rPr>
              <a:t>∈</a:t>
            </a:r>
            <a:r>
              <a:rPr lang="pt-BR" sz="2600" spc="-50" dirty="0">
                <a:latin typeface="Cambria Math"/>
                <a:cs typeface="Cambria Math"/>
              </a:rPr>
              <a:t> </a:t>
            </a:r>
            <a:r>
              <a:rPr lang="pt-BR" sz="2600" dirty="0">
                <a:latin typeface="Cambria Math"/>
                <a:cs typeface="Cambria Math"/>
              </a:rPr>
              <a:t>[</a:t>
            </a:r>
            <a:r>
              <a:rPr sz="2600" dirty="0">
                <a:latin typeface="Cambria Math"/>
                <a:cs typeface="Cambria Math"/>
              </a:rPr>
              <a:t>1,</a:t>
            </a:r>
            <a:r>
              <a:rPr sz="2600" spc="-15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…</a:t>
            </a:r>
            <a:r>
              <a:rPr sz="2600" spc="-14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,</a:t>
            </a:r>
            <a:r>
              <a:rPr sz="2600" spc="-150" dirty="0">
                <a:latin typeface="Cambria Math"/>
                <a:cs typeface="Cambria Math"/>
              </a:rPr>
              <a:t> </a:t>
            </a:r>
            <a:r>
              <a:rPr sz="2600" spc="-50" dirty="0">
                <a:latin typeface="Cambria Math"/>
                <a:cs typeface="Cambria Math"/>
              </a:rPr>
              <a:t>𝐸</a:t>
            </a:r>
            <a:r>
              <a:rPr lang="pt-BR" sz="2600" spc="-50" dirty="0">
                <a:latin typeface="Cambria Math"/>
                <a:cs typeface="Cambria Math"/>
              </a:rPr>
              <a:t>]</a:t>
            </a:r>
            <a:r>
              <a:rPr sz="2600" dirty="0">
                <a:latin typeface="Cambria Math"/>
                <a:cs typeface="Cambria Math"/>
              </a:rPr>
              <a:t>	</a:t>
            </a:r>
            <a:r>
              <a:rPr sz="2600" i="1" spc="-50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1027430" lvl="1" indent="-492759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1028065" algn="l"/>
              </a:tabLst>
            </a:pPr>
            <a:r>
              <a:rPr sz="2600" dirty="0">
                <a:latin typeface="Calibri"/>
                <a:cs typeface="Calibri"/>
              </a:rPr>
              <a:t>Embaralhe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spc="-50" dirty="0">
                <a:latin typeface="Cambria Math"/>
                <a:cs typeface="Cambria Math"/>
              </a:rPr>
              <a:t>𝐷</a:t>
            </a:r>
            <a:endParaRPr sz="2600" dirty="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21587" y="1546763"/>
            <a:ext cx="4218940" cy="1860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Onde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𝐸</a:t>
            </a:r>
            <a:r>
              <a:rPr sz="2000" spc="70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é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número</a:t>
            </a:r>
            <a:r>
              <a:rPr sz="2000" b="1" i="1" spc="-1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total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de</a:t>
            </a:r>
            <a:r>
              <a:rPr sz="2000" b="1" i="1" spc="-2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épocas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𝐷</a:t>
            </a:r>
            <a:r>
              <a:rPr sz="2000" spc="6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libri"/>
                <a:cs typeface="Calibri"/>
              </a:rPr>
              <a:t>é</a:t>
            </a:r>
            <a:endParaRPr sz="2000" dirty="0">
              <a:latin typeface="Calibri"/>
              <a:cs typeface="Calibri"/>
            </a:endParaRPr>
          </a:p>
          <a:p>
            <a:pPr marL="12700" algn="just"/>
            <a:r>
              <a:rPr sz="2000" dirty="0">
                <a:latin typeface="Calibri"/>
                <a:cs typeface="Calibri"/>
              </a:rPr>
              <a:t>o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conjunto</a:t>
            </a:r>
            <a:r>
              <a:rPr sz="2000" b="1" i="1" spc="15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de</a:t>
            </a:r>
            <a:r>
              <a:rPr sz="2000" b="1" i="1" spc="15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treinamento</a:t>
            </a:r>
            <a:r>
              <a:rPr sz="2000" b="1" i="1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(i.e.,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𝑿</a:t>
            </a:r>
            <a:r>
              <a:rPr sz="2000" spc="180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𝒚</a:t>
            </a:r>
            <a:r>
              <a:rPr sz="2000" spc="-25" dirty="0">
                <a:latin typeface="Calibri"/>
                <a:cs typeface="Calibri"/>
              </a:rPr>
              <a:t>)</a:t>
            </a:r>
            <a:r>
              <a:rPr lang="pt-BR" sz="2000" spc="-25" dirty="0">
                <a:latin typeface="Calibri"/>
                <a:cs typeface="Calibri"/>
              </a:rPr>
              <a:t> com </a:t>
            </a:r>
            <a:r>
              <a:rPr lang="pt-BR" sz="2000" spc="-50" dirty="0">
                <a:latin typeface="Cambria Math"/>
                <a:cs typeface="Cambria Math"/>
              </a:rPr>
              <a:t>𝑁 </a:t>
            </a:r>
            <a:r>
              <a:rPr lang="pt-BR" sz="2000" spc="-10" dirty="0">
                <a:latin typeface="Calibri"/>
                <a:cs typeface="Calibri"/>
              </a:rPr>
              <a:t>exemplos, </a:t>
            </a:r>
            <a:r>
              <a:rPr lang="pt-BR" sz="2000" spc="-50" dirty="0">
                <a:latin typeface="Cambria Math"/>
                <a:cs typeface="Cambria Math"/>
              </a:rPr>
              <a:t>𝐼 </a:t>
            </a:r>
            <a:r>
              <a:rPr lang="pt-BR" sz="2000" spc="-50" dirty="0">
                <a:latin typeface="Calibri"/>
                <a:cs typeface="Calibri"/>
              </a:rPr>
              <a:t>é o </a:t>
            </a:r>
            <a:r>
              <a:rPr lang="pt-BR" sz="2000" b="1" i="1" spc="-10" dirty="0">
                <a:latin typeface="Calibri"/>
                <a:cs typeface="Calibri"/>
              </a:rPr>
              <a:t>número </a:t>
            </a:r>
            <a:r>
              <a:rPr lang="pt-BR" sz="2000" b="1" i="1" spc="-25" dirty="0">
                <a:latin typeface="Calibri"/>
                <a:cs typeface="Calibri"/>
              </a:rPr>
              <a:t>de </a:t>
            </a:r>
            <a:r>
              <a:rPr lang="pt-BR" sz="2000" b="1" i="1" dirty="0">
                <a:latin typeface="Calibri"/>
                <a:cs typeface="Calibri"/>
              </a:rPr>
              <a:t>iterações</a:t>
            </a:r>
            <a:r>
              <a:rPr lang="pt-BR" sz="2000" b="1" i="1" spc="-30" dirty="0">
                <a:latin typeface="Calibri"/>
                <a:cs typeface="Calibri"/>
              </a:rPr>
              <a:t> </a:t>
            </a:r>
            <a:r>
              <a:rPr lang="pt-BR" sz="2000" b="1" i="1" dirty="0">
                <a:latin typeface="Calibri"/>
                <a:cs typeface="Calibri"/>
              </a:rPr>
              <a:t>necessárias</a:t>
            </a:r>
            <a:r>
              <a:rPr lang="pt-BR" sz="2000" b="1" i="1" spc="-20" dirty="0">
                <a:latin typeface="Calibri"/>
                <a:cs typeface="Calibri"/>
              </a:rPr>
              <a:t> </a:t>
            </a:r>
            <a:r>
              <a:rPr lang="pt-BR" sz="2000" b="1" i="1" dirty="0">
                <a:latin typeface="Calibri"/>
                <a:cs typeface="Calibri"/>
              </a:rPr>
              <a:t>para</a:t>
            </a:r>
            <a:r>
              <a:rPr lang="pt-BR" sz="2000" b="1" i="1" spc="-15" dirty="0">
                <a:latin typeface="Calibri"/>
                <a:cs typeface="Calibri"/>
              </a:rPr>
              <a:t> </a:t>
            </a:r>
            <a:r>
              <a:rPr lang="pt-BR" sz="2000" b="1" i="1" dirty="0">
                <a:latin typeface="Calibri"/>
                <a:cs typeface="Calibri"/>
              </a:rPr>
              <a:t>se</a:t>
            </a:r>
            <a:r>
              <a:rPr lang="pt-BR" sz="2000" b="1" i="1" spc="-20" dirty="0">
                <a:latin typeface="Calibri"/>
                <a:cs typeface="Calibri"/>
              </a:rPr>
              <a:t> </a:t>
            </a:r>
            <a:r>
              <a:rPr lang="pt-BR" sz="2000" b="1" i="1" spc="-10" dirty="0">
                <a:latin typeface="Calibri"/>
                <a:cs typeface="Calibri"/>
              </a:rPr>
              <a:t>completar </a:t>
            </a:r>
            <a:r>
              <a:rPr lang="pt-BR" sz="2000" b="1" i="1" dirty="0">
                <a:latin typeface="Calibri"/>
                <a:cs typeface="Calibri"/>
              </a:rPr>
              <a:t>uma</a:t>
            </a:r>
            <a:r>
              <a:rPr lang="pt-BR" sz="2000" b="1" i="1" spc="50" dirty="0">
                <a:latin typeface="Calibri"/>
                <a:cs typeface="Calibri"/>
              </a:rPr>
              <a:t> </a:t>
            </a:r>
            <a:r>
              <a:rPr lang="pt-BR" sz="2000" b="1" i="1" dirty="0">
                <a:latin typeface="Calibri"/>
                <a:cs typeface="Calibri"/>
              </a:rPr>
              <a:t>época</a:t>
            </a:r>
            <a:r>
              <a:rPr lang="pt-BR" sz="2000" b="1" i="1" spc="7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e</a:t>
            </a:r>
            <a:r>
              <a:rPr lang="pt-BR" sz="2000" spc="5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mbria Math"/>
                <a:cs typeface="Cambria Math"/>
              </a:rPr>
              <a:t>𝑀𝐵</a:t>
            </a:r>
            <a:r>
              <a:rPr lang="pt-BR" sz="2000" spc="145" dirty="0">
                <a:latin typeface="Cambria Math"/>
                <a:cs typeface="Cambria Math"/>
              </a:rPr>
              <a:t> </a:t>
            </a:r>
            <a:r>
              <a:rPr lang="pt-BR" sz="2000" dirty="0">
                <a:latin typeface="Calibri"/>
                <a:cs typeface="Calibri"/>
              </a:rPr>
              <a:t>é</a:t>
            </a:r>
            <a:r>
              <a:rPr lang="pt-BR" sz="2000" spc="8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o</a:t>
            </a:r>
            <a:r>
              <a:rPr lang="pt-BR" sz="2000" spc="60" dirty="0">
                <a:latin typeface="Calibri"/>
                <a:cs typeface="Calibri"/>
              </a:rPr>
              <a:t> </a:t>
            </a:r>
            <a:r>
              <a:rPr lang="pt-BR" sz="2000" b="1" i="1" dirty="0">
                <a:latin typeface="Calibri"/>
                <a:cs typeface="Calibri"/>
              </a:rPr>
              <a:t>tamanho</a:t>
            </a:r>
            <a:r>
              <a:rPr lang="pt-BR" sz="2000" b="1" i="1" spc="70" dirty="0">
                <a:latin typeface="Calibri"/>
                <a:cs typeface="Calibri"/>
              </a:rPr>
              <a:t> </a:t>
            </a:r>
            <a:r>
              <a:rPr lang="pt-BR" sz="2000" b="1" i="1" dirty="0">
                <a:latin typeface="Calibri"/>
                <a:cs typeface="Calibri"/>
              </a:rPr>
              <a:t>do</a:t>
            </a:r>
            <a:r>
              <a:rPr lang="pt-BR" sz="2000" b="1" i="1" spc="80" dirty="0">
                <a:latin typeface="Calibri"/>
                <a:cs typeface="Calibri"/>
              </a:rPr>
              <a:t> </a:t>
            </a:r>
            <a:r>
              <a:rPr lang="pt-BR" sz="2000" b="1" i="1" spc="-10" dirty="0">
                <a:latin typeface="Calibri"/>
                <a:cs typeface="Calibri"/>
              </a:rPr>
              <a:t>mini- batch</a:t>
            </a:r>
            <a:r>
              <a:rPr lang="pt-BR"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939" y="3627537"/>
            <a:ext cx="10441305" cy="249042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542925" lvl="1" indent="-492759">
              <a:lnSpc>
                <a:spcPct val="100000"/>
              </a:lnSpc>
              <a:spcBef>
                <a:spcPts val="780"/>
              </a:spcBef>
              <a:buAutoNum type="arabicPeriod" startAt="2"/>
              <a:tabLst>
                <a:tab pos="543560" algn="l"/>
                <a:tab pos="3505835" algn="l"/>
              </a:tabLst>
            </a:pPr>
            <a:r>
              <a:rPr sz="2600" dirty="0">
                <a:latin typeface="Calibri"/>
                <a:cs typeface="Calibri"/>
              </a:rPr>
              <a:t>for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each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iteração</a:t>
            </a:r>
            <a:r>
              <a:rPr sz="2600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𝑖</a:t>
            </a:r>
            <a:r>
              <a:rPr sz="2600" spc="195" dirty="0">
                <a:latin typeface="Cambria Math"/>
                <a:cs typeface="Cambria Math"/>
              </a:rPr>
              <a:t> </a:t>
            </a:r>
            <a:r>
              <a:rPr sz="2600" spc="-50" dirty="0">
                <a:latin typeface="Cambria Math"/>
                <a:cs typeface="Cambria Math"/>
              </a:rPr>
              <a:t>∈</a:t>
            </a:r>
            <a:r>
              <a:rPr lang="pt-BR" sz="2600" spc="-50" dirty="0">
                <a:latin typeface="Cambria Math"/>
                <a:cs typeface="Cambria Math"/>
              </a:rPr>
              <a:t>  </a:t>
            </a:r>
            <a:r>
              <a:rPr lang="pt-BR" sz="2800" dirty="0">
                <a:latin typeface="Cambria Math"/>
                <a:cs typeface="Cambria Math"/>
              </a:rPr>
              <a:t>[</a:t>
            </a:r>
            <a:r>
              <a:rPr sz="2600" spc="-10" dirty="0">
                <a:latin typeface="Cambria Math"/>
                <a:cs typeface="Cambria Math"/>
              </a:rPr>
              <a:t>1,</a:t>
            </a:r>
            <a:r>
              <a:rPr sz="2600" spc="-16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.</a:t>
            </a:r>
            <a:r>
              <a:rPr sz="2600" spc="-13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.</a:t>
            </a:r>
            <a:r>
              <a:rPr sz="2600" spc="-13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,</a:t>
            </a:r>
            <a:r>
              <a:rPr sz="2600" spc="-130" dirty="0">
                <a:latin typeface="Cambria Math"/>
                <a:cs typeface="Cambria Math"/>
              </a:rPr>
              <a:t> </a:t>
            </a:r>
            <a:r>
              <a:rPr sz="2600" spc="-50" dirty="0">
                <a:latin typeface="Cambria Math"/>
                <a:cs typeface="Cambria Math"/>
              </a:rPr>
              <a:t>𝐼</a:t>
            </a:r>
            <a:r>
              <a:rPr lang="pt-BR" sz="2600" spc="-50" dirty="0">
                <a:latin typeface="Cambria Math"/>
                <a:cs typeface="Cambria Math"/>
              </a:rPr>
              <a:t>]</a:t>
            </a:r>
            <a:endParaRPr sz="2600" dirty="0">
              <a:latin typeface="Cambria Math"/>
              <a:cs typeface="Cambria Math"/>
            </a:endParaRPr>
          </a:p>
          <a:p>
            <a:pPr marL="1316355" lvl="2" indent="-745490">
              <a:lnSpc>
                <a:spcPct val="100000"/>
              </a:lnSpc>
              <a:spcBef>
                <a:spcPts val="685"/>
              </a:spcBef>
              <a:buAutoNum type="arabicPeriod"/>
              <a:tabLst>
                <a:tab pos="1316990" algn="l"/>
              </a:tabLst>
            </a:pPr>
            <a:r>
              <a:rPr sz="2600" dirty="0">
                <a:latin typeface="Calibri"/>
                <a:cs typeface="Calibri"/>
              </a:rPr>
              <a:t>Retire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𝑀𝐵</a:t>
            </a:r>
            <a:r>
              <a:rPr sz="2600" spc="5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pares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𝒙</a:t>
            </a:r>
            <a:r>
              <a:rPr sz="2600" spc="-10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𝑦</a:t>
            </a:r>
            <a:r>
              <a:rPr sz="2600" spc="30" dirty="0">
                <a:latin typeface="Cambria Math"/>
                <a:cs typeface="Cambria Math"/>
              </a:rPr>
              <a:t> </a:t>
            </a:r>
            <a:r>
              <a:rPr sz="2600" b="1" i="1" dirty="0">
                <a:latin typeface="Calibri"/>
                <a:cs typeface="Calibri"/>
              </a:rPr>
              <a:t>sem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reposição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0" dirty="0">
                <a:latin typeface="Cambria Math"/>
                <a:cs typeface="Cambria Math"/>
              </a:rPr>
              <a:t>𝐷</a:t>
            </a:r>
            <a:endParaRPr sz="2600" dirty="0">
              <a:latin typeface="Cambria Math"/>
              <a:cs typeface="Cambria Math"/>
            </a:endParaRPr>
          </a:p>
          <a:p>
            <a:pPr marL="1315720" lvl="2" indent="-744855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1316355" algn="l"/>
              </a:tabLst>
            </a:pPr>
            <a:r>
              <a:rPr sz="2600" dirty="0">
                <a:latin typeface="Calibri"/>
                <a:cs typeface="Calibri"/>
              </a:rPr>
              <a:t>Calcule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vetor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gradiente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𝛻𝐽</a:t>
            </a:r>
            <a:r>
              <a:rPr sz="2850" baseline="-16081" dirty="0">
                <a:latin typeface="Cambria Math"/>
                <a:cs typeface="Cambria Math"/>
              </a:rPr>
              <a:t>𝑒</a:t>
            </a:r>
            <a:r>
              <a:rPr sz="2600" dirty="0">
                <a:latin typeface="Cambria Math"/>
                <a:cs typeface="Cambria Math"/>
              </a:rPr>
              <a:t>(𝒂)</a:t>
            </a:r>
            <a:r>
              <a:rPr sz="2600" spc="-2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usando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𝑀𝐵</a:t>
            </a:r>
            <a:r>
              <a:rPr sz="2600" spc="70" dirty="0">
                <a:latin typeface="Cambria Math"/>
                <a:cs typeface="Cambria Math"/>
              </a:rPr>
              <a:t> </a:t>
            </a:r>
            <a:r>
              <a:rPr sz="2600" spc="-10" dirty="0">
                <a:latin typeface="Calibri"/>
                <a:cs typeface="Calibri"/>
              </a:rPr>
              <a:t>amostras</a:t>
            </a:r>
            <a:endParaRPr sz="2600" dirty="0">
              <a:latin typeface="Calibri"/>
              <a:cs typeface="Calibri"/>
            </a:endParaRPr>
          </a:p>
          <a:p>
            <a:pPr marL="1316355" lvl="2" indent="-745490">
              <a:lnSpc>
                <a:spcPct val="100000"/>
              </a:lnSpc>
              <a:spcBef>
                <a:spcPts val="690"/>
              </a:spcBef>
              <a:buAutoNum type="arabicPeriod"/>
              <a:tabLst>
                <a:tab pos="1316990" algn="l"/>
              </a:tabLst>
            </a:pPr>
            <a:r>
              <a:rPr sz="2600" spc="-10" dirty="0">
                <a:latin typeface="Calibri"/>
                <a:cs typeface="Calibri"/>
              </a:rPr>
              <a:t>Atualize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pesos: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𝒂</a:t>
            </a:r>
            <a:r>
              <a:rPr sz="2600" spc="14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←</a:t>
            </a:r>
            <a:r>
              <a:rPr sz="2600" spc="12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𝒂</a:t>
            </a:r>
            <a:r>
              <a:rPr sz="2600" spc="-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−</a:t>
            </a:r>
            <a:r>
              <a:rPr sz="2600" spc="-15" dirty="0">
                <a:latin typeface="Cambria Math"/>
                <a:cs typeface="Cambria Math"/>
              </a:rPr>
              <a:t> </a:t>
            </a:r>
            <a:r>
              <a:rPr sz="2600" spc="-10" dirty="0">
                <a:latin typeface="Cambria Math"/>
                <a:cs typeface="Cambria Math"/>
              </a:rPr>
              <a:t>𝛼𝛻𝐽</a:t>
            </a:r>
            <a:r>
              <a:rPr sz="2850" spc="-15" baseline="-16081" dirty="0">
                <a:latin typeface="Cambria Math"/>
                <a:cs typeface="Cambria Math"/>
              </a:rPr>
              <a:t>𝑒</a:t>
            </a:r>
            <a:r>
              <a:rPr sz="2600" spc="-10" dirty="0">
                <a:latin typeface="Cambria Math"/>
                <a:cs typeface="Cambria Math"/>
              </a:rPr>
              <a:t>(𝒂)</a:t>
            </a:r>
            <a:endParaRPr sz="2600" dirty="0">
              <a:latin typeface="Cambria Math"/>
              <a:cs typeface="Cambria Math"/>
            </a:endParaRPr>
          </a:p>
          <a:p>
            <a:pPr marL="1316355" lvl="2" indent="-745490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1316990" algn="l"/>
              </a:tabLst>
            </a:pPr>
            <a:r>
              <a:rPr sz="2600" dirty="0">
                <a:latin typeface="Calibri"/>
                <a:cs typeface="Calibri"/>
              </a:rPr>
              <a:t>Calcule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20" dirty="0" err="1">
                <a:latin typeface="Calibri"/>
                <a:cs typeface="Calibri"/>
              </a:rPr>
              <a:t>erro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7FBC7FB-7C28-A599-6044-89ED20B04C8B}"/>
              </a:ext>
            </a:extLst>
          </p:cNvPr>
          <p:cNvSpPr txBox="1"/>
          <p:nvPr/>
        </p:nvSpPr>
        <p:spPr>
          <a:xfrm>
            <a:off x="8534400" y="6207518"/>
            <a:ext cx="3197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7780" algn="r">
              <a:lnSpc>
                <a:spcPct val="100000"/>
              </a:lnSpc>
              <a:spcBef>
                <a:spcPts val="2060"/>
              </a:spcBef>
            </a:pPr>
            <a:r>
              <a:rPr lang="pt-BR" sz="2000" b="1" spc="-10" dirty="0">
                <a:solidFill>
                  <a:srgbClr val="FF0000"/>
                </a:solidFill>
                <a:latin typeface="Calibri"/>
                <a:cs typeface="Calibri"/>
              </a:rPr>
              <a:t>Exercício</a:t>
            </a:r>
            <a:r>
              <a:rPr lang="pt-BR" sz="20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Calibri"/>
                <a:cs typeface="Calibri"/>
              </a:rPr>
              <a:t>#5</a:t>
            </a:r>
            <a:r>
              <a:rPr lang="pt-BR" sz="20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Calibri"/>
                <a:cs typeface="Calibri"/>
              </a:rPr>
              <a:t>da</a:t>
            </a:r>
            <a:r>
              <a:rPr lang="pt-BR" sz="20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Calibri"/>
                <a:cs typeface="Calibri"/>
              </a:rPr>
              <a:t>lista</a:t>
            </a:r>
            <a:r>
              <a:rPr lang="pt-BR" sz="2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000" b="1" spc="-25" dirty="0">
                <a:solidFill>
                  <a:srgbClr val="FF0000"/>
                </a:solidFill>
                <a:latin typeface="Calibri"/>
                <a:cs typeface="Calibri"/>
              </a:rPr>
              <a:t>#2</a:t>
            </a:r>
            <a:endParaRPr lang="pt-BR"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Para</a:t>
            </a:r>
            <a:r>
              <a:rPr spc="-70" dirty="0"/>
              <a:t> </a:t>
            </a:r>
            <a:r>
              <a:rPr dirty="0"/>
              <a:t>casa:</a:t>
            </a:r>
            <a:r>
              <a:rPr spc="-60" dirty="0"/>
              <a:t> </a:t>
            </a:r>
            <a:r>
              <a:rPr dirty="0"/>
              <a:t>EAM</a:t>
            </a:r>
            <a:r>
              <a:rPr spc="-60" dirty="0"/>
              <a:t> </a:t>
            </a:r>
            <a:r>
              <a:rPr dirty="0"/>
              <a:t>como</a:t>
            </a:r>
            <a:r>
              <a:rPr spc="-55" dirty="0"/>
              <a:t> </a:t>
            </a:r>
            <a:r>
              <a:rPr dirty="0"/>
              <a:t>função</a:t>
            </a:r>
            <a:r>
              <a:rPr spc="-65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48262"/>
            <a:ext cx="778764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Usar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absoluto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médio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(EAM)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função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erro.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6939" y="3074766"/>
            <a:ext cx="10400030" cy="34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3115"/>
              </a:lnSpc>
              <a:buFont typeface="Arial"/>
              <a:buChar char="•"/>
              <a:tabLst>
                <a:tab pos="241300" algn="l"/>
              </a:tabLst>
            </a:pPr>
            <a:r>
              <a:rPr sz="2600" spc="-10" dirty="0" err="1">
                <a:latin typeface="Calibri"/>
                <a:cs typeface="Calibri"/>
              </a:rPr>
              <a:t>Verificar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superfície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convexa.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Encontrar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vetores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atualização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pesos.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Implementar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gradiente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descendente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batelada.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Apresentar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resultados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seguindo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exemplo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GDB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EQM.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Comparar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discutir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resultados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implementações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usando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EQM.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54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Os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resultados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são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diferentes?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Algum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deles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rápido?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spc="-20" dirty="0">
                <a:latin typeface="Calibri"/>
                <a:cs typeface="Calibri"/>
              </a:rPr>
              <a:t>etc.</a:t>
            </a:r>
            <a:endParaRPr sz="22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D1954B8-C902-1E8E-2450-CC7935EE8627}"/>
                  </a:ext>
                </a:extLst>
              </p:cNvPr>
              <p:cNvSpPr txBox="1"/>
              <p:nvPr/>
            </p:nvSpPr>
            <p:spPr>
              <a:xfrm>
                <a:off x="4079248" y="2113191"/>
                <a:ext cx="3680303" cy="13158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b="0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D1954B8-C902-1E8E-2450-CC7935EE8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248" y="2113191"/>
                <a:ext cx="3680303" cy="13158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Comparação</a:t>
            </a:r>
            <a:r>
              <a:rPr spc="-80" dirty="0"/>
              <a:t> </a:t>
            </a:r>
            <a:r>
              <a:rPr dirty="0"/>
              <a:t>das</a:t>
            </a:r>
            <a:r>
              <a:rPr spc="-65" dirty="0"/>
              <a:t> </a:t>
            </a:r>
            <a:r>
              <a:rPr dirty="0"/>
              <a:t>versões</a:t>
            </a:r>
            <a:r>
              <a:rPr spc="-7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25" dirty="0"/>
              <a:t>GD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474960" cy="212788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1290955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spc="-35" dirty="0">
                <a:latin typeface="Calibri"/>
                <a:cs typeface="Calibri"/>
              </a:rPr>
              <a:t>Todas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versões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aproximam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mínimo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GDB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caminha </a:t>
            </a:r>
            <a:r>
              <a:rPr sz="2800" spc="-20" dirty="0">
                <a:latin typeface="Calibri"/>
                <a:cs typeface="Calibri"/>
              </a:rPr>
              <a:t>diretamente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lá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estabiliza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converge).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Enquanto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GDE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mini-</a:t>
            </a:r>
            <a:r>
              <a:rPr sz="2800" b="1" i="1" dirty="0">
                <a:latin typeface="Calibri"/>
                <a:cs typeface="Calibri"/>
              </a:rPr>
              <a:t>batch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poucas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amostras)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oscilam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ao </a:t>
            </a:r>
            <a:r>
              <a:rPr sz="2800" dirty="0">
                <a:latin typeface="Calibri"/>
                <a:cs typeface="Calibri"/>
              </a:rPr>
              <a:t>redor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mínimo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9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Devido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estimativa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ruidosa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gradiente.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55082" y="4212819"/>
            <a:ext cx="2763520" cy="2516505"/>
            <a:chOff x="955082" y="4212819"/>
            <a:chExt cx="2763520" cy="25165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6968" y="4212819"/>
              <a:ext cx="2571363" cy="245985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66647" y="4302607"/>
              <a:ext cx="2651760" cy="2426970"/>
            </a:xfrm>
            <a:custGeom>
              <a:avLst/>
              <a:gdLst/>
              <a:ahLst/>
              <a:cxnLst/>
              <a:rect l="l" t="t" r="r" b="b"/>
              <a:pathLst>
                <a:path w="2651760" h="2426970">
                  <a:moveTo>
                    <a:pt x="14363" y="2352992"/>
                  </a:moveTo>
                  <a:lnTo>
                    <a:pt x="0" y="2352992"/>
                  </a:lnTo>
                  <a:lnTo>
                    <a:pt x="0" y="2357691"/>
                  </a:lnTo>
                  <a:lnTo>
                    <a:pt x="14363" y="2357691"/>
                  </a:lnTo>
                  <a:lnTo>
                    <a:pt x="14363" y="2352992"/>
                  </a:lnTo>
                  <a:close/>
                </a:path>
                <a:path w="2651760" h="2426970">
                  <a:moveTo>
                    <a:pt x="14363" y="2086330"/>
                  </a:moveTo>
                  <a:lnTo>
                    <a:pt x="0" y="2086330"/>
                  </a:lnTo>
                  <a:lnTo>
                    <a:pt x="0" y="2091042"/>
                  </a:lnTo>
                  <a:lnTo>
                    <a:pt x="14363" y="2091042"/>
                  </a:lnTo>
                  <a:lnTo>
                    <a:pt x="14363" y="2086330"/>
                  </a:lnTo>
                  <a:close/>
                </a:path>
                <a:path w="2651760" h="2426970">
                  <a:moveTo>
                    <a:pt x="14363" y="1819656"/>
                  </a:moveTo>
                  <a:lnTo>
                    <a:pt x="0" y="1819656"/>
                  </a:lnTo>
                  <a:lnTo>
                    <a:pt x="0" y="1824367"/>
                  </a:lnTo>
                  <a:lnTo>
                    <a:pt x="14363" y="1824367"/>
                  </a:lnTo>
                  <a:lnTo>
                    <a:pt x="14363" y="1819656"/>
                  </a:lnTo>
                  <a:close/>
                </a:path>
                <a:path w="2651760" h="2426970">
                  <a:moveTo>
                    <a:pt x="36360" y="2064232"/>
                  </a:moveTo>
                  <a:lnTo>
                    <a:pt x="33350" y="2064232"/>
                  </a:lnTo>
                  <a:lnTo>
                    <a:pt x="32537" y="2065870"/>
                  </a:lnTo>
                  <a:lnTo>
                    <a:pt x="31153" y="2067572"/>
                  </a:lnTo>
                  <a:lnTo>
                    <a:pt x="27241" y="2071065"/>
                  </a:lnTo>
                  <a:lnTo>
                    <a:pt x="24955" y="2072551"/>
                  </a:lnTo>
                  <a:lnTo>
                    <a:pt x="22428" y="2073744"/>
                  </a:lnTo>
                  <a:lnTo>
                    <a:pt x="22339" y="2078304"/>
                  </a:lnTo>
                  <a:lnTo>
                    <a:pt x="31686" y="2072665"/>
                  </a:lnTo>
                  <a:lnTo>
                    <a:pt x="31686" y="2102459"/>
                  </a:lnTo>
                  <a:lnTo>
                    <a:pt x="36360" y="2102459"/>
                  </a:lnTo>
                  <a:lnTo>
                    <a:pt x="36360" y="2072665"/>
                  </a:lnTo>
                  <a:lnTo>
                    <a:pt x="36360" y="2064232"/>
                  </a:lnTo>
                  <a:close/>
                </a:path>
                <a:path w="2651760" h="2426970">
                  <a:moveTo>
                    <a:pt x="36360" y="1797570"/>
                  </a:moveTo>
                  <a:lnTo>
                    <a:pt x="33350" y="1797570"/>
                  </a:lnTo>
                  <a:lnTo>
                    <a:pt x="32537" y="1799221"/>
                  </a:lnTo>
                  <a:lnTo>
                    <a:pt x="31153" y="1800910"/>
                  </a:lnTo>
                  <a:lnTo>
                    <a:pt x="27241" y="1804428"/>
                  </a:lnTo>
                  <a:lnTo>
                    <a:pt x="24955" y="1805901"/>
                  </a:lnTo>
                  <a:lnTo>
                    <a:pt x="22339" y="1807108"/>
                  </a:lnTo>
                  <a:lnTo>
                    <a:pt x="22339" y="1811655"/>
                  </a:lnTo>
                  <a:lnTo>
                    <a:pt x="31686" y="1806016"/>
                  </a:lnTo>
                  <a:lnTo>
                    <a:pt x="31686" y="1835823"/>
                  </a:lnTo>
                  <a:lnTo>
                    <a:pt x="36360" y="1835823"/>
                  </a:lnTo>
                  <a:lnTo>
                    <a:pt x="36360" y="1806016"/>
                  </a:lnTo>
                  <a:lnTo>
                    <a:pt x="36360" y="1797570"/>
                  </a:lnTo>
                  <a:close/>
                </a:path>
                <a:path w="2651760" h="2426970">
                  <a:moveTo>
                    <a:pt x="38671" y="730935"/>
                  </a:moveTo>
                  <a:lnTo>
                    <a:pt x="35674" y="730935"/>
                  </a:lnTo>
                  <a:lnTo>
                    <a:pt x="34848" y="732574"/>
                  </a:lnTo>
                  <a:lnTo>
                    <a:pt x="33464" y="734275"/>
                  </a:lnTo>
                  <a:lnTo>
                    <a:pt x="29552" y="737781"/>
                  </a:lnTo>
                  <a:lnTo>
                    <a:pt x="27266" y="739267"/>
                  </a:lnTo>
                  <a:lnTo>
                    <a:pt x="24650" y="740473"/>
                  </a:lnTo>
                  <a:lnTo>
                    <a:pt x="24650" y="745020"/>
                  </a:lnTo>
                  <a:lnTo>
                    <a:pt x="33997" y="739368"/>
                  </a:lnTo>
                  <a:lnTo>
                    <a:pt x="33997" y="769188"/>
                  </a:lnTo>
                  <a:lnTo>
                    <a:pt x="38671" y="769188"/>
                  </a:lnTo>
                  <a:lnTo>
                    <a:pt x="38671" y="739368"/>
                  </a:lnTo>
                  <a:lnTo>
                    <a:pt x="38671" y="730935"/>
                  </a:lnTo>
                  <a:close/>
                </a:path>
                <a:path w="2651760" h="2426970">
                  <a:moveTo>
                    <a:pt x="38671" y="464299"/>
                  </a:moveTo>
                  <a:lnTo>
                    <a:pt x="35674" y="464299"/>
                  </a:lnTo>
                  <a:lnTo>
                    <a:pt x="34848" y="465950"/>
                  </a:lnTo>
                  <a:lnTo>
                    <a:pt x="33464" y="467652"/>
                  </a:lnTo>
                  <a:lnTo>
                    <a:pt x="31508" y="469341"/>
                  </a:lnTo>
                  <a:lnTo>
                    <a:pt x="29552" y="471093"/>
                  </a:lnTo>
                  <a:lnTo>
                    <a:pt x="27266" y="472630"/>
                  </a:lnTo>
                  <a:lnTo>
                    <a:pt x="24777" y="473786"/>
                  </a:lnTo>
                  <a:lnTo>
                    <a:pt x="24650" y="478332"/>
                  </a:lnTo>
                  <a:lnTo>
                    <a:pt x="26111" y="477837"/>
                  </a:lnTo>
                  <a:lnTo>
                    <a:pt x="27749" y="477012"/>
                  </a:lnTo>
                  <a:lnTo>
                    <a:pt x="29578" y="475919"/>
                  </a:lnTo>
                  <a:lnTo>
                    <a:pt x="31407" y="474878"/>
                  </a:lnTo>
                  <a:lnTo>
                    <a:pt x="32880" y="473786"/>
                  </a:lnTo>
                  <a:lnTo>
                    <a:pt x="33997" y="472744"/>
                  </a:lnTo>
                  <a:lnTo>
                    <a:pt x="33997" y="502500"/>
                  </a:lnTo>
                  <a:lnTo>
                    <a:pt x="38671" y="502500"/>
                  </a:lnTo>
                  <a:lnTo>
                    <a:pt x="38671" y="472744"/>
                  </a:lnTo>
                  <a:lnTo>
                    <a:pt x="38671" y="464299"/>
                  </a:lnTo>
                  <a:close/>
                </a:path>
                <a:path w="2651760" h="2426970">
                  <a:moveTo>
                    <a:pt x="43332" y="2364625"/>
                  </a:moveTo>
                  <a:lnTo>
                    <a:pt x="24650" y="2364625"/>
                  </a:lnTo>
                  <a:lnTo>
                    <a:pt x="25171" y="2363774"/>
                  </a:lnTo>
                  <a:lnTo>
                    <a:pt x="25831" y="2362936"/>
                  </a:lnTo>
                  <a:lnTo>
                    <a:pt x="27419" y="2361260"/>
                  </a:lnTo>
                  <a:lnTo>
                    <a:pt x="29222" y="2359660"/>
                  </a:lnTo>
                  <a:lnTo>
                    <a:pt x="35394" y="2354465"/>
                  </a:lnTo>
                  <a:lnTo>
                    <a:pt x="37795" y="2352230"/>
                  </a:lnTo>
                  <a:lnTo>
                    <a:pt x="40690" y="2348966"/>
                  </a:lnTo>
                  <a:lnTo>
                    <a:pt x="41719" y="2347430"/>
                  </a:lnTo>
                  <a:lnTo>
                    <a:pt x="42964" y="2344483"/>
                  </a:lnTo>
                  <a:lnTo>
                    <a:pt x="43243" y="2343124"/>
                  </a:lnTo>
                  <a:lnTo>
                    <a:pt x="43141" y="2338133"/>
                  </a:lnTo>
                  <a:lnTo>
                    <a:pt x="42214" y="2335949"/>
                  </a:lnTo>
                  <a:lnTo>
                    <a:pt x="40957" y="2334755"/>
                  </a:lnTo>
                  <a:lnTo>
                    <a:pt x="37960" y="2331897"/>
                  </a:lnTo>
                  <a:lnTo>
                    <a:pt x="35064" y="2330881"/>
                  </a:lnTo>
                  <a:lnTo>
                    <a:pt x="27787" y="2330881"/>
                  </a:lnTo>
                  <a:lnTo>
                    <a:pt x="24904" y="2331821"/>
                  </a:lnTo>
                  <a:lnTo>
                    <a:pt x="20612" y="2335580"/>
                  </a:lnTo>
                  <a:lnTo>
                    <a:pt x="19367" y="2338311"/>
                  </a:lnTo>
                  <a:lnTo>
                    <a:pt x="19037" y="2341905"/>
                  </a:lnTo>
                  <a:lnTo>
                    <a:pt x="23850" y="2342388"/>
                  </a:lnTo>
                  <a:lnTo>
                    <a:pt x="23863" y="2340000"/>
                  </a:lnTo>
                  <a:lnTo>
                    <a:pt x="24549" y="2338133"/>
                  </a:lnTo>
                  <a:lnTo>
                    <a:pt x="27254" y="2335441"/>
                  </a:lnTo>
                  <a:lnTo>
                    <a:pt x="29044" y="2334755"/>
                  </a:lnTo>
                  <a:lnTo>
                    <a:pt x="33439" y="2334755"/>
                  </a:lnTo>
                  <a:lnTo>
                    <a:pt x="35166" y="2335390"/>
                  </a:lnTo>
                  <a:lnTo>
                    <a:pt x="37807" y="2337943"/>
                  </a:lnTo>
                  <a:lnTo>
                    <a:pt x="38468" y="2339505"/>
                  </a:lnTo>
                  <a:lnTo>
                    <a:pt x="38468" y="2343124"/>
                  </a:lnTo>
                  <a:lnTo>
                    <a:pt x="37744" y="2344991"/>
                  </a:lnTo>
                  <a:lnTo>
                    <a:pt x="34823" y="2348979"/>
                  </a:lnTo>
                  <a:lnTo>
                    <a:pt x="32042" y="2351646"/>
                  </a:lnTo>
                  <a:lnTo>
                    <a:pt x="25234" y="2357221"/>
                  </a:lnTo>
                  <a:lnTo>
                    <a:pt x="23190" y="2359152"/>
                  </a:lnTo>
                  <a:lnTo>
                    <a:pt x="20370" y="2362479"/>
                  </a:lnTo>
                  <a:lnTo>
                    <a:pt x="19342" y="2364168"/>
                  </a:lnTo>
                  <a:lnTo>
                    <a:pt x="18300" y="2366911"/>
                  </a:lnTo>
                  <a:lnTo>
                    <a:pt x="18122" y="2368004"/>
                  </a:lnTo>
                  <a:lnTo>
                    <a:pt x="18161" y="2369121"/>
                  </a:lnTo>
                  <a:lnTo>
                    <a:pt x="43332" y="2369121"/>
                  </a:lnTo>
                  <a:lnTo>
                    <a:pt x="43332" y="2364625"/>
                  </a:lnTo>
                  <a:close/>
                </a:path>
                <a:path w="2651760" h="2426970">
                  <a:moveTo>
                    <a:pt x="45643" y="231368"/>
                  </a:moveTo>
                  <a:lnTo>
                    <a:pt x="26962" y="231368"/>
                  </a:lnTo>
                  <a:lnTo>
                    <a:pt x="27482" y="230492"/>
                  </a:lnTo>
                  <a:lnTo>
                    <a:pt x="28143" y="229666"/>
                  </a:lnTo>
                  <a:lnTo>
                    <a:pt x="28943" y="228854"/>
                  </a:lnTo>
                  <a:lnTo>
                    <a:pt x="29730" y="227977"/>
                  </a:lnTo>
                  <a:lnTo>
                    <a:pt x="31534" y="226390"/>
                  </a:lnTo>
                  <a:lnTo>
                    <a:pt x="37706" y="221183"/>
                  </a:lnTo>
                  <a:lnTo>
                    <a:pt x="40106" y="218986"/>
                  </a:lnTo>
                  <a:lnTo>
                    <a:pt x="42989" y="215696"/>
                  </a:lnTo>
                  <a:lnTo>
                    <a:pt x="44030" y="214160"/>
                  </a:lnTo>
                  <a:lnTo>
                    <a:pt x="45275" y="211201"/>
                  </a:lnTo>
                  <a:lnTo>
                    <a:pt x="45567" y="209842"/>
                  </a:lnTo>
                  <a:lnTo>
                    <a:pt x="45440" y="204851"/>
                  </a:lnTo>
                  <a:lnTo>
                    <a:pt x="44526" y="202717"/>
                  </a:lnTo>
                  <a:lnTo>
                    <a:pt x="43256" y="201510"/>
                  </a:lnTo>
                  <a:lnTo>
                    <a:pt x="40271" y="198653"/>
                  </a:lnTo>
                  <a:lnTo>
                    <a:pt x="37376" y="197612"/>
                  </a:lnTo>
                  <a:lnTo>
                    <a:pt x="30099" y="197612"/>
                  </a:lnTo>
                  <a:lnTo>
                    <a:pt x="27216" y="198551"/>
                  </a:lnTo>
                  <a:lnTo>
                    <a:pt x="25069" y="200469"/>
                  </a:lnTo>
                  <a:lnTo>
                    <a:pt x="22923" y="202336"/>
                  </a:lnTo>
                  <a:lnTo>
                    <a:pt x="21691" y="205066"/>
                  </a:lnTo>
                  <a:lnTo>
                    <a:pt x="21361" y="208635"/>
                  </a:lnTo>
                  <a:lnTo>
                    <a:pt x="26162" y="209130"/>
                  </a:lnTo>
                  <a:lnTo>
                    <a:pt x="26174" y="206717"/>
                  </a:lnTo>
                  <a:lnTo>
                    <a:pt x="26860" y="204851"/>
                  </a:lnTo>
                  <a:lnTo>
                    <a:pt x="28321" y="203428"/>
                  </a:lnTo>
                  <a:lnTo>
                    <a:pt x="29565" y="202171"/>
                  </a:lnTo>
                  <a:lnTo>
                    <a:pt x="31369" y="201510"/>
                  </a:lnTo>
                  <a:lnTo>
                    <a:pt x="35750" y="201510"/>
                  </a:lnTo>
                  <a:lnTo>
                    <a:pt x="37477" y="202107"/>
                  </a:lnTo>
                  <a:lnTo>
                    <a:pt x="38912" y="203530"/>
                  </a:lnTo>
                  <a:lnTo>
                    <a:pt x="40119" y="204685"/>
                  </a:lnTo>
                  <a:lnTo>
                    <a:pt x="40779" y="206222"/>
                  </a:lnTo>
                  <a:lnTo>
                    <a:pt x="40779" y="209842"/>
                  </a:lnTo>
                  <a:lnTo>
                    <a:pt x="40055" y="211759"/>
                  </a:lnTo>
                  <a:lnTo>
                    <a:pt x="37147" y="215696"/>
                  </a:lnTo>
                  <a:lnTo>
                    <a:pt x="34353" y="218389"/>
                  </a:lnTo>
                  <a:lnTo>
                    <a:pt x="27546" y="223977"/>
                  </a:lnTo>
                  <a:lnTo>
                    <a:pt x="25501" y="225894"/>
                  </a:lnTo>
                  <a:lnTo>
                    <a:pt x="20434" y="234708"/>
                  </a:lnTo>
                  <a:lnTo>
                    <a:pt x="20472" y="235864"/>
                  </a:lnTo>
                  <a:lnTo>
                    <a:pt x="45643" y="235864"/>
                  </a:lnTo>
                  <a:lnTo>
                    <a:pt x="45643" y="231368"/>
                  </a:lnTo>
                  <a:close/>
                </a:path>
                <a:path w="2651760" h="2426970">
                  <a:moveTo>
                    <a:pt x="47244" y="1553019"/>
                  </a:moveTo>
                  <a:lnTo>
                    <a:pt x="32880" y="1553019"/>
                  </a:lnTo>
                  <a:lnTo>
                    <a:pt x="32880" y="1557731"/>
                  </a:lnTo>
                  <a:lnTo>
                    <a:pt x="47244" y="1557731"/>
                  </a:lnTo>
                  <a:lnTo>
                    <a:pt x="47244" y="1553019"/>
                  </a:lnTo>
                  <a:close/>
                </a:path>
                <a:path w="2651760" h="2426970">
                  <a:moveTo>
                    <a:pt x="74053" y="2354808"/>
                  </a:moveTo>
                  <a:lnTo>
                    <a:pt x="69253" y="2333587"/>
                  </a:lnTo>
                  <a:lnTo>
                    <a:pt x="69253" y="2356599"/>
                  </a:lnTo>
                  <a:lnTo>
                    <a:pt x="68503" y="2360752"/>
                  </a:lnTo>
                  <a:lnTo>
                    <a:pt x="65582" y="2364892"/>
                  </a:lnTo>
                  <a:lnTo>
                    <a:pt x="63792" y="2365933"/>
                  </a:lnTo>
                  <a:lnTo>
                    <a:pt x="59499" y="2365933"/>
                  </a:lnTo>
                  <a:lnTo>
                    <a:pt x="57683" y="2364892"/>
                  </a:lnTo>
                  <a:lnTo>
                    <a:pt x="54762" y="2360739"/>
                  </a:lnTo>
                  <a:lnTo>
                    <a:pt x="54025" y="2356599"/>
                  </a:lnTo>
                  <a:lnTo>
                    <a:pt x="54127" y="2343569"/>
                  </a:lnTo>
                  <a:lnTo>
                    <a:pt x="54838" y="2339810"/>
                  </a:lnTo>
                  <a:lnTo>
                    <a:pt x="57734" y="2335669"/>
                  </a:lnTo>
                  <a:lnTo>
                    <a:pt x="59448" y="2334755"/>
                  </a:lnTo>
                  <a:lnTo>
                    <a:pt x="63766" y="2334755"/>
                  </a:lnTo>
                  <a:lnTo>
                    <a:pt x="65595" y="2335784"/>
                  </a:lnTo>
                  <a:lnTo>
                    <a:pt x="68516" y="2339911"/>
                  </a:lnTo>
                  <a:lnTo>
                    <a:pt x="69164" y="2343569"/>
                  </a:lnTo>
                  <a:lnTo>
                    <a:pt x="69253" y="2356599"/>
                  </a:lnTo>
                  <a:lnTo>
                    <a:pt x="69253" y="2333587"/>
                  </a:lnTo>
                  <a:lnTo>
                    <a:pt x="68567" y="2332939"/>
                  </a:lnTo>
                  <a:lnTo>
                    <a:pt x="65481" y="2331301"/>
                  </a:lnTo>
                  <a:lnTo>
                    <a:pt x="63690" y="2330881"/>
                  </a:lnTo>
                  <a:lnTo>
                    <a:pt x="58864" y="2330881"/>
                  </a:lnTo>
                  <a:lnTo>
                    <a:pt x="49225" y="2345842"/>
                  </a:lnTo>
                  <a:lnTo>
                    <a:pt x="49225" y="2357501"/>
                  </a:lnTo>
                  <a:lnTo>
                    <a:pt x="50482" y="2362657"/>
                  </a:lnTo>
                  <a:lnTo>
                    <a:pt x="55092" y="2368448"/>
                  </a:lnTo>
                  <a:lnTo>
                    <a:pt x="57975" y="2369769"/>
                  </a:lnTo>
                  <a:lnTo>
                    <a:pt x="64427" y="2369769"/>
                  </a:lnTo>
                  <a:lnTo>
                    <a:pt x="73596" y="2358415"/>
                  </a:lnTo>
                  <a:lnTo>
                    <a:pt x="74053" y="2354808"/>
                  </a:lnTo>
                  <a:close/>
                </a:path>
                <a:path w="2651760" h="2426970">
                  <a:moveTo>
                    <a:pt x="74053" y="1821522"/>
                  </a:moveTo>
                  <a:lnTo>
                    <a:pt x="70256" y="1801469"/>
                  </a:lnTo>
                  <a:lnTo>
                    <a:pt x="69837" y="1800809"/>
                  </a:lnTo>
                  <a:lnTo>
                    <a:pt x="69253" y="1800263"/>
                  </a:lnTo>
                  <a:lnTo>
                    <a:pt x="69253" y="1823275"/>
                  </a:lnTo>
                  <a:lnTo>
                    <a:pt x="68516" y="1827441"/>
                  </a:lnTo>
                  <a:lnTo>
                    <a:pt x="67056" y="1829523"/>
                  </a:lnTo>
                  <a:lnTo>
                    <a:pt x="65595" y="1831543"/>
                  </a:lnTo>
                  <a:lnTo>
                    <a:pt x="63792" y="1832584"/>
                  </a:lnTo>
                  <a:lnTo>
                    <a:pt x="59499" y="1832584"/>
                  </a:lnTo>
                  <a:lnTo>
                    <a:pt x="57696" y="1831606"/>
                  </a:lnTo>
                  <a:lnTo>
                    <a:pt x="54762" y="1827441"/>
                  </a:lnTo>
                  <a:lnTo>
                    <a:pt x="54025" y="1823275"/>
                  </a:lnTo>
                  <a:lnTo>
                    <a:pt x="54140" y="1810232"/>
                  </a:lnTo>
                  <a:lnTo>
                    <a:pt x="54838" y="1806511"/>
                  </a:lnTo>
                  <a:lnTo>
                    <a:pt x="56451" y="1804149"/>
                  </a:lnTo>
                  <a:lnTo>
                    <a:pt x="57734" y="1802345"/>
                  </a:lnTo>
                  <a:lnTo>
                    <a:pt x="59448" y="1801469"/>
                  </a:lnTo>
                  <a:lnTo>
                    <a:pt x="63766" y="1801469"/>
                  </a:lnTo>
                  <a:lnTo>
                    <a:pt x="65595" y="1802447"/>
                  </a:lnTo>
                  <a:lnTo>
                    <a:pt x="68516" y="1806613"/>
                  </a:lnTo>
                  <a:lnTo>
                    <a:pt x="69151" y="1810232"/>
                  </a:lnTo>
                  <a:lnTo>
                    <a:pt x="69253" y="1823275"/>
                  </a:lnTo>
                  <a:lnTo>
                    <a:pt x="69253" y="1800263"/>
                  </a:lnTo>
                  <a:lnTo>
                    <a:pt x="68567" y="1799602"/>
                  </a:lnTo>
                  <a:lnTo>
                    <a:pt x="65481" y="1797951"/>
                  </a:lnTo>
                  <a:lnTo>
                    <a:pt x="63690" y="1797570"/>
                  </a:lnTo>
                  <a:lnTo>
                    <a:pt x="58864" y="1797570"/>
                  </a:lnTo>
                  <a:lnTo>
                    <a:pt x="49225" y="1812531"/>
                  </a:lnTo>
                  <a:lnTo>
                    <a:pt x="49225" y="1824202"/>
                  </a:lnTo>
                  <a:lnTo>
                    <a:pt x="50482" y="1829358"/>
                  </a:lnTo>
                  <a:lnTo>
                    <a:pt x="55092" y="1835162"/>
                  </a:lnTo>
                  <a:lnTo>
                    <a:pt x="57975" y="1836483"/>
                  </a:lnTo>
                  <a:lnTo>
                    <a:pt x="64427" y="1836483"/>
                  </a:lnTo>
                  <a:lnTo>
                    <a:pt x="66738" y="1835708"/>
                  </a:lnTo>
                  <a:lnTo>
                    <a:pt x="68567" y="1834235"/>
                  </a:lnTo>
                  <a:lnTo>
                    <a:pt x="70396" y="1832698"/>
                  </a:lnTo>
                  <a:lnTo>
                    <a:pt x="71767" y="1830616"/>
                  </a:lnTo>
                  <a:lnTo>
                    <a:pt x="73596" y="1825078"/>
                  </a:lnTo>
                  <a:lnTo>
                    <a:pt x="74053" y="1821522"/>
                  </a:lnTo>
                  <a:close/>
                </a:path>
                <a:path w="2651760" h="2426970">
                  <a:moveTo>
                    <a:pt x="74472" y="2085936"/>
                  </a:moveTo>
                  <a:lnTo>
                    <a:pt x="73329" y="2082977"/>
                  </a:lnTo>
                  <a:lnTo>
                    <a:pt x="71716" y="2081339"/>
                  </a:lnTo>
                  <a:lnTo>
                    <a:pt x="69989" y="2079612"/>
                  </a:lnTo>
                  <a:lnTo>
                    <a:pt x="68757" y="2078367"/>
                  </a:lnTo>
                  <a:lnTo>
                    <a:pt x="65951" y="2077224"/>
                  </a:lnTo>
                  <a:lnTo>
                    <a:pt x="60121" y="2077224"/>
                  </a:lnTo>
                  <a:lnTo>
                    <a:pt x="57721" y="2078012"/>
                  </a:lnTo>
                  <a:lnTo>
                    <a:pt x="55435" y="2079612"/>
                  </a:lnTo>
                  <a:lnTo>
                    <a:pt x="57480" y="2069376"/>
                  </a:lnTo>
                  <a:lnTo>
                    <a:pt x="72682" y="2069376"/>
                  </a:lnTo>
                  <a:lnTo>
                    <a:pt x="72682" y="2064905"/>
                  </a:lnTo>
                  <a:lnTo>
                    <a:pt x="53746" y="2064905"/>
                  </a:lnTo>
                  <a:lnTo>
                    <a:pt x="50063" y="2084463"/>
                  </a:lnTo>
                  <a:lnTo>
                    <a:pt x="54444" y="2085035"/>
                  </a:lnTo>
                  <a:lnTo>
                    <a:pt x="55143" y="2083943"/>
                  </a:lnTo>
                  <a:lnTo>
                    <a:pt x="56095" y="2083054"/>
                  </a:lnTo>
                  <a:lnTo>
                    <a:pt x="58521" y="2081695"/>
                  </a:lnTo>
                  <a:lnTo>
                    <a:pt x="59880" y="2081339"/>
                  </a:lnTo>
                  <a:lnTo>
                    <a:pt x="63804" y="2081339"/>
                  </a:lnTo>
                  <a:lnTo>
                    <a:pt x="65773" y="2082114"/>
                  </a:lnTo>
                  <a:lnTo>
                    <a:pt x="68770" y="2085200"/>
                  </a:lnTo>
                  <a:lnTo>
                    <a:pt x="69507" y="2087295"/>
                  </a:lnTo>
                  <a:lnTo>
                    <a:pt x="69430" y="2092998"/>
                  </a:lnTo>
                  <a:lnTo>
                    <a:pt x="68732" y="2095030"/>
                  </a:lnTo>
                  <a:lnTo>
                    <a:pt x="65608" y="2098421"/>
                  </a:lnTo>
                  <a:lnTo>
                    <a:pt x="63715" y="2099271"/>
                  </a:lnTo>
                  <a:lnTo>
                    <a:pt x="59588" y="2099271"/>
                  </a:lnTo>
                  <a:lnTo>
                    <a:pt x="57988" y="2098662"/>
                  </a:lnTo>
                  <a:lnTo>
                    <a:pt x="55333" y="2096262"/>
                  </a:lnTo>
                  <a:lnTo>
                    <a:pt x="54495" y="2094458"/>
                  </a:lnTo>
                  <a:lnTo>
                    <a:pt x="54140" y="2092071"/>
                  </a:lnTo>
                  <a:lnTo>
                    <a:pt x="49225" y="2092490"/>
                  </a:lnTo>
                  <a:lnTo>
                    <a:pt x="49542" y="2095690"/>
                  </a:lnTo>
                  <a:lnTo>
                    <a:pt x="50787" y="2098268"/>
                  </a:lnTo>
                  <a:lnTo>
                    <a:pt x="55168" y="2102142"/>
                  </a:lnTo>
                  <a:lnTo>
                    <a:pt x="58000" y="2103120"/>
                  </a:lnTo>
                  <a:lnTo>
                    <a:pt x="65684" y="2103120"/>
                  </a:lnTo>
                  <a:lnTo>
                    <a:pt x="69011" y="2101570"/>
                  </a:lnTo>
                  <a:lnTo>
                    <a:pt x="70853" y="2099271"/>
                  </a:lnTo>
                  <a:lnTo>
                    <a:pt x="73469" y="2095982"/>
                  </a:lnTo>
                  <a:lnTo>
                    <a:pt x="74472" y="2092998"/>
                  </a:lnTo>
                  <a:lnTo>
                    <a:pt x="74472" y="2085936"/>
                  </a:lnTo>
                  <a:close/>
                </a:path>
                <a:path w="2651760" h="2426970">
                  <a:moveTo>
                    <a:pt x="74663" y="1288199"/>
                  </a:moveTo>
                  <a:lnTo>
                    <a:pt x="69862" y="1266977"/>
                  </a:lnTo>
                  <a:lnTo>
                    <a:pt x="69862" y="1289951"/>
                  </a:lnTo>
                  <a:lnTo>
                    <a:pt x="69126" y="1294117"/>
                  </a:lnTo>
                  <a:lnTo>
                    <a:pt x="66205" y="1298282"/>
                  </a:lnTo>
                  <a:lnTo>
                    <a:pt x="64401" y="1299273"/>
                  </a:lnTo>
                  <a:lnTo>
                    <a:pt x="60096" y="1299273"/>
                  </a:lnTo>
                  <a:lnTo>
                    <a:pt x="58293" y="1298282"/>
                  </a:lnTo>
                  <a:lnTo>
                    <a:pt x="55372" y="1294117"/>
                  </a:lnTo>
                  <a:lnTo>
                    <a:pt x="54635" y="1289951"/>
                  </a:lnTo>
                  <a:lnTo>
                    <a:pt x="54737" y="1276908"/>
                  </a:lnTo>
                  <a:lnTo>
                    <a:pt x="55448" y="1273187"/>
                  </a:lnTo>
                  <a:lnTo>
                    <a:pt x="57061" y="1270825"/>
                  </a:lnTo>
                  <a:lnTo>
                    <a:pt x="58331" y="1269022"/>
                  </a:lnTo>
                  <a:lnTo>
                    <a:pt x="60058" y="1268145"/>
                  </a:lnTo>
                  <a:lnTo>
                    <a:pt x="64376" y="1268145"/>
                  </a:lnTo>
                  <a:lnTo>
                    <a:pt x="66205" y="1269136"/>
                  </a:lnTo>
                  <a:lnTo>
                    <a:pt x="69126" y="1273302"/>
                  </a:lnTo>
                  <a:lnTo>
                    <a:pt x="69761" y="1276908"/>
                  </a:lnTo>
                  <a:lnTo>
                    <a:pt x="69862" y="1289951"/>
                  </a:lnTo>
                  <a:lnTo>
                    <a:pt x="69862" y="1266977"/>
                  </a:lnTo>
                  <a:lnTo>
                    <a:pt x="69164" y="1266342"/>
                  </a:lnTo>
                  <a:lnTo>
                    <a:pt x="67627" y="1265516"/>
                  </a:lnTo>
                  <a:lnTo>
                    <a:pt x="66090" y="1264640"/>
                  </a:lnTo>
                  <a:lnTo>
                    <a:pt x="64287" y="1264259"/>
                  </a:lnTo>
                  <a:lnTo>
                    <a:pt x="59486" y="1264259"/>
                  </a:lnTo>
                  <a:lnTo>
                    <a:pt x="49834" y="1279220"/>
                  </a:lnTo>
                  <a:lnTo>
                    <a:pt x="49834" y="1290891"/>
                  </a:lnTo>
                  <a:lnTo>
                    <a:pt x="51092" y="1296035"/>
                  </a:lnTo>
                  <a:lnTo>
                    <a:pt x="55702" y="1301838"/>
                  </a:lnTo>
                  <a:lnTo>
                    <a:pt x="58572" y="1303159"/>
                  </a:lnTo>
                  <a:lnTo>
                    <a:pt x="65036" y="1303159"/>
                  </a:lnTo>
                  <a:lnTo>
                    <a:pt x="67348" y="1302397"/>
                  </a:lnTo>
                  <a:lnTo>
                    <a:pt x="69176" y="1300911"/>
                  </a:lnTo>
                  <a:lnTo>
                    <a:pt x="71005" y="1299375"/>
                  </a:lnTo>
                  <a:lnTo>
                    <a:pt x="72377" y="1297292"/>
                  </a:lnTo>
                  <a:lnTo>
                    <a:pt x="74206" y="1291767"/>
                  </a:lnTo>
                  <a:lnTo>
                    <a:pt x="74663" y="1288199"/>
                  </a:lnTo>
                  <a:close/>
                </a:path>
                <a:path w="2651760" h="2426970">
                  <a:moveTo>
                    <a:pt x="75082" y="1019327"/>
                  </a:moveTo>
                  <a:lnTo>
                    <a:pt x="73939" y="1016368"/>
                  </a:lnTo>
                  <a:lnTo>
                    <a:pt x="69367" y="1011758"/>
                  </a:lnTo>
                  <a:lnTo>
                    <a:pt x="66560" y="1010615"/>
                  </a:lnTo>
                  <a:lnTo>
                    <a:pt x="60731" y="1010615"/>
                  </a:lnTo>
                  <a:lnTo>
                    <a:pt x="58331" y="1011377"/>
                  </a:lnTo>
                  <a:lnTo>
                    <a:pt x="56045" y="1012964"/>
                  </a:lnTo>
                  <a:lnTo>
                    <a:pt x="58089" y="1002715"/>
                  </a:lnTo>
                  <a:lnTo>
                    <a:pt x="73291" y="1002715"/>
                  </a:lnTo>
                  <a:lnTo>
                    <a:pt x="73291" y="998283"/>
                  </a:lnTo>
                  <a:lnTo>
                    <a:pt x="54356" y="998283"/>
                  </a:lnTo>
                  <a:lnTo>
                    <a:pt x="50660" y="1017841"/>
                  </a:lnTo>
                  <a:lnTo>
                    <a:pt x="55054" y="1018387"/>
                  </a:lnTo>
                  <a:lnTo>
                    <a:pt x="55753" y="1017295"/>
                  </a:lnTo>
                  <a:lnTo>
                    <a:pt x="56692" y="1016419"/>
                  </a:lnTo>
                  <a:lnTo>
                    <a:pt x="59131" y="1015047"/>
                  </a:lnTo>
                  <a:lnTo>
                    <a:pt x="60490" y="1014717"/>
                  </a:lnTo>
                  <a:lnTo>
                    <a:pt x="64414" y="1014717"/>
                  </a:lnTo>
                  <a:lnTo>
                    <a:pt x="66370" y="1015492"/>
                  </a:lnTo>
                  <a:lnTo>
                    <a:pt x="69367" y="1018552"/>
                  </a:lnTo>
                  <a:lnTo>
                    <a:pt x="70129" y="1020686"/>
                  </a:lnTo>
                  <a:lnTo>
                    <a:pt x="70129" y="1026172"/>
                  </a:lnTo>
                  <a:lnTo>
                    <a:pt x="69342" y="1028420"/>
                  </a:lnTo>
                  <a:lnTo>
                    <a:pt x="66230" y="1031811"/>
                  </a:lnTo>
                  <a:lnTo>
                    <a:pt x="64325" y="1032637"/>
                  </a:lnTo>
                  <a:lnTo>
                    <a:pt x="60198" y="1032637"/>
                  </a:lnTo>
                  <a:lnTo>
                    <a:pt x="58597" y="1032040"/>
                  </a:lnTo>
                  <a:lnTo>
                    <a:pt x="55956" y="1029627"/>
                  </a:lnTo>
                  <a:lnTo>
                    <a:pt x="55105" y="1027811"/>
                  </a:lnTo>
                  <a:lnTo>
                    <a:pt x="54737" y="1025461"/>
                  </a:lnTo>
                  <a:lnTo>
                    <a:pt x="49834" y="1025842"/>
                  </a:lnTo>
                  <a:lnTo>
                    <a:pt x="50139" y="1029081"/>
                  </a:lnTo>
                  <a:lnTo>
                    <a:pt x="51396" y="1031646"/>
                  </a:lnTo>
                  <a:lnTo>
                    <a:pt x="55778" y="1035481"/>
                  </a:lnTo>
                  <a:lnTo>
                    <a:pt x="58610" y="1036472"/>
                  </a:lnTo>
                  <a:lnTo>
                    <a:pt x="66294" y="1036472"/>
                  </a:lnTo>
                  <a:lnTo>
                    <a:pt x="69634" y="1034935"/>
                  </a:lnTo>
                  <a:lnTo>
                    <a:pt x="74079" y="1029347"/>
                  </a:lnTo>
                  <a:lnTo>
                    <a:pt x="75082" y="1026388"/>
                  </a:lnTo>
                  <a:lnTo>
                    <a:pt x="75082" y="1019327"/>
                  </a:lnTo>
                  <a:close/>
                </a:path>
                <a:path w="2651760" h="2426970">
                  <a:moveTo>
                    <a:pt x="76365" y="754888"/>
                  </a:moveTo>
                  <a:lnTo>
                    <a:pt x="71564" y="733653"/>
                  </a:lnTo>
                  <a:lnTo>
                    <a:pt x="71564" y="756640"/>
                  </a:lnTo>
                  <a:lnTo>
                    <a:pt x="70840" y="760793"/>
                  </a:lnTo>
                  <a:lnTo>
                    <a:pt x="67906" y="764959"/>
                  </a:lnTo>
                  <a:lnTo>
                    <a:pt x="66103" y="766000"/>
                  </a:lnTo>
                  <a:lnTo>
                    <a:pt x="61810" y="766000"/>
                  </a:lnTo>
                  <a:lnTo>
                    <a:pt x="60007" y="764959"/>
                  </a:lnTo>
                  <a:lnTo>
                    <a:pt x="57073" y="760793"/>
                  </a:lnTo>
                  <a:lnTo>
                    <a:pt x="56337" y="756640"/>
                  </a:lnTo>
                  <a:lnTo>
                    <a:pt x="56451" y="743597"/>
                  </a:lnTo>
                  <a:lnTo>
                    <a:pt x="57150" y="739863"/>
                  </a:lnTo>
                  <a:lnTo>
                    <a:pt x="58762" y="737514"/>
                  </a:lnTo>
                  <a:lnTo>
                    <a:pt x="60045" y="735698"/>
                  </a:lnTo>
                  <a:lnTo>
                    <a:pt x="61760" y="734822"/>
                  </a:lnTo>
                  <a:lnTo>
                    <a:pt x="66090" y="734822"/>
                  </a:lnTo>
                  <a:lnTo>
                    <a:pt x="67906" y="735812"/>
                  </a:lnTo>
                  <a:lnTo>
                    <a:pt x="70840" y="739978"/>
                  </a:lnTo>
                  <a:lnTo>
                    <a:pt x="71462" y="743597"/>
                  </a:lnTo>
                  <a:lnTo>
                    <a:pt x="71564" y="756640"/>
                  </a:lnTo>
                  <a:lnTo>
                    <a:pt x="71564" y="733653"/>
                  </a:lnTo>
                  <a:lnTo>
                    <a:pt x="70878" y="733018"/>
                  </a:lnTo>
                  <a:lnTo>
                    <a:pt x="67792" y="731380"/>
                  </a:lnTo>
                  <a:lnTo>
                    <a:pt x="66001" y="730935"/>
                  </a:lnTo>
                  <a:lnTo>
                    <a:pt x="61175" y="730935"/>
                  </a:lnTo>
                  <a:lnTo>
                    <a:pt x="51536" y="745896"/>
                  </a:lnTo>
                  <a:lnTo>
                    <a:pt x="51536" y="757567"/>
                  </a:lnTo>
                  <a:lnTo>
                    <a:pt x="52793" y="762711"/>
                  </a:lnTo>
                  <a:lnTo>
                    <a:pt x="57404" y="768527"/>
                  </a:lnTo>
                  <a:lnTo>
                    <a:pt x="60286" y="769835"/>
                  </a:lnTo>
                  <a:lnTo>
                    <a:pt x="66738" y="769835"/>
                  </a:lnTo>
                  <a:lnTo>
                    <a:pt x="69049" y="769073"/>
                  </a:lnTo>
                  <a:lnTo>
                    <a:pt x="70878" y="767588"/>
                  </a:lnTo>
                  <a:lnTo>
                    <a:pt x="72707" y="766064"/>
                  </a:lnTo>
                  <a:lnTo>
                    <a:pt x="74079" y="763981"/>
                  </a:lnTo>
                  <a:lnTo>
                    <a:pt x="75907" y="758444"/>
                  </a:lnTo>
                  <a:lnTo>
                    <a:pt x="76365" y="754888"/>
                  </a:lnTo>
                  <a:close/>
                </a:path>
                <a:path w="2651760" h="2426970">
                  <a:moveTo>
                    <a:pt x="76365" y="221564"/>
                  </a:moveTo>
                  <a:lnTo>
                    <a:pt x="72555" y="201510"/>
                  </a:lnTo>
                  <a:lnTo>
                    <a:pt x="72148" y="200850"/>
                  </a:lnTo>
                  <a:lnTo>
                    <a:pt x="71564" y="200329"/>
                  </a:lnTo>
                  <a:lnTo>
                    <a:pt x="71564" y="223316"/>
                  </a:lnTo>
                  <a:lnTo>
                    <a:pt x="70840" y="227482"/>
                  </a:lnTo>
                  <a:lnTo>
                    <a:pt x="67906" y="231648"/>
                  </a:lnTo>
                  <a:lnTo>
                    <a:pt x="66103" y="232689"/>
                  </a:lnTo>
                  <a:lnTo>
                    <a:pt x="61810" y="232689"/>
                  </a:lnTo>
                  <a:lnTo>
                    <a:pt x="60007" y="231648"/>
                  </a:lnTo>
                  <a:lnTo>
                    <a:pt x="57073" y="227482"/>
                  </a:lnTo>
                  <a:lnTo>
                    <a:pt x="56337" y="223316"/>
                  </a:lnTo>
                  <a:lnTo>
                    <a:pt x="56438" y="210324"/>
                  </a:lnTo>
                  <a:lnTo>
                    <a:pt x="57150" y="206552"/>
                  </a:lnTo>
                  <a:lnTo>
                    <a:pt x="58762" y="204190"/>
                  </a:lnTo>
                  <a:lnTo>
                    <a:pt x="60045" y="202387"/>
                  </a:lnTo>
                  <a:lnTo>
                    <a:pt x="61760" y="201510"/>
                  </a:lnTo>
                  <a:lnTo>
                    <a:pt x="66090" y="201510"/>
                  </a:lnTo>
                  <a:lnTo>
                    <a:pt x="71564" y="223316"/>
                  </a:lnTo>
                  <a:lnTo>
                    <a:pt x="71564" y="200329"/>
                  </a:lnTo>
                  <a:lnTo>
                    <a:pt x="70878" y="199694"/>
                  </a:lnTo>
                  <a:lnTo>
                    <a:pt x="67792" y="198056"/>
                  </a:lnTo>
                  <a:lnTo>
                    <a:pt x="66001" y="197612"/>
                  </a:lnTo>
                  <a:lnTo>
                    <a:pt x="61175" y="197612"/>
                  </a:lnTo>
                  <a:lnTo>
                    <a:pt x="51536" y="212572"/>
                  </a:lnTo>
                  <a:lnTo>
                    <a:pt x="51536" y="224243"/>
                  </a:lnTo>
                  <a:lnTo>
                    <a:pt x="52793" y="229400"/>
                  </a:lnTo>
                  <a:lnTo>
                    <a:pt x="57404" y="235204"/>
                  </a:lnTo>
                  <a:lnTo>
                    <a:pt x="60286" y="236524"/>
                  </a:lnTo>
                  <a:lnTo>
                    <a:pt x="66738" y="236524"/>
                  </a:lnTo>
                  <a:lnTo>
                    <a:pt x="75907" y="225183"/>
                  </a:lnTo>
                  <a:lnTo>
                    <a:pt x="76365" y="221564"/>
                  </a:lnTo>
                  <a:close/>
                </a:path>
                <a:path w="2651760" h="2426970">
                  <a:moveTo>
                    <a:pt x="76784" y="486003"/>
                  </a:moveTo>
                  <a:lnTo>
                    <a:pt x="75641" y="483044"/>
                  </a:lnTo>
                  <a:lnTo>
                    <a:pt x="74002" y="481406"/>
                  </a:lnTo>
                  <a:lnTo>
                    <a:pt x="72263" y="479640"/>
                  </a:lnTo>
                  <a:lnTo>
                    <a:pt x="71069" y="478447"/>
                  </a:lnTo>
                  <a:lnTo>
                    <a:pt x="68262" y="477291"/>
                  </a:lnTo>
                  <a:lnTo>
                    <a:pt x="62433" y="477291"/>
                  </a:lnTo>
                  <a:lnTo>
                    <a:pt x="60032" y="478053"/>
                  </a:lnTo>
                  <a:lnTo>
                    <a:pt x="57746" y="479640"/>
                  </a:lnTo>
                  <a:lnTo>
                    <a:pt x="59804" y="469404"/>
                  </a:lnTo>
                  <a:lnTo>
                    <a:pt x="74993" y="469404"/>
                  </a:lnTo>
                  <a:lnTo>
                    <a:pt x="74993" y="464959"/>
                  </a:lnTo>
                  <a:lnTo>
                    <a:pt x="56057" y="464959"/>
                  </a:lnTo>
                  <a:lnTo>
                    <a:pt x="52374" y="484517"/>
                  </a:lnTo>
                  <a:lnTo>
                    <a:pt x="56756" y="485076"/>
                  </a:lnTo>
                  <a:lnTo>
                    <a:pt x="57454" y="483971"/>
                  </a:lnTo>
                  <a:lnTo>
                    <a:pt x="58407" y="483095"/>
                  </a:lnTo>
                  <a:lnTo>
                    <a:pt x="59613" y="482447"/>
                  </a:lnTo>
                  <a:lnTo>
                    <a:pt x="60833" y="481723"/>
                  </a:lnTo>
                  <a:lnTo>
                    <a:pt x="62191" y="481406"/>
                  </a:lnTo>
                  <a:lnTo>
                    <a:pt x="66116" y="481406"/>
                  </a:lnTo>
                  <a:lnTo>
                    <a:pt x="68084" y="482168"/>
                  </a:lnTo>
                  <a:lnTo>
                    <a:pt x="71081" y="485241"/>
                  </a:lnTo>
                  <a:lnTo>
                    <a:pt x="71818" y="487375"/>
                  </a:lnTo>
                  <a:lnTo>
                    <a:pt x="71742" y="493077"/>
                  </a:lnTo>
                  <a:lnTo>
                    <a:pt x="71043" y="495096"/>
                  </a:lnTo>
                  <a:lnTo>
                    <a:pt x="67919" y="498500"/>
                  </a:lnTo>
                  <a:lnTo>
                    <a:pt x="66027" y="499313"/>
                  </a:lnTo>
                  <a:lnTo>
                    <a:pt x="61899" y="499313"/>
                  </a:lnTo>
                  <a:lnTo>
                    <a:pt x="60299" y="498716"/>
                  </a:lnTo>
                  <a:lnTo>
                    <a:pt x="57658" y="496303"/>
                  </a:lnTo>
                  <a:lnTo>
                    <a:pt x="56807" y="494499"/>
                  </a:lnTo>
                  <a:lnTo>
                    <a:pt x="56451" y="492137"/>
                  </a:lnTo>
                  <a:lnTo>
                    <a:pt x="51536" y="492518"/>
                  </a:lnTo>
                  <a:lnTo>
                    <a:pt x="51854" y="495757"/>
                  </a:lnTo>
                  <a:lnTo>
                    <a:pt x="53098" y="498335"/>
                  </a:lnTo>
                  <a:lnTo>
                    <a:pt x="55295" y="500253"/>
                  </a:lnTo>
                  <a:lnTo>
                    <a:pt x="57480" y="502221"/>
                  </a:lnTo>
                  <a:lnTo>
                    <a:pt x="60312" y="503148"/>
                  </a:lnTo>
                  <a:lnTo>
                    <a:pt x="67995" y="503148"/>
                  </a:lnTo>
                  <a:lnTo>
                    <a:pt x="71323" y="501624"/>
                  </a:lnTo>
                  <a:lnTo>
                    <a:pt x="73164" y="499313"/>
                  </a:lnTo>
                  <a:lnTo>
                    <a:pt x="75780" y="496036"/>
                  </a:lnTo>
                  <a:lnTo>
                    <a:pt x="76784" y="493077"/>
                  </a:lnTo>
                  <a:lnTo>
                    <a:pt x="76784" y="486003"/>
                  </a:lnTo>
                  <a:close/>
                </a:path>
                <a:path w="2651760" h="2426970">
                  <a:moveTo>
                    <a:pt x="76873" y="1552638"/>
                  </a:moveTo>
                  <a:lnTo>
                    <a:pt x="75742" y="1549679"/>
                  </a:lnTo>
                  <a:lnTo>
                    <a:pt x="74104" y="1548041"/>
                  </a:lnTo>
                  <a:lnTo>
                    <a:pt x="72364" y="1546288"/>
                  </a:lnTo>
                  <a:lnTo>
                    <a:pt x="71158" y="1545082"/>
                  </a:lnTo>
                  <a:lnTo>
                    <a:pt x="68364" y="1543875"/>
                  </a:lnTo>
                  <a:lnTo>
                    <a:pt x="62522" y="1543875"/>
                  </a:lnTo>
                  <a:lnTo>
                    <a:pt x="60121" y="1544701"/>
                  </a:lnTo>
                  <a:lnTo>
                    <a:pt x="57835" y="1546288"/>
                  </a:lnTo>
                  <a:lnTo>
                    <a:pt x="59893" y="1536039"/>
                  </a:lnTo>
                  <a:lnTo>
                    <a:pt x="75082" y="1536039"/>
                  </a:lnTo>
                  <a:lnTo>
                    <a:pt x="75082" y="1531594"/>
                  </a:lnTo>
                  <a:lnTo>
                    <a:pt x="56146" y="1531594"/>
                  </a:lnTo>
                  <a:lnTo>
                    <a:pt x="52463" y="1551165"/>
                  </a:lnTo>
                  <a:lnTo>
                    <a:pt x="56857" y="1551711"/>
                  </a:lnTo>
                  <a:lnTo>
                    <a:pt x="57543" y="1550619"/>
                  </a:lnTo>
                  <a:lnTo>
                    <a:pt x="58496" y="1549730"/>
                  </a:lnTo>
                  <a:lnTo>
                    <a:pt x="59715" y="1549082"/>
                  </a:lnTo>
                  <a:lnTo>
                    <a:pt x="60921" y="1548371"/>
                  </a:lnTo>
                  <a:lnTo>
                    <a:pt x="62280" y="1548041"/>
                  </a:lnTo>
                  <a:lnTo>
                    <a:pt x="66205" y="1548041"/>
                  </a:lnTo>
                  <a:lnTo>
                    <a:pt x="68173" y="1548803"/>
                  </a:lnTo>
                  <a:lnTo>
                    <a:pt x="71170" y="1551876"/>
                  </a:lnTo>
                  <a:lnTo>
                    <a:pt x="71920" y="1554010"/>
                  </a:lnTo>
                  <a:lnTo>
                    <a:pt x="71831" y="1559712"/>
                  </a:lnTo>
                  <a:lnTo>
                    <a:pt x="71132" y="1561731"/>
                  </a:lnTo>
                  <a:lnTo>
                    <a:pt x="69583" y="1563433"/>
                  </a:lnTo>
                  <a:lnTo>
                    <a:pt x="68021" y="1565084"/>
                  </a:lnTo>
                  <a:lnTo>
                    <a:pt x="66116" y="1565960"/>
                  </a:lnTo>
                  <a:lnTo>
                    <a:pt x="62001" y="1565960"/>
                  </a:lnTo>
                  <a:lnTo>
                    <a:pt x="60401" y="1565351"/>
                  </a:lnTo>
                  <a:lnTo>
                    <a:pt x="57746" y="1562938"/>
                  </a:lnTo>
                  <a:lnTo>
                    <a:pt x="56908" y="1561134"/>
                  </a:lnTo>
                  <a:lnTo>
                    <a:pt x="56540" y="1558772"/>
                  </a:lnTo>
                  <a:lnTo>
                    <a:pt x="51625" y="1559166"/>
                  </a:lnTo>
                  <a:lnTo>
                    <a:pt x="51943" y="1562392"/>
                  </a:lnTo>
                  <a:lnTo>
                    <a:pt x="53187" y="1564970"/>
                  </a:lnTo>
                  <a:lnTo>
                    <a:pt x="57581" y="1568805"/>
                  </a:lnTo>
                  <a:lnTo>
                    <a:pt x="60401" y="1569796"/>
                  </a:lnTo>
                  <a:lnTo>
                    <a:pt x="68084" y="1569796"/>
                  </a:lnTo>
                  <a:lnTo>
                    <a:pt x="71424" y="1568259"/>
                  </a:lnTo>
                  <a:lnTo>
                    <a:pt x="73253" y="1565960"/>
                  </a:lnTo>
                  <a:lnTo>
                    <a:pt x="75882" y="1562671"/>
                  </a:lnTo>
                  <a:lnTo>
                    <a:pt x="76873" y="1559712"/>
                  </a:lnTo>
                  <a:lnTo>
                    <a:pt x="76873" y="1552638"/>
                  </a:lnTo>
                  <a:close/>
                </a:path>
                <a:path w="2651760" h="2426970">
                  <a:moveTo>
                    <a:pt x="77381" y="2409837"/>
                  </a:moveTo>
                  <a:lnTo>
                    <a:pt x="63017" y="2409837"/>
                  </a:lnTo>
                  <a:lnTo>
                    <a:pt x="63017" y="2414536"/>
                  </a:lnTo>
                  <a:lnTo>
                    <a:pt x="77381" y="2414536"/>
                  </a:lnTo>
                  <a:lnTo>
                    <a:pt x="77381" y="2409837"/>
                  </a:lnTo>
                  <a:close/>
                </a:path>
                <a:path w="2651760" h="2426970">
                  <a:moveTo>
                    <a:pt x="106337" y="2421483"/>
                  </a:moveTo>
                  <a:lnTo>
                    <a:pt x="87668" y="2421483"/>
                  </a:lnTo>
                  <a:lnTo>
                    <a:pt x="88188" y="2420632"/>
                  </a:lnTo>
                  <a:lnTo>
                    <a:pt x="88836" y="2419781"/>
                  </a:lnTo>
                  <a:lnTo>
                    <a:pt x="90436" y="2418105"/>
                  </a:lnTo>
                  <a:lnTo>
                    <a:pt x="92240" y="2416505"/>
                  </a:lnTo>
                  <a:lnTo>
                    <a:pt x="98399" y="2411311"/>
                  </a:lnTo>
                  <a:lnTo>
                    <a:pt x="100799" y="2409075"/>
                  </a:lnTo>
                  <a:lnTo>
                    <a:pt x="103708" y="2405811"/>
                  </a:lnTo>
                  <a:lnTo>
                    <a:pt x="104724" y="2404275"/>
                  </a:lnTo>
                  <a:lnTo>
                    <a:pt x="105981" y="2401328"/>
                  </a:lnTo>
                  <a:lnTo>
                    <a:pt x="106260" y="2399969"/>
                  </a:lnTo>
                  <a:lnTo>
                    <a:pt x="106146" y="2394991"/>
                  </a:lnTo>
                  <a:lnTo>
                    <a:pt x="105219" y="2392794"/>
                  </a:lnTo>
                  <a:lnTo>
                    <a:pt x="103962" y="2391600"/>
                  </a:lnTo>
                  <a:lnTo>
                    <a:pt x="100965" y="2388755"/>
                  </a:lnTo>
                  <a:lnTo>
                    <a:pt x="98069" y="2387739"/>
                  </a:lnTo>
                  <a:lnTo>
                    <a:pt x="90792" y="2387739"/>
                  </a:lnTo>
                  <a:lnTo>
                    <a:pt x="87909" y="2388679"/>
                  </a:lnTo>
                  <a:lnTo>
                    <a:pt x="83616" y="2392438"/>
                  </a:lnTo>
                  <a:lnTo>
                    <a:pt x="82384" y="2395169"/>
                  </a:lnTo>
                  <a:lnTo>
                    <a:pt x="82054" y="2398750"/>
                  </a:lnTo>
                  <a:lnTo>
                    <a:pt x="86855" y="2399246"/>
                  </a:lnTo>
                  <a:lnTo>
                    <a:pt x="86880" y="2396858"/>
                  </a:lnTo>
                  <a:lnTo>
                    <a:pt x="87553" y="2394991"/>
                  </a:lnTo>
                  <a:lnTo>
                    <a:pt x="90258" y="2392286"/>
                  </a:lnTo>
                  <a:lnTo>
                    <a:pt x="92062" y="2391600"/>
                  </a:lnTo>
                  <a:lnTo>
                    <a:pt x="96443" y="2391600"/>
                  </a:lnTo>
                  <a:lnTo>
                    <a:pt x="98171" y="2392235"/>
                  </a:lnTo>
                  <a:lnTo>
                    <a:pt x="100812" y="2394788"/>
                  </a:lnTo>
                  <a:lnTo>
                    <a:pt x="101485" y="2396350"/>
                  </a:lnTo>
                  <a:lnTo>
                    <a:pt x="101485" y="2399969"/>
                  </a:lnTo>
                  <a:lnTo>
                    <a:pt x="100761" y="2401849"/>
                  </a:lnTo>
                  <a:lnTo>
                    <a:pt x="97840" y="2405824"/>
                  </a:lnTo>
                  <a:lnTo>
                    <a:pt x="95046" y="2408504"/>
                  </a:lnTo>
                  <a:lnTo>
                    <a:pt x="88239" y="2414079"/>
                  </a:lnTo>
                  <a:lnTo>
                    <a:pt x="86207" y="2415997"/>
                  </a:lnTo>
                  <a:lnTo>
                    <a:pt x="83388" y="2419324"/>
                  </a:lnTo>
                  <a:lnTo>
                    <a:pt x="82359" y="2421013"/>
                  </a:lnTo>
                  <a:lnTo>
                    <a:pt x="81318" y="2423769"/>
                  </a:lnTo>
                  <a:lnTo>
                    <a:pt x="81140" y="2424849"/>
                  </a:lnTo>
                  <a:lnTo>
                    <a:pt x="81165" y="2425966"/>
                  </a:lnTo>
                  <a:lnTo>
                    <a:pt x="106337" y="2425966"/>
                  </a:lnTo>
                  <a:lnTo>
                    <a:pt x="106337" y="2421483"/>
                  </a:lnTo>
                  <a:close/>
                </a:path>
                <a:path w="2651760" h="2426970">
                  <a:moveTo>
                    <a:pt x="137071" y="2411653"/>
                  </a:moveTo>
                  <a:lnTo>
                    <a:pt x="132257" y="2390444"/>
                  </a:lnTo>
                  <a:lnTo>
                    <a:pt x="132257" y="2413444"/>
                  </a:lnTo>
                  <a:lnTo>
                    <a:pt x="131508" y="2417610"/>
                  </a:lnTo>
                  <a:lnTo>
                    <a:pt x="128587" y="2421737"/>
                  </a:lnTo>
                  <a:lnTo>
                    <a:pt x="126796" y="2422779"/>
                  </a:lnTo>
                  <a:lnTo>
                    <a:pt x="122504" y="2422779"/>
                  </a:lnTo>
                  <a:lnTo>
                    <a:pt x="120700" y="2421737"/>
                  </a:lnTo>
                  <a:lnTo>
                    <a:pt x="117767" y="2417584"/>
                  </a:lnTo>
                  <a:lnTo>
                    <a:pt x="117043" y="2413444"/>
                  </a:lnTo>
                  <a:lnTo>
                    <a:pt x="117144" y="2400414"/>
                  </a:lnTo>
                  <a:lnTo>
                    <a:pt x="117843" y="2396655"/>
                  </a:lnTo>
                  <a:lnTo>
                    <a:pt x="120738" y="2392515"/>
                  </a:lnTo>
                  <a:lnTo>
                    <a:pt x="122453" y="2391600"/>
                  </a:lnTo>
                  <a:lnTo>
                    <a:pt x="126784" y="2391600"/>
                  </a:lnTo>
                  <a:lnTo>
                    <a:pt x="128600" y="2392629"/>
                  </a:lnTo>
                  <a:lnTo>
                    <a:pt x="131533" y="2396756"/>
                  </a:lnTo>
                  <a:lnTo>
                    <a:pt x="132168" y="2400414"/>
                  </a:lnTo>
                  <a:lnTo>
                    <a:pt x="132257" y="2413444"/>
                  </a:lnTo>
                  <a:lnTo>
                    <a:pt x="132257" y="2390444"/>
                  </a:lnTo>
                  <a:lnTo>
                    <a:pt x="131572" y="2389797"/>
                  </a:lnTo>
                  <a:lnTo>
                    <a:pt x="128485" y="2388146"/>
                  </a:lnTo>
                  <a:lnTo>
                    <a:pt x="126695" y="2387739"/>
                  </a:lnTo>
                  <a:lnTo>
                    <a:pt x="121881" y="2387739"/>
                  </a:lnTo>
                  <a:lnTo>
                    <a:pt x="112242" y="2402687"/>
                  </a:lnTo>
                  <a:lnTo>
                    <a:pt x="112242" y="2414346"/>
                  </a:lnTo>
                  <a:lnTo>
                    <a:pt x="113487" y="2419502"/>
                  </a:lnTo>
                  <a:lnTo>
                    <a:pt x="118097" y="2425306"/>
                  </a:lnTo>
                  <a:lnTo>
                    <a:pt x="120980" y="2426627"/>
                  </a:lnTo>
                  <a:lnTo>
                    <a:pt x="127444" y="2426627"/>
                  </a:lnTo>
                  <a:lnTo>
                    <a:pt x="129743" y="2425877"/>
                  </a:lnTo>
                  <a:lnTo>
                    <a:pt x="133400" y="2422880"/>
                  </a:lnTo>
                  <a:lnTo>
                    <a:pt x="134772" y="2420759"/>
                  </a:lnTo>
                  <a:lnTo>
                    <a:pt x="136613" y="2415260"/>
                  </a:lnTo>
                  <a:lnTo>
                    <a:pt x="137071" y="2411653"/>
                  </a:lnTo>
                  <a:close/>
                </a:path>
                <a:path w="2651760" h="2426970">
                  <a:moveTo>
                    <a:pt x="366903" y="2409837"/>
                  </a:moveTo>
                  <a:lnTo>
                    <a:pt x="352539" y="2409837"/>
                  </a:lnTo>
                  <a:lnTo>
                    <a:pt x="352539" y="2414536"/>
                  </a:lnTo>
                  <a:lnTo>
                    <a:pt x="366903" y="2414536"/>
                  </a:lnTo>
                  <a:lnTo>
                    <a:pt x="366903" y="2409837"/>
                  </a:lnTo>
                  <a:close/>
                </a:path>
                <a:path w="2651760" h="2426970">
                  <a:moveTo>
                    <a:pt x="388912" y="2387739"/>
                  </a:moveTo>
                  <a:lnTo>
                    <a:pt x="385889" y="2387739"/>
                  </a:lnTo>
                  <a:lnTo>
                    <a:pt x="385076" y="2389378"/>
                  </a:lnTo>
                  <a:lnTo>
                    <a:pt x="383692" y="2391079"/>
                  </a:lnTo>
                  <a:lnTo>
                    <a:pt x="379780" y="2394572"/>
                  </a:lnTo>
                  <a:lnTo>
                    <a:pt x="377494" y="2396071"/>
                  </a:lnTo>
                  <a:lnTo>
                    <a:pt x="374967" y="2397252"/>
                  </a:lnTo>
                  <a:lnTo>
                    <a:pt x="374878" y="2401811"/>
                  </a:lnTo>
                  <a:lnTo>
                    <a:pt x="384238" y="2396185"/>
                  </a:lnTo>
                  <a:lnTo>
                    <a:pt x="384238" y="2425966"/>
                  </a:lnTo>
                  <a:lnTo>
                    <a:pt x="388912" y="2425966"/>
                  </a:lnTo>
                  <a:lnTo>
                    <a:pt x="388912" y="2396185"/>
                  </a:lnTo>
                  <a:lnTo>
                    <a:pt x="388912" y="2387739"/>
                  </a:lnTo>
                  <a:close/>
                </a:path>
                <a:path w="2651760" h="2426970">
                  <a:moveTo>
                    <a:pt x="426986" y="2409444"/>
                  </a:moveTo>
                  <a:lnTo>
                    <a:pt x="425894" y="2406485"/>
                  </a:lnTo>
                  <a:lnTo>
                    <a:pt x="424268" y="2404859"/>
                  </a:lnTo>
                  <a:lnTo>
                    <a:pt x="422529" y="2403106"/>
                  </a:lnTo>
                  <a:lnTo>
                    <a:pt x="421284" y="2401874"/>
                  </a:lnTo>
                  <a:lnTo>
                    <a:pt x="418490" y="2400719"/>
                  </a:lnTo>
                  <a:lnTo>
                    <a:pt x="412661" y="2400719"/>
                  </a:lnTo>
                  <a:lnTo>
                    <a:pt x="410260" y="2401519"/>
                  </a:lnTo>
                  <a:lnTo>
                    <a:pt x="407974" y="2403106"/>
                  </a:lnTo>
                  <a:lnTo>
                    <a:pt x="410019" y="2392883"/>
                  </a:lnTo>
                  <a:lnTo>
                    <a:pt x="425234" y="2392883"/>
                  </a:lnTo>
                  <a:lnTo>
                    <a:pt x="425234" y="2388412"/>
                  </a:lnTo>
                  <a:lnTo>
                    <a:pt x="406285" y="2388412"/>
                  </a:lnTo>
                  <a:lnTo>
                    <a:pt x="402602" y="2407970"/>
                  </a:lnTo>
                  <a:lnTo>
                    <a:pt x="406984" y="2408542"/>
                  </a:lnTo>
                  <a:lnTo>
                    <a:pt x="407682" y="2407450"/>
                  </a:lnTo>
                  <a:lnTo>
                    <a:pt x="408635" y="2406561"/>
                  </a:lnTo>
                  <a:lnTo>
                    <a:pt x="411048" y="2405189"/>
                  </a:lnTo>
                  <a:lnTo>
                    <a:pt x="412419" y="2404859"/>
                  </a:lnTo>
                  <a:lnTo>
                    <a:pt x="416356" y="2404859"/>
                  </a:lnTo>
                  <a:lnTo>
                    <a:pt x="418325" y="2405621"/>
                  </a:lnTo>
                  <a:lnTo>
                    <a:pt x="421284" y="2408707"/>
                  </a:lnTo>
                  <a:lnTo>
                    <a:pt x="422059" y="2410815"/>
                  </a:lnTo>
                  <a:lnTo>
                    <a:pt x="421982" y="2416505"/>
                  </a:lnTo>
                  <a:lnTo>
                    <a:pt x="421284" y="2418537"/>
                  </a:lnTo>
                  <a:lnTo>
                    <a:pt x="419696" y="2420226"/>
                  </a:lnTo>
                  <a:lnTo>
                    <a:pt x="418160" y="2421928"/>
                  </a:lnTo>
                  <a:lnTo>
                    <a:pt x="416242" y="2422779"/>
                  </a:lnTo>
                  <a:lnTo>
                    <a:pt x="412127" y="2422779"/>
                  </a:lnTo>
                  <a:lnTo>
                    <a:pt x="410527" y="2422169"/>
                  </a:lnTo>
                  <a:lnTo>
                    <a:pt x="407885" y="2419769"/>
                  </a:lnTo>
                  <a:lnTo>
                    <a:pt x="407035" y="2417978"/>
                  </a:lnTo>
                  <a:lnTo>
                    <a:pt x="406679" y="2415578"/>
                  </a:lnTo>
                  <a:lnTo>
                    <a:pt x="401764" y="2415997"/>
                  </a:lnTo>
                  <a:lnTo>
                    <a:pt x="402082" y="2419197"/>
                  </a:lnTo>
                  <a:lnTo>
                    <a:pt x="403326" y="2421775"/>
                  </a:lnTo>
                  <a:lnTo>
                    <a:pt x="407708" y="2425649"/>
                  </a:lnTo>
                  <a:lnTo>
                    <a:pt x="410540" y="2426627"/>
                  </a:lnTo>
                  <a:lnTo>
                    <a:pt x="418223" y="2426627"/>
                  </a:lnTo>
                  <a:lnTo>
                    <a:pt x="421563" y="2425077"/>
                  </a:lnTo>
                  <a:lnTo>
                    <a:pt x="423367" y="2422779"/>
                  </a:lnTo>
                  <a:lnTo>
                    <a:pt x="425996" y="2419489"/>
                  </a:lnTo>
                  <a:lnTo>
                    <a:pt x="426986" y="2416505"/>
                  </a:lnTo>
                  <a:lnTo>
                    <a:pt x="426986" y="2409444"/>
                  </a:lnTo>
                  <a:close/>
                </a:path>
                <a:path w="2651760" h="2426970">
                  <a:moveTo>
                    <a:pt x="656463" y="2409837"/>
                  </a:moveTo>
                  <a:lnTo>
                    <a:pt x="642048" y="2409837"/>
                  </a:lnTo>
                  <a:lnTo>
                    <a:pt x="642048" y="2414536"/>
                  </a:lnTo>
                  <a:lnTo>
                    <a:pt x="656463" y="2414536"/>
                  </a:lnTo>
                  <a:lnTo>
                    <a:pt x="656463" y="2409837"/>
                  </a:lnTo>
                  <a:close/>
                </a:path>
                <a:path w="2651760" h="2426970">
                  <a:moveTo>
                    <a:pt x="678434" y="2387739"/>
                  </a:moveTo>
                  <a:lnTo>
                    <a:pt x="675411" y="2387739"/>
                  </a:lnTo>
                  <a:lnTo>
                    <a:pt x="674598" y="2389378"/>
                  </a:lnTo>
                  <a:lnTo>
                    <a:pt x="673227" y="2391079"/>
                  </a:lnTo>
                  <a:lnTo>
                    <a:pt x="671258" y="2392832"/>
                  </a:lnTo>
                  <a:lnTo>
                    <a:pt x="669340" y="2394572"/>
                  </a:lnTo>
                  <a:lnTo>
                    <a:pt x="667029" y="2396071"/>
                  </a:lnTo>
                  <a:lnTo>
                    <a:pt x="664489" y="2397252"/>
                  </a:lnTo>
                  <a:lnTo>
                    <a:pt x="664400" y="2401811"/>
                  </a:lnTo>
                  <a:lnTo>
                    <a:pt x="665886" y="2401278"/>
                  </a:lnTo>
                  <a:lnTo>
                    <a:pt x="667524" y="2400465"/>
                  </a:lnTo>
                  <a:lnTo>
                    <a:pt x="671144" y="2398331"/>
                  </a:lnTo>
                  <a:lnTo>
                    <a:pt x="672617" y="2397252"/>
                  </a:lnTo>
                  <a:lnTo>
                    <a:pt x="673773" y="2396185"/>
                  </a:lnTo>
                  <a:lnTo>
                    <a:pt x="673773" y="2425966"/>
                  </a:lnTo>
                  <a:lnTo>
                    <a:pt x="678434" y="2425966"/>
                  </a:lnTo>
                  <a:lnTo>
                    <a:pt x="678434" y="2396185"/>
                  </a:lnTo>
                  <a:lnTo>
                    <a:pt x="678434" y="2387739"/>
                  </a:lnTo>
                  <a:close/>
                </a:path>
                <a:path w="2651760" h="2426970">
                  <a:moveTo>
                    <a:pt x="716127" y="2411653"/>
                  </a:moveTo>
                  <a:lnTo>
                    <a:pt x="716064" y="2402687"/>
                  </a:lnTo>
                  <a:lnTo>
                    <a:pt x="715848" y="2400414"/>
                  </a:lnTo>
                  <a:lnTo>
                    <a:pt x="715251" y="2398191"/>
                  </a:lnTo>
                  <a:lnTo>
                    <a:pt x="714705" y="2395969"/>
                  </a:lnTo>
                  <a:lnTo>
                    <a:pt x="713930" y="2394077"/>
                  </a:lnTo>
                  <a:lnTo>
                    <a:pt x="712889" y="2392515"/>
                  </a:lnTo>
                  <a:lnTo>
                    <a:pt x="712304" y="2391600"/>
                  </a:lnTo>
                  <a:lnTo>
                    <a:pt x="711911" y="2390978"/>
                  </a:lnTo>
                  <a:lnTo>
                    <a:pt x="711301" y="2390406"/>
                  </a:lnTo>
                  <a:lnTo>
                    <a:pt x="711301" y="2413444"/>
                  </a:lnTo>
                  <a:lnTo>
                    <a:pt x="710577" y="2417610"/>
                  </a:lnTo>
                  <a:lnTo>
                    <a:pt x="709104" y="2419667"/>
                  </a:lnTo>
                  <a:lnTo>
                    <a:pt x="707682" y="2421737"/>
                  </a:lnTo>
                  <a:lnTo>
                    <a:pt x="705878" y="2422779"/>
                  </a:lnTo>
                  <a:lnTo>
                    <a:pt x="701548" y="2422779"/>
                  </a:lnTo>
                  <a:lnTo>
                    <a:pt x="699744" y="2421737"/>
                  </a:lnTo>
                  <a:lnTo>
                    <a:pt x="698207" y="2419502"/>
                  </a:lnTo>
                  <a:lnTo>
                    <a:pt x="696836" y="2417584"/>
                  </a:lnTo>
                  <a:lnTo>
                    <a:pt x="696074" y="2413444"/>
                  </a:lnTo>
                  <a:lnTo>
                    <a:pt x="696175" y="2400414"/>
                  </a:lnTo>
                  <a:lnTo>
                    <a:pt x="696899" y="2396655"/>
                  </a:lnTo>
                  <a:lnTo>
                    <a:pt x="699795" y="2392515"/>
                  </a:lnTo>
                  <a:lnTo>
                    <a:pt x="701497" y="2391600"/>
                  </a:lnTo>
                  <a:lnTo>
                    <a:pt x="705827" y="2391600"/>
                  </a:lnTo>
                  <a:lnTo>
                    <a:pt x="707694" y="2392629"/>
                  </a:lnTo>
                  <a:lnTo>
                    <a:pt x="709117" y="2394699"/>
                  </a:lnTo>
                  <a:lnTo>
                    <a:pt x="710590" y="2396756"/>
                  </a:lnTo>
                  <a:lnTo>
                    <a:pt x="711225" y="2400414"/>
                  </a:lnTo>
                  <a:lnTo>
                    <a:pt x="711301" y="2413444"/>
                  </a:lnTo>
                  <a:lnTo>
                    <a:pt x="711301" y="2390406"/>
                  </a:lnTo>
                  <a:lnTo>
                    <a:pt x="710653" y="2389797"/>
                  </a:lnTo>
                  <a:lnTo>
                    <a:pt x="709117" y="2388971"/>
                  </a:lnTo>
                  <a:lnTo>
                    <a:pt x="707529" y="2388146"/>
                  </a:lnTo>
                  <a:lnTo>
                    <a:pt x="705777" y="2387739"/>
                  </a:lnTo>
                  <a:lnTo>
                    <a:pt x="700951" y="2387739"/>
                  </a:lnTo>
                  <a:lnTo>
                    <a:pt x="698652" y="2388476"/>
                  </a:lnTo>
                  <a:lnTo>
                    <a:pt x="696836" y="2389975"/>
                  </a:lnTo>
                  <a:lnTo>
                    <a:pt x="694982" y="2391460"/>
                  </a:lnTo>
                  <a:lnTo>
                    <a:pt x="693610" y="2393581"/>
                  </a:lnTo>
                  <a:lnTo>
                    <a:pt x="691743" y="2399068"/>
                  </a:lnTo>
                  <a:lnTo>
                    <a:pt x="691311" y="2402687"/>
                  </a:lnTo>
                  <a:lnTo>
                    <a:pt x="691311" y="2414346"/>
                  </a:lnTo>
                  <a:lnTo>
                    <a:pt x="692569" y="2419502"/>
                  </a:lnTo>
                  <a:lnTo>
                    <a:pt x="697166" y="2425306"/>
                  </a:lnTo>
                  <a:lnTo>
                    <a:pt x="700024" y="2426627"/>
                  </a:lnTo>
                  <a:lnTo>
                    <a:pt x="706488" y="2426627"/>
                  </a:lnTo>
                  <a:lnTo>
                    <a:pt x="708787" y="2425877"/>
                  </a:lnTo>
                  <a:lnTo>
                    <a:pt x="710653" y="2424379"/>
                  </a:lnTo>
                  <a:lnTo>
                    <a:pt x="712457" y="2422880"/>
                  </a:lnTo>
                  <a:lnTo>
                    <a:pt x="713828" y="2420759"/>
                  </a:lnTo>
                  <a:lnTo>
                    <a:pt x="715695" y="2415260"/>
                  </a:lnTo>
                  <a:lnTo>
                    <a:pt x="716127" y="2411653"/>
                  </a:lnTo>
                  <a:close/>
                </a:path>
                <a:path w="2651760" h="2426970">
                  <a:moveTo>
                    <a:pt x="962418" y="2409837"/>
                  </a:moveTo>
                  <a:lnTo>
                    <a:pt x="948067" y="2409837"/>
                  </a:lnTo>
                  <a:lnTo>
                    <a:pt x="948067" y="2414536"/>
                  </a:lnTo>
                  <a:lnTo>
                    <a:pt x="962418" y="2414536"/>
                  </a:lnTo>
                  <a:lnTo>
                    <a:pt x="962418" y="2409837"/>
                  </a:lnTo>
                  <a:close/>
                </a:path>
                <a:path w="2651760" h="2426970">
                  <a:moveTo>
                    <a:pt x="992060" y="2409444"/>
                  </a:moveTo>
                  <a:lnTo>
                    <a:pt x="990917" y="2406485"/>
                  </a:lnTo>
                  <a:lnTo>
                    <a:pt x="989291" y="2404859"/>
                  </a:lnTo>
                  <a:lnTo>
                    <a:pt x="987552" y="2403106"/>
                  </a:lnTo>
                  <a:lnTo>
                    <a:pt x="986307" y="2401874"/>
                  </a:lnTo>
                  <a:lnTo>
                    <a:pt x="983513" y="2400719"/>
                  </a:lnTo>
                  <a:lnTo>
                    <a:pt x="977709" y="2400719"/>
                  </a:lnTo>
                  <a:lnTo>
                    <a:pt x="975296" y="2401519"/>
                  </a:lnTo>
                  <a:lnTo>
                    <a:pt x="972997" y="2403106"/>
                  </a:lnTo>
                  <a:lnTo>
                    <a:pt x="975080" y="2392883"/>
                  </a:lnTo>
                  <a:lnTo>
                    <a:pt x="990257" y="2392883"/>
                  </a:lnTo>
                  <a:lnTo>
                    <a:pt x="990257" y="2388412"/>
                  </a:lnTo>
                  <a:lnTo>
                    <a:pt x="971296" y="2388412"/>
                  </a:lnTo>
                  <a:lnTo>
                    <a:pt x="967625" y="2407970"/>
                  </a:lnTo>
                  <a:lnTo>
                    <a:pt x="972007" y="2408542"/>
                  </a:lnTo>
                  <a:lnTo>
                    <a:pt x="972718" y="2407450"/>
                  </a:lnTo>
                  <a:lnTo>
                    <a:pt x="973658" y="2406561"/>
                  </a:lnTo>
                  <a:lnTo>
                    <a:pt x="976058" y="2405189"/>
                  </a:lnTo>
                  <a:lnTo>
                    <a:pt x="977430" y="2404859"/>
                  </a:lnTo>
                  <a:lnTo>
                    <a:pt x="981379" y="2404859"/>
                  </a:lnTo>
                  <a:lnTo>
                    <a:pt x="983348" y="2405621"/>
                  </a:lnTo>
                  <a:lnTo>
                    <a:pt x="986307" y="2408707"/>
                  </a:lnTo>
                  <a:lnTo>
                    <a:pt x="987082" y="2410815"/>
                  </a:lnTo>
                  <a:lnTo>
                    <a:pt x="987005" y="2416505"/>
                  </a:lnTo>
                  <a:lnTo>
                    <a:pt x="986307" y="2418537"/>
                  </a:lnTo>
                  <a:lnTo>
                    <a:pt x="984719" y="2420226"/>
                  </a:lnTo>
                  <a:lnTo>
                    <a:pt x="983183" y="2421928"/>
                  </a:lnTo>
                  <a:lnTo>
                    <a:pt x="981265" y="2422779"/>
                  </a:lnTo>
                  <a:lnTo>
                    <a:pt x="977163" y="2422779"/>
                  </a:lnTo>
                  <a:lnTo>
                    <a:pt x="975575" y="2422169"/>
                  </a:lnTo>
                  <a:lnTo>
                    <a:pt x="974255" y="2420975"/>
                  </a:lnTo>
                  <a:lnTo>
                    <a:pt x="972883" y="2419769"/>
                  </a:lnTo>
                  <a:lnTo>
                    <a:pt x="972070" y="2417978"/>
                  </a:lnTo>
                  <a:lnTo>
                    <a:pt x="971677" y="2415578"/>
                  </a:lnTo>
                  <a:lnTo>
                    <a:pt x="966800" y="2415997"/>
                  </a:lnTo>
                  <a:lnTo>
                    <a:pt x="967079" y="2419197"/>
                  </a:lnTo>
                  <a:lnTo>
                    <a:pt x="968336" y="2421775"/>
                  </a:lnTo>
                  <a:lnTo>
                    <a:pt x="972718" y="2425649"/>
                  </a:lnTo>
                  <a:lnTo>
                    <a:pt x="975575" y="2426627"/>
                  </a:lnTo>
                  <a:lnTo>
                    <a:pt x="983246" y="2426627"/>
                  </a:lnTo>
                  <a:lnTo>
                    <a:pt x="986586" y="2425077"/>
                  </a:lnTo>
                  <a:lnTo>
                    <a:pt x="988428" y="2422779"/>
                  </a:lnTo>
                  <a:lnTo>
                    <a:pt x="991019" y="2419489"/>
                  </a:lnTo>
                  <a:lnTo>
                    <a:pt x="992060" y="2416505"/>
                  </a:lnTo>
                  <a:lnTo>
                    <a:pt x="992060" y="2409444"/>
                  </a:lnTo>
                  <a:close/>
                </a:path>
                <a:path w="2651760" h="2426970">
                  <a:moveTo>
                    <a:pt x="1271117" y="2411653"/>
                  </a:moveTo>
                  <a:lnTo>
                    <a:pt x="1266355" y="2390470"/>
                  </a:lnTo>
                  <a:lnTo>
                    <a:pt x="1266355" y="2413444"/>
                  </a:lnTo>
                  <a:lnTo>
                    <a:pt x="1265567" y="2417610"/>
                  </a:lnTo>
                  <a:lnTo>
                    <a:pt x="1264158" y="2419654"/>
                  </a:lnTo>
                  <a:lnTo>
                    <a:pt x="1262672" y="2421737"/>
                  </a:lnTo>
                  <a:lnTo>
                    <a:pt x="1260881" y="2422779"/>
                  </a:lnTo>
                  <a:lnTo>
                    <a:pt x="1256601" y="2422779"/>
                  </a:lnTo>
                  <a:lnTo>
                    <a:pt x="1254785" y="2421737"/>
                  </a:lnTo>
                  <a:lnTo>
                    <a:pt x="1251826" y="2417584"/>
                  </a:lnTo>
                  <a:lnTo>
                    <a:pt x="1251127" y="2413444"/>
                  </a:lnTo>
                  <a:lnTo>
                    <a:pt x="1251216" y="2400414"/>
                  </a:lnTo>
                  <a:lnTo>
                    <a:pt x="1251889" y="2396655"/>
                  </a:lnTo>
                  <a:lnTo>
                    <a:pt x="1254798" y="2392515"/>
                  </a:lnTo>
                  <a:lnTo>
                    <a:pt x="1256550" y="2391600"/>
                  </a:lnTo>
                  <a:lnTo>
                    <a:pt x="1260881" y="2391600"/>
                  </a:lnTo>
                  <a:lnTo>
                    <a:pt x="1266355" y="2413444"/>
                  </a:lnTo>
                  <a:lnTo>
                    <a:pt x="1266355" y="2390470"/>
                  </a:lnTo>
                  <a:lnTo>
                    <a:pt x="1265643" y="2389797"/>
                  </a:lnTo>
                  <a:lnTo>
                    <a:pt x="1262570" y="2388146"/>
                  </a:lnTo>
                  <a:lnTo>
                    <a:pt x="1260767" y="2387739"/>
                  </a:lnTo>
                  <a:lnTo>
                    <a:pt x="1255941" y="2387739"/>
                  </a:lnTo>
                  <a:lnTo>
                    <a:pt x="1253642" y="2388476"/>
                  </a:lnTo>
                  <a:lnTo>
                    <a:pt x="1251839" y="2389975"/>
                  </a:lnTo>
                  <a:lnTo>
                    <a:pt x="1249972" y="2391460"/>
                  </a:lnTo>
                  <a:lnTo>
                    <a:pt x="1248600" y="2393581"/>
                  </a:lnTo>
                  <a:lnTo>
                    <a:pt x="1247533" y="2396756"/>
                  </a:lnTo>
                  <a:lnTo>
                    <a:pt x="1246797" y="2399068"/>
                  </a:lnTo>
                  <a:lnTo>
                    <a:pt x="1246301" y="2402687"/>
                  </a:lnTo>
                  <a:lnTo>
                    <a:pt x="1246301" y="2414346"/>
                  </a:lnTo>
                  <a:lnTo>
                    <a:pt x="1247559" y="2419502"/>
                  </a:lnTo>
                  <a:lnTo>
                    <a:pt x="1252169" y="2425306"/>
                  </a:lnTo>
                  <a:lnTo>
                    <a:pt x="1255064" y="2426627"/>
                  </a:lnTo>
                  <a:lnTo>
                    <a:pt x="1261529" y="2426627"/>
                  </a:lnTo>
                  <a:lnTo>
                    <a:pt x="1263840" y="2425877"/>
                  </a:lnTo>
                  <a:lnTo>
                    <a:pt x="1267447" y="2422880"/>
                  </a:lnTo>
                  <a:lnTo>
                    <a:pt x="1268818" y="2420759"/>
                  </a:lnTo>
                  <a:lnTo>
                    <a:pt x="1270685" y="2415260"/>
                  </a:lnTo>
                  <a:lnTo>
                    <a:pt x="1271117" y="2411653"/>
                  </a:lnTo>
                  <a:close/>
                </a:path>
                <a:path w="2651760" h="2426970">
                  <a:moveTo>
                    <a:pt x="1561084" y="2409444"/>
                  </a:moveTo>
                  <a:lnTo>
                    <a:pt x="1559941" y="2406485"/>
                  </a:lnTo>
                  <a:lnTo>
                    <a:pt x="1555381" y="2401874"/>
                  </a:lnTo>
                  <a:lnTo>
                    <a:pt x="1552536" y="2400719"/>
                  </a:lnTo>
                  <a:lnTo>
                    <a:pt x="1546733" y="2400719"/>
                  </a:lnTo>
                  <a:lnTo>
                    <a:pt x="1544320" y="2401519"/>
                  </a:lnTo>
                  <a:lnTo>
                    <a:pt x="1542021" y="2403106"/>
                  </a:lnTo>
                  <a:lnTo>
                    <a:pt x="1544104" y="2392883"/>
                  </a:lnTo>
                  <a:lnTo>
                    <a:pt x="1559280" y="2392883"/>
                  </a:lnTo>
                  <a:lnTo>
                    <a:pt x="1559280" y="2388412"/>
                  </a:lnTo>
                  <a:lnTo>
                    <a:pt x="1540370" y="2388412"/>
                  </a:lnTo>
                  <a:lnTo>
                    <a:pt x="1536649" y="2407970"/>
                  </a:lnTo>
                  <a:lnTo>
                    <a:pt x="1541030" y="2408542"/>
                  </a:lnTo>
                  <a:lnTo>
                    <a:pt x="1541741" y="2407450"/>
                  </a:lnTo>
                  <a:lnTo>
                    <a:pt x="1542732" y="2406561"/>
                  </a:lnTo>
                  <a:lnTo>
                    <a:pt x="1545145" y="2405189"/>
                  </a:lnTo>
                  <a:lnTo>
                    <a:pt x="1546504" y="2404859"/>
                  </a:lnTo>
                  <a:lnTo>
                    <a:pt x="1550403" y="2404859"/>
                  </a:lnTo>
                  <a:lnTo>
                    <a:pt x="1552371" y="2405621"/>
                  </a:lnTo>
                  <a:lnTo>
                    <a:pt x="1555381" y="2408707"/>
                  </a:lnTo>
                  <a:lnTo>
                    <a:pt x="1556092" y="2410815"/>
                  </a:lnTo>
                  <a:lnTo>
                    <a:pt x="1556092" y="2416289"/>
                  </a:lnTo>
                  <a:lnTo>
                    <a:pt x="1555330" y="2418537"/>
                  </a:lnTo>
                  <a:lnTo>
                    <a:pt x="1552206" y="2421928"/>
                  </a:lnTo>
                  <a:lnTo>
                    <a:pt x="1550339" y="2422779"/>
                  </a:lnTo>
                  <a:lnTo>
                    <a:pt x="1546186" y="2422779"/>
                  </a:lnTo>
                  <a:lnTo>
                    <a:pt x="1544586" y="2422169"/>
                  </a:lnTo>
                  <a:lnTo>
                    <a:pt x="1541957" y="2419769"/>
                  </a:lnTo>
                  <a:lnTo>
                    <a:pt x="1541081" y="2417978"/>
                  </a:lnTo>
                  <a:lnTo>
                    <a:pt x="1540751" y="2415578"/>
                  </a:lnTo>
                  <a:lnTo>
                    <a:pt x="1535823" y="2415997"/>
                  </a:lnTo>
                  <a:lnTo>
                    <a:pt x="1536153" y="2419197"/>
                  </a:lnTo>
                  <a:lnTo>
                    <a:pt x="1537411" y="2421775"/>
                  </a:lnTo>
                  <a:lnTo>
                    <a:pt x="1541792" y="2425649"/>
                  </a:lnTo>
                  <a:lnTo>
                    <a:pt x="1544586" y="2426627"/>
                  </a:lnTo>
                  <a:lnTo>
                    <a:pt x="1552321" y="2426627"/>
                  </a:lnTo>
                  <a:lnTo>
                    <a:pt x="1555610" y="2425077"/>
                  </a:lnTo>
                  <a:lnTo>
                    <a:pt x="1560093" y="2419489"/>
                  </a:lnTo>
                  <a:lnTo>
                    <a:pt x="1561084" y="2416505"/>
                  </a:lnTo>
                  <a:lnTo>
                    <a:pt x="1561084" y="2409444"/>
                  </a:lnTo>
                  <a:close/>
                </a:path>
                <a:path w="2651760" h="2426970">
                  <a:moveTo>
                    <a:pt x="1828584" y="2387739"/>
                  </a:moveTo>
                  <a:lnTo>
                    <a:pt x="1825574" y="2387739"/>
                  </a:lnTo>
                  <a:lnTo>
                    <a:pt x="1824748" y="2389378"/>
                  </a:lnTo>
                  <a:lnTo>
                    <a:pt x="1823377" y="2391079"/>
                  </a:lnTo>
                  <a:lnTo>
                    <a:pt x="1821408" y="2392832"/>
                  </a:lnTo>
                  <a:lnTo>
                    <a:pt x="1819490" y="2394572"/>
                  </a:lnTo>
                  <a:lnTo>
                    <a:pt x="1817192" y="2396071"/>
                  </a:lnTo>
                  <a:lnTo>
                    <a:pt x="1814639" y="2397252"/>
                  </a:lnTo>
                  <a:lnTo>
                    <a:pt x="1814550" y="2401811"/>
                  </a:lnTo>
                  <a:lnTo>
                    <a:pt x="1816036" y="2401278"/>
                  </a:lnTo>
                  <a:lnTo>
                    <a:pt x="1817674" y="2400465"/>
                  </a:lnTo>
                  <a:lnTo>
                    <a:pt x="1821294" y="2398331"/>
                  </a:lnTo>
                  <a:lnTo>
                    <a:pt x="1822780" y="2397252"/>
                  </a:lnTo>
                  <a:lnTo>
                    <a:pt x="1823923" y="2396185"/>
                  </a:lnTo>
                  <a:lnTo>
                    <a:pt x="1823923" y="2425966"/>
                  </a:lnTo>
                  <a:lnTo>
                    <a:pt x="1828584" y="2425966"/>
                  </a:lnTo>
                  <a:lnTo>
                    <a:pt x="1828584" y="2396185"/>
                  </a:lnTo>
                  <a:lnTo>
                    <a:pt x="1828584" y="2387739"/>
                  </a:lnTo>
                  <a:close/>
                </a:path>
                <a:path w="2651760" h="2426970">
                  <a:moveTo>
                    <a:pt x="1866277" y="2411653"/>
                  </a:moveTo>
                  <a:lnTo>
                    <a:pt x="1866214" y="2402687"/>
                  </a:lnTo>
                  <a:lnTo>
                    <a:pt x="1866011" y="2400414"/>
                  </a:lnTo>
                  <a:lnTo>
                    <a:pt x="1865401" y="2398191"/>
                  </a:lnTo>
                  <a:lnTo>
                    <a:pt x="1864855" y="2395969"/>
                  </a:lnTo>
                  <a:lnTo>
                    <a:pt x="1864093" y="2394077"/>
                  </a:lnTo>
                  <a:lnTo>
                    <a:pt x="1863039" y="2392515"/>
                  </a:lnTo>
                  <a:lnTo>
                    <a:pt x="1862455" y="2391600"/>
                  </a:lnTo>
                  <a:lnTo>
                    <a:pt x="1862061" y="2390978"/>
                  </a:lnTo>
                  <a:lnTo>
                    <a:pt x="1861451" y="2390406"/>
                  </a:lnTo>
                  <a:lnTo>
                    <a:pt x="1861451" y="2413444"/>
                  </a:lnTo>
                  <a:lnTo>
                    <a:pt x="1860727" y="2417610"/>
                  </a:lnTo>
                  <a:lnTo>
                    <a:pt x="1859254" y="2419667"/>
                  </a:lnTo>
                  <a:lnTo>
                    <a:pt x="1857832" y="2421737"/>
                  </a:lnTo>
                  <a:lnTo>
                    <a:pt x="1856028" y="2422779"/>
                  </a:lnTo>
                  <a:lnTo>
                    <a:pt x="1851710" y="2422779"/>
                  </a:lnTo>
                  <a:lnTo>
                    <a:pt x="1849894" y="2421737"/>
                  </a:lnTo>
                  <a:lnTo>
                    <a:pt x="1848358" y="2419502"/>
                  </a:lnTo>
                  <a:lnTo>
                    <a:pt x="1846986" y="2417584"/>
                  </a:lnTo>
                  <a:lnTo>
                    <a:pt x="1846275" y="2413444"/>
                  </a:lnTo>
                  <a:lnTo>
                    <a:pt x="1846376" y="2400414"/>
                  </a:lnTo>
                  <a:lnTo>
                    <a:pt x="1847049" y="2396655"/>
                  </a:lnTo>
                  <a:lnTo>
                    <a:pt x="1849958" y="2392515"/>
                  </a:lnTo>
                  <a:lnTo>
                    <a:pt x="1851647" y="2391600"/>
                  </a:lnTo>
                  <a:lnTo>
                    <a:pt x="1855978" y="2391600"/>
                  </a:lnTo>
                  <a:lnTo>
                    <a:pt x="1857844" y="2392629"/>
                  </a:lnTo>
                  <a:lnTo>
                    <a:pt x="1859267" y="2394699"/>
                  </a:lnTo>
                  <a:lnTo>
                    <a:pt x="1860740" y="2396756"/>
                  </a:lnTo>
                  <a:lnTo>
                    <a:pt x="1861375" y="2400414"/>
                  </a:lnTo>
                  <a:lnTo>
                    <a:pt x="1861451" y="2413444"/>
                  </a:lnTo>
                  <a:lnTo>
                    <a:pt x="1861451" y="2390406"/>
                  </a:lnTo>
                  <a:lnTo>
                    <a:pt x="1860804" y="2389797"/>
                  </a:lnTo>
                  <a:lnTo>
                    <a:pt x="1859267" y="2388971"/>
                  </a:lnTo>
                  <a:lnTo>
                    <a:pt x="1857679" y="2388146"/>
                  </a:lnTo>
                  <a:lnTo>
                    <a:pt x="1855927" y="2387739"/>
                  </a:lnTo>
                  <a:lnTo>
                    <a:pt x="1851101" y="2387739"/>
                  </a:lnTo>
                  <a:lnTo>
                    <a:pt x="1848802" y="2388476"/>
                  </a:lnTo>
                  <a:lnTo>
                    <a:pt x="1846999" y="2389975"/>
                  </a:lnTo>
                  <a:lnTo>
                    <a:pt x="1845132" y="2391460"/>
                  </a:lnTo>
                  <a:lnTo>
                    <a:pt x="1843760" y="2393581"/>
                  </a:lnTo>
                  <a:lnTo>
                    <a:pt x="1841893" y="2399068"/>
                  </a:lnTo>
                  <a:lnTo>
                    <a:pt x="1841461" y="2402687"/>
                  </a:lnTo>
                  <a:lnTo>
                    <a:pt x="1841461" y="2414346"/>
                  </a:lnTo>
                  <a:lnTo>
                    <a:pt x="1842719" y="2419502"/>
                  </a:lnTo>
                  <a:lnTo>
                    <a:pt x="1847316" y="2425306"/>
                  </a:lnTo>
                  <a:lnTo>
                    <a:pt x="1850174" y="2426627"/>
                  </a:lnTo>
                  <a:lnTo>
                    <a:pt x="1856638" y="2426627"/>
                  </a:lnTo>
                  <a:lnTo>
                    <a:pt x="1858937" y="2425877"/>
                  </a:lnTo>
                  <a:lnTo>
                    <a:pt x="1860804" y="2424379"/>
                  </a:lnTo>
                  <a:lnTo>
                    <a:pt x="1862607" y="2422880"/>
                  </a:lnTo>
                  <a:lnTo>
                    <a:pt x="1863979" y="2420759"/>
                  </a:lnTo>
                  <a:lnTo>
                    <a:pt x="1865845" y="2415260"/>
                  </a:lnTo>
                  <a:lnTo>
                    <a:pt x="1866277" y="2411653"/>
                  </a:lnTo>
                  <a:close/>
                </a:path>
                <a:path w="2651760" h="2426970">
                  <a:moveTo>
                    <a:pt x="2118106" y="2387739"/>
                  </a:moveTo>
                  <a:lnTo>
                    <a:pt x="2115096" y="2387739"/>
                  </a:lnTo>
                  <a:lnTo>
                    <a:pt x="2114270" y="2389378"/>
                  </a:lnTo>
                  <a:lnTo>
                    <a:pt x="2112899" y="2391079"/>
                  </a:lnTo>
                  <a:lnTo>
                    <a:pt x="2110930" y="2392832"/>
                  </a:lnTo>
                  <a:lnTo>
                    <a:pt x="2109012" y="2394572"/>
                  </a:lnTo>
                  <a:lnTo>
                    <a:pt x="2106714" y="2396071"/>
                  </a:lnTo>
                  <a:lnTo>
                    <a:pt x="2104161" y="2397252"/>
                  </a:lnTo>
                  <a:lnTo>
                    <a:pt x="2104085" y="2401811"/>
                  </a:lnTo>
                  <a:lnTo>
                    <a:pt x="2105558" y="2401278"/>
                  </a:lnTo>
                  <a:lnTo>
                    <a:pt x="2107209" y="2400465"/>
                  </a:lnTo>
                  <a:lnTo>
                    <a:pt x="2110816" y="2398331"/>
                  </a:lnTo>
                  <a:lnTo>
                    <a:pt x="2112302" y="2397252"/>
                  </a:lnTo>
                  <a:lnTo>
                    <a:pt x="2113445" y="2396185"/>
                  </a:lnTo>
                  <a:lnTo>
                    <a:pt x="2113445" y="2425966"/>
                  </a:lnTo>
                  <a:lnTo>
                    <a:pt x="2118106" y="2425966"/>
                  </a:lnTo>
                  <a:lnTo>
                    <a:pt x="2118106" y="2396185"/>
                  </a:lnTo>
                  <a:lnTo>
                    <a:pt x="2118106" y="2387739"/>
                  </a:lnTo>
                  <a:close/>
                </a:path>
                <a:path w="2651760" h="2426970">
                  <a:moveTo>
                    <a:pt x="2156244" y="2409444"/>
                  </a:moveTo>
                  <a:lnTo>
                    <a:pt x="2155088" y="2406485"/>
                  </a:lnTo>
                  <a:lnTo>
                    <a:pt x="2153462" y="2404859"/>
                  </a:lnTo>
                  <a:lnTo>
                    <a:pt x="2151723" y="2403106"/>
                  </a:lnTo>
                  <a:lnTo>
                    <a:pt x="2150491" y="2401874"/>
                  </a:lnTo>
                  <a:lnTo>
                    <a:pt x="2147697" y="2400719"/>
                  </a:lnTo>
                  <a:lnTo>
                    <a:pt x="2141893" y="2400719"/>
                  </a:lnTo>
                  <a:lnTo>
                    <a:pt x="2139480" y="2401519"/>
                  </a:lnTo>
                  <a:lnTo>
                    <a:pt x="2137168" y="2403106"/>
                  </a:lnTo>
                  <a:lnTo>
                    <a:pt x="2139251" y="2392883"/>
                  </a:lnTo>
                  <a:lnTo>
                    <a:pt x="2154440" y="2392883"/>
                  </a:lnTo>
                  <a:lnTo>
                    <a:pt x="2154440" y="2388412"/>
                  </a:lnTo>
                  <a:lnTo>
                    <a:pt x="2135479" y="2388412"/>
                  </a:lnTo>
                  <a:lnTo>
                    <a:pt x="2131809" y="2407970"/>
                  </a:lnTo>
                  <a:lnTo>
                    <a:pt x="2136190" y="2408542"/>
                  </a:lnTo>
                  <a:lnTo>
                    <a:pt x="2136902" y="2407450"/>
                  </a:lnTo>
                  <a:lnTo>
                    <a:pt x="2137829" y="2406561"/>
                  </a:lnTo>
                  <a:lnTo>
                    <a:pt x="2139035" y="2405875"/>
                  </a:lnTo>
                  <a:lnTo>
                    <a:pt x="2140293" y="2405189"/>
                  </a:lnTo>
                  <a:lnTo>
                    <a:pt x="2141613" y="2404859"/>
                  </a:lnTo>
                  <a:lnTo>
                    <a:pt x="2145563" y="2404859"/>
                  </a:lnTo>
                  <a:lnTo>
                    <a:pt x="2147532" y="2405621"/>
                  </a:lnTo>
                  <a:lnTo>
                    <a:pt x="2149005" y="2407170"/>
                  </a:lnTo>
                  <a:lnTo>
                    <a:pt x="2150541" y="2408707"/>
                  </a:lnTo>
                  <a:lnTo>
                    <a:pt x="2151253" y="2410815"/>
                  </a:lnTo>
                  <a:lnTo>
                    <a:pt x="2151176" y="2416505"/>
                  </a:lnTo>
                  <a:lnTo>
                    <a:pt x="2150491" y="2418537"/>
                  </a:lnTo>
                  <a:lnTo>
                    <a:pt x="2148954" y="2420226"/>
                  </a:lnTo>
                  <a:lnTo>
                    <a:pt x="2147366" y="2421928"/>
                  </a:lnTo>
                  <a:lnTo>
                    <a:pt x="2145449" y="2422779"/>
                  </a:lnTo>
                  <a:lnTo>
                    <a:pt x="2141334" y="2422779"/>
                  </a:lnTo>
                  <a:lnTo>
                    <a:pt x="2139746" y="2422169"/>
                  </a:lnTo>
                  <a:lnTo>
                    <a:pt x="2137118" y="2419769"/>
                  </a:lnTo>
                  <a:lnTo>
                    <a:pt x="2136241" y="2417978"/>
                  </a:lnTo>
                  <a:lnTo>
                    <a:pt x="2135911" y="2415578"/>
                  </a:lnTo>
                  <a:lnTo>
                    <a:pt x="2130983" y="2415997"/>
                  </a:lnTo>
                  <a:lnTo>
                    <a:pt x="2131314" y="2419197"/>
                  </a:lnTo>
                  <a:lnTo>
                    <a:pt x="2132520" y="2421775"/>
                  </a:lnTo>
                  <a:lnTo>
                    <a:pt x="2136902" y="2425649"/>
                  </a:lnTo>
                  <a:lnTo>
                    <a:pt x="2139746" y="2426627"/>
                  </a:lnTo>
                  <a:lnTo>
                    <a:pt x="2147417" y="2426627"/>
                  </a:lnTo>
                  <a:lnTo>
                    <a:pt x="2150757" y="2425077"/>
                  </a:lnTo>
                  <a:lnTo>
                    <a:pt x="2152612" y="2422779"/>
                  </a:lnTo>
                  <a:lnTo>
                    <a:pt x="2155202" y="2419489"/>
                  </a:lnTo>
                  <a:lnTo>
                    <a:pt x="2156244" y="2416505"/>
                  </a:lnTo>
                  <a:lnTo>
                    <a:pt x="2156244" y="2409444"/>
                  </a:lnTo>
                  <a:close/>
                </a:path>
                <a:path w="2651760" h="2426970">
                  <a:moveTo>
                    <a:pt x="2414587" y="2421483"/>
                  </a:moveTo>
                  <a:lnTo>
                    <a:pt x="2395956" y="2421483"/>
                  </a:lnTo>
                  <a:lnTo>
                    <a:pt x="2396452" y="2420632"/>
                  </a:lnTo>
                  <a:lnTo>
                    <a:pt x="2397112" y="2419781"/>
                  </a:lnTo>
                  <a:lnTo>
                    <a:pt x="2397937" y="2418943"/>
                  </a:lnTo>
                  <a:lnTo>
                    <a:pt x="2398699" y="2418105"/>
                  </a:lnTo>
                  <a:lnTo>
                    <a:pt x="2400503" y="2416505"/>
                  </a:lnTo>
                  <a:lnTo>
                    <a:pt x="2406700" y="2411311"/>
                  </a:lnTo>
                  <a:lnTo>
                    <a:pt x="2409050" y="2409075"/>
                  </a:lnTo>
                  <a:lnTo>
                    <a:pt x="2410536" y="2407450"/>
                  </a:lnTo>
                  <a:lnTo>
                    <a:pt x="2411971" y="2405811"/>
                  </a:lnTo>
                  <a:lnTo>
                    <a:pt x="2413000" y="2404275"/>
                  </a:lnTo>
                  <a:lnTo>
                    <a:pt x="2413609" y="2402802"/>
                  </a:lnTo>
                  <a:lnTo>
                    <a:pt x="2414257" y="2401328"/>
                  </a:lnTo>
                  <a:lnTo>
                    <a:pt x="2414511" y="2399969"/>
                  </a:lnTo>
                  <a:lnTo>
                    <a:pt x="2414397" y="2394991"/>
                  </a:lnTo>
                  <a:lnTo>
                    <a:pt x="2413495" y="2392794"/>
                  </a:lnTo>
                  <a:lnTo>
                    <a:pt x="2412238" y="2391600"/>
                  </a:lnTo>
                  <a:lnTo>
                    <a:pt x="2409215" y="2388755"/>
                  </a:lnTo>
                  <a:lnTo>
                    <a:pt x="2406370" y="2387739"/>
                  </a:lnTo>
                  <a:lnTo>
                    <a:pt x="2399080" y="2387739"/>
                  </a:lnTo>
                  <a:lnTo>
                    <a:pt x="2396185" y="2388679"/>
                  </a:lnTo>
                  <a:lnTo>
                    <a:pt x="2391905" y="2392438"/>
                  </a:lnTo>
                  <a:lnTo>
                    <a:pt x="2390648" y="2395169"/>
                  </a:lnTo>
                  <a:lnTo>
                    <a:pt x="2390317" y="2398750"/>
                  </a:lnTo>
                  <a:lnTo>
                    <a:pt x="2395143" y="2399246"/>
                  </a:lnTo>
                  <a:lnTo>
                    <a:pt x="2395143" y="2396858"/>
                  </a:lnTo>
                  <a:lnTo>
                    <a:pt x="2395855" y="2394991"/>
                  </a:lnTo>
                  <a:lnTo>
                    <a:pt x="2397277" y="2393518"/>
                  </a:lnTo>
                  <a:lnTo>
                    <a:pt x="2398534" y="2392286"/>
                  </a:lnTo>
                  <a:lnTo>
                    <a:pt x="2400338" y="2391600"/>
                  </a:lnTo>
                  <a:lnTo>
                    <a:pt x="2404732" y="2391600"/>
                  </a:lnTo>
                  <a:lnTo>
                    <a:pt x="2406421" y="2392235"/>
                  </a:lnTo>
                  <a:lnTo>
                    <a:pt x="2407920" y="2393632"/>
                  </a:lnTo>
                  <a:lnTo>
                    <a:pt x="2409113" y="2394788"/>
                  </a:lnTo>
                  <a:lnTo>
                    <a:pt x="2409774" y="2396350"/>
                  </a:lnTo>
                  <a:lnTo>
                    <a:pt x="2409774" y="2399969"/>
                  </a:lnTo>
                  <a:lnTo>
                    <a:pt x="2396502" y="2414079"/>
                  </a:lnTo>
                  <a:lnTo>
                    <a:pt x="2394483" y="2415997"/>
                  </a:lnTo>
                  <a:lnTo>
                    <a:pt x="2391626" y="2419324"/>
                  </a:lnTo>
                  <a:lnTo>
                    <a:pt x="2390648" y="2421013"/>
                  </a:lnTo>
                  <a:lnTo>
                    <a:pt x="2389606" y="2423769"/>
                  </a:lnTo>
                  <a:lnTo>
                    <a:pt x="2389390" y="2424849"/>
                  </a:lnTo>
                  <a:lnTo>
                    <a:pt x="2389441" y="2425966"/>
                  </a:lnTo>
                  <a:lnTo>
                    <a:pt x="2414587" y="2425966"/>
                  </a:lnTo>
                  <a:lnTo>
                    <a:pt x="2414587" y="2421483"/>
                  </a:lnTo>
                  <a:close/>
                </a:path>
                <a:path w="2651760" h="2426970">
                  <a:moveTo>
                    <a:pt x="2445334" y="2411653"/>
                  </a:moveTo>
                  <a:lnTo>
                    <a:pt x="2442083" y="2392515"/>
                  </a:lnTo>
                  <a:lnTo>
                    <a:pt x="2441511" y="2391600"/>
                  </a:lnTo>
                  <a:lnTo>
                    <a:pt x="2441105" y="2390978"/>
                  </a:lnTo>
                  <a:lnTo>
                    <a:pt x="2440559" y="2390470"/>
                  </a:lnTo>
                  <a:lnTo>
                    <a:pt x="2440559" y="2413444"/>
                  </a:lnTo>
                  <a:lnTo>
                    <a:pt x="2439784" y="2417610"/>
                  </a:lnTo>
                  <a:lnTo>
                    <a:pt x="2438311" y="2419654"/>
                  </a:lnTo>
                  <a:lnTo>
                    <a:pt x="2436876" y="2421737"/>
                  </a:lnTo>
                  <a:lnTo>
                    <a:pt x="2435085" y="2422779"/>
                  </a:lnTo>
                  <a:lnTo>
                    <a:pt x="2430754" y="2422779"/>
                  </a:lnTo>
                  <a:lnTo>
                    <a:pt x="2429002" y="2421737"/>
                  </a:lnTo>
                  <a:lnTo>
                    <a:pt x="2426043" y="2417584"/>
                  </a:lnTo>
                  <a:lnTo>
                    <a:pt x="2425331" y="2413444"/>
                  </a:lnTo>
                  <a:lnTo>
                    <a:pt x="2425420" y="2400414"/>
                  </a:lnTo>
                  <a:lnTo>
                    <a:pt x="2426093" y="2396655"/>
                  </a:lnTo>
                  <a:lnTo>
                    <a:pt x="2429002" y="2392515"/>
                  </a:lnTo>
                  <a:lnTo>
                    <a:pt x="2430703" y="2391600"/>
                  </a:lnTo>
                  <a:lnTo>
                    <a:pt x="2435085" y="2391600"/>
                  </a:lnTo>
                  <a:lnTo>
                    <a:pt x="2436888" y="2392629"/>
                  </a:lnTo>
                  <a:lnTo>
                    <a:pt x="2438311" y="2394699"/>
                  </a:lnTo>
                  <a:lnTo>
                    <a:pt x="2439797" y="2396756"/>
                  </a:lnTo>
                  <a:lnTo>
                    <a:pt x="2440470" y="2400414"/>
                  </a:lnTo>
                  <a:lnTo>
                    <a:pt x="2440559" y="2413444"/>
                  </a:lnTo>
                  <a:lnTo>
                    <a:pt x="2440559" y="2390470"/>
                  </a:lnTo>
                  <a:lnTo>
                    <a:pt x="2439847" y="2389797"/>
                  </a:lnTo>
                  <a:lnTo>
                    <a:pt x="2436787" y="2388146"/>
                  </a:lnTo>
                  <a:lnTo>
                    <a:pt x="2434971" y="2387739"/>
                  </a:lnTo>
                  <a:lnTo>
                    <a:pt x="2430145" y="2387739"/>
                  </a:lnTo>
                  <a:lnTo>
                    <a:pt x="2427846" y="2388476"/>
                  </a:lnTo>
                  <a:lnTo>
                    <a:pt x="2426043" y="2389975"/>
                  </a:lnTo>
                  <a:lnTo>
                    <a:pt x="2424176" y="2391460"/>
                  </a:lnTo>
                  <a:lnTo>
                    <a:pt x="2422804" y="2393581"/>
                  </a:lnTo>
                  <a:lnTo>
                    <a:pt x="2420950" y="2399068"/>
                  </a:lnTo>
                  <a:lnTo>
                    <a:pt x="2420505" y="2402687"/>
                  </a:lnTo>
                  <a:lnTo>
                    <a:pt x="2420505" y="2414346"/>
                  </a:lnTo>
                  <a:lnTo>
                    <a:pt x="2421763" y="2419502"/>
                  </a:lnTo>
                  <a:lnTo>
                    <a:pt x="2426373" y="2425306"/>
                  </a:lnTo>
                  <a:lnTo>
                    <a:pt x="2429268" y="2426627"/>
                  </a:lnTo>
                  <a:lnTo>
                    <a:pt x="2435745" y="2426627"/>
                  </a:lnTo>
                  <a:lnTo>
                    <a:pt x="2438044" y="2425877"/>
                  </a:lnTo>
                  <a:lnTo>
                    <a:pt x="2441664" y="2422880"/>
                  </a:lnTo>
                  <a:lnTo>
                    <a:pt x="2443022" y="2420759"/>
                  </a:lnTo>
                  <a:lnTo>
                    <a:pt x="2444889" y="2415260"/>
                  </a:lnTo>
                  <a:lnTo>
                    <a:pt x="2445334" y="2411653"/>
                  </a:lnTo>
                  <a:close/>
                </a:path>
                <a:path w="2651760" h="2426970">
                  <a:moveTo>
                    <a:pt x="2651683" y="0"/>
                  </a:moveTo>
                  <a:lnTo>
                    <a:pt x="2648940" y="0"/>
                  </a:lnTo>
                  <a:lnTo>
                    <a:pt x="2648940" y="2768"/>
                  </a:lnTo>
                  <a:lnTo>
                    <a:pt x="2648940" y="213347"/>
                  </a:lnTo>
                  <a:lnTo>
                    <a:pt x="2623464" y="213347"/>
                  </a:lnTo>
                  <a:lnTo>
                    <a:pt x="2623464" y="216077"/>
                  </a:lnTo>
                  <a:lnTo>
                    <a:pt x="2648940" y="216077"/>
                  </a:lnTo>
                  <a:lnTo>
                    <a:pt x="2648940" y="479971"/>
                  </a:lnTo>
                  <a:lnTo>
                    <a:pt x="2623464" y="479971"/>
                  </a:lnTo>
                  <a:lnTo>
                    <a:pt x="2623464" y="482714"/>
                  </a:lnTo>
                  <a:lnTo>
                    <a:pt x="2648940" y="482714"/>
                  </a:lnTo>
                  <a:lnTo>
                    <a:pt x="2648940" y="746658"/>
                  </a:lnTo>
                  <a:lnTo>
                    <a:pt x="2623464" y="746658"/>
                  </a:lnTo>
                  <a:lnTo>
                    <a:pt x="2623464" y="749401"/>
                  </a:lnTo>
                  <a:lnTo>
                    <a:pt x="2648940" y="749401"/>
                  </a:lnTo>
                  <a:lnTo>
                    <a:pt x="2648940" y="1013294"/>
                  </a:lnTo>
                  <a:lnTo>
                    <a:pt x="2623464" y="1013294"/>
                  </a:lnTo>
                  <a:lnTo>
                    <a:pt x="2623464" y="1016038"/>
                  </a:lnTo>
                  <a:lnTo>
                    <a:pt x="2648940" y="1016038"/>
                  </a:lnTo>
                  <a:lnTo>
                    <a:pt x="2648940" y="1279982"/>
                  </a:lnTo>
                  <a:lnTo>
                    <a:pt x="2623464" y="1279982"/>
                  </a:lnTo>
                  <a:lnTo>
                    <a:pt x="2623464" y="1282725"/>
                  </a:lnTo>
                  <a:lnTo>
                    <a:pt x="2648940" y="1282725"/>
                  </a:lnTo>
                  <a:lnTo>
                    <a:pt x="2648940" y="1546618"/>
                  </a:lnTo>
                  <a:lnTo>
                    <a:pt x="2623464" y="1546618"/>
                  </a:lnTo>
                  <a:lnTo>
                    <a:pt x="2623464" y="1549349"/>
                  </a:lnTo>
                  <a:lnTo>
                    <a:pt x="2648940" y="1549349"/>
                  </a:lnTo>
                  <a:lnTo>
                    <a:pt x="2648940" y="1813306"/>
                  </a:lnTo>
                  <a:lnTo>
                    <a:pt x="2623464" y="1813306"/>
                  </a:lnTo>
                  <a:lnTo>
                    <a:pt x="2623464" y="1816036"/>
                  </a:lnTo>
                  <a:lnTo>
                    <a:pt x="2648940" y="1816036"/>
                  </a:lnTo>
                  <a:lnTo>
                    <a:pt x="2648940" y="2079942"/>
                  </a:lnTo>
                  <a:lnTo>
                    <a:pt x="2623464" y="2079942"/>
                  </a:lnTo>
                  <a:lnTo>
                    <a:pt x="2623464" y="2082673"/>
                  </a:lnTo>
                  <a:lnTo>
                    <a:pt x="2648940" y="2082673"/>
                  </a:lnTo>
                  <a:lnTo>
                    <a:pt x="2648940" y="2346591"/>
                  </a:lnTo>
                  <a:lnTo>
                    <a:pt x="2623464" y="2346591"/>
                  </a:lnTo>
                  <a:lnTo>
                    <a:pt x="2420010" y="2346591"/>
                  </a:lnTo>
                  <a:lnTo>
                    <a:pt x="2420010" y="2321115"/>
                  </a:lnTo>
                  <a:lnTo>
                    <a:pt x="2417280" y="2321115"/>
                  </a:lnTo>
                  <a:lnTo>
                    <a:pt x="2417280" y="2346591"/>
                  </a:lnTo>
                  <a:lnTo>
                    <a:pt x="2130488" y="2346591"/>
                  </a:lnTo>
                  <a:lnTo>
                    <a:pt x="2130488" y="2321115"/>
                  </a:lnTo>
                  <a:lnTo>
                    <a:pt x="2127745" y="2321115"/>
                  </a:lnTo>
                  <a:lnTo>
                    <a:pt x="2127745" y="2346591"/>
                  </a:lnTo>
                  <a:lnTo>
                    <a:pt x="1840966" y="2346591"/>
                  </a:lnTo>
                  <a:lnTo>
                    <a:pt x="1840966" y="2321115"/>
                  </a:lnTo>
                  <a:lnTo>
                    <a:pt x="1838223" y="2321115"/>
                  </a:lnTo>
                  <a:lnTo>
                    <a:pt x="1838223" y="2346591"/>
                  </a:lnTo>
                  <a:lnTo>
                    <a:pt x="1551444" y="2346591"/>
                  </a:lnTo>
                  <a:lnTo>
                    <a:pt x="1551444" y="2321115"/>
                  </a:lnTo>
                  <a:lnTo>
                    <a:pt x="1548701" y="2321115"/>
                  </a:lnTo>
                  <a:lnTo>
                    <a:pt x="1548701" y="2346591"/>
                  </a:lnTo>
                  <a:lnTo>
                    <a:pt x="1261922" y="2346591"/>
                  </a:lnTo>
                  <a:lnTo>
                    <a:pt x="1261922" y="2321115"/>
                  </a:lnTo>
                  <a:lnTo>
                    <a:pt x="1259179" y="2321115"/>
                  </a:lnTo>
                  <a:lnTo>
                    <a:pt x="1259179" y="2346591"/>
                  </a:lnTo>
                  <a:lnTo>
                    <a:pt x="972388" y="2346591"/>
                  </a:lnTo>
                  <a:lnTo>
                    <a:pt x="972388" y="2321115"/>
                  </a:lnTo>
                  <a:lnTo>
                    <a:pt x="969657" y="2321115"/>
                  </a:lnTo>
                  <a:lnTo>
                    <a:pt x="969657" y="2346591"/>
                  </a:lnTo>
                  <a:lnTo>
                    <a:pt x="682866" y="2346591"/>
                  </a:lnTo>
                  <a:lnTo>
                    <a:pt x="682866" y="2321115"/>
                  </a:lnTo>
                  <a:lnTo>
                    <a:pt x="680135" y="2321115"/>
                  </a:lnTo>
                  <a:lnTo>
                    <a:pt x="680135" y="2346591"/>
                  </a:lnTo>
                  <a:lnTo>
                    <a:pt x="393331" y="2346591"/>
                  </a:lnTo>
                  <a:lnTo>
                    <a:pt x="393331" y="2321115"/>
                  </a:lnTo>
                  <a:lnTo>
                    <a:pt x="390588" y="2321115"/>
                  </a:lnTo>
                  <a:lnTo>
                    <a:pt x="390588" y="2346591"/>
                  </a:lnTo>
                  <a:lnTo>
                    <a:pt x="129273" y="2346591"/>
                  </a:lnTo>
                  <a:lnTo>
                    <a:pt x="103797" y="2346591"/>
                  </a:lnTo>
                  <a:lnTo>
                    <a:pt x="103797" y="2321115"/>
                  </a:lnTo>
                  <a:lnTo>
                    <a:pt x="103797" y="2082673"/>
                  </a:lnTo>
                  <a:lnTo>
                    <a:pt x="129273" y="2082673"/>
                  </a:lnTo>
                  <a:lnTo>
                    <a:pt x="129273" y="2079942"/>
                  </a:lnTo>
                  <a:lnTo>
                    <a:pt x="103797" y="2079942"/>
                  </a:lnTo>
                  <a:lnTo>
                    <a:pt x="103797" y="1816036"/>
                  </a:lnTo>
                  <a:lnTo>
                    <a:pt x="129273" y="1816036"/>
                  </a:lnTo>
                  <a:lnTo>
                    <a:pt x="129273" y="1813306"/>
                  </a:lnTo>
                  <a:lnTo>
                    <a:pt x="103797" y="1813306"/>
                  </a:lnTo>
                  <a:lnTo>
                    <a:pt x="103797" y="1549349"/>
                  </a:lnTo>
                  <a:lnTo>
                    <a:pt x="129273" y="1549349"/>
                  </a:lnTo>
                  <a:lnTo>
                    <a:pt x="129273" y="1546618"/>
                  </a:lnTo>
                  <a:lnTo>
                    <a:pt x="103797" y="1546618"/>
                  </a:lnTo>
                  <a:lnTo>
                    <a:pt x="103797" y="1282725"/>
                  </a:lnTo>
                  <a:lnTo>
                    <a:pt x="129273" y="1282725"/>
                  </a:lnTo>
                  <a:lnTo>
                    <a:pt x="129273" y="1279982"/>
                  </a:lnTo>
                  <a:lnTo>
                    <a:pt x="103797" y="1279982"/>
                  </a:lnTo>
                  <a:lnTo>
                    <a:pt x="103797" y="1016038"/>
                  </a:lnTo>
                  <a:lnTo>
                    <a:pt x="129273" y="1016038"/>
                  </a:lnTo>
                  <a:lnTo>
                    <a:pt x="129273" y="1013294"/>
                  </a:lnTo>
                  <a:lnTo>
                    <a:pt x="103797" y="1013294"/>
                  </a:lnTo>
                  <a:lnTo>
                    <a:pt x="103797" y="749401"/>
                  </a:lnTo>
                  <a:lnTo>
                    <a:pt x="129273" y="749401"/>
                  </a:lnTo>
                  <a:lnTo>
                    <a:pt x="129273" y="746658"/>
                  </a:lnTo>
                  <a:lnTo>
                    <a:pt x="103797" y="746658"/>
                  </a:lnTo>
                  <a:lnTo>
                    <a:pt x="103797" y="482714"/>
                  </a:lnTo>
                  <a:lnTo>
                    <a:pt x="129273" y="482714"/>
                  </a:lnTo>
                  <a:lnTo>
                    <a:pt x="129273" y="479971"/>
                  </a:lnTo>
                  <a:lnTo>
                    <a:pt x="103797" y="479971"/>
                  </a:lnTo>
                  <a:lnTo>
                    <a:pt x="103797" y="216077"/>
                  </a:lnTo>
                  <a:lnTo>
                    <a:pt x="129273" y="216077"/>
                  </a:lnTo>
                  <a:lnTo>
                    <a:pt x="129273" y="213347"/>
                  </a:lnTo>
                  <a:lnTo>
                    <a:pt x="103797" y="213347"/>
                  </a:lnTo>
                  <a:lnTo>
                    <a:pt x="103797" y="28244"/>
                  </a:lnTo>
                  <a:lnTo>
                    <a:pt x="103797" y="2768"/>
                  </a:lnTo>
                  <a:lnTo>
                    <a:pt x="390588" y="2768"/>
                  </a:lnTo>
                  <a:lnTo>
                    <a:pt x="390588" y="28244"/>
                  </a:lnTo>
                  <a:lnTo>
                    <a:pt x="393331" y="28244"/>
                  </a:lnTo>
                  <a:lnTo>
                    <a:pt x="393331" y="2768"/>
                  </a:lnTo>
                  <a:lnTo>
                    <a:pt x="680123" y="2768"/>
                  </a:lnTo>
                  <a:lnTo>
                    <a:pt x="680123" y="28244"/>
                  </a:lnTo>
                  <a:lnTo>
                    <a:pt x="682866" y="28244"/>
                  </a:lnTo>
                  <a:lnTo>
                    <a:pt x="682866" y="2768"/>
                  </a:lnTo>
                  <a:lnTo>
                    <a:pt x="969657" y="2768"/>
                  </a:lnTo>
                  <a:lnTo>
                    <a:pt x="969657" y="28244"/>
                  </a:lnTo>
                  <a:lnTo>
                    <a:pt x="972388" y="28244"/>
                  </a:lnTo>
                  <a:lnTo>
                    <a:pt x="972388" y="2768"/>
                  </a:lnTo>
                  <a:lnTo>
                    <a:pt x="1259179" y="2768"/>
                  </a:lnTo>
                  <a:lnTo>
                    <a:pt x="1259179" y="28244"/>
                  </a:lnTo>
                  <a:lnTo>
                    <a:pt x="1261922" y="28244"/>
                  </a:lnTo>
                  <a:lnTo>
                    <a:pt x="1261922" y="2768"/>
                  </a:lnTo>
                  <a:lnTo>
                    <a:pt x="1548701" y="2768"/>
                  </a:lnTo>
                  <a:lnTo>
                    <a:pt x="1548701" y="28244"/>
                  </a:lnTo>
                  <a:lnTo>
                    <a:pt x="1551444" y="28244"/>
                  </a:lnTo>
                  <a:lnTo>
                    <a:pt x="1551444" y="2768"/>
                  </a:lnTo>
                  <a:lnTo>
                    <a:pt x="1838223" y="2768"/>
                  </a:lnTo>
                  <a:lnTo>
                    <a:pt x="1838223" y="28244"/>
                  </a:lnTo>
                  <a:lnTo>
                    <a:pt x="1840966" y="28244"/>
                  </a:lnTo>
                  <a:lnTo>
                    <a:pt x="1840966" y="2768"/>
                  </a:lnTo>
                  <a:lnTo>
                    <a:pt x="2127745" y="2768"/>
                  </a:lnTo>
                  <a:lnTo>
                    <a:pt x="2127745" y="28244"/>
                  </a:lnTo>
                  <a:lnTo>
                    <a:pt x="2130488" y="28244"/>
                  </a:lnTo>
                  <a:lnTo>
                    <a:pt x="2130488" y="2768"/>
                  </a:lnTo>
                  <a:lnTo>
                    <a:pt x="2417280" y="2768"/>
                  </a:lnTo>
                  <a:lnTo>
                    <a:pt x="2417280" y="28244"/>
                  </a:lnTo>
                  <a:lnTo>
                    <a:pt x="2420010" y="28244"/>
                  </a:lnTo>
                  <a:lnTo>
                    <a:pt x="2420010" y="2768"/>
                  </a:lnTo>
                  <a:lnTo>
                    <a:pt x="2648940" y="2768"/>
                  </a:lnTo>
                  <a:lnTo>
                    <a:pt x="2648940" y="25"/>
                  </a:lnTo>
                  <a:lnTo>
                    <a:pt x="103797" y="25"/>
                  </a:lnTo>
                  <a:lnTo>
                    <a:pt x="101053" y="0"/>
                  </a:lnTo>
                  <a:lnTo>
                    <a:pt x="101053" y="1397"/>
                  </a:lnTo>
                  <a:lnTo>
                    <a:pt x="101053" y="28244"/>
                  </a:lnTo>
                  <a:lnTo>
                    <a:pt x="101053" y="2321115"/>
                  </a:lnTo>
                  <a:lnTo>
                    <a:pt x="101053" y="2347963"/>
                  </a:lnTo>
                  <a:lnTo>
                    <a:pt x="102425" y="2347963"/>
                  </a:lnTo>
                  <a:lnTo>
                    <a:pt x="102425" y="2349335"/>
                  </a:lnTo>
                  <a:lnTo>
                    <a:pt x="129273" y="2349335"/>
                  </a:lnTo>
                  <a:lnTo>
                    <a:pt x="2623464" y="2349335"/>
                  </a:lnTo>
                  <a:lnTo>
                    <a:pt x="2650312" y="2349335"/>
                  </a:lnTo>
                  <a:lnTo>
                    <a:pt x="2651658" y="2349335"/>
                  </a:lnTo>
                  <a:lnTo>
                    <a:pt x="2651658" y="2347963"/>
                  </a:lnTo>
                  <a:lnTo>
                    <a:pt x="2651683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5082" y="5441101"/>
              <a:ext cx="76771" cy="72548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04568" y="6785763"/>
            <a:ext cx="64764" cy="7223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565272" y="4165017"/>
            <a:ext cx="2779395" cy="2531110"/>
            <a:chOff x="4565272" y="4165017"/>
            <a:chExt cx="2779395" cy="253111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58277" y="4165017"/>
              <a:ext cx="2586317" cy="247422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677498" y="4255338"/>
              <a:ext cx="2667635" cy="2440940"/>
            </a:xfrm>
            <a:custGeom>
              <a:avLst/>
              <a:gdLst/>
              <a:ahLst/>
              <a:cxnLst/>
              <a:rect l="l" t="t" r="r" b="b"/>
              <a:pathLst>
                <a:path w="2667634" h="2440940">
                  <a:moveTo>
                    <a:pt x="14439" y="2366721"/>
                  </a:moveTo>
                  <a:lnTo>
                    <a:pt x="0" y="2366721"/>
                  </a:lnTo>
                  <a:lnTo>
                    <a:pt x="0" y="2371445"/>
                  </a:lnTo>
                  <a:lnTo>
                    <a:pt x="14439" y="2371445"/>
                  </a:lnTo>
                  <a:lnTo>
                    <a:pt x="14439" y="2366721"/>
                  </a:lnTo>
                  <a:close/>
                </a:path>
                <a:path w="2667634" h="2440940">
                  <a:moveTo>
                    <a:pt x="14439" y="2098509"/>
                  </a:moveTo>
                  <a:lnTo>
                    <a:pt x="0" y="2098509"/>
                  </a:lnTo>
                  <a:lnTo>
                    <a:pt x="0" y="2103234"/>
                  </a:lnTo>
                  <a:lnTo>
                    <a:pt x="14439" y="2103234"/>
                  </a:lnTo>
                  <a:lnTo>
                    <a:pt x="14439" y="2098509"/>
                  </a:lnTo>
                  <a:close/>
                </a:path>
                <a:path w="2667634" h="2440940">
                  <a:moveTo>
                    <a:pt x="14439" y="1830273"/>
                  </a:moveTo>
                  <a:lnTo>
                    <a:pt x="0" y="1830273"/>
                  </a:lnTo>
                  <a:lnTo>
                    <a:pt x="0" y="1835010"/>
                  </a:lnTo>
                  <a:lnTo>
                    <a:pt x="14439" y="1835010"/>
                  </a:lnTo>
                  <a:lnTo>
                    <a:pt x="14439" y="1830273"/>
                  </a:lnTo>
                  <a:close/>
                </a:path>
                <a:path w="2667634" h="2440940">
                  <a:moveTo>
                    <a:pt x="36563" y="2076272"/>
                  </a:moveTo>
                  <a:lnTo>
                    <a:pt x="33540" y="2076272"/>
                  </a:lnTo>
                  <a:lnTo>
                    <a:pt x="32715" y="2077923"/>
                  </a:lnTo>
                  <a:lnTo>
                    <a:pt x="31330" y="2079625"/>
                  </a:lnTo>
                  <a:lnTo>
                    <a:pt x="27393" y="2083155"/>
                  </a:lnTo>
                  <a:lnTo>
                    <a:pt x="25095" y="2084654"/>
                  </a:lnTo>
                  <a:lnTo>
                    <a:pt x="22555" y="2085835"/>
                  </a:lnTo>
                  <a:lnTo>
                    <a:pt x="22453" y="2090432"/>
                  </a:lnTo>
                  <a:lnTo>
                    <a:pt x="31864" y="2084755"/>
                  </a:lnTo>
                  <a:lnTo>
                    <a:pt x="31864" y="2114727"/>
                  </a:lnTo>
                  <a:lnTo>
                    <a:pt x="36563" y="2114727"/>
                  </a:lnTo>
                  <a:lnTo>
                    <a:pt x="36563" y="2084755"/>
                  </a:lnTo>
                  <a:lnTo>
                    <a:pt x="36563" y="2076272"/>
                  </a:lnTo>
                  <a:close/>
                </a:path>
                <a:path w="2667634" h="2440940">
                  <a:moveTo>
                    <a:pt x="36563" y="1808060"/>
                  </a:moveTo>
                  <a:lnTo>
                    <a:pt x="33540" y="1808060"/>
                  </a:lnTo>
                  <a:lnTo>
                    <a:pt x="32715" y="1809711"/>
                  </a:lnTo>
                  <a:lnTo>
                    <a:pt x="31330" y="1811413"/>
                  </a:lnTo>
                  <a:lnTo>
                    <a:pt x="27393" y="1814944"/>
                  </a:lnTo>
                  <a:lnTo>
                    <a:pt x="25095" y="1816430"/>
                  </a:lnTo>
                  <a:lnTo>
                    <a:pt x="22453" y="1817649"/>
                  </a:lnTo>
                  <a:lnTo>
                    <a:pt x="22453" y="1822221"/>
                  </a:lnTo>
                  <a:lnTo>
                    <a:pt x="31864" y="1816544"/>
                  </a:lnTo>
                  <a:lnTo>
                    <a:pt x="31864" y="1846529"/>
                  </a:lnTo>
                  <a:lnTo>
                    <a:pt x="36563" y="1846529"/>
                  </a:lnTo>
                  <a:lnTo>
                    <a:pt x="36563" y="1816544"/>
                  </a:lnTo>
                  <a:lnTo>
                    <a:pt x="36563" y="1808060"/>
                  </a:lnTo>
                  <a:close/>
                </a:path>
                <a:path w="2667634" h="2440940">
                  <a:moveTo>
                    <a:pt x="38900" y="735190"/>
                  </a:moveTo>
                  <a:lnTo>
                    <a:pt x="35864" y="735190"/>
                  </a:lnTo>
                  <a:lnTo>
                    <a:pt x="35039" y="736854"/>
                  </a:lnTo>
                  <a:lnTo>
                    <a:pt x="33655" y="738555"/>
                  </a:lnTo>
                  <a:lnTo>
                    <a:pt x="29718" y="742086"/>
                  </a:lnTo>
                  <a:lnTo>
                    <a:pt x="27419" y="743572"/>
                  </a:lnTo>
                  <a:lnTo>
                    <a:pt x="24904" y="744778"/>
                  </a:lnTo>
                  <a:lnTo>
                    <a:pt x="24790" y="749363"/>
                  </a:lnTo>
                  <a:lnTo>
                    <a:pt x="34188" y="743686"/>
                  </a:lnTo>
                  <a:lnTo>
                    <a:pt x="34188" y="773658"/>
                  </a:lnTo>
                  <a:lnTo>
                    <a:pt x="38900" y="773658"/>
                  </a:lnTo>
                  <a:lnTo>
                    <a:pt x="38900" y="743686"/>
                  </a:lnTo>
                  <a:lnTo>
                    <a:pt x="38900" y="735190"/>
                  </a:lnTo>
                  <a:close/>
                </a:path>
                <a:path w="2667634" h="2440940">
                  <a:moveTo>
                    <a:pt x="38900" y="467004"/>
                  </a:moveTo>
                  <a:lnTo>
                    <a:pt x="35864" y="467004"/>
                  </a:lnTo>
                  <a:lnTo>
                    <a:pt x="35039" y="468655"/>
                  </a:lnTo>
                  <a:lnTo>
                    <a:pt x="33655" y="470369"/>
                  </a:lnTo>
                  <a:lnTo>
                    <a:pt x="31686" y="472135"/>
                  </a:lnTo>
                  <a:lnTo>
                    <a:pt x="29718" y="473837"/>
                  </a:lnTo>
                  <a:lnTo>
                    <a:pt x="27419" y="475386"/>
                  </a:lnTo>
                  <a:lnTo>
                    <a:pt x="24904" y="476542"/>
                  </a:lnTo>
                  <a:lnTo>
                    <a:pt x="24790" y="481164"/>
                  </a:lnTo>
                  <a:lnTo>
                    <a:pt x="26250" y="480618"/>
                  </a:lnTo>
                  <a:lnTo>
                    <a:pt x="27901" y="479793"/>
                  </a:lnTo>
                  <a:lnTo>
                    <a:pt x="29743" y="478688"/>
                  </a:lnTo>
                  <a:lnTo>
                    <a:pt x="31572" y="477647"/>
                  </a:lnTo>
                  <a:lnTo>
                    <a:pt x="33058" y="476542"/>
                  </a:lnTo>
                  <a:lnTo>
                    <a:pt x="34188" y="475488"/>
                  </a:lnTo>
                  <a:lnTo>
                    <a:pt x="34188" y="505421"/>
                  </a:lnTo>
                  <a:lnTo>
                    <a:pt x="38900" y="505421"/>
                  </a:lnTo>
                  <a:lnTo>
                    <a:pt x="38900" y="475488"/>
                  </a:lnTo>
                  <a:lnTo>
                    <a:pt x="38900" y="467004"/>
                  </a:lnTo>
                  <a:close/>
                </a:path>
                <a:path w="2667634" h="2440940">
                  <a:moveTo>
                    <a:pt x="43573" y="2378418"/>
                  </a:moveTo>
                  <a:lnTo>
                    <a:pt x="24777" y="2378418"/>
                  </a:lnTo>
                  <a:lnTo>
                    <a:pt x="25311" y="2377567"/>
                  </a:lnTo>
                  <a:lnTo>
                    <a:pt x="25971" y="2376716"/>
                  </a:lnTo>
                  <a:lnTo>
                    <a:pt x="27571" y="2375039"/>
                  </a:lnTo>
                  <a:lnTo>
                    <a:pt x="29387" y="2373426"/>
                  </a:lnTo>
                  <a:lnTo>
                    <a:pt x="35585" y="2368194"/>
                  </a:lnTo>
                  <a:lnTo>
                    <a:pt x="37998" y="2365946"/>
                  </a:lnTo>
                  <a:lnTo>
                    <a:pt x="40919" y="2362670"/>
                  </a:lnTo>
                  <a:lnTo>
                    <a:pt x="41948" y="2361120"/>
                  </a:lnTo>
                  <a:lnTo>
                    <a:pt x="43205" y="2358161"/>
                  </a:lnTo>
                  <a:lnTo>
                    <a:pt x="43484" y="2356789"/>
                  </a:lnTo>
                  <a:lnTo>
                    <a:pt x="43370" y="2351773"/>
                  </a:lnTo>
                  <a:lnTo>
                    <a:pt x="42443" y="2349576"/>
                  </a:lnTo>
                  <a:lnTo>
                    <a:pt x="41186" y="2348382"/>
                  </a:lnTo>
                  <a:lnTo>
                    <a:pt x="38163" y="2345499"/>
                  </a:lnTo>
                  <a:lnTo>
                    <a:pt x="35255" y="2344483"/>
                  </a:lnTo>
                  <a:lnTo>
                    <a:pt x="27940" y="2344483"/>
                  </a:lnTo>
                  <a:lnTo>
                    <a:pt x="25031" y="2345436"/>
                  </a:lnTo>
                  <a:lnTo>
                    <a:pt x="20713" y="2349208"/>
                  </a:lnTo>
                  <a:lnTo>
                    <a:pt x="19469" y="2351951"/>
                  </a:lnTo>
                  <a:lnTo>
                    <a:pt x="19138" y="2355558"/>
                  </a:lnTo>
                  <a:lnTo>
                    <a:pt x="23977" y="2356053"/>
                  </a:lnTo>
                  <a:lnTo>
                    <a:pt x="23990" y="2353653"/>
                  </a:lnTo>
                  <a:lnTo>
                    <a:pt x="24676" y="2351773"/>
                  </a:lnTo>
                  <a:lnTo>
                    <a:pt x="27393" y="2349055"/>
                  </a:lnTo>
                  <a:lnTo>
                    <a:pt x="29210" y="2348382"/>
                  </a:lnTo>
                  <a:lnTo>
                    <a:pt x="33616" y="2348382"/>
                  </a:lnTo>
                  <a:lnTo>
                    <a:pt x="35356" y="2349017"/>
                  </a:lnTo>
                  <a:lnTo>
                    <a:pt x="38011" y="2351582"/>
                  </a:lnTo>
                  <a:lnTo>
                    <a:pt x="38684" y="2353157"/>
                  </a:lnTo>
                  <a:lnTo>
                    <a:pt x="38684" y="2356789"/>
                  </a:lnTo>
                  <a:lnTo>
                    <a:pt x="37960" y="2358682"/>
                  </a:lnTo>
                  <a:lnTo>
                    <a:pt x="35013" y="2362682"/>
                  </a:lnTo>
                  <a:lnTo>
                    <a:pt x="32207" y="2365375"/>
                  </a:lnTo>
                  <a:lnTo>
                    <a:pt x="25361" y="2370975"/>
                  </a:lnTo>
                  <a:lnTo>
                    <a:pt x="23317" y="2372906"/>
                  </a:lnTo>
                  <a:lnTo>
                    <a:pt x="20485" y="2376259"/>
                  </a:lnTo>
                  <a:lnTo>
                    <a:pt x="19443" y="2377960"/>
                  </a:lnTo>
                  <a:lnTo>
                    <a:pt x="18402" y="2380716"/>
                  </a:lnTo>
                  <a:lnTo>
                    <a:pt x="18224" y="2381808"/>
                  </a:lnTo>
                  <a:lnTo>
                    <a:pt x="18249" y="2382939"/>
                  </a:lnTo>
                  <a:lnTo>
                    <a:pt x="43573" y="2382939"/>
                  </a:lnTo>
                  <a:lnTo>
                    <a:pt x="43573" y="2378418"/>
                  </a:lnTo>
                  <a:close/>
                </a:path>
                <a:path w="2667634" h="2440940">
                  <a:moveTo>
                    <a:pt x="45897" y="232714"/>
                  </a:moveTo>
                  <a:lnTo>
                    <a:pt x="27114" y="232714"/>
                  </a:lnTo>
                  <a:lnTo>
                    <a:pt x="27635" y="231825"/>
                  </a:lnTo>
                  <a:lnTo>
                    <a:pt x="28295" y="231000"/>
                  </a:lnTo>
                  <a:lnTo>
                    <a:pt x="29095" y="230174"/>
                  </a:lnTo>
                  <a:lnTo>
                    <a:pt x="29895" y="229298"/>
                  </a:lnTo>
                  <a:lnTo>
                    <a:pt x="31711" y="227698"/>
                  </a:lnTo>
                  <a:lnTo>
                    <a:pt x="37909" y="222465"/>
                  </a:lnTo>
                  <a:lnTo>
                    <a:pt x="40322" y="220256"/>
                  </a:lnTo>
                  <a:lnTo>
                    <a:pt x="43230" y="216954"/>
                  </a:lnTo>
                  <a:lnTo>
                    <a:pt x="44272" y="215404"/>
                  </a:lnTo>
                  <a:lnTo>
                    <a:pt x="45529" y="212432"/>
                  </a:lnTo>
                  <a:lnTo>
                    <a:pt x="45821" y="211048"/>
                  </a:lnTo>
                  <a:lnTo>
                    <a:pt x="45694" y="206032"/>
                  </a:lnTo>
                  <a:lnTo>
                    <a:pt x="44767" y="203885"/>
                  </a:lnTo>
                  <a:lnTo>
                    <a:pt x="43497" y="202679"/>
                  </a:lnTo>
                  <a:lnTo>
                    <a:pt x="40487" y="199809"/>
                  </a:lnTo>
                  <a:lnTo>
                    <a:pt x="37579" y="198767"/>
                  </a:lnTo>
                  <a:lnTo>
                    <a:pt x="30264" y="198767"/>
                  </a:lnTo>
                  <a:lnTo>
                    <a:pt x="27368" y="199694"/>
                  </a:lnTo>
                  <a:lnTo>
                    <a:pt x="25196" y="201625"/>
                  </a:lnTo>
                  <a:lnTo>
                    <a:pt x="23050" y="203504"/>
                  </a:lnTo>
                  <a:lnTo>
                    <a:pt x="21805" y="206260"/>
                  </a:lnTo>
                  <a:lnTo>
                    <a:pt x="21475" y="209842"/>
                  </a:lnTo>
                  <a:lnTo>
                    <a:pt x="26301" y="210337"/>
                  </a:lnTo>
                  <a:lnTo>
                    <a:pt x="26327" y="207962"/>
                  </a:lnTo>
                  <a:lnTo>
                    <a:pt x="27012" y="206032"/>
                  </a:lnTo>
                  <a:lnTo>
                    <a:pt x="28473" y="204609"/>
                  </a:lnTo>
                  <a:lnTo>
                    <a:pt x="29730" y="203339"/>
                  </a:lnTo>
                  <a:lnTo>
                    <a:pt x="31534" y="202679"/>
                  </a:lnTo>
                  <a:lnTo>
                    <a:pt x="35941" y="202679"/>
                  </a:lnTo>
                  <a:lnTo>
                    <a:pt x="37680" y="203276"/>
                  </a:lnTo>
                  <a:lnTo>
                    <a:pt x="39128" y="204711"/>
                  </a:lnTo>
                  <a:lnTo>
                    <a:pt x="40347" y="205867"/>
                  </a:lnTo>
                  <a:lnTo>
                    <a:pt x="41008" y="207416"/>
                  </a:lnTo>
                  <a:lnTo>
                    <a:pt x="41008" y="211048"/>
                  </a:lnTo>
                  <a:lnTo>
                    <a:pt x="40284" y="212979"/>
                  </a:lnTo>
                  <a:lnTo>
                    <a:pt x="37350" y="216954"/>
                  </a:lnTo>
                  <a:lnTo>
                    <a:pt x="34544" y="219646"/>
                  </a:lnTo>
                  <a:lnTo>
                    <a:pt x="27698" y="225272"/>
                  </a:lnTo>
                  <a:lnTo>
                    <a:pt x="25641" y="227203"/>
                  </a:lnTo>
                  <a:lnTo>
                    <a:pt x="20548" y="236080"/>
                  </a:lnTo>
                  <a:lnTo>
                    <a:pt x="20574" y="237236"/>
                  </a:lnTo>
                  <a:lnTo>
                    <a:pt x="45897" y="237236"/>
                  </a:lnTo>
                  <a:lnTo>
                    <a:pt x="45897" y="232714"/>
                  </a:lnTo>
                  <a:close/>
                </a:path>
                <a:path w="2667634" h="2440940">
                  <a:moveTo>
                    <a:pt x="47510" y="1562074"/>
                  </a:moveTo>
                  <a:lnTo>
                    <a:pt x="33058" y="1562074"/>
                  </a:lnTo>
                  <a:lnTo>
                    <a:pt x="33058" y="1566824"/>
                  </a:lnTo>
                  <a:lnTo>
                    <a:pt x="47510" y="1566824"/>
                  </a:lnTo>
                  <a:lnTo>
                    <a:pt x="47510" y="1562074"/>
                  </a:lnTo>
                  <a:close/>
                </a:path>
                <a:path w="2667634" h="2440940">
                  <a:moveTo>
                    <a:pt x="74472" y="2368550"/>
                  </a:moveTo>
                  <a:lnTo>
                    <a:pt x="70637" y="2348382"/>
                  </a:lnTo>
                  <a:lnTo>
                    <a:pt x="70231" y="2347747"/>
                  </a:lnTo>
                  <a:lnTo>
                    <a:pt x="69646" y="2347214"/>
                  </a:lnTo>
                  <a:lnTo>
                    <a:pt x="69646" y="2370340"/>
                  </a:lnTo>
                  <a:lnTo>
                    <a:pt x="68884" y="2374531"/>
                  </a:lnTo>
                  <a:lnTo>
                    <a:pt x="65963" y="2378684"/>
                  </a:lnTo>
                  <a:lnTo>
                    <a:pt x="64147" y="2379726"/>
                  </a:lnTo>
                  <a:lnTo>
                    <a:pt x="59829" y="2379726"/>
                  </a:lnTo>
                  <a:lnTo>
                    <a:pt x="58013" y="2378684"/>
                  </a:lnTo>
                  <a:lnTo>
                    <a:pt x="55067" y="2374506"/>
                  </a:lnTo>
                  <a:lnTo>
                    <a:pt x="54330" y="2370340"/>
                  </a:lnTo>
                  <a:lnTo>
                    <a:pt x="54432" y="2357234"/>
                  </a:lnTo>
                  <a:lnTo>
                    <a:pt x="55143" y="2353462"/>
                  </a:lnTo>
                  <a:lnTo>
                    <a:pt x="58051" y="2349296"/>
                  </a:lnTo>
                  <a:lnTo>
                    <a:pt x="59778" y="2348382"/>
                  </a:lnTo>
                  <a:lnTo>
                    <a:pt x="64135" y="2348382"/>
                  </a:lnTo>
                  <a:lnTo>
                    <a:pt x="65963" y="2349411"/>
                  </a:lnTo>
                  <a:lnTo>
                    <a:pt x="68910" y="2353564"/>
                  </a:lnTo>
                  <a:lnTo>
                    <a:pt x="69557" y="2357234"/>
                  </a:lnTo>
                  <a:lnTo>
                    <a:pt x="69646" y="2370340"/>
                  </a:lnTo>
                  <a:lnTo>
                    <a:pt x="69646" y="2347214"/>
                  </a:lnTo>
                  <a:lnTo>
                    <a:pt x="68948" y="2346553"/>
                  </a:lnTo>
                  <a:lnTo>
                    <a:pt x="65849" y="2344902"/>
                  </a:lnTo>
                  <a:lnTo>
                    <a:pt x="64046" y="2344483"/>
                  </a:lnTo>
                  <a:lnTo>
                    <a:pt x="59207" y="2344483"/>
                  </a:lnTo>
                  <a:lnTo>
                    <a:pt x="49504" y="2359520"/>
                  </a:lnTo>
                  <a:lnTo>
                    <a:pt x="49504" y="2371242"/>
                  </a:lnTo>
                  <a:lnTo>
                    <a:pt x="50761" y="2376436"/>
                  </a:lnTo>
                  <a:lnTo>
                    <a:pt x="55397" y="2382278"/>
                  </a:lnTo>
                  <a:lnTo>
                    <a:pt x="58293" y="2383599"/>
                  </a:lnTo>
                  <a:lnTo>
                    <a:pt x="64795" y="2383599"/>
                  </a:lnTo>
                  <a:lnTo>
                    <a:pt x="67119" y="2382837"/>
                  </a:lnTo>
                  <a:lnTo>
                    <a:pt x="70789" y="2379827"/>
                  </a:lnTo>
                  <a:lnTo>
                    <a:pt x="72174" y="2377694"/>
                  </a:lnTo>
                  <a:lnTo>
                    <a:pt x="74015" y="2372169"/>
                  </a:lnTo>
                  <a:lnTo>
                    <a:pt x="74472" y="2368550"/>
                  </a:lnTo>
                  <a:close/>
                </a:path>
                <a:path w="2667634" h="2440940">
                  <a:moveTo>
                    <a:pt x="74472" y="1832140"/>
                  </a:moveTo>
                  <a:lnTo>
                    <a:pt x="69646" y="1810766"/>
                  </a:lnTo>
                  <a:lnTo>
                    <a:pt x="69646" y="1833905"/>
                  </a:lnTo>
                  <a:lnTo>
                    <a:pt x="68910" y="1838096"/>
                  </a:lnTo>
                  <a:lnTo>
                    <a:pt x="65963" y="1842287"/>
                  </a:lnTo>
                  <a:lnTo>
                    <a:pt x="64147" y="1843278"/>
                  </a:lnTo>
                  <a:lnTo>
                    <a:pt x="59829" y="1843278"/>
                  </a:lnTo>
                  <a:lnTo>
                    <a:pt x="58013" y="1842287"/>
                  </a:lnTo>
                  <a:lnTo>
                    <a:pt x="55067" y="1838096"/>
                  </a:lnTo>
                  <a:lnTo>
                    <a:pt x="54330" y="1833905"/>
                  </a:lnTo>
                  <a:lnTo>
                    <a:pt x="54444" y="1820786"/>
                  </a:lnTo>
                  <a:lnTo>
                    <a:pt x="55143" y="1817039"/>
                  </a:lnTo>
                  <a:lnTo>
                    <a:pt x="56769" y="1814677"/>
                  </a:lnTo>
                  <a:lnTo>
                    <a:pt x="58051" y="1812848"/>
                  </a:lnTo>
                  <a:lnTo>
                    <a:pt x="59778" y="1811972"/>
                  </a:lnTo>
                  <a:lnTo>
                    <a:pt x="64135" y="1811972"/>
                  </a:lnTo>
                  <a:lnTo>
                    <a:pt x="65963" y="1812963"/>
                  </a:lnTo>
                  <a:lnTo>
                    <a:pt x="68910" y="1817154"/>
                  </a:lnTo>
                  <a:lnTo>
                    <a:pt x="69545" y="1820786"/>
                  </a:lnTo>
                  <a:lnTo>
                    <a:pt x="69646" y="1833905"/>
                  </a:lnTo>
                  <a:lnTo>
                    <a:pt x="69646" y="1810766"/>
                  </a:lnTo>
                  <a:lnTo>
                    <a:pt x="68948" y="1810092"/>
                  </a:lnTo>
                  <a:lnTo>
                    <a:pt x="65849" y="1808441"/>
                  </a:lnTo>
                  <a:lnTo>
                    <a:pt x="64046" y="1808060"/>
                  </a:lnTo>
                  <a:lnTo>
                    <a:pt x="59207" y="1808060"/>
                  </a:lnTo>
                  <a:lnTo>
                    <a:pt x="49504" y="1823097"/>
                  </a:lnTo>
                  <a:lnTo>
                    <a:pt x="49504" y="1834845"/>
                  </a:lnTo>
                  <a:lnTo>
                    <a:pt x="50761" y="1840026"/>
                  </a:lnTo>
                  <a:lnTo>
                    <a:pt x="55397" y="1845868"/>
                  </a:lnTo>
                  <a:lnTo>
                    <a:pt x="58293" y="1847189"/>
                  </a:lnTo>
                  <a:lnTo>
                    <a:pt x="64795" y="1847189"/>
                  </a:lnTo>
                  <a:lnTo>
                    <a:pt x="74015" y="1835721"/>
                  </a:lnTo>
                  <a:lnTo>
                    <a:pt x="74472" y="1832140"/>
                  </a:lnTo>
                  <a:close/>
                </a:path>
                <a:path w="2667634" h="2440940">
                  <a:moveTo>
                    <a:pt x="74891" y="2098103"/>
                  </a:moveTo>
                  <a:lnTo>
                    <a:pt x="73748" y="2095131"/>
                  </a:lnTo>
                  <a:lnTo>
                    <a:pt x="72123" y="2093493"/>
                  </a:lnTo>
                  <a:lnTo>
                    <a:pt x="70383" y="2091740"/>
                  </a:lnTo>
                  <a:lnTo>
                    <a:pt x="69151" y="2090496"/>
                  </a:lnTo>
                  <a:lnTo>
                    <a:pt x="66332" y="2089340"/>
                  </a:lnTo>
                  <a:lnTo>
                    <a:pt x="60452" y="2089340"/>
                  </a:lnTo>
                  <a:lnTo>
                    <a:pt x="58039" y="2090140"/>
                  </a:lnTo>
                  <a:lnTo>
                    <a:pt x="55740" y="2091740"/>
                  </a:lnTo>
                  <a:lnTo>
                    <a:pt x="57810" y="2081441"/>
                  </a:lnTo>
                  <a:lnTo>
                    <a:pt x="73101" y="2081441"/>
                  </a:lnTo>
                  <a:lnTo>
                    <a:pt x="73101" y="2076945"/>
                  </a:lnTo>
                  <a:lnTo>
                    <a:pt x="54051" y="2076945"/>
                  </a:lnTo>
                  <a:lnTo>
                    <a:pt x="50342" y="2096617"/>
                  </a:lnTo>
                  <a:lnTo>
                    <a:pt x="54749" y="2097201"/>
                  </a:lnTo>
                  <a:lnTo>
                    <a:pt x="55448" y="2096109"/>
                  </a:lnTo>
                  <a:lnTo>
                    <a:pt x="56413" y="2095207"/>
                  </a:lnTo>
                  <a:lnTo>
                    <a:pt x="58851" y="2093836"/>
                  </a:lnTo>
                  <a:lnTo>
                    <a:pt x="60210" y="2093493"/>
                  </a:lnTo>
                  <a:lnTo>
                    <a:pt x="64173" y="2093493"/>
                  </a:lnTo>
                  <a:lnTo>
                    <a:pt x="66141" y="2094268"/>
                  </a:lnTo>
                  <a:lnTo>
                    <a:pt x="69151" y="2097366"/>
                  </a:lnTo>
                  <a:lnTo>
                    <a:pt x="69900" y="2099487"/>
                  </a:lnTo>
                  <a:lnTo>
                    <a:pt x="69824" y="2105202"/>
                  </a:lnTo>
                  <a:lnTo>
                    <a:pt x="69126" y="2107247"/>
                  </a:lnTo>
                  <a:lnTo>
                    <a:pt x="65989" y="2110663"/>
                  </a:lnTo>
                  <a:lnTo>
                    <a:pt x="64071" y="2111514"/>
                  </a:lnTo>
                  <a:lnTo>
                    <a:pt x="59918" y="2111514"/>
                  </a:lnTo>
                  <a:lnTo>
                    <a:pt x="58318" y="2110917"/>
                  </a:lnTo>
                  <a:lnTo>
                    <a:pt x="55651" y="2108492"/>
                  </a:lnTo>
                  <a:lnTo>
                    <a:pt x="54800" y="2106688"/>
                  </a:lnTo>
                  <a:lnTo>
                    <a:pt x="54444" y="2104275"/>
                  </a:lnTo>
                  <a:lnTo>
                    <a:pt x="49504" y="2104694"/>
                  </a:lnTo>
                  <a:lnTo>
                    <a:pt x="49809" y="2107920"/>
                  </a:lnTo>
                  <a:lnTo>
                    <a:pt x="51066" y="2110511"/>
                  </a:lnTo>
                  <a:lnTo>
                    <a:pt x="55486" y="2114410"/>
                  </a:lnTo>
                  <a:lnTo>
                    <a:pt x="58331" y="2115388"/>
                  </a:lnTo>
                  <a:lnTo>
                    <a:pt x="66052" y="2115388"/>
                  </a:lnTo>
                  <a:lnTo>
                    <a:pt x="69405" y="2113838"/>
                  </a:lnTo>
                  <a:lnTo>
                    <a:pt x="71247" y="2111514"/>
                  </a:lnTo>
                  <a:lnTo>
                    <a:pt x="73888" y="2108212"/>
                  </a:lnTo>
                  <a:lnTo>
                    <a:pt x="74891" y="2105202"/>
                  </a:lnTo>
                  <a:lnTo>
                    <a:pt x="74891" y="2098103"/>
                  </a:lnTo>
                  <a:close/>
                </a:path>
                <a:path w="2667634" h="2440940">
                  <a:moveTo>
                    <a:pt x="75095" y="1295704"/>
                  </a:moveTo>
                  <a:lnTo>
                    <a:pt x="70256" y="1274356"/>
                  </a:lnTo>
                  <a:lnTo>
                    <a:pt x="70256" y="1297470"/>
                  </a:lnTo>
                  <a:lnTo>
                    <a:pt x="69519" y="1301661"/>
                  </a:lnTo>
                  <a:lnTo>
                    <a:pt x="66586" y="1305852"/>
                  </a:lnTo>
                  <a:lnTo>
                    <a:pt x="64757" y="1306893"/>
                  </a:lnTo>
                  <a:lnTo>
                    <a:pt x="60439" y="1306893"/>
                  </a:lnTo>
                  <a:lnTo>
                    <a:pt x="58623" y="1305852"/>
                  </a:lnTo>
                  <a:lnTo>
                    <a:pt x="55689" y="1301661"/>
                  </a:lnTo>
                  <a:lnTo>
                    <a:pt x="54940" y="1297470"/>
                  </a:lnTo>
                  <a:lnTo>
                    <a:pt x="55054" y="1284363"/>
                  </a:lnTo>
                  <a:lnTo>
                    <a:pt x="55753" y="1280604"/>
                  </a:lnTo>
                  <a:lnTo>
                    <a:pt x="57378" y="1278242"/>
                  </a:lnTo>
                  <a:lnTo>
                    <a:pt x="58661" y="1276426"/>
                  </a:lnTo>
                  <a:lnTo>
                    <a:pt x="60388" y="1275537"/>
                  </a:lnTo>
                  <a:lnTo>
                    <a:pt x="64744" y="1275537"/>
                  </a:lnTo>
                  <a:lnTo>
                    <a:pt x="66586" y="1276527"/>
                  </a:lnTo>
                  <a:lnTo>
                    <a:pt x="69519" y="1280718"/>
                  </a:lnTo>
                  <a:lnTo>
                    <a:pt x="70154" y="1284363"/>
                  </a:lnTo>
                  <a:lnTo>
                    <a:pt x="70256" y="1297470"/>
                  </a:lnTo>
                  <a:lnTo>
                    <a:pt x="70256" y="1274356"/>
                  </a:lnTo>
                  <a:lnTo>
                    <a:pt x="69557" y="1273721"/>
                  </a:lnTo>
                  <a:lnTo>
                    <a:pt x="66459" y="1272070"/>
                  </a:lnTo>
                  <a:lnTo>
                    <a:pt x="64655" y="1271625"/>
                  </a:lnTo>
                  <a:lnTo>
                    <a:pt x="59817" y="1271625"/>
                  </a:lnTo>
                  <a:lnTo>
                    <a:pt x="50114" y="1286675"/>
                  </a:lnTo>
                  <a:lnTo>
                    <a:pt x="50114" y="1298409"/>
                  </a:lnTo>
                  <a:lnTo>
                    <a:pt x="51384" y="1303591"/>
                  </a:lnTo>
                  <a:lnTo>
                    <a:pt x="56007" y="1309433"/>
                  </a:lnTo>
                  <a:lnTo>
                    <a:pt x="58915" y="1310754"/>
                  </a:lnTo>
                  <a:lnTo>
                    <a:pt x="65405" y="1310754"/>
                  </a:lnTo>
                  <a:lnTo>
                    <a:pt x="67729" y="1309979"/>
                  </a:lnTo>
                  <a:lnTo>
                    <a:pt x="69570" y="1308493"/>
                  </a:lnTo>
                  <a:lnTo>
                    <a:pt x="71399" y="1306957"/>
                  </a:lnTo>
                  <a:lnTo>
                    <a:pt x="72783" y="1304861"/>
                  </a:lnTo>
                  <a:lnTo>
                    <a:pt x="74637" y="1299298"/>
                  </a:lnTo>
                  <a:lnTo>
                    <a:pt x="75095" y="1295704"/>
                  </a:lnTo>
                  <a:close/>
                </a:path>
                <a:path w="2667634" h="2440940">
                  <a:moveTo>
                    <a:pt x="75514" y="1025258"/>
                  </a:moveTo>
                  <a:lnTo>
                    <a:pt x="74358" y="1022286"/>
                  </a:lnTo>
                  <a:lnTo>
                    <a:pt x="69761" y="1017663"/>
                  </a:lnTo>
                  <a:lnTo>
                    <a:pt x="66941" y="1016495"/>
                  </a:lnTo>
                  <a:lnTo>
                    <a:pt x="61074" y="1016495"/>
                  </a:lnTo>
                  <a:lnTo>
                    <a:pt x="58661" y="1017270"/>
                  </a:lnTo>
                  <a:lnTo>
                    <a:pt x="56362" y="1018870"/>
                  </a:lnTo>
                  <a:lnTo>
                    <a:pt x="58420" y="1008557"/>
                  </a:lnTo>
                  <a:lnTo>
                    <a:pt x="73710" y="1008557"/>
                  </a:lnTo>
                  <a:lnTo>
                    <a:pt x="73710" y="1004100"/>
                  </a:lnTo>
                  <a:lnTo>
                    <a:pt x="54660" y="1004100"/>
                  </a:lnTo>
                  <a:lnTo>
                    <a:pt x="50952" y="1023772"/>
                  </a:lnTo>
                  <a:lnTo>
                    <a:pt x="55359" y="1024331"/>
                  </a:lnTo>
                  <a:lnTo>
                    <a:pt x="56070" y="1023226"/>
                  </a:lnTo>
                  <a:lnTo>
                    <a:pt x="57023" y="1022337"/>
                  </a:lnTo>
                  <a:lnTo>
                    <a:pt x="59461" y="1020965"/>
                  </a:lnTo>
                  <a:lnTo>
                    <a:pt x="60833" y="1020635"/>
                  </a:lnTo>
                  <a:lnTo>
                    <a:pt x="64782" y="1020635"/>
                  </a:lnTo>
                  <a:lnTo>
                    <a:pt x="66751" y="1021410"/>
                  </a:lnTo>
                  <a:lnTo>
                    <a:pt x="69761" y="1024496"/>
                  </a:lnTo>
                  <a:lnTo>
                    <a:pt x="70523" y="1026642"/>
                  </a:lnTo>
                  <a:lnTo>
                    <a:pt x="70523" y="1032154"/>
                  </a:lnTo>
                  <a:lnTo>
                    <a:pt x="69735" y="1034415"/>
                  </a:lnTo>
                  <a:lnTo>
                    <a:pt x="66598" y="1037831"/>
                  </a:lnTo>
                  <a:lnTo>
                    <a:pt x="64681" y="1038656"/>
                  </a:lnTo>
                  <a:lnTo>
                    <a:pt x="60540" y="1038656"/>
                  </a:lnTo>
                  <a:lnTo>
                    <a:pt x="58928" y="1038047"/>
                  </a:lnTo>
                  <a:lnTo>
                    <a:pt x="56273" y="1035621"/>
                  </a:lnTo>
                  <a:lnTo>
                    <a:pt x="55422" y="1033805"/>
                  </a:lnTo>
                  <a:lnTo>
                    <a:pt x="55054" y="1031430"/>
                  </a:lnTo>
                  <a:lnTo>
                    <a:pt x="50114" y="1031824"/>
                  </a:lnTo>
                  <a:lnTo>
                    <a:pt x="50431" y="1035075"/>
                  </a:lnTo>
                  <a:lnTo>
                    <a:pt x="51689" y="1037666"/>
                  </a:lnTo>
                  <a:lnTo>
                    <a:pt x="56095" y="1041577"/>
                  </a:lnTo>
                  <a:lnTo>
                    <a:pt x="58940" y="1042517"/>
                  </a:lnTo>
                  <a:lnTo>
                    <a:pt x="66675" y="1042517"/>
                  </a:lnTo>
                  <a:lnTo>
                    <a:pt x="70027" y="1040968"/>
                  </a:lnTo>
                  <a:lnTo>
                    <a:pt x="74498" y="1035354"/>
                  </a:lnTo>
                  <a:lnTo>
                    <a:pt x="75514" y="1032370"/>
                  </a:lnTo>
                  <a:lnTo>
                    <a:pt x="75514" y="1025258"/>
                  </a:lnTo>
                  <a:close/>
                </a:path>
                <a:path w="2667634" h="2440940">
                  <a:moveTo>
                    <a:pt x="76809" y="759282"/>
                  </a:moveTo>
                  <a:lnTo>
                    <a:pt x="72974" y="739101"/>
                  </a:lnTo>
                  <a:lnTo>
                    <a:pt x="72555" y="738441"/>
                  </a:lnTo>
                  <a:lnTo>
                    <a:pt x="71970" y="737920"/>
                  </a:lnTo>
                  <a:lnTo>
                    <a:pt x="71970" y="761047"/>
                  </a:lnTo>
                  <a:lnTo>
                    <a:pt x="71234" y="765225"/>
                  </a:lnTo>
                  <a:lnTo>
                    <a:pt x="68287" y="769416"/>
                  </a:lnTo>
                  <a:lnTo>
                    <a:pt x="66471" y="770470"/>
                  </a:lnTo>
                  <a:lnTo>
                    <a:pt x="62153" y="770470"/>
                  </a:lnTo>
                  <a:lnTo>
                    <a:pt x="60337" y="769416"/>
                  </a:lnTo>
                  <a:lnTo>
                    <a:pt x="57404" y="765225"/>
                  </a:lnTo>
                  <a:lnTo>
                    <a:pt x="56654" y="761047"/>
                  </a:lnTo>
                  <a:lnTo>
                    <a:pt x="56769" y="747928"/>
                  </a:lnTo>
                  <a:lnTo>
                    <a:pt x="57467" y="744181"/>
                  </a:lnTo>
                  <a:lnTo>
                    <a:pt x="59093" y="741807"/>
                  </a:lnTo>
                  <a:lnTo>
                    <a:pt x="60375" y="739990"/>
                  </a:lnTo>
                  <a:lnTo>
                    <a:pt x="62103" y="739101"/>
                  </a:lnTo>
                  <a:lnTo>
                    <a:pt x="66459" y="739101"/>
                  </a:lnTo>
                  <a:lnTo>
                    <a:pt x="71970" y="761047"/>
                  </a:lnTo>
                  <a:lnTo>
                    <a:pt x="71970" y="737920"/>
                  </a:lnTo>
                  <a:lnTo>
                    <a:pt x="71272" y="737285"/>
                  </a:lnTo>
                  <a:lnTo>
                    <a:pt x="68173" y="735634"/>
                  </a:lnTo>
                  <a:lnTo>
                    <a:pt x="66370" y="735190"/>
                  </a:lnTo>
                  <a:lnTo>
                    <a:pt x="61531" y="735190"/>
                  </a:lnTo>
                  <a:lnTo>
                    <a:pt x="51828" y="750239"/>
                  </a:lnTo>
                  <a:lnTo>
                    <a:pt x="51828" y="761974"/>
                  </a:lnTo>
                  <a:lnTo>
                    <a:pt x="53086" y="767156"/>
                  </a:lnTo>
                  <a:lnTo>
                    <a:pt x="57721" y="772998"/>
                  </a:lnTo>
                  <a:lnTo>
                    <a:pt x="60617" y="774331"/>
                  </a:lnTo>
                  <a:lnTo>
                    <a:pt x="67119" y="774331"/>
                  </a:lnTo>
                  <a:lnTo>
                    <a:pt x="76339" y="762863"/>
                  </a:lnTo>
                  <a:lnTo>
                    <a:pt x="76809" y="759282"/>
                  </a:lnTo>
                  <a:close/>
                </a:path>
                <a:path w="2667634" h="2440940">
                  <a:moveTo>
                    <a:pt x="76809" y="222846"/>
                  </a:moveTo>
                  <a:lnTo>
                    <a:pt x="72974" y="202679"/>
                  </a:lnTo>
                  <a:lnTo>
                    <a:pt x="72555" y="202018"/>
                  </a:lnTo>
                  <a:lnTo>
                    <a:pt x="71970" y="201498"/>
                  </a:lnTo>
                  <a:lnTo>
                    <a:pt x="71970" y="224612"/>
                  </a:lnTo>
                  <a:lnTo>
                    <a:pt x="71234" y="228803"/>
                  </a:lnTo>
                  <a:lnTo>
                    <a:pt x="68287" y="232994"/>
                  </a:lnTo>
                  <a:lnTo>
                    <a:pt x="66471" y="234035"/>
                  </a:lnTo>
                  <a:lnTo>
                    <a:pt x="62153" y="234035"/>
                  </a:lnTo>
                  <a:lnTo>
                    <a:pt x="60337" y="232994"/>
                  </a:lnTo>
                  <a:lnTo>
                    <a:pt x="57404" y="228803"/>
                  </a:lnTo>
                  <a:lnTo>
                    <a:pt x="56654" y="224612"/>
                  </a:lnTo>
                  <a:lnTo>
                    <a:pt x="56756" y="211543"/>
                  </a:lnTo>
                  <a:lnTo>
                    <a:pt x="57467" y="207746"/>
                  </a:lnTo>
                  <a:lnTo>
                    <a:pt x="60375" y="203555"/>
                  </a:lnTo>
                  <a:lnTo>
                    <a:pt x="62103" y="202679"/>
                  </a:lnTo>
                  <a:lnTo>
                    <a:pt x="66459" y="202679"/>
                  </a:lnTo>
                  <a:lnTo>
                    <a:pt x="71970" y="224612"/>
                  </a:lnTo>
                  <a:lnTo>
                    <a:pt x="71970" y="201498"/>
                  </a:lnTo>
                  <a:lnTo>
                    <a:pt x="71272" y="200863"/>
                  </a:lnTo>
                  <a:lnTo>
                    <a:pt x="68173" y="199199"/>
                  </a:lnTo>
                  <a:lnTo>
                    <a:pt x="66370" y="198767"/>
                  </a:lnTo>
                  <a:lnTo>
                    <a:pt x="61531" y="198767"/>
                  </a:lnTo>
                  <a:lnTo>
                    <a:pt x="51828" y="213804"/>
                  </a:lnTo>
                  <a:lnTo>
                    <a:pt x="51828" y="225552"/>
                  </a:lnTo>
                  <a:lnTo>
                    <a:pt x="53086" y="230733"/>
                  </a:lnTo>
                  <a:lnTo>
                    <a:pt x="57721" y="236575"/>
                  </a:lnTo>
                  <a:lnTo>
                    <a:pt x="60617" y="237896"/>
                  </a:lnTo>
                  <a:lnTo>
                    <a:pt x="67119" y="237896"/>
                  </a:lnTo>
                  <a:lnTo>
                    <a:pt x="76339" y="226479"/>
                  </a:lnTo>
                  <a:lnTo>
                    <a:pt x="76809" y="222846"/>
                  </a:lnTo>
                  <a:close/>
                </a:path>
                <a:path w="2667634" h="2440940">
                  <a:moveTo>
                    <a:pt x="77228" y="488835"/>
                  </a:moveTo>
                  <a:lnTo>
                    <a:pt x="68656" y="480072"/>
                  </a:lnTo>
                  <a:lnTo>
                    <a:pt x="62788" y="480072"/>
                  </a:lnTo>
                  <a:lnTo>
                    <a:pt x="60363" y="480834"/>
                  </a:lnTo>
                  <a:lnTo>
                    <a:pt x="58077" y="482434"/>
                  </a:lnTo>
                  <a:lnTo>
                    <a:pt x="60134" y="472135"/>
                  </a:lnTo>
                  <a:lnTo>
                    <a:pt x="75425" y="472135"/>
                  </a:lnTo>
                  <a:lnTo>
                    <a:pt x="75425" y="467664"/>
                  </a:lnTo>
                  <a:lnTo>
                    <a:pt x="56375" y="467664"/>
                  </a:lnTo>
                  <a:lnTo>
                    <a:pt x="52666" y="487337"/>
                  </a:lnTo>
                  <a:lnTo>
                    <a:pt x="57073" y="487895"/>
                  </a:lnTo>
                  <a:lnTo>
                    <a:pt x="57772" y="486791"/>
                  </a:lnTo>
                  <a:lnTo>
                    <a:pt x="58737" y="485914"/>
                  </a:lnTo>
                  <a:lnTo>
                    <a:pt x="59956" y="485254"/>
                  </a:lnTo>
                  <a:lnTo>
                    <a:pt x="61175" y="484530"/>
                  </a:lnTo>
                  <a:lnTo>
                    <a:pt x="62534" y="484200"/>
                  </a:lnTo>
                  <a:lnTo>
                    <a:pt x="66497" y="484200"/>
                  </a:lnTo>
                  <a:lnTo>
                    <a:pt x="68465" y="484974"/>
                  </a:lnTo>
                  <a:lnTo>
                    <a:pt x="71475" y="488061"/>
                  </a:lnTo>
                  <a:lnTo>
                    <a:pt x="72237" y="490207"/>
                  </a:lnTo>
                  <a:lnTo>
                    <a:pt x="72161" y="495935"/>
                  </a:lnTo>
                  <a:lnTo>
                    <a:pt x="71450" y="497979"/>
                  </a:lnTo>
                  <a:lnTo>
                    <a:pt x="68313" y="501396"/>
                  </a:lnTo>
                  <a:lnTo>
                    <a:pt x="66395" y="502221"/>
                  </a:lnTo>
                  <a:lnTo>
                    <a:pt x="62255" y="502221"/>
                  </a:lnTo>
                  <a:lnTo>
                    <a:pt x="60642" y="501611"/>
                  </a:lnTo>
                  <a:lnTo>
                    <a:pt x="57988" y="499198"/>
                  </a:lnTo>
                  <a:lnTo>
                    <a:pt x="57124" y="497370"/>
                  </a:lnTo>
                  <a:lnTo>
                    <a:pt x="56769" y="495007"/>
                  </a:lnTo>
                  <a:lnTo>
                    <a:pt x="51828" y="495388"/>
                  </a:lnTo>
                  <a:lnTo>
                    <a:pt x="52146" y="498640"/>
                  </a:lnTo>
                  <a:lnTo>
                    <a:pt x="53403" y="501230"/>
                  </a:lnTo>
                  <a:lnTo>
                    <a:pt x="55600" y="503161"/>
                  </a:lnTo>
                  <a:lnTo>
                    <a:pt x="57810" y="505142"/>
                  </a:lnTo>
                  <a:lnTo>
                    <a:pt x="60655" y="506082"/>
                  </a:lnTo>
                  <a:lnTo>
                    <a:pt x="68376" y="506082"/>
                  </a:lnTo>
                  <a:lnTo>
                    <a:pt x="71729" y="504532"/>
                  </a:lnTo>
                  <a:lnTo>
                    <a:pt x="73583" y="502221"/>
                  </a:lnTo>
                  <a:lnTo>
                    <a:pt x="76212" y="498919"/>
                  </a:lnTo>
                  <a:lnTo>
                    <a:pt x="77228" y="495935"/>
                  </a:lnTo>
                  <a:lnTo>
                    <a:pt x="77228" y="488835"/>
                  </a:lnTo>
                  <a:close/>
                </a:path>
                <a:path w="2667634" h="2440940">
                  <a:moveTo>
                    <a:pt x="77317" y="1561693"/>
                  </a:moveTo>
                  <a:lnTo>
                    <a:pt x="76174" y="1558721"/>
                  </a:lnTo>
                  <a:lnTo>
                    <a:pt x="74523" y="1557070"/>
                  </a:lnTo>
                  <a:lnTo>
                    <a:pt x="72771" y="1555305"/>
                  </a:lnTo>
                  <a:lnTo>
                    <a:pt x="71564" y="1554086"/>
                  </a:lnTo>
                  <a:lnTo>
                    <a:pt x="68745" y="1552930"/>
                  </a:lnTo>
                  <a:lnTo>
                    <a:pt x="62877" y="1552930"/>
                  </a:lnTo>
                  <a:lnTo>
                    <a:pt x="60464" y="1553705"/>
                  </a:lnTo>
                  <a:lnTo>
                    <a:pt x="58166" y="1555305"/>
                  </a:lnTo>
                  <a:lnTo>
                    <a:pt x="60236" y="1544993"/>
                  </a:lnTo>
                  <a:lnTo>
                    <a:pt x="75514" y="1544993"/>
                  </a:lnTo>
                  <a:lnTo>
                    <a:pt x="75514" y="1540535"/>
                  </a:lnTo>
                  <a:lnTo>
                    <a:pt x="56464" y="1540535"/>
                  </a:lnTo>
                  <a:lnTo>
                    <a:pt x="52755" y="1560207"/>
                  </a:lnTo>
                  <a:lnTo>
                    <a:pt x="57175" y="1560753"/>
                  </a:lnTo>
                  <a:lnTo>
                    <a:pt x="57873" y="1559661"/>
                  </a:lnTo>
                  <a:lnTo>
                    <a:pt x="58826" y="1558772"/>
                  </a:lnTo>
                  <a:lnTo>
                    <a:pt x="60045" y="1558112"/>
                  </a:lnTo>
                  <a:lnTo>
                    <a:pt x="61264" y="1557401"/>
                  </a:lnTo>
                  <a:lnTo>
                    <a:pt x="62636" y="1557070"/>
                  </a:lnTo>
                  <a:lnTo>
                    <a:pt x="66586" y="1557070"/>
                  </a:lnTo>
                  <a:lnTo>
                    <a:pt x="68554" y="1557832"/>
                  </a:lnTo>
                  <a:lnTo>
                    <a:pt x="71577" y="1560918"/>
                  </a:lnTo>
                  <a:lnTo>
                    <a:pt x="72326" y="1563077"/>
                  </a:lnTo>
                  <a:lnTo>
                    <a:pt x="72237" y="1568805"/>
                  </a:lnTo>
                  <a:lnTo>
                    <a:pt x="71539" y="1570837"/>
                  </a:lnTo>
                  <a:lnTo>
                    <a:pt x="68414" y="1574266"/>
                  </a:lnTo>
                  <a:lnTo>
                    <a:pt x="66497" y="1575092"/>
                  </a:lnTo>
                  <a:lnTo>
                    <a:pt x="62344" y="1575092"/>
                  </a:lnTo>
                  <a:lnTo>
                    <a:pt x="60744" y="1574482"/>
                  </a:lnTo>
                  <a:lnTo>
                    <a:pt x="58077" y="1572056"/>
                  </a:lnTo>
                  <a:lnTo>
                    <a:pt x="57226" y="1570240"/>
                  </a:lnTo>
                  <a:lnTo>
                    <a:pt x="56857" y="1567865"/>
                  </a:lnTo>
                  <a:lnTo>
                    <a:pt x="51917" y="1568259"/>
                  </a:lnTo>
                  <a:lnTo>
                    <a:pt x="52235" y="1571510"/>
                  </a:lnTo>
                  <a:lnTo>
                    <a:pt x="53492" y="1574101"/>
                  </a:lnTo>
                  <a:lnTo>
                    <a:pt x="57899" y="1577949"/>
                  </a:lnTo>
                  <a:lnTo>
                    <a:pt x="60744" y="1578940"/>
                  </a:lnTo>
                  <a:lnTo>
                    <a:pt x="68478" y="1578940"/>
                  </a:lnTo>
                  <a:lnTo>
                    <a:pt x="71831" y="1577403"/>
                  </a:lnTo>
                  <a:lnTo>
                    <a:pt x="73672" y="1575092"/>
                  </a:lnTo>
                  <a:lnTo>
                    <a:pt x="76301" y="1571777"/>
                  </a:lnTo>
                  <a:lnTo>
                    <a:pt x="77317" y="1568805"/>
                  </a:lnTo>
                  <a:lnTo>
                    <a:pt x="77317" y="1561693"/>
                  </a:lnTo>
                  <a:close/>
                </a:path>
                <a:path w="2667634" h="2440940">
                  <a:moveTo>
                    <a:pt x="77812" y="2423896"/>
                  </a:moveTo>
                  <a:lnTo>
                    <a:pt x="63373" y="2423896"/>
                  </a:lnTo>
                  <a:lnTo>
                    <a:pt x="63373" y="2428633"/>
                  </a:lnTo>
                  <a:lnTo>
                    <a:pt x="77812" y="2428633"/>
                  </a:lnTo>
                  <a:lnTo>
                    <a:pt x="77812" y="2423896"/>
                  </a:lnTo>
                  <a:close/>
                </a:path>
                <a:path w="2667634" h="2440940">
                  <a:moveTo>
                    <a:pt x="106946" y="2435606"/>
                  </a:moveTo>
                  <a:lnTo>
                    <a:pt x="88163" y="2435606"/>
                  </a:lnTo>
                  <a:lnTo>
                    <a:pt x="88684" y="2434755"/>
                  </a:lnTo>
                  <a:lnTo>
                    <a:pt x="89344" y="2433904"/>
                  </a:lnTo>
                  <a:lnTo>
                    <a:pt x="90957" y="2432215"/>
                  </a:lnTo>
                  <a:lnTo>
                    <a:pt x="92760" y="2430602"/>
                  </a:lnTo>
                  <a:lnTo>
                    <a:pt x="98958" y="2425382"/>
                  </a:lnTo>
                  <a:lnTo>
                    <a:pt x="101384" y="2423134"/>
                  </a:lnTo>
                  <a:lnTo>
                    <a:pt x="104292" y="2419845"/>
                  </a:lnTo>
                  <a:lnTo>
                    <a:pt x="105333" y="2418296"/>
                  </a:lnTo>
                  <a:lnTo>
                    <a:pt x="106591" y="2415336"/>
                  </a:lnTo>
                  <a:lnTo>
                    <a:pt x="106870" y="2413978"/>
                  </a:lnTo>
                  <a:lnTo>
                    <a:pt x="106756" y="2408961"/>
                  </a:lnTo>
                  <a:lnTo>
                    <a:pt x="105829" y="2406764"/>
                  </a:lnTo>
                  <a:lnTo>
                    <a:pt x="104559" y="2405557"/>
                  </a:lnTo>
                  <a:lnTo>
                    <a:pt x="101549" y="2402687"/>
                  </a:lnTo>
                  <a:lnTo>
                    <a:pt x="98628" y="2401671"/>
                  </a:lnTo>
                  <a:lnTo>
                    <a:pt x="91313" y="2401671"/>
                  </a:lnTo>
                  <a:lnTo>
                    <a:pt x="88417" y="2402611"/>
                  </a:lnTo>
                  <a:lnTo>
                    <a:pt x="84099" y="2406383"/>
                  </a:lnTo>
                  <a:lnTo>
                    <a:pt x="82854" y="2409139"/>
                  </a:lnTo>
                  <a:lnTo>
                    <a:pt x="82524" y="2412746"/>
                  </a:lnTo>
                  <a:lnTo>
                    <a:pt x="87350" y="2413241"/>
                  </a:lnTo>
                  <a:lnTo>
                    <a:pt x="87376" y="2410841"/>
                  </a:lnTo>
                  <a:lnTo>
                    <a:pt x="88061" y="2408961"/>
                  </a:lnTo>
                  <a:lnTo>
                    <a:pt x="90779" y="2406243"/>
                  </a:lnTo>
                  <a:lnTo>
                    <a:pt x="92583" y="2405557"/>
                  </a:lnTo>
                  <a:lnTo>
                    <a:pt x="97002" y="2405557"/>
                  </a:lnTo>
                  <a:lnTo>
                    <a:pt x="98729" y="2406205"/>
                  </a:lnTo>
                  <a:lnTo>
                    <a:pt x="101396" y="2408758"/>
                  </a:lnTo>
                  <a:lnTo>
                    <a:pt x="102057" y="2410333"/>
                  </a:lnTo>
                  <a:lnTo>
                    <a:pt x="102057" y="2413978"/>
                  </a:lnTo>
                  <a:lnTo>
                    <a:pt x="101333" y="2415857"/>
                  </a:lnTo>
                  <a:lnTo>
                    <a:pt x="98399" y="2419858"/>
                  </a:lnTo>
                  <a:lnTo>
                    <a:pt x="95592" y="2422550"/>
                  </a:lnTo>
                  <a:lnTo>
                    <a:pt x="88747" y="2428163"/>
                  </a:lnTo>
                  <a:lnTo>
                    <a:pt x="86702" y="2430094"/>
                  </a:lnTo>
                  <a:lnTo>
                    <a:pt x="83858" y="2433434"/>
                  </a:lnTo>
                  <a:lnTo>
                    <a:pt x="82829" y="2435136"/>
                  </a:lnTo>
                  <a:lnTo>
                    <a:pt x="81775" y="2437904"/>
                  </a:lnTo>
                  <a:lnTo>
                    <a:pt x="81597" y="2438997"/>
                  </a:lnTo>
                  <a:lnTo>
                    <a:pt x="81635" y="2440127"/>
                  </a:lnTo>
                  <a:lnTo>
                    <a:pt x="106946" y="2440127"/>
                  </a:lnTo>
                  <a:lnTo>
                    <a:pt x="106946" y="2435606"/>
                  </a:lnTo>
                  <a:close/>
                </a:path>
                <a:path w="2667634" h="2440940">
                  <a:moveTo>
                    <a:pt x="137858" y="2425725"/>
                  </a:moveTo>
                  <a:lnTo>
                    <a:pt x="133019" y="2404389"/>
                  </a:lnTo>
                  <a:lnTo>
                    <a:pt x="133019" y="2427528"/>
                  </a:lnTo>
                  <a:lnTo>
                    <a:pt x="132270" y="2431707"/>
                  </a:lnTo>
                  <a:lnTo>
                    <a:pt x="129336" y="2435872"/>
                  </a:lnTo>
                  <a:lnTo>
                    <a:pt x="127533" y="2436914"/>
                  </a:lnTo>
                  <a:lnTo>
                    <a:pt x="123202" y="2436914"/>
                  </a:lnTo>
                  <a:lnTo>
                    <a:pt x="121399" y="2435872"/>
                  </a:lnTo>
                  <a:lnTo>
                    <a:pt x="118452" y="2431681"/>
                  </a:lnTo>
                  <a:lnTo>
                    <a:pt x="117716" y="2427528"/>
                  </a:lnTo>
                  <a:lnTo>
                    <a:pt x="117817" y="2414422"/>
                  </a:lnTo>
                  <a:lnTo>
                    <a:pt x="118529" y="2410637"/>
                  </a:lnTo>
                  <a:lnTo>
                    <a:pt x="121437" y="2406472"/>
                  </a:lnTo>
                  <a:lnTo>
                    <a:pt x="123164" y="2405557"/>
                  </a:lnTo>
                  <a:lnTo>
                    <a:pt x="127508" y="2405557"/>
                  </a:lnTo>
                  <a:lnTo>
                    <a:pt x="129336" y="2406599"/>
                  </a:lnTo>
                  <a:lnTo>
                    <a:pt x="132283" y="2410739"/>
                  </a:lnTo>
                  <a:lnTo>
                    <a:pt x="132930" y="2414422"/>
                  </a:lnTo>
                  <a:lnTo>
                    <a:pt x="133019" y="2427528"/>
                  </a:lnTo>
                  <a:lnTo>
                    <a:pt x="133019" y="2404389"/>
                  </a:lnTo>
                  <a:lnTo>
                    <a:pt x="132334" y="2403741"/>
                  </a:lnTo>
                  <a:lnTo>
                    <a:pt x="129222" y="2402078"/>
                  </a:lnTo>
                  <a:lnTo>
                    <a:pt x="127419" y="2401671"/>
                  </a:lnTo>
                  <a:lnTo>
                    <a:pt x="122580" y="2401671"/>
                  </a:lnTo>
                  <a:lnTo>
                    <a:pt x="112877" y="2416708"/>
                  </a:lnTo>
                  <a:lnTo>
                    <a:pt x="112877" y="2428430"/>
                  </a:lnTo>
                  <a:lnTo>
                    <a:pt x="114147" y="2433624"/>
                  </a:lnTo>
                  <a:lnTo>
                    <a:pt x="118783" y="2439454"/>
                  </a:lnTo>
                  <a:lnTo>
                    <a:pt x="121678" y="2440775"/>
                  </a:lnTo>
                  <a:lnTo>
                    <a:pt x="128168" y="2440775"/>
                  </a:lnTo>
                  <a:lnTo>
                    <a:pt x="130492" y="2440025"/>
                  </a:lnTo>
                  <a:lnTo>
                    <a:pt x="134175" y="2437015"/>
                  </a:lnTo>
                  <a:lnTo>
                    <a:pt x="135547" y="2434882"/>
                  </a:lnTo>
                  <a:lnTo>
                    <a:pt x="137388" y="2429357"/>
                  </a:lnTo>
                  <a:lnTo>
                    <a:pt x="137858" y="2425725"/>
                  </a:lnTo>
                  <a:close/>
                </a:path>
                <a:path w="2667634" h="2440940">
                  <a:moveTo>
                    <a:pt x="369036" y="2423896"/>
                  </a:moveTo>
                  <a:lnTo>
                    <a:pt x="354584" y="2423896"/>
                  </a:lnTo>
                  <a:lnTo>
                    <a:pt x="354584" y="2428633"/>
                  </a:lnTo>
                  <a:lnTo>
                    <a:pt x="369036" y="2428633"/>
                  </a:lnTo>
                  <a:lnTo>
                    <a:pt x="369036" y="2423896"/>
                  </a:lnTo>
                  <a:close/>
                </a:path>
                <a:path w="2667634" h="2440940">
                  <a:moveTo>
                    <a:pt x="391160" y="2401671"/>
                  </a:moveTo>
                  <a:lnTo>
                    <a:pt x="388137" y="2401671"/>
                  </a:lnTo>
                  <a:lnTo>
                    <a:pt x="387311" y="2403322"/>
                  </a:lnTo>
                  <a:lnTo>
                    <a:pt x="385927" y="2405024"/>
                  </a:lnTo>
                  <a:lnTo>
                    <a:pt x="381990" y="2408555"/>
                  </a:lnTo>
                  <a:lnTo>
                    <a:pt x="379691" y="2410041"/>
                  </a:lnTo>
                  <a:lnTo>
                    <a:pt x="377151" y="2411234"/>
                  </a:lnTo>
                  <a:lnTo>
                    <a:pt x="377050" y="2415832"/>
                  </a:lnTo>
                  <a:lnTo>
                    <a:pt x="386461" y="2410155"/>
                  </a:lnTo>
                  <a:lnTo>
                    <a:pt x="386461" y="2440127"/>
                  </a:lnTo>
                  <a:lnTo>
                    <a:pt x="391160" y="2440127"/>
                  </a:lnTo>
                  <a:lnTo>
                    <a:pt x="391160" y="2410155"/>
                  </a:lnTo>
                  <a:lnTo>
                    <a:pt x="391160" y="2401671"/>
                  </a:lnTo>
                  <a:close/>
                </a:path>
                <a:path w="2667634" h="2440940">
                  <a:moveTo>
                    <a:pt x="429488" y="2423503"/>
                  </a:moveTo>
                  <a:lnTo>
                    <a:pt x="428332" y="2420518"/>
                  </a:lnTo>
                  <a:lnTo>
                    <a:pt x="426694" y="2418880"/>
                  </a:lnTo>
                  <a:lnTo>
                    <a:pt x="424967" y="2417140"/>
                  </a:lnTo>
                  <a:lnTo>
                    <a:pt x="423760" y="2415895"/>
                  </a:lnTo>
                  <a:lnTo>
                    <a:pt x="420941" y="2414727"/>
                  </a:lnTo>
                  <a:lnTo>
                    <a:pt x="415048" y="2414727"/>
                  </a:lnTo>
                  <a:lnTo>
                    <a:pt x="412635" y="2415527"/>
                  </a:lnTo>
                  <a:lnTo>
                    <a:pt x="410337" y="2417140"/>
                  </a:lnTo>
                  <a:lnTo>
                    <a:pt x="412407" y="2406840"/>
                  </a:lnTo>
                  <a:lnTo>
                    <a:pt x="427672" y="2406840"/>
                  </a:lnTo>
                  <a:lnTo>
                    <a:pt x="427672" y="2402344"/>
                  </a:lnTo>
                  <a:lnTo>
                    <a:pt x="408647" y="2402344"/>
                  </a:lnTo>
                  <a:lnTo>
                    <a:pt x="404939" y="2422017"/>
                  </a:lnTo>
                  <a:lnTo>
                    <a:pt x="409346" y="2422588"/>
                  </a:lnTo>
                  <a:lnTo>
                    <a:pt x="410044" y="2421496"/>
                  </a:lnTo>
                  <a:lnTo>
                    <a:pt x="410997" y="2420607"/>
                  </a:lnTo>
                  <a:lnTo>
                    <a:pt x="413435" y="2419235"/>
                  </a:lnTo>
                  <a:lnTo>
                    <a:pt x="414807" y="2418880"/>
                  </a:lnTo>
                  <a:lnTo>
                    <a:pt x="418744" y="2418880"/>
                  </a:lnTo>
                  <a:lnTo>
                    <a:pt x="420725" y="2419654"/>
                  </a:lnTo>
                  <a:lnTo>
                    <a:pt x="422262" y="2421204"/>
                  </a:lnTo>
                  <a:lnTo>
                    <a:pt x="423760" y="2422753"/>
                  </a:lnTo>
                  <a:lnTo>
                    <a:pt x="424522" y="2424874"/>
                  </a:lnTo>
                  <a:lnTo>
                    <a:pt x="424446" y="2430602"/>
                  </a:lnTo>
                  <a:lnTo>
                    <a:pt x="423697" y="2432647"/>
                  </a:lnTo>
                  <a:lnTo>
                    <a:pt x="422160" y="2434348"/>
                  </a:lnTo>
                  <a:lnTo>
                    <a:pt x="420560" y="2436063"/>
                  </a:lnTo>
                  <a:lnTo>
                    <a:pt x="418680" y="2436914"/>
                  </a:lnTo>
                  <a:lnTo>
                    <a:pt x="414515" y="2436914"/>
                  </a:lnTo>
                  <a:lnTo>
                    <a:pt x="412915" y="2436304"/>
                  </a:lnTo>
                  <a:lnTo>
                    <a:pt x="410248" y="2433891"/>
                  </a:lnTo>
                  <a:lnTo>
                    <a:pt x="409397" y="2432075"/>
                  </a:lnTo>
                  <a:lnTo>
                    <a:pt x="409041" y="2429675"/>
                  </a:lnTo>
                  <a:lnTo>
                    <a:pt x="404101" y="2430094"/>
                  </a:lnTo>
                  <a:lnTo>
                    <a:pt x="404406" y="2433320"/>
                  </a:lnTo>
                  <a:lnTo>
                    <a:pt x="405663" y="2435898"/>
                  </a:lnTo>
                  <a:lnTo>
                    <a:pt x="410083" y="2439809"/>
                  </a:lnTo>
                  <a:lnTo>
                    <a:pt x="412915" y="2440775"/>
                  </a:lnTo>
                  <a:lnTo>
                    <a:pt x="420674" y="2440775"/>
                  </a:lnTo>
                  <a:lnTo>
                    <a:pt x="424027" y="2439225"/>
                  </a:lnTo>
                  <a:lnTo>
                    <a:pt x="425843" y="2436914"/>
                  </a:lnTo>
                  <a:lnTo>
                    <a:pt x="428498" y="2433599"/>
                  </a:lnTo>
                  <a:lnTo>
                    <a:pt x="429488" y="2430602"/>
                  </a:lnTo>
                  <a:lnTo>
                    <a:pt x="429488" y="2423503"/>
                  </a:lnTo>
                  <a:close/>
                </a:path>
                <a:path w="2667634" h="2440940">
                  <a:moveTo>
                    <a:pt x="660247" y="2423896"/>
                  </a:moveTo>
                  <a:lnTo>
                    <a:pt x="645807" y="2423896"/>
                  </a:lnTo>
                  <a:lnTo>
                    <a:pt x="645807" y="2428633"/>
                  </a:lnTo>
                  <a:lnTo>
                    <a:pt x="660247" y="2428633"/>
                  </a:lnTo>
                  <a:lnTo>
                    <a:pt x="660247" y="2423896"/>
                  </a:lnTo>
                  <a:close/>
                </a:path>
                <a:path w="2667634" h="2440940">
                  <a:moveTo>
                    <a:pt x="682396" y="2401671"/>
                  </a:moveTo>
                  <a:lnTo>
                    <a:pt x="679361" y="2401671"/>
                  </a:lnTo>
                  <a:lnTo>
                    <a:pt x="678535" y="2403322"/>
                  </a:lnTo>
                  <a:lnTo>
                    <a:pt x="677164" y="2405024"/>
                  </a:lnTo>
                  <a:lnTo>
                    <a:pt x="673188" y="2408555"/>
                  </a:lnTo>
                  <a:lnTo>
                    <a:pt x="670877" y="2410041"/>
                  </a:lnTo>
                  <a:lnTo>
                    <a:pt x="668375" y="2411234"/>
                  </a:lnTo>
                  <a:lnTo>
                    <a:pt x="668286" y="2415832"/>
                  </a:lnTo>
                  <a:lnTo>
                    <a:pt x="677659" y="2410155"/>
                  </a:lnTo>
                  <a:lnTo>
                    <a:pt x="677659" y="2440127"/>
                  </a:lnTo>
                  <a:lnTo>
                    <a:pt x="682396" y="2440127"/>
                  </a:lnTo>
                  <a:lnTo>
                    <a:pt x="682396" y="2410155"/>
                  </a:lnTo>
                  <a:lnTo>
                    <a:pt x="682396" y="2401671"/>
                  </a:lnTo>
                  <a:close/>
                </a:path>
                <a:path w="2667634" h="2440940">
                  <a:moveTo>
                    <a:pt x="720318" y="2425725"/>
                  </a:moveTo>
                  <a:lnTo>
                    <a:pt x="715467" y="2404427"/>
                  </a:lnTo>
                  <a:lnTo>
                    <a:pt x="715467" y="2427528"/>
                  </a:lnTo>
                  <a:lnTo>
                    <a:pt x="714730" y="2431707"/>
                  </a:lnTo>
                  <a:lnTo>
                    <a:pt x="711771" y="2435872"/>
                  </a:lnTo>
                  <a:lnTo>
                    <a:pt x="709955" y="2436914"/>
                  </a:lnTo>
                  <a:lnTo>
                    <a:pt x="705650" y="2436914"/>
                  </a:lnTo>
                  <a:lnTo>
                    <a:pt x="703834" y="2435872"/>
                  </a:lnTo>
                  <a:lnTo>
                    <a:pt x="700849" y="2431681"/>
                  </a:lnTo>
                  <a:lnTo>
                    <a:pt x="700138" y="2427528"/>
                  </a:lnTo>
                  <a:lnTo>
                    <a:pt x="700239" y="2414422"/>
                  </a:lnTo>
                  <a:lnTo>
                    <a:pt x="700963" y="2410637"/>
                  </a:lnTo>
                  <a:lnTo>
                    <a:pt x="702564" y="2408301"/>
                  </a:lnTo>
                  <a:lnTo>
                    <a:pt x="703884" y="2406472"/>
                  </a:lnTo>
                  <a:lnTo>
                    <a:pt x="705599" y="2405557"/>
                  </a:lnTo>
                  <a:lnTo>
                    <a:pt x="709955" y="2405557"/>
                  </a:lnTo>
                  <a:lnTo>
                    <a:pt x="711771" y="2406599"/>
                  </a:lnTo>
                  <a:lnTo>
                    <a:pt x="714743" y="2410739"/>
                  </a:lnTo>
                  <a:lnTo>
                    <a:pt x="715378" y="2414422"/>
                  </a:lnTo>
                  <a:lnTo>
                    <a:pt x="715467" y="2427528"/>
                  </a:lnTo>
                  <a:lnTo>
                    <a:pt x="715467" y="2404427"/>
                  </a:lnTo>
                  <a:lnTo>
                    <a:pt x="714743" y="2403741"/>
                  </a:lnTo>
                  <a:lnTo>
                    <a:pt x="711657" y="2402078"/>
                  </a:lnTo>
                  <a:lnTo>
                    <a:pt x="709841" y="2401671"/>
                  </a:lnTo>
                  <a:lnTo>
                    <a:pt x="704989" y="2401671"/>
                  </a:lnTo>
                  <a:lnTo>
                    <a:pt x="695286" y="2416708"/>
                  </a:lnTo>
                  <a:lnTo>
                    <a:pt x="695286" y="2428430"/>
                  </a:lnTo>
                  <a:lnTo>
                    <a:pt x="696556" y="2433624"/>
                  </a:lnTo>
                  <a:lnTo>
                    <a:pt x="701192" y="2439454"/>
                  </a:lnTo>
                  <a:lnTo>
                    <a:pt x="704113" y="2440775"/>
                  </a:lnTo>
                  <a:lnTo>
                    <a:pt x="710615" y="2440775"/>
                  </a:lnTo>
                  <a:lnTo>
                    <a:pt x="712927" y="2440025"/>
                  </a:lnTo>
                  <a:lnTo>
                    <a:pt x="714743" y="2438514"/>
                  </a:lnTo>
                  <a:lnTo>
                    <a:pt x="716622" y="2437015"/>
                  </a:lnTo>
                  <a:lnTo>
                    <a:pt x="717994" y="2434882"/>
                  </a:lnTo>
                  <a:lnTo>
                    <a:pt x="719023" y="2431681"/>
                  </a:lnTo>
                  <a:lnTo>
                    <a:pt x="719823" y="2429357"/>
                  </a:lnTo>
                  <a:lnTo>
                    <a:pt x="720318" y="2425725"/>
                  </a:lnTo>
                  <a:close/>
                </a:path>
                <a:path w="2667634" h="2440940">
                  <a:moveTo>
                    <a:pt x="967981" y="2423896"/>
                  </a:moveTo>
                  <a:lnTo>
                    <a:pt x="953541" y="2423896"/>
                  </a:lnTo>
                  <a:lnTo>
                    <a:pt x="953541" y="2428633"/>
                  </a:lnTo>
                  <a:lnTo>
                    <a:pt x="967981" y="2428633"/>
                  </a:lnTo>
                  <a:lnTo>
                    <a:pt x="967981" y="2423896"/>
                  </a:lnTo>
                  <a:close/>
                </a:path>
                <a:path w="2667634" h="2440940">
                  <a:moveTo>
                    <a:pt x="997800" y="2423503"/>
                  </a:moveTo>
                  <a:lnTo>
                    <a:pt x="989266" y="2414727"/>
                  </a:lnTo>
                  <a:lnTo>
                    <a:pt x="983361" y="2414727"/>
                  </a:lnTo>
                  <a:lnTo>
                    <a:pt x="980935" y="2415527"/>
                  </a:lnTo>
                  <a:lnTo>
                    <a:pt x="978674" y="2417140"/>
                  </a:lnTo>
                  <a:lnTo>
                    <a:pt x="980719" y="2406840"/>
                  </a:lnTo>
                  <a:lnTo>
                    <a:pt x="995984" y="2406840"/>
                  </a:lnTo>
                  <a:lnTo>
                    <a:pt x="995984" y="2402344"/>
                  </a:lnTo>
                  <a:lnTo>
                    <a:pt x="976972" y="2402344"/>
                  </a:lnTo>
                  <a:lnTo>
                    <a:pt x="973277" y="2422017"/>
                  </a:lnTo>
                  <a:lnTo>
                    <a:pt x="977684" y="2422588"/>
                  </a:lnTo>
                  <a:lnTo>
                    <a:pt x="978344" y="2421496"/>
                  </a:lnTo>
                  <a:lnTo>
                    <a:pt x="979335" y="2420607"/>
                  </a:lnTo>
                  <a:lnTo>
                    <a:pt x="981760" y="2419235"/>
                  </a:lnTo>
                  <a:lnTo>
                    <a:pt x="983145" y="2418880"/>
                  </a:lnTo>
                  <a:lnTo>
                    <a:pt x="987107" y="2418880"/>
                  </a:lnTo>
                  <a:lnTo>
                    <a:pt x="989037" y="2419654"/>
                  </a:lnTo>
                  <a:lnTo>
                    <a:pt x="990587" y="2421204"/>
                  </a:lnTo>
                  <a:lnTo>
                    <a:pt x="992073" y="2422753"/>
                  </a:lnTo>
                  <a:lnTo>
                    <a:pt x="992847" y="2424874"/>
                  </a:lnTo>
                  <a:lnTo>
                    <a:pt x="992759" y="2430602"/>
                  </a:lnTo>
                  <a:lnTo>
                    <a:pt x="992009" y="2432647"/>
                  </a:lnTo>
                  <a:lnTo>
                    <a:pt x="988923" y="2436063"/>
                  </a:lnTo>
                  <a:lnTo>
                    <a:pt x="987005" y="2436914"/>
                  </a:lnTo>
                  <a:lnTo>
                    <a:pt x="982865" y="2436914"/>
                  </a:lnTo>
                  <a:lnTo>
                    <a:pt x="981214" y="2436304"/>
                  </a:lnTo>
                  <a:lnTo>
                    <a:pt x="978573" y="2433891"/>
                  </a:lnTo>
                  <a:lnTo>
                    <a:pt x="977747" y="2432075"/>
                  </a:lnTo>
                  <a:lnTo>
                    <a:pt x="977353" y="2429675"/>
                  </a:lnTo>
                  <a:lnTo>
                    <a:pt x="972400" y="2430094"/>
                  </a:lnTo>
                  <a:lnTo>
                    <a:pt x="972731" y="2433320"/>
                  </a:lnTo>
                  <a:lnTo>
                    <a:pt x="973988" y="2435898"/>
                  </a:lnTo>
                  <a:lnTo>
                    <a:pt x="978408" y="2439809"/>
                  </a:lnTo>
                  <a:lnTo>
                    <a:pt x="981214" y="2440775"/>
                  </a:lnTo>
                  <a:lnTo>
                    <a:pt x="988987" y="2440775"/>
                  </a:lnTo>
                  <a:lnTo>
                    <a:pt x="992352" y="2439225"/>
                  </a:lnTo>
                  <a:lnTo>
                    <a:pt x="994156" y="2436914"/>
                  </a:lnTo>
                  <a:lnTo>
                    <a:pt x="996810" y="2433599"/>
                  </a:lnTo>
                  <a:lnTo>
                    <a:pt x="997800" y="2430602"/>
                  </a:lnTo>
                  <a:lnTo>
                    <a:pt x="997800" y="2423503"/>
                  </a:lnTo>
                  <a:close/>
                </a:path>
                <a:path w="2667634" h="2440940">
                  <a:moveTo>
                    <a:pt x="1278547" y="2425725"/>
                  </a:moveTo>
                  <a:lnTo>
                    <a:pt x="1278470" y="2416708"/>
                  </a:lnTo>
                  <a:lnTo>
                    <a:pt x="1278267" y="2414422"/>
                  </a:lnTo>
                  <a:lnTo>
                    <a:pt x="1277658" y="2412187"/>
                  </a:lnTo>
                  <a:lnTo>
                    <a:pt x="1277112" y="2409939"/>
                  </a:lnTo>
                  <a:lnTo>
                    <a:pt x="1276286" y="2408047"/>
                  </a:lnTo>
                  <a:lnTo>
                    <a:pt x="1274699" y="2405557"/>
                  </a:lnTo>
                  <a:lnTo>
                    <a:pt x="1274305" y="2404922"/>
                  </a:lnTo>
                  <a:lnTo>
                    <a:pt x="1273695" y="2404364"/>
                  </a:lnTo>
                  <a:lnTo>
                    <a:pt x="1273695" y="2427528"/>
                  </a:lnTo>
                  <a:lnTo>
                    <a:pt x="1272959" y="2431707"/>
                  </a:lnTo>
                  <a:lnTo>
                    <a:pt x="1270000" y="2435872"/>
                  </a:lnTo>
                  <a:lnTo>
                    <a:pt x="1268183" y="2436914"/>
                  </a:lnTo>
                  <a:lnTo>
                    <a:pt x="1263878" y="2436914"/>
                  </a:lnTo>
                  <a:lnTo>
                    <a:pt x="1262062" y="2435872"/>
                  </a:lnTo>
                  <a:lnTo>
                    <a:pt x="1260462" y="2433624"/>
                  </a:lnTo>
                  <a:lnTo>
                    <a:pt x="1259141" y="2431681"/>
                  </a:lnTo>
                  <a:lnTo>
                    <a:pt x="1258366" y="2427528"/>
                  </a:lnTo>
                  <a:lnTo>
                    <a:pt x="1258468" y="2414422"/>
                  </a:lnTo>
                  <a:lnTo>
                    <a:pt x="1259205" y="2410637"/>
                  </a:lnTo>
                  <a:lnTo>
                    <a:pt x="1260792" y="2408301"/>
                  </a:lnTo>
                  <a:lnTo>
                    <a:pt x="1262126" y="2406472"/>
                  </a:lnTo>
                  <a:lnTo>
                    <a:pt x="1263827" y="2405557"/>
                  </a:lnTo>
                  <a:lnTo>
                    <a:pt x="1268183" y="2405557"/>
                  </a:lnTo>
                  <a:lnTo>
                    <a:pt x="1270000" y="2406599"/>
                  </a:lnTo>
                  <a:lnTo>
                    <a:pt x="1272971" y="2410739"/>
                  </a:lnTo>
                  <a:lnTo>
                    <a:pt x="1273606" y="2414422"/>
                  </a:lnTo>
                  <a:lnTo>
                    <a:pt x="1273695" y="2427528"/>
                  </a:lnTo>
                  <a:lnTo>
                    <a:pt x="1273695" y="2404364"/>
                  </a:lnTo>
                  <a:lnTo>
                    <a:pt x="1273035" y="2403741"/>
                  </a:lnTo>
                  <a:lnTo>
                    <a:pt x="1269885" y="2402078"/>
                  </a:lnTo>
                  <a:lnTo>
                    <a:pt x="1268133" y="2401671"/>
                  </a:lnTo>
                  <a:lnTo>
                    <a:pt x="1263281" y="2401671"/>
                  </a:lnTo>
                  <a:lnTo>
                    <a:pt x="1253578" y="2416708"/>
                  </a:lnTo>
                  <a:lnTo>
                    <a:pt x="1253578" y="2428430"/>
                  </a:lnTo>
                  <a:lnTo>
                    <a:pt x="1254848" y="2433624"/>
                  </a:lnTo>
                  <a:lnTo>
                    <a:pt x="1257490" y="2437015"/>
                  </a:lnTo>
                  <a:lnTo>
                    <a:pt x="1259471" y="2439454"/>
                  </a:lnTo>
                  <a:lnTo>
                    <a:pt x="1262341" y="2440775"/>
                  </a:lnTo>
                  <a:lnTo>
                    <a:pt x="1268844" y="2440775"/>
                  </a:lnTo>
                  <a:lnTo>
                    <a:pt x="1271155" y="2440025"/>
                  </a:lnTo>
                  <a:lnTo>
                    <a:pt x="1273035" y="2438514"/>
                  </a:lnTo>
                  <a:lnTo>
                    <a:pt x="1274851" y="2437015"/>
                  </a:lnTo>
                  <a:lnTo>
                    <a:pt x="1276223" y="2434882"/>
                  </a:lnTo>
                  <a:lnTo>
                    <a:pt x="1278102" y="2429357"/>
                  </a:lnTo>
                  <a:lnTo>
                    <a:pt x="1278547" y="2425725"/>
                  </a:lnTo>
                  <a:close/>
                </a:path>
                <a:path w="2667634" h="2440940">
                  <a:moveTo>
                    <a:pt x="1570189" y="2423503"/>
                  </a:moveTo>
                  <a:lnTo>
                    <a:pt x="1569034" y="2420518"/>
                  </a:lnTo>
                  <a:lnTo>
                    <a:pt x="1564411" y="2415895"/>
                  </a:lnTo>
                  <a:lnTo>
                    <a:pt x="1561592" y="2414727"/>
                  </a:lnTo>
                  <a:lnTo>
                    <a:pt x="1555750" y="2414727"/>
                  </a:lnTo>
                  <a:lnTo>
                    <a:pt x="1553337" y="2415527"/>
                  </a:lnTo>
                  <a:lnTo>
                    <a:pt x="1551012" y="2417140"/>
                  </a:lnTo>
                  <a:lnTo>
                    <a:pt x="1553108" y="2406840"/>
                  </a:lnTo>
                  <a:lnTo>
                    <a:pt x="1568373" y="2406840"/>
                  </a:lnTo>
                  <a:lnTo>
                    <a:pt x="1568373" y="2402344"/>
                  </a:lnTo>
                  <a:lnTo>
                    <a:pt x="1549311" y="2402344"/>
                  </a:lnTo>
                  <a:lnTo>
                    <a:pt x="1545615" y="2422017"/>
                  </a:lnTo>
                  <a:lnTo>
                    <a:pt x="1550022" y="2422588"/>
                  </a:lnTo>
                  <a:lnTo>
                    <a:pt x="1550746" y="2421496"/>
                  </a:lnTo>
                  <a:lnTo>
                    <a:pt x="1551673" y="2420607"/>
                  </a:lnTo>
                  <a:lnTo>
                    <a:pt x="1554099" y="2419235"/>
                  </a:lnTo>
                  <a:lnTo>
                    <a:pt x="1555483" y="2418880"/>
                  </a:lnTo>
                  <a:lnTo>
                    <a:pt x="1559445" y="2418880"/>
                  </a:lnTo>
                  <a:lnTo>
                    <a:pt x="1561426" y="2419654"/>
                  </a:lnTo>
                  <a:lnTo>
                    <a:pt x="1564411" y="2422753"/>
                  </a:lnTo>
                  <a:lnTo>
                    <a:pt x="1565186" y="2424874"/>
                  </a:lnTo>
                  <a:lnTo>
                    <a:pt x="1565186" y="2430386"/>
                  </a:lnTo>
                  <a:lnTo>
                    <a:pt x="1564411" y="2432647"/>
                  </a:lnTo>
                  <a:lnTo>
                    <a:pt x="1561261" y="2436063"/>
                  </a:lnTo>
                  <a:lnTo>
                    <a:pt x="1559344" y="2436914"/>
                  </a:lnTo>
                  <a:lnTo>
                    <a:pt x="1555203" y="2436914"/>
                  </a:lnTo>
                  <a:lnTo>
                    <a:pt x="1553603" y="2436304"/>
                  </a:lnTo>
                  <a:lnTo>
                    <a:pt x="1550911" y="2433891"/>
                  </a:lnTo>
                  <a:lnTo>
                    <a:pt x="1550085" y="2432075"/>
                  </a:lnTo>
                  <a:lnTo>
                    <a:pt x="1549692" y="2429675"/>
                  </a:lnTo>
                  <a:lnTo>
                    <a:pt x="1544789" y="2430094"/>
                  </a:lnTo>
                  <a:lnTo>
                    <a:pt x="1545069" y="2433320"/>
                  </a:lnTo>
                  <a:lnTo>
                    <a:pt x="1546326" y="2435898"/>
                  </a:lnTo>
                  <a:lnTo>
                    <a:pt x="1550746" y="2439809"/>
                  </a:lnTo>
                  <a:lnTo>
                    <a:pt x="1553603" y="2440775"/>
                  </a:lnTo>
                  <a:lnTo>
                    <a:pt x="1561325" y="2440775"/>
                  </a:lnTo>
                  <a:lnTo>
                    <a:pt x="1564690" y="2439225"/>
                  </a:lnTo>
                  <a:lnTo>
                    <a:pt x="1569148" y="2433599"/>
                  </a:lnTo>
                  <a:lnTo>
                    <a:pt x="1570189" y="2430602"/>
                  </a:lnTo>
                  <a:lnTo>
                    <a:pt x="1570189" y="2423503"/>
                  </a:lnTo>
                  <a:close/>
                </a:path>
                <a:path w="2667634" h="2440940">
                  <a:moveTo>
                    <a:pt x="1839252" y="2401671"/>
                  </a:moveTo>
                  <a:lnTo>
                    <a:pt x="1836216" y="2401671"/>
                  </a:lnTo>
                  <a:lnTo>
                    <a:pt x="1835391" y="2403322"/>
                  </a:lnTo>
                  <a:lnTo>
                    <a:pt x="1834019" y="2405024"/>
                  </a:lnTo>
                  <a:lnTo>
                    <a:pt x="1830044" y="2408555"/>
                  </a:lnTo>
                  <a:lnTo>
                    <a:pt x="1827784" y="2410041"/>
                  </a:lnTo>
                  <a:lnTo>
                    <a:pt x="1825244" y="2411234"/>
                  </a:lnTo>
                  <a:lnTo>
                    <a:pt x="1825142" y="2415832"/>
                  </a:lnTo>
                  <a:lnTo>
                    <a:pt x="1834515" y="2410155"/>
                  </a:lnTo>
                  <a:lnTo>
                    <a:pt x="1834515" y="2440127"/>
                  </a:lnTo>
                  <a:lnTo>
                    <a:pt x="1839252" y="2440127"/>
                  </a:lnTo>
                  <a:lnTo>
                    <a:pt x="1839252" y="2410155"/>
                  </a:lnTo>
                  <a:lnTo>
                    <a:pt x="1839252" y="2401671"/>
                  </a:lnTo>
                  <a:close/>
                </a:path>
                <a:path w="2667634" h="2440940">
                  <a:moveTo>
                    <a:pt x="1877174" y="2425725"/>
                  </a:moveTo>
                  <a:lnTo>
                    <a:pt x="1872322" y="2404389"/>
                  </a:lnTo>
                  <a:lnTo>
                    <a:pt x="1872322" y="2427528"/>
                  </a:lnTo>
                  <a:lnTo>
                    <a:pt x="1871586" y="2431707"/>
                  </a:lnTo>
                  <a:lnTo>
                    <a:pt x="1868627" y="2435872"/>
                  </a:lnTo>
                  <a:lnTo>
                    <a:pt x="1866811" y="2436914"/>
                  </a:lnTo>
                  <a:lnTo>
                    <a:pt x="1862505" y="2436914"/>
                  </a:lnTo>
                  <a:lnTo>
                    <a:pt x="1860689" y="2435872"/>
                  </a:lnTo>
                  <a:lnTo>
                    <a:pt x="1859089" y="2433624"/>
                  </a:lnTo>
                  <a:lnTo>
                    <a:pt x="1857768" y="2431681"/>
                  </a:lnTo>
                  <a:lnTo>
                    <a:pt x="1856994" y="2427528"/>
                  </a:lnTo>
                  <a:lnTo>
                    <a:pt x="1857095" y="2414422"/>
                  </a:lnTo>
                  <a:lnTo>
                    <a:pt x="1857819" y="2410637"/>
                  </a:lnTo>
                  <a:lnTo>
                    <a:pt x="1859419" y="2408301"/>
                  </a:lnTo>
                  <a:lnTo>
                    <a:pt x="1860740" y="2406472"/>
                  </a:lnTo>
                  <a:lnTo>
                    <a:pt x="1862455" y="2405557"/>
                  </a:lnTo>
                  <a:lnTo>
                    <a:pt x="1866811" y="2405557"/>
                  </a:lnTo>
                  <a:lnTo>
                    <a:pt x="1868627" y="2406599"/>
                  </a:lnTo>
                  <a:lnTo>
                    <a:pt x="1871599" y="2410739"/>
                  </a:lnTo>
                  <a:lnTo>
                    <a:pt x="1872234" y="2414422"/>
                  </a:lnTo>
                  <a:lnTo>
                    <a:pt x="1872322" y="2427528"/>
                  </a:lnTo>
                  <a:lnTo>
                    <a:pt x="1872322" y="2404389"/>
                  </a:lnTo>
                  <a:lnTo>
                    <a:pt x="1871599" y="2403741"/>
                  </a:lnTo>
                  <a:lnTo>
                    <a:pt x="1868512" y="2402078"/>
                  </a:lnTo>
                  <a:lnTo>
                    <a:pt x="1866696" y="2401671"/>
                  </a:lnTo>
                  <a:lnTo>
                    <a:pt x="1861845" y="2401671"/>
                  </a:lnTo>
                  <a:lnTo>
                    <a:pt x="1852142" y="2416708"/>
                  </a:lnTo>
                  <a:lnTo>
                    <a:pt x="1852142" y="2428430"/>
                  </a:lnTo>
                  <a:lnTo>
                    <a:pt x="1853412" y="2433624"/>
                  </a:lnTo>
                  <a:lnTo>
                    <a:pt x="1858048" y="2439454"/>
                  </a:lnTo>
                  <a:lnTo>
                    <a:pt x="1860969" y="2440775"/>
                  </a:lnTo>
                  <a:lnTo>
                    <a:pt x="1867471" y="2440775"/>
                  </a:lnTo>
                  <a:lnTo>
                    <a:pt x="1869782" y="2440025"/>
                  </a:lnTo>
                  <a:lnTo>
                    <a:pt x="1871599" y="2438514"/>
                  </a:lnTo>
                  <a:lnTo>
                    <a:pt x="1873478" y="2437015"/>
                  </a:lnTo>
                  <a:lnTo>
                    <a:pt x="1874850" y="2434882"/>
                  </a:lnTo>
                  <a:lnTo>
                    <a:pt x="1875929" y="2431681"/>
                  </a:lnTo>
                  <a:lnTo>
                    <a:pt x="1876679" y="2429357"/>
                  </a:lnTo>
                  <a:lnTo>
                    <a:pt x="1877174" y="2425725"/>
                  </a:lnTo>
                  <a:close/>
                </a:path>
                <a:path w="2667634" h="2440940">
                  <a:moveTo>
                    <a:pt x="2130463" y="2401671"/>
                  </a:moveTo>
                  <a:lnTo>
                    <a:pt x="2127427" y="2401671"/>
                  </a:lnTo>
                  <a:lnTo>
                    <a:pt x="2126602" y="2403322"/>
                  </a:lnTo>
                  <a:lnTo>
                    <a:pt x="2125230" y="2405024"/>
                  </a:lnTo>
                  <a:lnTo>
                    <a:pt x="2121255" y="2408555"/>
                  </a:lnTo>
                  <a:lnTo>
                    <a:pt x="2118995" y="2410041"/>
                  </a:lnTo>
                  <a:lnTo>
                    <a:pt x="2116455" y="2411234"/>
                  </a:lnTo>
                  <a:lnTo>
                    <a:pt x="2116353" y="2415832"/>
                  </a:lnTo>
                  <a:lnTo>
                    <a:pt x="2125776" y="2410155"/>
                  </a:lnTo>
                  <a:lnTo>
                    <a:pt x="2125776" y="2440127"/>
                  </a:lnTo>
                  <a:lnTo>
                    <a:pt x="2130463" y="2440127"/>
                  </a:lnTo>
                  <a:lnTo>
                    <a:pt x="2130463" y="2410155"/>
                  </a:lnTo>
                  <a:lnTo>
                    <a:pt x="2130463" y="2401671"/>
                  </a:lnTo>
                  <a:close/>
                </a:path>
                <a:path w="2667634" h="2440940">
                  <a:moveTo>
                    <a:pt x="2168766" y="2423503"/>
                  </a:moveTo>
                  <a:lnTo>
                    <a:pt x="2160219" y="2414727"/>
                  </a:lnTo>
                  <a:lnTo>
                    <a:pt x="2154326" y="2414727"/>
                  </a:lnTo>
                  <a:lnTo>
                    <a:pt x="2151964" y="2415527"/>
                  </a:lnTo>
                  <a:lnTo>
                    <a:pt x="2149640" y="2417140"/>
                  </a:lnTo>
                  <a:lnTo>
                    <a:pt x="2151684" y="2406840"/>
                  </a:lnTo>
                  <a:lnTo>
                    <a:pt x="2167001" y="2406840"/>
                  </a:lnTo>
                  <a:lnTo>
                    <a:pt x="2167001" y="2402344"/>
                  </a:lnTo>
                  <a:lnTo>
                    <a:pt x="2147938" y="2402344"/>
                  </a:lnTo>
                  <a:lnTo>
                    <a:pt x="2144242" y="2422017"/>
                  </a:lnTo>
                  <a:lnTo>
                    <a:pt x="2148649" y="2422588"/>
                  </a:lnTo>
                  <a:lnTo>
                    <a:pt x="2149310" y="2421496"/>
                  </a:lnTo>
                  <a:lnTo>
                    <a:pt x="2150300" y="2420607"/>
                  </a:lnTo>
                  <a:lnTo>
                    <a:pt x="2152726" y="2419235"/>
                  </a:lnTo>
                  <a:lnTo>
                    <a:pt x="2154110" y="2418880"/>
                  </a:lnTo>
                  <a:lnTo>
                    <a:pt x="2158073" y="2418880"/>
                  </a:lnTo>
                  <a:lnTo>
                    <a:pt x="2160003" y="2419654"/>
                  </a:lnTo>
                  <a:lnTo>
                    <a:pt x="2161552" y="2421204"/>
                  </a:lnTo>
                  <a:lnTo>
                    <a:pt x="2163038" y="2422753"/>
                  </a:lnTo>
                  <a:lnTo>
                    <a:pt x="2163813" y="2424874"/>
                  </a:lnTo>
                  <a:lnTo>
                    <a:pt x="2163724" y="2430602"/>
                  </a:lnTo>
                  <a:lnTo>
                    <a:pt x="2163038" y="2432647"/>
                  </a:lnTo>
                  <a:lnTo>
                    <a:pt x="2161438" y="2434348"/>
                  </a:lnTo>
                  <a:lnTo>
                    <a:pt x="2159889" y="2436063"/>
                  </a:lnTo>
                  <a:lnTo>
                    <a:pt x="2157971" y="2436914"/>
                  </a:lnTo>
                  <a:lnTo>
                    <a:pt x="2153831" y="2436914"/>
                  </a:lnTo>
                  <a:lnTo>
                    <a:pt x="2148319" y="2429675"/>
                  </a:lnTo>
                  <a:lnTo>
                    <a:pt x="2143417" y="2430094"/>
                  </a:lnTo>
                  <a:lnTo>
                    <a:pt x="2143696" y="2433320"/>
                  </a:lnTo>
                  <a:lnTo>
                    <a:pt x="2144953" y="2435898"/>
                  </a:lnTo>
                  <a:lnTo>
                    <a:pt x="2149373" y="2439809"/>
                  </a:lnTo>
                  <a:lnTo>
                    <a:pt x="2152231" y="2440775"/>
                  </a:lnTo>
                  <a:lnTo>
                    <a:pt x="2159952" y="2440775"/>
                  </a:lnTo>
                  <a:lnTo>
                    <a:pt x="2163305" y="2439225"/>
                  </a:lnTo>
                  <a:lnTo>
                    <a:pt x="2165121" y="2436914"/>
                  </a:lnTo>
                  <a:lnTo>
                    <a:pt x="2167775" y="2433599"/>
                  </a:lnTo>
                  <a:lnTo>
                    <a:pt x="2168766" y="2430602"/>
                  </a:lnTo>
                  <a:lnTo>
                    <a:pt x="2168766" y="2423503"/>
                  </a:lnTo>
                  <a:close/>
                </a:path>
                <a:path w="2667634" h="2440940">
                  <a:moveTo>
                    <a:pt x="2428671" y="2435606"/>
                  </a:moveTo>
                  <a:lnTo>
                    <a:pt x="2409875" y="2435606"/>
                  </a:lnTo>
                  <a:lnTo>
                    <a:pt x="2410434" y="2434755"/>
                  </a:lnTo>
                  <a:lnTo>
                    <a:pt x="2420683" y="2425382"/>
                  </a:lnTo>
                  <a:lnTo>
                    <a:pt x="2423109" y="2423134"/>
                  </a:lnTo>
                  <a:lnTo>
                    <a:pt x="2424544" y="2421496"/>
                  </a:lnTo>
                  <a:lnTo>
                    <a:pt x="2426043" y="2419845"/>
                  </a:lnTo>
                  <a:lnTo>
                    <a:pt x="2427071" y="2418296"/>
                  </a:lnTo>
                  <a:lnTo>
                    <a:pt x="2428290" y="2415336"/>
                  </a:lnTo>
                  <a:lnTo>
                    <a:pt x="2428595" y="2413978"/>
                  </a:lnTo>
                  <a:lnTo>
                    <a:pt x="2428481" y="2408961"/>
                  </a:lnTo>
                  <a:lnTo>
                    <a:pt x="2427567" y="2406764"/>
                  </a:lnTo>
                  <a:lnTo>
                    <a:pt x="2426309" y="2405557"/>
                  </a:lnTo>
                  <a:lnTo>
                    <a:pt x="2423274" y="2402687"/>
                  </a:lnTo>
                  <a:lnTo>
                    <a:pt x="2420353" y="2401671"/>
                  </a:lnTo>
                  <a:lnTo>
                    <a:pt x="2413025" y="2401671"/>
                  </a:lnTo>
                  <a:lnTo>
                    <a:pt x="2410155" y="2402611"/>
                  </a:lnTo>
                  <a:lnTo>
                    <a:pt x="2408009" y="2404503"/>
                  </a:lnTo>
                  <a:lnTo>
                    <a:pt x="2405799" y="2406383"/>
                  </a:lnTo>
                  <a:lnTo>
                    <a:pt x="2404592" y="2409139"/>
                  </a:lnTo>
                  <a:lnTo>
                    <a:pt x="2404262" y="2412746"/>
                  </a:lnTo>
                  <a:lnTo>
                    <a:pt x="2409050" y="2413241"/>
                  </a:lnTo>
                  <a:lnTo>
                    <a:pt x="2409113" y="2410841"/>
                  </a:lnTo>
                  <a:lnTo>
                    <a:pt x="2409774" y="2408961"/>
                  </a:lnTo>
                  <a:lnTo>
                    <a:pt x="2412530" y="2406243"/>
                  </a:lnTo>
                  <a:lnTo>
                    <a:pt x="2414295" y="2405557"/>
                  </a:lnTo>
                  <a:lnTo>
                    <a:pt x="2418702" y="2405557"/>
                  </a:lnTo>
                  <a:lnTo>
                    <a:pt x="2420467" y="2406205"/>
                  </a:lnTo>
                  <a:lnTo>
                    <a:pt x="2423109" y="2408758"/>
                  </a:lnTo>
                  <a:lnTo>
                    <a:pt x="2423769" y="2410333"/>
                  </a:lnTo>
                  <a:lnTo>
                    <a:pt x="2423769" y="2413978"/>
                  </a:lnTo>
                  <a:lnTo>
                    <a:pt x="2413139" y="2425966"/>
                  </a:lnTo>
                  <a:lnTo>
                    <a:pt x="2410485" y="2428163"/>
                  </a:lnTo>
                  <a:lnTo>
                    <a:pt x="2408453" y="2430094"/>
                  </a:lnTo>
                  <a:lnTo>
                    <a:pt x="2405583" y="2433434"/>
                  </a:lnTo>
                  <a:lnTo>
                    <a:pt x="2404541" y="2435136"/>
                  </a:lnTo>
                  <a:lnTo>
                    <a:pt x="2403932" y="2436863"/>
                  </a:lnTo>
                  <a:lnTo>
                    <a:pt x="2403487" y="2437904"/>
                  </a:lnTo>
                  <a:lnTo>
                    <a:pt x="2403373" y="2440127"/>
                  </a:lnTo>
                  <a:lnTo>
                    <a:pt x="2428671" y="2440127"/>
                  </a:lnTo>
                  <a:lnTo>
                    <a:pt x="2428671" y="2435606"/>
                  </a:lnTo>
                  <a:close/>
                </a:path>
                <a:path w="2667634" h="2440940">
                  <a:moveTo>
                    <a:pt x="2459596" y="2425725"/>
                  </a:moveTo>
                  <a:lnTo>
                    <a:pt x="2459520" y="2416708"/>
                  </a:lnTo>
                  <a:lnTo>
                    <a:pt x="2459317" y="2414422"/>
                  </a:lnTo>
                  <a:lnTo>
                    <a:pt x="2458707" y="2412187"/>
                  </a:lnTo>
                  <a:lnTo>
                    <a:pt x="2458161" y="2409939"/>
                  </a:lnTo>
                  <a:lnTo>
                    <a:pt x="2457335" y="2408047"/>
                  </a:lnTo>
                  <a:lnTo>
                    <a:pt x="2455748" y="2405557"/>
                  </a:lnTo>
                  <a:lnTo>
                    <a:pt x="2455354" y="2404922"/>
                  </a:lnTo>
                  <a:lnTo>
                    <a:pt x="2454745" y="2404389"/>
                  </a:lnTo>
                  <a:lnTo>
                    <a:pt x="2454745" y="2427528"/>
                  </a:lnTo>
                  <a:lnTo>
                    <a:pt x="2454008" y="2431707"/>
                  </a:lnTo>
                  <a:lnTo>
                    <a:pt x="2451049" y="2435872"/>
                  </a:lnTo>
                  <a:lnTo>
                    <a:pt x="2449233" y="2436914"/>
                  </a:lnTo>
                  <a:lnTo>
                    <a:pt x="2444927" y="2436914"/>
                  </a:lnTo>
                  <a:lnTo>
                    <a:pt x="2443111" y="2435872"/>
                  </a:lnTo>
                  <a:lnTo>
                    <a:pt x="2441511" y="2433624"/>
                  </a:lnTo>
                  <a:lnTo>
                    <a:pt x="2440190" y="2431681"/>
                  </a:lnTo>
                  <a:lnTo>
                    <a:pt x="2439416" y="2427528"/>
                  </a:lnTo>
                  <a:lnTo>
                    <a:pt x="2439517" y="2414422"/>
                  </a:lnTo>
                  <a:lnTo>
                    <a:pt x="2440254" y="2410637"/>
                  </a:lnTo>
                  <a:lnTo>
                    <a:pt x="2441841" y="2408301"/>
                  </a:lnTo>
                  <a:lnTo>
                    <a:pt x="2443175" y="2406472"/>
                  </a:lnTo>
                  <a:lnTo>
                    <a:pt x="2444877" y="2405557"/>
                  </a:lnTo>
                  <a:lnTo>
                    <a:pt x="2449233" y="2405557"/>
                  </a:lnTo>
                  <a:lnTo>
                    <a:pt x="2451049" y="2406599"/>
                  </a:lnTo>
                  <a:lnTo>
                    <a:pt x="2454021" y="2410739"/>
                  </a:lnTo>
                  <a:lnTo>
                    <a:pt x="2454656" y="2414422"/>
                  </a:lnTo>
                  <a:lnTo>
                    <a:pt x="2454745" y="2427528"/>
                  </a:lnTo>
                  <a:lnTo>
                    <a:pt x="2454745" y="2404389"/>
                  </a:lnTo>
                  <a:lnTo>
                    <a:pt x="2454021" y="2403741"/>
                  </a:lnTo>
                  <a:lnTo>
                    <a:pt x="2450935" y="2402078"/>
                  </a:lnTo>
                  <a:lnTo>
                    <a:pt x="2449182" y="2401671"/>
                  </a:lnTo>
                  <a:lnTo>
                    <a:pt x="2444331" y="2401671"/>
                  </a:lnTo>
                  <a:lnTo>
                    <a:pt x="2434628" y="2416708"/>
                  </a:lnTo>
                  <a:lnTo>
                    <a:pt x="2434628" y="2428430"/>
                  </a:lnTo>
                  <a:lnTo>
                    <a:pt x="2435898" y="2433624"/>
                  </a:lnTo>
                  <a:lnTo>
                    <a:pt x="2438539" y="2437015"/>
                  </a:lnTo>
                  <a:lnTo>
                    <a:pt x="2440521" y="2439454"/>
                  </a:lnTo>
                  <a:lnTo>
                    <a:pt x="2443391" y="2440775"/>
                  </a:lnTo>
                  <a:lnTo>
                    <a:pt x="2449893" y="2440775"/>
                  </a:lnTo>
                  <a:lnTo>
                    <a:pt x="2452205" y="2440025"/>
                  </a:lnTo>
                  <a:lnTo>
                    <a:pt x="2454084" y="2438514"/>
                  </a:lnTo>
                  <a:lnTo>
                    <a:pt x="2455900" y="2437015"/>
                  </a:lnTo>
                  <a:lnTo>
                    <a:pt x="2457272" y="2434882"/>
                  </a:lnTo>
                  <a:lnTo>
                    <a:pt x="2458351" y="2431681"/>
                  </a:lnTo>
                  <a:lnTo>
                    <a:pt x="2459101" y="2429357"/>
                  </a:lnTo>
                  <a:lnTo>
                    <a:pt x="2459596" y="2425725"/>
                  </a:lnTo>
                  <a:close/>
                </a:path>
                <a:path w="2667634" h="2440940">
                  <a:moveTo>
                    <a:pt x="2667101" y="12"/>
                  </a:moveTo>
                  <a:lnTo>
                    <a:pt x="2664333" y="0"/>
                  </a:lnTo>
                  <a:lnTo>
                    <a:pt x="2664333" y="2768"/>
                  </a:lnTo>
                  <a:lnTo>
                    <a:pt x="2664333" y="214579"/>
                  </a:lnTo>
                  <a:lnTo>
                    <a:pt x="2638704" y="214579"/>
                  </a:lnTo>
                  <a:lnTo>
                    <a:pt x="2638704" y="217335"/>
                  </a:lnTo>
                  <a:lnTo>
                    <a:pt x="2664333" y="217335"/>
                  </a:lnTo>
                  <a:lnTo>
                    <a:pt x="2664333" y="482765"/>
                  </a:lnTo>
                  <a:lnTo>
                    <a:pt x="2638704" y="482765"/>
                  </a:lnTo>
                  <a:lnTo>
                    <a:pt x="2638704" y="485521"/>
                  </a:lnTo>
                  <a:lnTo>
                    <a:pt x="2664333" y="485521"/>
                  </a:lnTo>
                  <a:lnTo>
                    <a:pt x="2664333" y="751014"/>
                  </a:lnTo>
                  <a:lnTo>
                    <a:pt x="2638704" y="751014"/>
                  </a:lnTo>
                  <a:lnTo>
                    <a:pt x="2638704" y="753770"/>
                  </a:lnTo>
                  <a:lnTo>
                    <a:pt x="2664333" y="753770"/>
                  </a:lnTo>
                  <a:lnTo>
                    <a:pt x="2664333" y="1019200"/>
                  </a:lnTo>
                  <a:lnTo>
                    <a:pt x="2638704" y="1019200"/>
                  </a:lnTo>
                  <a:lnTo>
                    <a:pt x="2638704" y="1021956"/>
                  </a:lnTo>
                  <a:lnTo>
                    <a:pt x="2664333" y="1021956"/>
                  </a:lnTo>
                  <a:lnTo>
                    <a:pt x="2664333" y="1287449"/>
                  </a:lnTo>
                  <a:lnTo>
                    <a:pt x="2638704" y="1287449"/>
                  </a:lnTo>
                  <a:lnTo>
                    <a:pt x="2638704" y="1290205"/>
                  </a:lnTo>
                  <a:lnTo>
                    <a:pt x="2664333" y="1290205"/>
                  </a:lnTo>
                  <a:lnTo>
                    <a:pt x="2664333" y="1555635"/>
                  </a:lnTo>
                  <a:lnTo>
                    <a:pt x="2638704" y="1555635"/>
                  </a:lnTo>
                  <a:lnTo>
                    <a:pt x="2638704" y="1558391"/>
                  </a:lnTo>
                  <a:lnTo>
                    <a:pt x="2664333" y="1558391"/>
                  </a:lnTo>
                  <a:lnTo>
                    <a:pt x="2664333" y="1823872"/>
                  </a:lnTo>
                  <a:lnTo>
                    <a:pt x="2638704" y="1823872"/>
                  </a:lnTo>
                  <a:lnTo>
                    <a:pt x="2638704" y="1826628"/>
                  </a:lnTo>
                  <a:lnTo>
                    <a:pt x="2664333" y="1826628"/>
                  </a:lnTo>
                  <a:lnTo>
                    <a:pt x="2664333" y="2092071"/>
                  </a:lnTo>
                  <a:lnTo>
                    <a:pt x="2638704" y="2092071"/>
                  </a:lnTo>
                  <a:lnTo>
                    <a:pt x="2638704" y="2094826"/>
                  </a:lnTo>
                  <a:lnTo>
                    <a:pt x="2664333" y="2094826"/>
                  </a:lnTo>
                  <a:lnTo>
                    <a:pt x="2664333" y="2360282"/>
                  </a:lnTo>
                  <a:lnTo>
                    <a:pt x="2638704" y="2360282"/>
                  </a:lnTo>
                  <a:lnTo>
                    <a:pt x="2434132" y="2360282"/>
                  </a:lnTo>
                  <a:lnTo>
                    <a:pt x="2434132" y="2334653"/>
                  </a:lnTo>
                  <a:lnTo>
                    <a:pt x="2431377" y="2334653"/>
                  </a:lnTo>
                  <a:lnTo>
                    <a:pt x="2431377" y="2360282"/>
                  </a:lnTo>
                  <a:lnTo>
                    <a:pt x="2142921" y="2360282"/>
                  </a:lnTo>
                  <a:lnTo>
                    <a:pt x="2142921" y="2334653"/>
                  </a:lnTo>
                  <a:lnTo>
                    <a:pt x="2140166" y="2334653"/>
                  </a:lnTo>
                  <a:lnTo>
                    <a:pt x="2140166" y="2360282"/>
                  </a:lnTo>
                  <a:lnTo>
                    <a:pt x="1851710" y="2360282"/>
                  </a:lnTo>
                  <a:lnTo>
                    <a:pt x="1851710" y="2334653"/>
                  </a:lnTo>
                  <a:lnTo>
                    <a:pt x="1848954" y="2334653"/>
                  </a:lnTo>
                  <a:lnTo>
                    <a:pt x="1848954" y="2360282"/>
                  </a:lnTo>
                  <a:lnTo>
                    <a:pt x="1560499" y="2360282"/>
                  </a:lnTo>
                  <a:lnTo>
                    <a:pt x="1560499" y="2334653"/>
                  </a:lnTo>
                  <a:lnTo>
                    <a:pt x="1557743" y="2334653"/>
                  </a:lnTo>
                  <a:lnTo>
                    <a:pt x="1557743" y="2360282"/>
                  </a:lnTo>
                  <a:lnTo>
                    <a:pt x="1269288" y="2360282"/>
                  </a:lnTo>
                  <a:lnTo>
                    <a:pt x="1269288" y="2334653"/>
                  </a:lnTo>
                  <a:lnTo>
                    <a:pt x="1266532" y="2334653"/>
                  </a:lnTo>
                  <a:lnTo>
                    <a:pt x="1266532" y="2360282"/>
                  </a:lnTo>
                  <a:lnTo>
                    <a:pt x="978014" y="2360282"/>
                  </a:lnTo>
                  <a:lnTo>
                    <a:pt x="978014" y="2334653"/>
                  </a:lnTo>
                  <a:lnTo>
                    <a:pt x="975258" y="2334653"/>
                  </a:lnTo>
                  <a:lnTo>
                    <a:pt x="975258" y="2360282"/>
                  </a:lnTo>
                  <a:lnTo>
                    <a:pt x="686803" y="2360282"/>
                  </a:lnTo>
                  <a:lnTo>
                    <a:pt x="686803" y="2334653"/>
                  </a:lnTo>
                  <a:lnTo>
                    <a:pt x="684047" y="2334653"/>
                  </a:lnTo>
                  <a:lnTo>
                    <a:pt x="684047" y="2360282"/>
                  </a:lnTo>
                  <a:lnTo>
                    <a:pt x="395605" y="2360282"/>
                  </a:lnTo>
                  <a:lnTo>
                    <a:pt x="395605" y="2334653"/>
                  </a:lnTo>
                  <a:lnTo>
                    <a:pt x="392849" y="2334653"/>
                  </a:lnTo>
                  <a:lnTo>
                    <a:pt x="392849" y="2360282"/>
                  </a:lnTo>
                  <a:lnTo>
                    <a:pt x="130022" y="2360282"/>
                  </a:lnTo>
                  <a:lnTo>
                    <a:pt x="104394" y="2360282"/>
                  </a:lnTo>
                  <a:lnTo>
                    <a:pt x="104394" y="2334653"/>
                  </a:lnTo>
                  <a:lnTo>
                    <a:pt x="104394" y="2094826"/>
                  </a:lnTo>
                  <a:lnTo>
                    <a:pt x="130022" y="2094826"/>
                  </a:lnTo>
                  <a:lnTo>
                    <a:pt x="130022" y="2092071"/>
                  </a:lnTo>
                  <a:lnTo>
                    <a:pt x="104394" y="2092071"/>
                  </a:lnTo>
                  <a:lnTo>
                    <a:pt x="104394" y="1826628"/>
                  </a:lnTo>
                  <a:lnTo>
                    <a:pt x="130022" y="1826628"/>
                  </a:lnTo>
                  <a:lnTo>
                    <a:pt x="130022" y="1823872"/>
                  </a:lnTo>
                  <a:lnTo>
                    <a:pt x="104394" y="1823872"/>
                  </a:lnTo>
                  <a:lnTo>
                    <a:pt x="104394" y="1558391"/>
                  </a:lnTo>
                  <a:lnTo>
                    <a:pt x="130022" y="1558391"/>
                  </a:lnTo>
                  <a:lnTo>
                    <a:pt x="130022" y="1555635"/>
                  </a:lnTo>
                  <a:lnTo>
                    <a:pt x="104394" y="1555635"/>
                  </a:lnTo>
                  <a:lnTo>
                    <a:pt x="104394" y="1290205"/>
                  </a:lnTo>
                  <a:lnTo>
                    <a:pt x="130022" y="1290205"/>
                  </a:lnTo>
                  <a:lnTo>
                    <a:pt x="130022" y="1287449"/>
                  </a:lnTo>
                  <a:lnTo>
                    <a:pt x="104394" y="1287449"/>
                  </a:lnTo>
                  <a:lnTo>
                    <a:pt x="104394" y="1021956"/>
                  </a:lnTo>
                  <a:lnTo>
                    <a:pt x="130022" y="1021956"/>
                  </a:lnTo>
                  <a:lnTo>
                    <a:pt x="130022" y="1019200"/>
                  </a:lnTo>
                  <a:lnTo>
                    <a:pt x="104394" y="1019200"/>
                  </a:lnTo>
                  <a:lnTo>
                    <a:pt x="104394" y="753770"/>
                  </a:lnTo>
                  <a:lnTo>
                    <a:pt x="130022" y="753770"/>
                  </a:lnTo>
                  <a:lnTo>
                    <a:pt x="130022" y="751014"/>
                  </a:lnTo>
                  <a:lnTo>
                    <a:pt x="104394" y="751014"/>
                  </a:lnTo>
                  <a:lnTo>
                    <a:pt x="104394" y="485521"/>
                  </a:lnTo>
                  <a:lnTo>
                    <a:pt x="130022" y="485521"/>
                  </a:lnTo>
                  <a:lnTo>
                    <a:pt x="130022" y="482765"/>
                  </a:lnTo>
                  <a:lnTo>
                    <a:pt x="104394" y="482765"/>
                  </a:lnTo>
                  <a:lnTo>
                    <a:pt x="104394" y="217335"/>
                  </a:lnTo>
                  <a:lnTo>
                    <a:pt x="130022" y="217335"/>
                  </a:lnTo>
                  <a:lnTo>
                    <a:pt x="130022" y="214579"/>
                  </a:lnTo>
                  <a:lnTo>
                    <a:pt x="104394" y="214579"/>
                  </a:lnTo>
                  <a:lnTo>
                    <a:pt x="104394" y="28397"/>
                  </a:lnTo>
                  <a:lnTo>
                    <a:pt x="104394" y="2768"/>
                  </a:lnTo>
                  <a:lnTo>
                    <a:pt x="392849" y="2768"/>
                  </a:lnTo>
                  <a:lnTo>
                    <a:pt x="392849" y="28397"/>
                  </a:lnTo>
                  <a:lnTo>
                    <a:pt x="395605" y="28397"/>
                  </a:lnTo>
                  <a:lnTo>
                    <a:pt x="395605" y="2768"/>
                  </a:lnTo>
                  <a:lnTo>
                    <a:pt x="684047" y="2768"/>
                  </a:lnTo>
                  <a:lnTo>
                    <a:pt x="684047" y="28397"/>
                  </a:lnTo>
                  <a:lnTo>
                    <a:pt x="686803" y="28397"/>
                  </a:lnTo>
                  <a:lnTo>
                    <a:pt x="686803" y="2768"/>
                  </a:lnTo>
                  <a:lnTo>
                    <a:pt x="975258" y="2768"/>
                  </a:lnTo>
                  <a:lnTo>
                    <a:pt x="975258" y="28397"/>
                  </a:lnTo>
                  <a:lnTo>
                    <a:pt x="978014" y="28397"/>
                  </a:lnTo>
                  <a:lnTo>
                    <a:pt x="978014" y="2768"/>
                  </a:lnTo>
                  <a:lnTo>
                    <a:pt x="1266532" y="2768"/>
                  </a:lnTo>
                  <a:lnTo>
                    <a:pt x="1266532" y="28397"/>
                  </a:lnTo>
                  <a:lnTo>
                    <a:pt x="1269288" y="28397"/>
                  </a:lnTo>
                  <a:lnTo>
                    <a:pt x="1269288" y="2768"/>
                  </a:lnTo>
                  <a:lnTo>
                    <a:pt x="1557743" y="2768"/>
                  </a:lnTo>
                  <a:lnTo>
                    <a:pt x="1557743" y="28397"/>
                  </a:lnTo>
                  <a:lnTo>
                    <a:pt x="1560499" y="28397"/>
                  </a:lnTo>
                  <a:lnTo>
                    <a:pt x="1560499" y="2768"/>
                  </a:lnTo>
                  <a:lnTo>
                    <a:pt x="1848954" y="2768"/>
                  </a:lnTo>
                  <a:lnTo>
                    <a:pt x="1848954" y="28397"/>
                  </a:lnTo>
                  <a:lnTo>
                    <a:pt x="1851710" y="28397"/>
                  </a:lnTo>
                  <a:lnTo>
                    <a:pt x="1851710" y="2768"/>
                  </a:lnTo>
                  <a:lnTo>
                    <a:pt x="2140166" y="2768"/>
                  </a:lnTo>
                  <a:lnTo>
                    <a:pt x="2140166" y="28397"/>
                  </a:lnTo>
                  <a:lnTo>
                    <a:pt x="2142921" y="28397"/>
                  </a:lnTo>
                  <a:lnTo>
                    <a:pt x="2142921" y="2768"/>
                  </a:lnTo>
                  <a:lnTo>
                    <a:pt x="2431377" y="2768"/>
                  </a:lnTo>
                  <a:lnTo>
                    <a:pt x="2431377" y="28397"/>
                  </a:lnTo>
                  <a:lnTo>
                    <a:pt x="2434132" y="28397"/>
                  </a:lnTo>
                  <a:lnTo>
                    <a:pt x="2434132" y="2768"/>
                  </a:lnTo>
                  <a:lnTo>
                    <a:pt x="2664333" y="2768"/>
                  </a:lnTo>
                  <a:lnTo>
                    <a:pt x="2664333" y="12"/>
                  </a:lnTo>
                  <a:lnTo>
                    <a:pt x="104394" y="12"/>
                  </a:lnTo>
                  <a:lnTo>
                    <a:pt x="101638" y="0"/>
                  </a:lnTo>
                  <a:lnTo>
                    <a:pt x="101638" y="1397"/>
                  </a:lnTo>
                  <a:lnTo>
                    <a:pt x="101638" y="28397"/>
                  </a:lnTo>
                  <a:lnTo>
                    <a:pt x="101638" y="2334653"/>
                  </a:lnTo>
                  <a:lnTo>
                    <a:pt x="101638" y="2361666"/>
                  </a:lnTo>
                  <a:lnTo>
                    <a:pt x="103009" y="2361666"/>
                  </a:lnTo>
                  <a:lnTo>
                    <a:pt x="103009" y="2363038"/>
                  </a:lnTo>
                  <a:lnTo>
                    <a:pt x="130022" y="2363038"/>
                  </a:lnTo>
                  <a:lnTo>
                    <a:pt x="2638704" y="2363038"/>
                  </a:lnTo>
                  <a:lnTo>
                    <a:pt x="2665717" y="2363038"/>
                  </a:lnTo>
                  <a:lnTo>
                    <a:pt x="2667101" y="2363038"/>
                  </a:lnTo>
                  <a:lnTo>
                    <a:pt x="2667101" y="2360282"/>
                  </a:lnTo>
                  <a:lnTo>
                    <a:pt x="2667089" y="2768"/>
                  </a:lnTo>
                  <a:lnTo>
                    <a:pt x="2667101" y="12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65272" y="5400469"/>
              <a:ext cx="77219" cy="72971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23230" y="6752979"/>
            <a:ext cx="65087" cy="7733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7801516" y="4179806"/>
            <a:ext cx="2769235" cy="2521585"/>
            <a:chOff x="7801516" y="4179806"/>
            <a:chExt cx="2769235" cy="2521585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93794" y="4179806"/>
              <a:ext cx="2576592" cy="246479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913319" y="4269790"/>
              <a:ext cx="2657475" cy="2432050"/>
            </a:xfrm>
            <a:custGeom>
              <a:avLst/>
              <a:gdLst/>
              <a:ahLst/>
              <a:cxnLst/>
              <a:rect l="l" t="t" r="r" b="b"/>
              <a:pathLst>
                <a:path w="2657475" h="2432050">
                  <a:moveTo>
                    <a:pt x="14389" y="2357691"/>
                  </a:moveTo>
                  <a:lnTo>
                    <a:pt x="0" y="2357691"/>
                  </a:lnTo>
                  <a:lnTo>
                    <a:pt x="0" y="2362403"/>
                  </a:lnTo>
                  <a:lnTo>
                    <a:pt x="14389" y="2362403"/>
                  </a:lnTo>
                  <a:lnTo>
                    <a:pt x="14389" y="2357691"/>
                  </a:lnTo>
                  <a:close/>
                </a:path>
                <a:path w="2657475" h="2432050">
                  <a:moveTo>
                    <a:pt x="14389" y="2090508"/>
                  </a:moveTo>
                  <a:lnTo>
                    <a:pt x="0" y="2090508"/>
                  </a:lnTo>
                  <a:lnTo>
                    <a:pt x="0" y="2095220"/>
                  </a:lnTo>
                  <a:lnTo>
                    <a:pt x="14389" y="2095220"/>
                  </a:lnTo>
                  <a:lnTo>
                    <a:pt x="14389" y="2090508"/>
                  </a:lnTo>
                  <a:close/>
                </a:path>
                <a:path w="2657475" h="2432050">
                  <a:moveTo>
                    <a:pt x="14389" y="1823288"/>
                  </a:moveTo>
                  <a:lnTo>
                    <a:pt x="0" y="1823288"/>
                  </a:lnTo>
                  <a:lnTo>
                    <a:pt x="0" y="1827999"/>
                  </a:lnTo>
                  <a:lnTo>
                    <a:pt x="14389" y="1827999"/>
                  </a:lnTo>
                  <a:lnTo>
                    <a:pt x="14389" y="1823288"/>
                  </a:lnTo>
                  <a:close/>
                </a:path>
                <a:path w="2657475" h="2432050">
                  <a:moveTo>
                    <a:pt x="36436" y="2068347"/>
                  </a:moveTo>
                  <a:lnTo>
                    <a:pt x="33413" y="2068347"/>
                  </a:lnTo>
                  <a:lnTo>
                    <a:pt x="32600" y="2069998"/>
                  </a:lnTo>
                  <a:lnTo>
                    <a:pt x="31203" y="2071700"/>
                  </a:lnTo>
                  <a:lnTo>
                    <a:pt x="27292" y="2075205"/>
                  </a:lnTo>
                  <a:lnTo>
                    <a:pt x="24993" y="2076704"/>
                  </a:lnTo>
                  <a:lnTo>
                    <a:pt x="22466" y="2077885"/>
                  </a:lnTo>
                  <a:lnTo>
                    <a:pt x="22377" y="2082457"/>
                  </a:lnTo>
                  <a:lnTo>
                    <a:pt x="31750" y="2076805"/>
                  </a:lnTo>
                  <a:lnTo>
                    <a:pt x="31750" y="2106663"/>
                  </a:lnTo>
                  <a:lnTo>
                    <a:pt x="36436" y="2106663"/>
                  </a:lnTo>
                  <a:lnTo>
                    <a:pt x="36436" y="2076805"/>
                  </a:lnTo>
                  <a:lnTo>
                    <a:pt x="36436" y="2068347"/>
                  </a:lnTo>
                  <a:close/>
                </a:path>
                <a:path w="2657475" h="2432050">
                  <a:moveTo>
                    <a:pt x="36436" y="1801152"/>
                  </a:moveTo>
                  <a:lnTo>
                    <a:pt x="33413" y="1801152"/>
                  </a:lnTo>
                  <a:lnTo>
                    <a:pt x="32600" y="1802803"/>
                  </a:lnTo>
                  <a:lnTo>
                    <a:pt x="31203" y="1804504"/>
                  </a:lnTo>
                  <a:lnTo>
                    <a:pt x="27292" y="1808022"/>
                  </a:lnTo>
                  <a:lnTo>
                    <a:pt x="24993" y="1809496"/>
                  </a:lnTo>
                  <a:lnTo>
                    <a:pt x="22491" y="1810715"/>
                  </a:lnTo>
                  <a:lnTo>
                    <a:pt x="22377" y="1815261"/>
                  </a:lnTo>
                  <a:lnTo>
                    <a:pt x="31750" y="1809610"/>
                  </a:lnTo>
                  <a:lnTo>
                    <a:pt x="31750" y="1839480"/>
                  </a:lnTo>
                  <a:lnTo>
                    <a:pt x="36436" y="1839480"/>
                  </a:lnTo>
                  <a:lnTo>
                    <a:pt x="36436" y="1809610"/>
                  </a:lnTo>
                  <a:lnTo>
                    <a:pt x="36436" y="1801152"/>
                  </a:lnTo>
                  <a:close/>
                </a:path>
                <a:path w="2657475" h="2432050">
                  <a:moveTo>
                    <a:pt x="38747" y="732383"/>
                  </a:moveTo>
                  <a:lnTo>
                    <a:pt x="35737" y="732383"/>
                  </a:lnTo>
                  <a:lnTo>
                    <a:pt x="34912" y="734034"/>
                  </a:lnTo>
                  <a:lnTo>
                    <a:pt x="33528" y="735736"/>
                  </a:lnTo>
                  <a:lnTo>
                    <a:pt x="29603" y="739241"/>
                  </a:lnTo>
                  <a:lnTo>
                    <a:pt x="27317" y="740727"/>
                  </a:lnTo>
                  <a:lnTo>
                    <a:pt x="24815" y="741934"/>
                  </a:lnTo>
                  <a:lnTo>
                    <a:pt x="24701" y="746493"/>
                  </a:lnTo>
                  <a:lnTo>
                    <a:pt x="34061" y="740841"/>
                  </a:lnTo>
                  <a:lnTo>
                    <a:pt x="34061" y="770712"/>
                  </a:lnTo>
                  <a:lnTo>
                    <a:pt x="38747" y="770712"/>
                  </a:lnTo>
                  <a:lnTo>
                    <a:pt x="38747" y="740841"/>
                  </a:lnTo>
                  <a:lnTo>
                    <a:pt x="38747" y="732383"/>
                  </a:lnTo>
                  <a:close/>
                </a:path>
                <a:path w="2657475" h="2432050">
                  <a:moveTo>
                    <a:pt x="38747" y="465213"/>
                  </a:moveTo>
                  <a:lnTo>
                    <a:pt x="35737" y="465213"/>
                  </a:lnTo>
                  <a:lnTo>
                    <a:pt x="34912" y="466864"/>
                  </a:lnTo>
                  <a:lnTo>
                    <a:pt x="33528" y="468566"/>
                  </a:lnTo>
                  <a:lnTo>
                    <a:pt x="29603" y="472084"/>
                  </a:lnTo>
                  <a:lnTo>
                    <a:pt x="27317" y="473557"/>
                  </a:lnTo>
                  <a:lnTo>
                    <a:pt x="24815" y="474713"/>
                  </a:lnTo>
                  <a:lnTo>
                    <a:pt x="24701" y="479323"/>
                  </a:lnTo>
                  <a:lnTo>
                    <a:pt x="34061" y="473671"/>
                  </a:lnTo>
                  <a:lnTo>
                    <a:pt x="34061" y="503491"/>
                  </a:lnTo>
                  <a:lnTo>
                    <a:pt x="38747" y="503491"/>
                  </a:lnTo>
                  <a:lnTo>
                    <a:pt x="38747" y="473671"/>
                  </a:lnTo>
                  <a:lnTo>
                    <a:pt x="38747" y="465213"/>
                  </a:lnTo>
                  <a:close/>
                </a:path>
                <a:path w="2657475" h="2432050">
                  <a:moveTo>
                    <a:pt x="43408" y="2369350"/>
                  </a:moveTo>
                  <a:lnTo>
                    <a:pt x="24688" y="2369350"/>
                  </a:lnTo>
                  <a:lnTo>
                    <a:pt x="25209" y="2368499"/>
                  </a:lnTo>
                  <a:lnTo>
                    <a:pt x="25869" y="2367661"/>
                  </a:lnTo>
                  <a:lnTo>
                    <a:pt x="27470" y="2365972"/>
                  </a:lnTo>
                  <a:lnTo>
                    <a:pt x="29273" y="2364371"/>
                  </a:lnTo>
                  <a:lnTo>
                    <a:pt x="35458" y="2359164"/>
                  </a:lnTo>
                  <a:lnTo>
                    <a:pt x="37858" y="2356929"/>
                  </a:lnTo>
                  <a:lnTo>
                    <a:pt x="40767" y="2353653"/>
                  </a:lnTo>
                  <a:lnTo>
                    <a:pt x="41795" y="2352116"/>
                  </a:lnTo>
                  <a:lnTo>
                    <a:pt x="43040" y="2349169"/>
                  </a:lnTo>
                  <a:lnTo>
                    <a:pt x="43319" y="2347798"/>
                  </a:lnTo>
                  <a:lnTo>
                    <a:pt x="43218" y="2342807"/>
                  </a:lnTo>
                  <a:lnTo>
                    <a:pt x="42291" y="2340622"/>
                  </a:lnTo>
                  <a:lnTo>
                    <a:pt x="41033" y="2339429"/>
                  </a:lnTo>
                  <a:lnTo>
                    <a:pt x="38023" y="2336558"/>
                  </a:lnTo>
                  <a:lnTo>
                    <a:pt x="35128" y="2335542"/>
                  </a:lnTo>
                  <a:lnTo>
                    <a:pt x="27838" y="2335542"/>
                  </a:lnTo>
                  <a:lnTo>
                    <a:pt x="24942" y="2336482"/>
                  </a:lnTo>
                  <a:lnTo>
                    <a:pt x="20637" y="2340254"/>
                  </a:lnTo>
                  <a:lnTo>
                    <a:pt x="19392" y="2342985"/>
                  </a:lnTo>
                  <a:lnTo>
                    <a:pt x="19075" y="2346579"/>
                  </a:lnTo>
                  <a:lnTo>
                    <a:pt x="23888" y="2347074"/>
                  </a:lnTo>
                  <a:lnTo>
                    <a:pt x="23901" y="2344674"/>
                  </a:lnTo>
                  <a:lnTo>
                    <a:pt x="24587" y="2342807"/>
                  </a:lnTo>
                  <a:lnTo>
                    <a:pt x="27292" y="2340102"/>
                  </a:lnTo>
                  <a:lnTo>
                    <a:pt x="29095" y="2339429"/>
                  </a:lnTo>
                  <a:lnTo>
                    <a:pt x="33489" y="2339429"/>
                  </a:lnTo>
                  <a:lnTo>
                    <a:pt x="35217" y="2340064"/>
                  </a:lnTo>
                  <a:lnTo>
                    <a:pt x="37871" y="2342604"/>
                  </a:lnTo>
                  <a:lnTo>
                    <a:pt x="38544" y="2344178"/>
                  </a:lnTo>
                  <a:lnTo>
                    <a:pt x="38544" y="2347798"/>
                  </a:lnTo>
                  <a:lnTo>
                    <a:pt x="37807" y="2349677"/>
                  </a:lnTo>
                  <a:lnTo>
                    <a:pt x="34886" y="2353665"/>
                  </a:lnTo>
                  <a:lnTo>
                    <a:pt x="32092" y="2356358"/>
                  </a:lnTo>
                  <a:lnTo>
                    <a:pt x="25273" y="2361933"/>
                  </a:lnTo>
                  <a:lnTo>
                    <a:pt x="23228" y="2363863"/>
                  </a:lnTo>
                  <a:lnTo>
                    <a:pt x="20408" y="2367191"/>
                  </a:lnTo>
                  <a:lnTo>
                    <a:pt x="19380" y="2368893"/>
                  </a:lnTo>
                  <a:lnTo>
                    <a:pt x="18338" y="2371648"/>
                  </a:lnTo>
                  <a:lnTo>
                    <a:pt x="18148" y="2372728"/>
                  </a:lnTo>
                  <a:lnTo>
                    <a:pt x="18186" y="2373858"/>
                  </a:lnTo>
                  <a:lnTo>
                    <a:pt x="43408" y="2373858"/>
                  </a:lnTo>
                  <a:lnTo>
                    <a:pt x="43408" y="2369350"/>
                  </a:lnTo>
                  <a:close/>
                </a:path>
                <a:path w="2657475" h="2432050">
                  <a:moveTo>
                    <a:pt x="45720" y="231813"/>
                  </a:moveTo>
                  <a:lnTo>
                    <a:pt x="27012" y="231813"/>
                  </a:lnTo>
                  <a:lnTo>
                    <a:pt x="27533" y="231000"/>
                  </a:lnTo>
                  <a:lnTo>
                    <a:pt x="28194" y="230111"/>
                  </a:lnTo>
                  <a:lnTo>
                    <a:pt x="28994" y="229298"/>
                  </a:lnTo>
                  <a:lnTo>
                    <a:pt x="29781" y="228409"/>
                  </a:lnTo>
                  <a:lnTo>
                    <a:pt x="31597" y="226822"/>
                  </a:lnTo>
                  <a:lnTo>
                    <a:pt x="37769" y="221602"/>
                  </a:lnTo>
                  <a:lnTo>
                    <a:pt x="40170" y="219405"/>
                  </a:lnTo>
                  <a:lnTo>
                    <a:pt x="43078" y="216115"/>
                  </a:lnTo>
                  <a:lnTo>
                    <a:pt x="44107" y="214579"/>
                  </a:lnTo>
                  <a:lnTo>
                    <a:pt x="45364" y="211607"/>
                  </a:lnTo>
                  <a:lnTo>
                    <a:pt x="45643" y="210235"/>
                  </a:lnTo>
                  <a:lnTo>
                    <a:pt x="45529" y="205244"/>
                  </a:lnTo>
                  <a:lnTo>
                    <a:pt x="44602" y="203098"/>
                  </a:lnTo>
                  <a:lnTo>
                    <a:pt x="43332" y="201891"/>
                  </a:lnTo>
                  <a:lnTo>
                    <a:pt x="40335" y="199034"/>
                  </a:lnTo>
                  <a:lnTo>
                    <a:pt x="37439" y="197993"/>
                  </a:lnTo>
                  <a:lnTo>
                    <a:pt x="30149" y="197993"/>
                  </a:lnTo>
                  <a:lnTo>
                    <a:pt x="27254" y="198932"/>
                  </a:lnTo>
                  <a:lnTo>
                    <a:pt x="25107" y="200850"/>
                  </a:lnTo>
                  <a:lnTo>
                    <a:pt x="22961" y="202717"/>
                  </a:lnTo>
                  <a:lnTo>
                    <a:pt x="21717" y="205460"/>
                  </a:lnTo>
                  <a:lnTo>
                    <a:pt x="21386" y="209029"/>
                  </a:lnTo>
                  <a:lnTo>
                    <a:pt x="26200" y="209524"/>
                  </a:lnTo>
                  <a:lnTo>
                    <a:pt x="26225" y="207162"/>
                  </a:lnTo>
                  <a:lnTo>
                    <a:pt x="26911" y="205244"/>
                  </a:lnTo>
                  <a:lnTo>
                    <a:pt x="28371" y="203822"/>
                  </a:lnTo>
                  <a:lnTo>
                    <a:pt x="29616" y="202552"/>
                  </a:lnTo>
                  <a:lnTo>
                    <a:pt x="31419" y="201891"/>
                  </a:lnTo>
                  <a:lnTo>
                    <a:pt x="35814" y="201891"/>
                  </a:lnTo>
                  <a:lnTo>
                    <a:pt x="37541" y="202501"/>
                  </a:lnTo>
                  <a:lnTo>
                    <a:pt x="38989" y="203923"/>
                  </a:lnTo>
                  <a:lnTo>
                    <a:pt x="40195" y="205079"/>
                  </a:lnTo>
                  <a:lnTo>
                    <a:pt x="40855" y="206616"/>
                  </a:lnTo>
                  <a:lnTo>
                    <a:pt x="40855" y="210235"/>
                  </a:lnTo>
                  <a:lnTo>
                    <a:pt x="40132" y="212166"/>
                  </a:lnTo>
                  <a:lnTo>
                    <a:pt x="37211" y="216115"/>
                  </a:lnTo>
                  <a:lnTo>
                    <a:pt x="34404" y="218808"/>
                  </a:lnTo>
                  <a:lnTo>
                    <a:pt x="27584" y="224409"/>
                  </a:lnTo>
                  <a:lnTo>
                    <a:pt x="25552" y="226326"/>
                  </a:lnTo>
                  <a:lnTo>
                    <a:pt x="20472" y="235165"/>
                  </a:lnTo>
                  <a:lnTo>
                    <a:pt x="20497" y="236321"/>
                  </a:lnTo>
                  <a:lnTo>
                    <a:pt x="45720" y="236321"/>
                  </a:lnTo>
                  <a:lnTo>
                    <a:pt x="45720" y="231813"/>
                  </a:lnTo>
                  <a:close/>
                </a:path>
                <a:path w="2657475" h="2432050">
                  <a:moveTo>
                    <a:pt x="47332" y="1556118"/>
                  </a:moveTo>
                  <a:lnTo>
                    <a:pt x="32943" y="1556118"/>
                  </a:lnTo>
                  <a:lnTo>
                    <a:pt x="32943" y="1560842"/>
                  </a:lnTo>
                  <a:lnTo>
                    <a:pt x="47332" y="1560842"/>
                  </a:lnTo>
                  <a:lnTo>
                    <a:pt x="47332" y="1556118"/>
                  </a:lnTo>
                  <a:close/>
                </a:path>
                <a:path w="2657475" h="2432050">
                  <a:moveTo>
                    <a:pt x="74193" y="2359520"/>
                  </a:moveTo>
                  <a:lnTo>
                    <a:pt x="70370" y="2339429"/>
                  </a:lnTo>
                  <a:lnTo>
                    <a:pt x="69964" y="2338794"/>
                  </a:lnTo>
                  <a:lnTo>
                    <a:pt x="69380" y="2338247"/>
                  </a:lnTo>
                  <a:lnTo>
                    <a:pt x="69380" y="2361298"/>
                  </a:lnTo>
                  <a:lnTo>
                    <a:pt x="68630" y="2365476"/>
                  </a:lnTo>
                  <a:lnTo>
                    <a:pt x="65722" y="2369616"/>
                  </a:lnTo>
                  <a:lnTo>
                    <a:pt x="63906" y="2370658"/>
                  </a:lnTo>
                  <a:lnTo>
                    <a:pt x="59601" y="2370658"/>
                  </a:lnTo>
                  <a:lnTo>
                    <a:pt x="57797" y="2369616"/>
                  </a:lnTo>
                  <a:lnTo>
                    <a:pt x="54864" y="2365451"/>
                  </a:lnTo>
                  <a:lnTo>
                    <a:pt x="54127" y="2361298"/>
                  </a:lnTo>
                  <a:lnTo>
                    <a:pt x="54229" y="2348242"/>
                  </a:lnTo>
                  <a:lnTo>
                    <a:pt x="54940" y="2344483"/>
                  </a:lnTo>
                  <a:lnTo>
                    <a:pt x="57835" y="2340330"/>
                  </a:lnTo>
                  <a:lnTo>
                    <a:pt x="59550" y="2339429"/>
                  </a:lnTo>
                  <a:lnTo>
                    <a:pt x="63893" y="2339429"/>
                  </a:lnTo>
                  <a:lnTo>
                    <a:pt x="65722" y="2340457"/>
                  </a:lnTo>
                  <a:lnTo>
                    <a:pt x="68643" y="2344585"/>
                  </a:lnTo>
                  <a:lnTo>
                    <a:pt x="69291" y="2348242"/>
                  </a:lnTo>
                  <a:lnTo>
                    <a:pt x="69380" y="2361298"/>
                  </a:lnTo>
                  <a:lnTo>
                    <a:pt x="69380" y="2338247"/>
                  </a:lnTo>
                  <a:lnTo>
                    <a:pt x="68694" y="2337600"/>
                  </a:lnTo>
                  <a:lnTo>
                    <a:pt x="65595" y="2335949"/>
                  </a:lnTo>
                  <a:lnTo>
                    <a:pt x="63804" y="2335542"/>
                  </a:lnTo>
                  <a:lnTo>
                    <a:pt x="58978" y="2335542"/>
                  </a:lnTo>
                  <a:lnTo>
                    <a:pt x="49314" y="2350528"/>
                  </a:lnTo>
                  <a:lnTo>
                    <a:pt x="49314" y="2362200"/>
                  </a:lnTo>
                  <a:lnTo>
                    <a:pt x="50571" y="2367381"/>
                  </a:lnTo>
                  <a:lnTo>
                    <a:pt x="55194" y="2373185"/>
                  </a:lnTo>
                  <a:lnTo>
                    <a:pt x="58077" y="2374506"/>
                  </a:lnTo>
                  <a:lnTo>
                    <a:pt x="64554" y="2374506"/>
                  </a:lnTo>
                  <a:lnTo>
                    <a:pt x="73736" y="2363127"/>
                  </a:lnTo>
                  <a:lnTo>
                    <a:pt x="74193" y="2359520"/>
                  </a:lnTo>
                  <a:close/>
                </a:path>
                <a:path w="2657475" h="2432050">
                  <a:moveTo>
                    <a:pt x="74193" y="1825155"/>
                  </a:moveTo>
                  <a:lnTo>
                    <a:pt x="70383" y="1805051"/>
                  </a:lnTo>
                  <a:lnTo>
                    <a:pt x="69964" y="1804390"/>
                  </a:lnTo>
                  <a:lnTo>
                    <a:pt x="69380" y="1803869"/>
                  </a:lnTo>
                  <a:lnTo>
                    <a:pt x="69380" y="1826907"/>
                  </a:lnTo>
                  <a:lnTo>
                    <a:pt x="68643" y="1831073"/>
                  </a:lnTo>
                  <a:lnTo>
                    <a:pt x="65722" y="1835251"/>
                  </a:lnTo>
                  <a:lnTo>
                    <a:pt x="63906" y="1836293"/>
                  </a:lnTo>
                  <a:lnTo>
                    <a:pt x="59601" y="1836293"/>
                  </a:lnTo>
                  <a:lnTo>
                    <a:pt x="57797" y="1835251"/>
                  </a:lnTo>
                  <a:lnTo>
                    <a:pt x="54864" y="1831073"/>
                  </a:lnTo>
                  <a:lnTo>
                    <a:pt x="54127" y="1826907"/>
                  </a:lnTo>
                  <a:lnTo>
                    <a:pt x="54229" y="1813839"/>
                  </a:lnTo>
                  <a:lnTo>
                    <a:pt x="54940" y="1810105"/>
                  </a:lnTo>
                  <a:lnTo>
                    <a:pt x="56553" y="1807743"/>
                  </a:lnTo>
                  <a:lnTo>
                    <a:pt x="57835" y="1805927"/>
                  </a:lnTo>
                  <a:lnTo>
                    <a:pt x="59550" y="1805051"/>
                  </a:lnTo>
                  <a:lnTo>
                    <a:pt x="63893" y="1805051"/>
                  </a:lnTo>
                  <a:lnTo>
                    <a:pt x="69380" y="1826907"/>
                  </a:lnTo>
                  <a:lnTo>
                    <a:pt x="69380" y="1803869"/>
                  </a:lnTo>
                  <a:lnTo>
                    <a:pt x="68694" y="1803247"/>
                  </a:lnTo>
                  <a:lnTo>
                    <a:pt x="65595" y="1801596"/>
                  </a:lnTo>
                  <a:lnTo>
                    <a:pt x="63804" y="1801152"/>
                  </a:lnTo>
                  <a:lnTo>
                    <a:pt x="58978" y="1801152"/>
                  </a:lnTo>
                  <a:lnTo>
                    <a:pt x="49314" y="1816150"/>
                  </a:lnTo>
                  <a:lnTo>
                    <a:pt x="49314" y="1827834"/>
                  </a:lnTo>
                  <a:lnTo>
                    <a:pt x="50571" y="1833003"/>
                  </a:lnTo>
                  <a:lnTo>
                    <a:pt x="55194" y="1838820"/>
                  </a:lnTo>
                  <a:lnTo>
                    <a:pt x="58077" y="1840141"/>
                  </a:lnTo>
                  <a:lnTo>
                    <a:pt x="64554" y="1840141"/>
                  </a:lnTo>
                  <a:lnTo>
                    <a:pt x="66865" y="1839366"/>
                  </a:lnTo>
                  <a:lnTo>
                    <a:pt x="68694" y="1837893"/>
                  </a:lnTo>
                  <a:lnTo>
                    <a:pt x="70523" y="1836356"/>
                  </a:lnTo>
                  <a:lnTo>
                    <a:pt x="71894" y="1834261"/>
                  </a:lnTo>
                  <a:lnTo>
                    <a:pt x="73736" y="1828723"/>
                  </a:lnTo>
                  <a:lnTo>
                    <a:pt x="74193" y="1825155"/>
                  </a:lnTo>
                  <a:close/>
                </a:path>
                <a:path w="2657475" h="2432050">
                  <a:moveTo>
                    <a:pt x="74612" y="2090102"/>
                  </a:moveTo>
                  <a:lnTo>
                    <a:pt x="73469" y="2087143"/>
                  </a:lnTo>
                  <a:lnTo>
                    <a:pt x="71843" y="2085505"/>
                  </a:lnTo>
                  <a:lnTo>
                    <a:pt x="70116" y="2083765"/>
                  </a:lnTo>
                  <a:lnTo>
                    <a:pt x="68884" y="2082520"/>
                  </a:lnTo>
                  <a:lnTo>
                    <a:pt x="66078" y="2081364"/>
                  </a:lnTo>
                  <a:lnTo>
                    <a:pt x="60236" y="2081364"/>
                  </a:lnTo>
                  <a:lnTo>
                    <a:pt x="57823" y="2082165"/>
                  </a:lnTo>
                  <a:lnTo>
                    <a:pt x="55537" y="2083765"/>
                  </a:lnTo>
                  <a:lnTo>
                    <a:pt x="57594" y="2073503"/>
                  </a:lnTo>
                  <a:lnTo>
                    <a:pt x="72821" y="2073503"/>
                  </a:lnTo>
                  <a:lnTo>
                    <a:pt x="72821" y="2069033"/>
                  </a:lnTo>
                  <a:lnTo>
                    <a:pt x="53848" y="2069033"/>
                  </a:lnTo>
                  <a:lnTo>
                    <a:pt x="50152" y="2088629"/>
                  </a:lnTo>
                  <a:lnTo>
                    <a:pt x="54546" y="2089200"/>
                  </a:lnTo>
                  <a:lnTo>
                    <a:pt x="55245" y="2088108"/>
                  </a:lnTo>
                  <a:lnTo>
                    <a:pt x="56197" y="2087219"/>
                  </a:lnTo>
                  <a:lnTo>
                    <a:pt x="58623" y="2085848"/>
                  </a:lnTo>
                  <a:lnTo>
                    <a:pt x="59994" y="2085505"/>
                  </a:lnTo>
                  <a:lnTo>
                    <a:pt x="63931" y="2085505"/>
                  </a:lnTo>
                  <a:lnTo>
                    <a:pt x="65887" y="2086279"/>
                  </a:lnTo>
                  <a:lnTo>
                    <a:pt x="68897" y="2089365"/>
                  </a:lnTo>
                  <a:lnTo>
                    <a:pt x="69646" y="2091474"/>
                  </a:lnTo>
                  <a:lnTo>
                    <a:pt x="69557" y="2097176"/>
                  </a:lnTo>
                  <a:lnTo>
                    <a:pt x="68859" y="2099208"/>
                  </a:lnTo>
                  <a:lnTo>
                    <a:pt x="65735" y="2102612"/>
                  </a:lnTo>
                  <a:lnTo>
                    <a:pt x="63830" y="2103462"/>
                  </a:lnTo>
                  <a:lnTo>
                    <a:pt x="59702" y="2103462"/>
                  </a:lnTo>
                  <a:lnTo>
                    <a:pt x="58102" y="2102866"/>
                  </a:lnTo>
                  <a:lnTo>
                    <a:pt x="55448" y="2100453"/>
                  </a:lnTo>
                  <a:lnTo>
                    <a:pt x="54597" y="2098649"/>
                  </a:lnTo>
                  <a:lnTo>
                    <a:pt x="54241" y="2096249"/>
                  </a:lnTo>
                  <a:lnTo>
                    <a:pt x="49314" y="2096668"/>
                  </a:lnTo>
                  <a:lnTo>
                    <a:pt x="49631" y="2099881"/>
                  </a:lnTo>
                  <a:lnTo>
                    <a:pt x="50876" y="2102459"/>
                  </a:lnTo>
                  <a:lnTo>
                    <a:pt x="55270" y="2106345"/>
                  </a:lnTo>
                  <a:lnTo>
                    <a:pt x="58102" y="2107311"/>
                  </a:lnTo>
                  <a:lnTo>
                    <a:pt x="65811" y="2107311"/>
                  </a:lnTo>
                  <a:lnTo>
                    <a:pt x="69151" y="2105774"/>
                  </a:lnTo>
                  <a:lnTo>
                    <a:pt x="70993" y="2103462"/>
                  </a:lnTo>
                  <a:lnTo>
                    <a:pt x="73609" y="2100160"/>
                  </a:lnTo>
                  <a:lnTo>
                    <a:pt x="74612" y="2097176"/>
                  </a:lnTo>
                  <a:lnTo>
                    <a:pt x="74612" y="2090102"/>
                  </a:lnTo>
                  <a:close/>
                </a:path>
                <a:path w="2657475" h="2432050">
                  <a:moveTo>
                    <a:pt x="74803" y="1290764"/>
                  </a:moveTo>
                  <a:lnTo>
                    <a:pt x="69989" y="1269492"/>
                  </a:lnTo>
                  <a:lnTo>
                    <a:pt x="69989" y="1292517"/>
                  </a:lnTo>
                  <a:lnTo>
                    <a:pt x="69265" y="1296695"/>
                  </a:lnTo>
                  <a:lnTo>
                    <a:pt x="66332" y="1300861"/>
                  </a:lnTo>
                  <a:lnTo>
                    <a:pt x="64516" y="1301915"/>
                  </a:lnTo>
                  <a:lnTo>
                    <a:pt x="60210" y="1301915"/>
                  </a:lnTo>
                  <a:lnTo>
                    <a:pt x="58407" y="1300861"/>
                  </a:lnTo>
                  <a:lnTo>
                    <a:pt x="55473" y="1296695"/>
                  </a:lnTo>
                  <a:lnTo>
                    <a:pt x="54737" y="1292517"/>
                  </a:lnTo>
                  <a:lnTo>
                    <a:pt x="54838" y="1279512"/>
                  </a:lnTo>
                  <a:lnTo>
                    <a:pt x="55549" y="1275715"/>
                  </a:lnTo>
                  <a:lnTo>
                    <a:pt x="58445" y="1271549"/>
                  </a:lnTo>
                  <a:lnTo>
                    <a:pt x="60159" y="1270673"/>
                  </a:lnTo>
                  <a:lnTo>
                    <a:pt x="64503" y="1270673"/>
                  </a:lnTo>
                  <a:lnTo>
                    <a:pt x="69989" y="1292517"/>
                  </a:lnTo>
                  <a:lnTo>
                    <a:pt x="69989" y="1269492"/>
                  </a:lnTo>
                  <a:lnTo>
                    <a:pt x="69303" y="1268857"/>
                  </a:lnTo>
                  <a:lnTo>
                    <a:pt x="66205" y="1267206"/>
                  </a:lnTo>
                  <a:lnTo>
                    <a:pt x="64414" y="1266774"/>
                  </a:lnTo>
                  <a:lnTo>
                    <a:pt x="59588" y="1266774"/>
                  </a:lnTo>
                  <a:lnTo>
                    <a:pt x="49923" y="1281760"/>
                  </a:lnTo>
                  <a:lnTo>
                    <a:pt x="49923" y="1293456"/>
                  </a:lnTo>
                  <a:lnTo>
                    <a:pt x="51193" y="1298613"/>
                  </a:lnTo>
                  <a:lnTo>
                    <a:pt x="55803" y="1304429"/>
                  </a:lnTo>
                  <a:lnTo>
                    <a:pt x="58686" y="1305750"/>
                  </a:lnTo>
                  <a:lnTo>
                    <a:pt x="65163" y="1305750"/>
                  </a:lnTo>
                  <a:lnTo>
                    <a:pt x="74358" y="1294384"/>
                  </a:lnTo>
                  <a:lnTo>
                    <a:pt x="74803" y="1290764"/>
                  </a:lnTo>
                  <a:close/>
                </a:path>
                <a:path w="2657475" h="2432050">
                  <a:moveTo>
                    <a:pt x="75222" y="1021346"/>
                  </a:moveTo>
                  <a:lnTo>
                    <a:pt x="74079" y="1018387"/>
                  </a:lnTo>
                  <a:lnTo>
                    <a:pt x="69494" y="1013764"/>
                  </a:lnTo>
                  <a:lnTo>
                    <a:pt x="66687" y="1012621"/>
                  </a:lnTo>
                  <a:lnTo>
                    <a:pt x="60845" y="1012621"/>
                  </a:lnTo>
                  <a:lnTo>
                    <a:pt x="58445" y="1013383"/>
                  </a:lnTo>
                  <a:lnTo>
                    <a:pt x="56146" y="1014971"/>
                  </a:lnTo>
                  <a:lnTo>
                    <a:pt x="58204" y="1004709"/>
                  </a:lnTo>
                  <a:lnTo>
                    <a:pt x="73431" y="1004709"/>
                  </a:lnTo>
                  <a:lnTo>
                    <a:pt x="73431" y="1000264"/>
                  </a:lnTo>
                  <a:lnTo>
                    <a:pt x="54457" y="1000264"/>
                  </a:lnTo>
                  <a:lnTo>
                    <a:pt x="50761" y="1019860"/>
                  </a:lnTo>
                  <a:lnTo>
                    <a:pt x="55156" y="1020406"/>
                  </a:lnTo>
                  <a:lnTo>
                    <a:pt x="55854" y="1019314"/>
                  </a:lnTo>
                  <a:lnTo>
                    <a:pt x="56807" y="1018438"/>
                  </a:lnTo>
                  <a:lnTo>
                    <a:pt x="59232" y="1017066"/>
                  </a:lnTo>
                  <a:lnTo>
                    <a:pt x="60604" y="1016736"/>
                  </a:lnTo>
                  <a:lnTo>
                    <a:pt x="64541" y="1016736"/>
                  </a:lnTo>
                  <a:lnTo>
                    <a:pt x="66497" y="1017498"/>
                  </a:lnTo>
                  <a:lnTo>
                    <a:pt x="69507" y="1020572"/>
                  </a:lnTo>
                  <a:lnTo>
                    <a:pt x="70256" y="1022718"/>
                  </a:lnTo>
                  <a:lnTo>
                    <a:pt x="70256" y="1028204"/>
                  </a:lnTo>
                  <a:lnTo>
                    <a:pt x="69481" y="1030465"/>
                  </a:lnTo>
                  <a:lnTo>
                    <a:pt x="66357" y="1033868"/>
                  </a:lnTo>
                  <a:lnTo>
                    <a:pt x="64439" y="1034694"/>
                  </a:lnTo>
                  <a:lnTo>
                    <a:pt x="60312" y="1034694"/>
                  </a:lnTo>
                  <a:lnTo>
                    <a:pt x="58712" y="1034084"/>
                  </a:lnTo>
                  <a:lnTo>
                    <a:pt x="56057" y="1031671"/>
                  </a:lnTo>
                  <a:lnTo>
                    <a:pt x="55206" y="1029855"/>
                  </a:lnTo>
                  <a:lnTo>
                    <a:pt x="54838" y="1027493"/>
                  </a:lnTo>
                  <a:lnTo>
                    <a:pt x="49923" y="1027874"/>
                  </a:lnTo>
                  <a:lnTo>
                    <a:pt x="50241" y="1031125"/>
                  </a:lnTo>
                  <a:lnTo>
                    <a:pt x="51498" y="1033703"/>
                  </a:lnTo>
                  <a:lnTo>
                    <a:pt x="55880" y="1037602"/>
                  </a:lnTo>
                  <a:lnTo>
                    <a:pt x="58712" y="1038529"/>
                  </a:lnTo>
                  <a:lnTo>
                    <a:pt x="66421" y="1038529"/>
                  </a:lnTo>
                  <a:lnTo>
                    <a:pt x="69761" y="1036993"/>
                  </a:lnTo>
                  <a:lnTo>
                    <a:pt x="74218" y="1031392"/>
                  </a:lnTo>
                  <a:lnTo>
                    <a:pt x="75222" y="1028433"/>
                  </a:lnTo>
                  <a:lnTo>
                    <a:pt x="75222" y="1021346"/>
                  </a:lnTo>
                  <a:close/>
                </a:path>
                <a:path w="2657475" h="2432050">
                  <a:moveTo>
                    <a:pt x="76517" y="756373"/>
                  </a:moveTo>
                  <a:lnTo>
                    <a:pt x="72694" y="736282"/>
                  </a:lnTo>
                  <a:lnTo>
                    <a:pt x="72288" y="735622"/>
                  </a:lnTo>
                  <a:lnTo>
                    <a:pt x="71704" y="735101"/>
                  </a:lnTo>
                  <a:lnTo>
                    <a:pt x="71704" y="758139"/>
                  </a:lnTo>
                  <a:lnTo>
                    <a:pt x="70967" y="762304"/>
                  </a:lnTo>
                  <a:lnTo>
                    <a:pt x="68033" y="766483"/>
                  </a:lnTo>
                  <a:lnTo>
                    <a:pt x="66230" y="767524"/>
                  </a:lnTo>
                  <a:lnTo>
                    <a:pt x="61925" y="767524"/>
                  </a:lnTo>
                  <a:lnTo>
                    <a:pt x="60121" y="766483"/>
                  </a:lnTo>
                  <a:lnTo>
                    <a:pt x="57188" y="762304"/>
                  </a:lnTo>
                  <a:lnTo>
                    <a:pt x="56451" y="758139"/>
                  </a:lnTo>
                  <a:lnTo>
                    <a:pt x="56540" y="745121"/>
                  </a:lnTo>
                  <a:lnTo>
                    <a:pt x="57251" y="741337"/>
                  </a:lnTo>
                  <a:lnTo>
                    <a:pt x="60159" y="737158"/>
                  </a:lnTo>
                  <a:lnTo>
                    <a:pt x="61874" y="736282"/>
                  </a:lnTo>
                  <a:lnTo>
                    <a:pt x="66205" y="736282"/>
                  </a:lnTo>
                  <a:lnTo>
                    <a:pt x="71704" y="758139"/>
                  </a:lnTo>
                  <a:lnTo>
                    <a:pt x="71704" y="735101"/>
                  </a:lnTo>
                  <a:lnTo>
                    <a:pt x="71005" y="734466"/>
                  </a:lnTo>
                  <a:lnTo>
                    <a:pt x="67919" y="732828"/>
                  </a:lnTo>
                  <a:lnTo>
                    <a:pt x="66116" y="732383"/>
                  </a:lnTo>
                  <a:lnTo>
                    <a:pt x="61290" y="732383"/>
                  </a:lnTo>
                  <a:lnTo>
                    <a:pt x="51638" y="747369"/>
                  </a:lnTo>
                  <a:lnTo>
                    <a:pt x="51638" y="759066"/>
                  </a:lnTo>
                  <a:lnTo>
                    <a:pt x="52895" y="764222"/>
                  </a:lnTo>
                  <a:lnTo>
                    <a:pt x="57505" y="770051"/>
                  </a:lnTo>
                  <a:lnTo>
                    <a:pt x="60401" y="771359"/>
                  </a:lnTo>
                  <a:lnTo>
                    <a:pt x="66865" y="771359"/>
                  </a:lnTo>
                  <a:lnTo>
                    <a:pt x="69176" y="770597"/>
                  </a:lnTo>
                  <a:lnTo>
                    <a:pt x="71005" y="769112"/>
                  </a:lnTo>
                  <a:lnTo>
                    <a:pt x="72847" y="767575"/>
                  </a:lnTo>
                  <a:lnTo>
                    <a:pt x="74218" y="765492"/>
                  </a:lnTo>
                  <a:lnTo>
                    <a:pt x="76060" y="760006"/>
                  </a:lnTo>
                  <a:lnTo>
                    <a:pt x="76517" y="756373"/>
                  </a:lnTo>
                  <a:close/>
                </a:path>
                <a:path w="2657475" h="2432050">
                  <a:moveTo>
                    <a:pt x="76517" y="221996"/>
                  </a:moveTo>
                  <a:lnTo>
                    <a:pt x="72694" y="201891"/>
                  </a:lnTo>
                  <a:lnTo>
                    <a:pt x="72288" y="201231"/>
                  </a:lnTo>
                  <a:lnTo>
                    <a:pt x="71704" y="200723"/>
                  </a:lnTo>
                  <a:lnTo>
                    <a:pt x="71704" y="223748"/>
                  </a:lnTo>
                  <a:lnTo>
                    <a:pt x="70967" y="227914"/>
                  </a:lnTo>
                  <a:lnTo>
                    <a:pt x="68033" y="232092"/>
                  </a:lnTo>
                  <a:lnTo>
                    <a:pt x="66230" y="233133"/>
                  </a:lnTo>
                  <a:lnTo>
                    <a:pt x="61925" y="233133"/>
                  </a:lnTo>
                  <a:lnTo>
                    <a:pt x="60121" y="232092"/>
                  </a:lnTo>
                  <a:lnTo>
                    <a:pt x="57188" y="227914"/>
                  </a:lnTo>
                  <a:lnTo>
                    <a:pt x="56451" y="223748"/>
                  </a:lnTo>
                  <a:lnTo>
                    <a:pt x="56540" y="210731"/>
                  </a:lnTo>
                  <a:lnTo>
                    <a:pt x="57251" y="206946"/>
                  </a:lnTo>
                  <a:lnTo>
                    <a:pt x="60159" y="202768"/>
                  </a:lnTo>
                  <a:lnTo>
                    <a:pt x="61874" y="201891"/>
                  </a:lnTo>
                  <a:lnTo>
                    <a:pt x="66205" y="201891"/>
                  </a:lnTo>
                  <a:lnTo>
                    <a:pt x="71704" y="223748"/>
                  </a:lnTo>
                  <a:lnTo>
                    <a:pt x="71704" y="200723"/>
                  </a:lnTo>
                  <a:lnTo>
                    <a:pt x="71005" y="200088"/>
                  </a:lnTo>
                  <a:lnTo>
                    <a:pt x="67919" y="198437"/>
                  </a:lnTo>
                  <a:lnTo>
                    <a:pt x="66116" y="197993"/>
                  </a:lnTo>
                  <a:lnTo>
                    <a:pt x="61290" y="197993"/>
                  </a:lnTo>
                  <a:lnTo>
                    <a:pt x="51638" y="212991"/>
                  </a:lnTo>
                  <a:lnTo>
                    <a:pt x="51638" y="224675"/>
                  </a:lnTo>
                  <a:lnTo>
                    <a:pt x="52895" y="229844"/>
                  </a:lnTo>
                  <a:lnTo>
                    <a:pt x="57505" y="235661"/>
                  </a:lnTo>
                  <a:lnTo>
                    <a:pt x="60401" y="236982"/>
                  </a:lnTo>
                  <a:lnTo>
                    <a:pt x="66865" y="236982"/>
                  </a:lnTo>
                  <a:lnTo>
                    <a:pt x="69176" y="236207"/>
                  </a:lnTo>
                  <a:lnTo>
                    <a:pt x="72847" y="233248"/>
                  </a:lnTo>
                  <a:lnTo>
                    <a:pt x="74218" y="231101"/>
                  </a:lnTo>
                  <a:lnTo>
                    <a:pt x="76060" y="225615"/>
                  </a:lnTo>
                  <a:lnTo>
                    <a:pt x="76517" y="221996"/>
                  </a:lnTo>
                  <a:close/>
                </a:path>
                <a:path w="2657475" h="2432050">
                  <a:moveTo>
                    <a:pt x="76936" y="486956"/>
                  </a:moveTo>
                  <a:lnTo>
                    <a:pt x="75780" y="483997"/>
                  </a:lnTo>
                  <a:lnTo>
                    <a:pt x="74155" y="482346"/>
                  </a:lnTo>
                  <a:lnTo>
                    <a:pt x="72402" y="480593"/>
                  </a:lnTo>
                  <a:lnTo>
                    <a:pt x="71208" y="479386"/>
                  </a:lnTo>
                  <a:lnTo>
                    <a:pt x="68389" y="478231"/>
                  </a:lnTo>
                  <a:lnTo>
                    <a:pt x="62547" y="478231"/>
                  </a:lnTo>
                  <a:lnTo>
                    <a:pt x="60147" y="478993"/>
                  </a:lnTo>
                  <a:lnTo>
                    <a:pt x="57848" y="480593"/>
                  </a:lnTo>
                  <a:lnTo>
                    <a:pt x="59918" y="470382"/>
                  </a:lnTo>
                  <a:lnTo>
                    <a:pt x="75133" y="470382"/>
                  </a:lnTo>
                  <a:lnTo>
                    <a:pt x="75133" y="465874"/>
                  </a:lnTo>
                  <a:lnTo>
                    <a:pt x="56159" y="465874"/>
                  </a:lnTo>
                  <a:lnTo>
                    <a:pt x="52463" y="485482"/>
                  </a:lnTo>
                  <a:lnTo>
                    <a:pt x="56870" y="486029"/>
                  </a:lnTo>
                  <a:lnTo>
                    <a:pt x="57556" y="484924"/>
                  </a:lnTo>
                  <a:lnTo>
                    <a:pt x="58508" y="484047"/>
                  </a:lnTo>
                  <a:lnTo>
                    <a:pt x="59728" y="483387"/>
                  </a:lnTo>
                  <a:lnTo>
                    <a:pt x="60947" y="482676"/>
                  </a:lnTo>
                  <a:lnTo>
                    <a:pt x="62306" y="482346"/>
                  </a:lnTo>
                  <a:lnTo>
                    <a:pt x="66243" y="482346"/>
                  </a:lnTo>
                  <a:lnTo>
                    <a:pt x="68211" y="483120"/>
                  </a:lnTo>
                  <a:lnTo>
                    <a:pt x="71208" y="486194"/>
                  </a:lnTo>
                  <a:lnTo>
                    <a:pt x="71958" y="488327"/>
                  </a:lnTo>
                  <a:lnTo>
                    <a:pt x="71882" y="494042"/>
                  </a:lnTo>
                  <a:lnTo>
                    <a:pt x="71183" y="496074"/>
                  </a:lnTo>
                  <a:lnTo>
                    <a:pt x="68059" y="499478"/>
                  </a:lnTo>
                  <a:lnTo>
                    <a:pt x="66154" y="500303"/>
                  </a:lnTo>
                  <a:lnTo>
                    <a:pt x="62026" y="500303"/>
                  </a:lnTo>
                  <a:lnTo>
                    <a:pt x="60413" y="499694"/>
                  </a:lnTo>
                  <a:lnTo>
                    <a:pt x="57759" y="497281"/>
                  </a:lnTo>
                  <a:lnTo>
                    <a:pt x="56908" y="495465"/>
                  </a:lnTo>
                  <a:lnTo>
                    <a:pt x="56553" y="493115"/>
                  </a:lnTo>
                  <a:lnTo>
                    <a:pt x="51638" y="493496"/>
                  </a:lnTo>
                  <a:lnTo>
                    <a:pt x="51943" y="496735"/>
                  </a:lnTo>
                  <a:lnTo>
                    <a:pt x="53200" y="499313"/>
                  </a:lnTo>
                  <a:lnTo>
                    <a:pt x="55397" y="501230"/>
                  </a:lnTo>
                  <a:lnTo>
                    <a:pt x="57594" y="503212"/>
                  </a:lnTo>
                  <a:lnTo>
                    <a:pt x="60426" y="504139"/>
                  </a:lnTo>
                  <a:lnTo>
                    <a:pt x="68122" y="504139"/>
                  </a:lnTo>
                  <a:lnTo>
                    <a:pt x="71462" y="502602"/>
                  </a:lnTo>
                  <a:lnTo>
                    <a:pt x="73304" y="500303"/>
                  </a:lnTo>
                  <a:lnTo>
                    <a:pt x="75933" y="497001"/>
                  </a:lnTo>
                  <a:lnTo>
                    <a:pt x="76936" y="494042"/>
                  </a:lnTo>
                  <a:lnTo>
                    <a:pt x="76936" y="486956"/>
                  </a:lnTo>
                  <a:close/>
                </a:path>
                <a:path w="2657475" h="2432050">
                  <a:moveTo>
                    <a:pt x="77025" y="1555737"/>
                  </a:moveTo>
                  <a:lnTo>
                    <a:pt x="75882" y="1552765"/>
                  </a:lnTo>
                  <a:lnTo>
                    <a:pt x="74244" y="1551127"/>
                  </a:lnTo>
                  <a:lnTo>
                    <a:pt x="72504" y="1549361"/>
                  </a:lnTo>
                  <a:lnTo>
                    <a:pt x="71297" y="1548155"/>
                  </a:lnTo>
                  <a:lnTo>
                    <a:pt x="68491" y="1546999"/>
                  </a:lnTo>
                  <a:lnTo>
                    <a:pt x="62636" y="1546999"/>
                  </a:lnTo>
                  <a:lnTo>
                    <a:pt x="60236" y="1547774"/>
                  </a:lnTo>
                  <a:lnTo>
                    <a:pt x="57950" y="1549361"/>
                  </a:lnTo>
                  <a:lnTo>
                    <a:pt x="60007" y="1539100"/>
                  </a:lnTo>
                  <a:lnTo>
                    <a:pt x="75234" y="1539100"/>
                  </a:lnTo>
                  <a:lnTo>
                    <a:pt x="75234" y="1534655"/>
                  </a:lnTo>
                  <a:lnTo>
                    <a:pt x="56261" y="1534655"/>
                  </a:lnTo>
                  <a:lnTo>
                    <a:pt x="52565" y="1554251"/>
                  </a:lnTo>
                  <a:lnTo>
                    <a:pt x="56959" y="1554797"/>
                  </a:lnTo>
                  <a:lnTo>
                    <a:pt x="57658" y="1553705"/>
                  </a:lnTo>
                  <a:lnTo>
                    <a:pt x="58610" y="1552829"/>
                  </a:lnTo>
                  <a:lnTo>
                    <a:pt x="59829" y="1552168"/>
                  </a:lnTo>
                  <a:lnTo>
                    <a:pt x="61036" y="1551444"/>
                  </a:lnTo>
                  <a:lnTo>
                    <a:pt x="62395" y="1551127"/>
                  </a:lnTo>
                  <a:lnTo>
                    <a:pt x="66332" y="1551127"/>
                  </a:lnTo>
                  <a:lnTo>
                    <a:pt x="68300" y="1551889"/>
                  </a:lnTo>
                  <a:lnTo>
                    <a:pt x="71310" y="1554962"/>
                  </a:lnTo>
                  <a:lnTo>
                    <a:pt x="72059" y="1557108"/>
                  </a:lnTo>
                  <a:lnTo>
                    <a:pt x="71983" y="1562811"/>
                  </a:lnTo>
                  <a:lnTo>
                    <a:pt x="71272" y="1564843"/>
                  </a:lnTo>
                  <a:lnTo>
                    <a:pt x="68148" y="1568246"/>
                  </a:lnTo>
                  <a:lnTo>
                    <a:pt x="66243" y="1569072"/>
                  </a:lnTo>
                  <a:lnTo>
                    <a:pt x="62115" y="1569072"/>
                  </a:lnTo>
                  <a:lnTo>
                    <a:pt x="60515" y="1568475"/>
                  </a:lnTo>
                  <a:lnTo>
                    <a:pt x="57861" y="1566049"/>
                  </a:lnTo>
                  <a:lnTo>
                    <a:pt x="57010" y="1564246"/>
                  </a:lnTo>
                  <a:lnTo>
                    <a:pt x="56642" y="1561884"/>
                  </a:lnTo>
                  <a:lnTo>
                    <a:pt x="51727" y="1562265"/>
                  </a:lnTo>
                  <a:lnTo>
                    <a:pt x="52044" y="1565503"/>
                  </a:lnTo>
                  <a:lnTo>
                    <a:pt x="53289" y="1568081"/>
                  </a:lnTo>
                  <a:lnTo>
                    <a:pt x="55486" y="1570012"/>
                  </a:lnTo>
                  <a:lnTo>
                    <a:pt x="57683" y="1571980"/>
                  </a:lnTo>
                  <a:lnTo>
                    <a:pt x="60515" y="1572920"/>
                  </a:lnTo>
                  <a:lnTo>
                    <a:pt x="68224" y="1572920"/>
                  </a:lnTo>
                  <a:lnTo>
                    <a:pt x="71564" y="1571383"/>
                  </a:lnTo>
                  <a:lnTo>
                    <a:pt x="73393" y="1569072"/>
                  </a:lnTo>
                  <a:lnTo>
                    <a:pt x="76022" y="1565783"/>
                  </a:lnTo>
                  <a:lnTo>
                    <a:pt x="77025" y="1562811"/>
                  </a:lnTo>
                  <a:lnTo>
                    <a:pt x="77025" y="1555737"/>
                  </a:lnTo>
                  <a:close/>
                </a:path>
                <a:path w="2657475" h="2432050">
                  <a:moveTo>
                    <a:pt x="77520" y="2414651"/>
                  </a:moveTo>
                  <a:lnTo>
                    <a:pt x="63131" y="2414651"/>
                  </a:lnTo>
                  <a:lnTo>
                    <a:pt x="63131" y="2419362"/>
                  </a:lnTo>
                  <a:lnTo>
                    <a:pt x="77520" y="2419362"/>
                  </a:lnTo>
                  <a:lnTo>
                    <a:pt x="77520" y="2414651"/>
                  </a:lnTo>
                  <a:close/>
                </a:path>
                <a:path w="2657475" h="2432050">
                  <a:moveTo>
                    <a:pt x="106553" y="2426322"/>
                  </a:moveTo>
                  <a:lnTo>
                    <a:pt x="87833" y="2426322"/>
                  </a:lnTo>
                  <a:lnTo>
                    <a:pt x="88353" y="2425471"/>
                  </a:lnTo>
                  <a:lnTo>
                    <a:pt x="89014" y="2424620"/>
                  </a:lnTo>
                  <a:lnTo>
                    <a:pt x="90614" y="2422944"/>
                  </a:lnTo>
                  <a:lnTo>
                    <a:pt x="92417" y="2421331"/>
                  </a:lnTo>
                  <a:lnTo>
                    <a:pt x="98590" y="2416137"/>
                  </a:lnTo>
                  <a:lnTo>
                    <a:pt x="101003" y="2413889"/>
                  </a:lnTo>
                  <a:lnTo>
                    <a:pt x="103898" y="2410625"/>
                  </a:lnTo>
                  <a:lnTo>
                    <a:pt x="104940" y="2409075"/>
                  </a:lnTo>
                  <a:lnTo>
                    <a:pt x="106184" y="2406129"/>
                  </a:lnTo>
                  <a:lnTo>
                    <a:pt x="106464" y="2404770"/>
                  </a:lnTo>
                  <a:lnTo>
                    <a:pt x="106349" y="2399766"/>
                  </a:lnTo>
                  <a:lnTo>
                    <a:pt x="105422" y="2397582"/>
                  </a:lnTo>
                  <a:lnTo>
                    <a:pt x="104178" y="2396388"/>
                  </a:lnTo>
                  <a:lnTo>
                    <a:pt x="101168" y="2393518"/>
                  </a:lnTo>
                  <a:lnTo>
                    <a:pt x="98259" y="2392502"/>
                  </a:lnTo>
                  <a:lnTo>
                    <a:pt x="90970" y="2392502"/>
                  </a:lnTo>
                  <a:lnTo>
                    <a:pt x="88087" y="2393454"/>
                  </a:lnTo>
                  <a:lnTo>
                    <a:pt x="83781" y="2397214"/>
                  </a:lnTo>
                  <a:lnTo>
                    <a:pt x="82537" y="2399957"/>
                  </a:lnTo>
                  <a:lnTo>
                    <a:pt x="82207" y="2403538"/>
                  </a:lnTo>
                  <a:lnTo>
                    <a:pt x="87020" y="2404033"/>
                  </a:lnTo>
                  <a:lnTo>
                    <a:pt x="87045" y="2401646"/>
                  </a:lnTo>
                  <a:lnTo>
                    <a:pt x="87731" y="2399766"/>
                  </a:lnTo>
                  <a:lnTo>
                    <a:pt x="90436" y="2397061"/>
                  </a:lnTo>
                  <a:lnTo>
                    <a:pt x="92240" y="2396388"/>
                  </a:lnTo>
                  <a:lnTo>
                    <a:pt x="96634" y="2396388"/>
                  </a:lnTo>
                  <a:lnTo>
                    <a:pt x="98361" y="2397023"/>
                  </a:lnTo>
                  <a:lnTo>
                    <a:pt x="101015" y="2399576"/>
                  </a:lnTo>
                  <a:lnTo>
                    <a:pt x="101676" y="2401138"/>
                  </a:lnTo>
                  <a:lnTo>
                    <a:pt x="101676" y="2404770"/>
                  </a:lnTo>
                  <a:lnTo>
                    <a:pt x="100952" y="2406650"/>
                  </a:lnTo>
                  <a:lnTo>
                    <a:pt x="98031" y="2410625"/>
                  </a:lnTo>
                  <a:lnTo>
                    <a:pt x="95237" y="2413317"/>
                  </a:lnTo>
                  <a:lnTo>
                    <a:pt x="88417" y="2418905"/>
                  </a:lnTo>
                  <a:lnTo>
                    <a:pt x="86372" y="2420823"/>
                  </a:lnTo>
                  <a:lnTo>
                    <a:pt x="83540" y="2424163"/>
                  </a:lnTo>
                  <a:lnTo>
                    <a:pt x="82511" y="2425852"/>
                  </a:lnTo>
                  <a:lnTo>
                    <a:pt x="81470" y="2428608"/>
                  </a:lnTo>
                  <a:lnTo>
                    <a:pt x="81292" y="2429687"/>
                  </a:lnTo>
                  <a:lnTo>
                    <a:pt x="81330" y="2430818"/>
                  </a:lnTo>
                  <a:lnTo>
                    <a:pt x="106553" y="2430818"/>
                  </a:lnTo>
                  <a:lnTo>
                    <a:pt x="106553" y="2426322"/>
                  </a:lnTo>
                  <a:close/>
                </a:path>
                <a:path w="2657475" h="2432050">
                  <a:moveTo>
                    <a:pt x="137337" y="2416479"/>
                  </a:moveTo>
                  <a:lnTo>
                    <a:pt x="133515" y="2396388"/>
                  </a:lnTo>
                  <a:lnTo>
                    <a:pt x="133108" y="2395753"/>
                  </a:lnTo>
                  <a:lnTo>
                    <a:pt x="132524" y="2395207"/>
                  </a:lnTo>
                  <a:lnTo>
                    <a:pt x="132524" y="2418270"/>
                  </a:lnTo>
                  <a:lnTo>
                    <a:pt x="131775" y="2422436"/>
                  </a:lnTo>
                  <a:lnTo>
                    <a:pt x="128854" y="2426576"/>
                  </a:lnTo>
                  <a:lnTo>
                    <a:pt x="127050" y="2427617"/>
                  </a:lnTo>
                  <a:lnTo>
                    <a:pt x="122745" y="2427617"/>
                  </a:lnTo>
                  <a:lnTo>
                    <a:pt x="120942" y="2426576"/>
                  </a:lnTo>
                  <a:lnTo>
                    <a:pt x="118008" y="2422410"/>
                  </a:lnTo>
                  <a:lnTo>
                    <a:pt x="117271" y="2418270"/>
                  </a:lnTo>
                  <a:lnTo>
                    <a:pt x="117373" y="2405215"/>
                  </a:lnTo>
                  <a:lnTo>
                    <a:pt x="118084" y="2401443"/>
                  </a:lnTo>
                  <a:lnTo>
                    <a:pt x="120980" y="2397290"/>
                  </a:lnTo>
                  <a:lnTo>
                    <a:pt x="122694" y="2396388"/>
                  </a:lnTo>
                  <a:lnTo>
                    <a:pt x="127038" y="2396388"/>
                  </a:lnTo>
                  <a:lnTo>
                    <a:pt x="128854" y="2397417"/>
                  </a:lnTo>
                  <a:lnTo>
                    <a:pt x="131787" y="2401544"/>
                  </a:lnTo>
                  <a:lnTo>
                    <a:pt x="132435" y="2405215"/>
                  </a:lnTo>
                  <a:lnTo>
                    <a:pt x="132524" y="2418270"/>
                  </a:lnTo>
                  <a:lnTo>
                    <a:pt x="132524" y="2395207"/>
                  </a:lnTo>
                  <a:lnTo>
                    <a:pt x="131838" y="2394559"/>
                  </a:lnTo>
                  <a:lnTo>
                    <a:pt x="128739" y="2392921"/>
                  </a:lnTo>
                  <a:lnTo>
                    <a:pt x="126949" y="2392502"/>
                  </a:lnTo>
                  <a:lnTo>
                    <a:pt x="122123" y="2392502"/>
                  </a:lnTo>
                  <a:lnTo>
                    <a:pt x="112458" y="2407488"/>
                  </a:lnTo>
                  <a:lnTo>
                    <a:pt x="112458" y="2419172"/>
                  </a:lnTo>
                  <a:lnTo>
                    <a:pt x="113715" y="2424341"/>
                  </a:lnTo>
                  <a:lnTo>
                    <a:pt x="118325" y="2430157"/>
                  </a:lnTo>
                  <a:lnTo>
                    <a:pt x="121221" y="2431478"/>
                  </a:lnTo>
                  <a:lnTo>
                    <a:pt x="127698" y="2431478"/>
                  </a:lnTo>
                  <a:lnTo>
                    <a:pt x="130009" y="2430716"/>
                  </a:lnTo>
                  <a:lnTo>
                    <a:pt x="133667" y="2427719"/>
                  </a:lnTo>
                  <a:lnTo>
                    <a:pt x="135039" y="2425598"/>
                  </a:lnTo>
                  <a:lnTo>
                    <a:pt x="136880" y="2420086"/>
                  </a:lnTo>
                  <a:lnTo>
                    <a:pt x="137337" y="2416479"/>
                  </a:lnTo>
                  <a:close/>
                </a:path>
                <a:path w="2657475" h="2432050">
                  <a:moveTo>
                    <a:pt x="367652" y="2414651"/>
                  </a:moveTo>
                  <a:lnTo>
                    <a:pt x="353250" y="2414651"/>
                  </a:lnTo>
                  <a:lnTo>
                    <a:pt x="353250" y="2419362"/>
                  </a:lnTo>
                  <a:lnTo>
                    <a:pt x="367652" y="2419362"/>
                  </a:lnTo>
                  <a:lnTo>
                    <a:pt x="367652" y="2414651"/>
                  </a:lnTo>
                  <a:close/>
                </a:path>
                <a:path w="2657475" h="2432050">
                  <a:moveTo>
                    <a:pt x="389686" y="2392502"/>
                  </a:moveTo>
                  <a:lnTo>
                    <a:pt x="386676" y="2392502"/>
                  </a:lnTo>
                  <a:lnTo>
                    <a:pt x="385864" y="2394153"/>
                  </a:lnTo>
                  <a:lnTo>
                    <a:pt x="384467" y="2395855"/>
                  </a:lnTo>
                  <a:lnTo>
                    <a:pt x="380555" y="2399360"/>
                  </a:lnTo>
                  <a:lnTo>
                    <a:pt x="378256" y="2400846"/>
                  </a:lnTo>
                  <a:lnTo>
                    <a:pt x="375729" y="2402040"/>
                  </a:lnTo>
                  <a:lnTo>
                    <a:pt x="375640" y="2406612"/>
                  </a:lnTo>
                  <a:lnTo>
                    <a:pt x="385013" y="2400973"/>
                  </a:lnTo>
                  <a:lnTo>
                    <a:pt x="385013" y="2430818"/>
                  </a:lnTo>
                  <a:lnTo>
                    <a:pt x="389686" y="2430818"/>
                  </a:lnTo>
                  <a:lnTo>
                    <a:pt x="389686" y="2400973"/>
                  </a:lnTo>
                  <a:lnTo>
                    <a:pt x="389686" y="2392502"/>
                  </a:lnTo>
                  <a:close/>
                </a:path>
                <a:path w="2657475" h="2432050">
                  <a:moveTo>
                    <a:pt x="427875" y="2414257"/>
                  </a:moveTo>
                  <a:lnTo>
                    <a:pt x="426720" y="2411285"/>
                  </a:lnTo>
                  <a:lnTo>
                    <a:pt x="425094" y="2409660"/>
                  </a:lnTo>
                  <a:lnTo>
                    <a:pt x="423379" y="2407920"/>
                  </a:lnTo>
                  <a:lnTo>
                    <a:pt x="422160" y="2406675"/>
                  </a:lnTo>
                  <a:lnTo>
                    <a:pt x="419341" y="2405519"/>
                  </a:lnTo>
                  <a:lnTo>
                    <a:pt x="413499" y="2405519"/>
                  </a:lnTo>
                  <a:lnTo>
                    <a:pt x="411086" y="2406319"/>
                  </a:lnTo>
                  <a:lnTo>
                    <a:pt x="408800" y="2407920"/>
                  </a:lnTo>
                  <a:lnTo>
                    <a:pt x="410857" y="2397658"/>
                  </a:lnTo>
                  <a:lnTo>
                    <a:pt x="426059" y="2397658"/>
                  </a:lnTo>
                  <a:lnTo>
                    <a:pt x="426059" y="2393188"/>
                  </a:lnTo>
                  <a:lnTo>
                    <a:pt x="407111" y="2393188"/>
                  </a:lnTo>
                  <a:lnTo>
                    <a:pt x="403415" y="2412784"/>
                  </a:lnTo>
                  <a:lnTo>
                    <a:pt x="407809" y="2413355"/>
                  </a:lnTo>
                  <a:lnTo>
                    <a:pt x="408508" y="2412263"/>
                  </a:lnTo>
                  <a:lnTo>
                    <a:pt x="409460" y="2411374"/>
                  </a:lnTo>
                  <a:lnTo>
                    <a:pt x="411886" y="2410002"/>
                  </a:lnTo>
                  <a:lnTo>
                    <a:pt x="413258" y="2409660"/>
                  </a:lnTo>
                  <a:lnTo>
                    <a:pt x="417195" y="2409660"/>
                  </a:lnTo>
                  <a:lnTo>
                    <a:pt x="419150" y="2410434"/>
                  </a:lnTo>
                  <a:lnTo>
                    <a:pt x="420687" y="2411971"/>
                  </a:lnTo>
                  <a:lnTo>
                    <a:pt x="422160" y="2413520"/>
                  </a:lnTo>
                  <a:lnTo>
                    <a:pt x="422935" y="2415629"/>
                  </a:lnTo>
                  <a:lnTo>
                    <a:pt x="422846" y="2421331"/>
                  </a:lnTo>
                  <a:lnTo>
                    <a:pt x="422109" y="2423363"/>
                  </a:lnTo>
                  <a:lnTo>
                    <a:pt x="420573" y="2425065"/>
                  </a:lnTo>
                  <a:lnTo>
                    <a:pt x="418998" y="2426766"/>
                  </a:lnTo>
                  <a:lnTo>
                    <a:pt x="417093" y="2427617"/>
                  </a:lnTo>
                  <a:lnTo>
                    <a:pt x="412965" y="2427617"/>
                  </a:lnTo>
                  <a:lnTo>
                    <a:pt x="411365" y="2427008"/>
                  </a:lnTo>
                  <a:lnTo>
                    <a:pt x="408711" y="2424607"/>
                  </a:lnTo>
                  <a:lnTo>
                    <a:pt x="407860" y="2422804"/>
                  </a:lnTo>
                  <a:lnTo>
                    <a:pt x="407492" y="2420404"/>
                  </a:lnTo>
                  <a:lnTo>
                    <a:pt x="402577" y="2420823"/>
                  </a:lnTo>
                  <a:lnTo>
                    <a:pt x="402894" y="2424036"/>
                  </a:lnTo>
                  <a:lnTo>
                    <a:pt x="404139" y="2426614"/>
                  </a:lnTo>
                  <a:lnTo>
                    <a:pt x="408533" y="2430500"/>
                  </a:lnTo>
                  <a:lnTo>
                    <a:pt x="411365" y="2431478"/>
                  </a:lnTo>
                  <a:lnTo>
                    <a:pt x="419074" y="2431478"/>
                  </a:lnTo>
                  <a:lnTo>
                    <a:pt x="422440" y="2429929"/>
                  </a:lnTo>
                  <a:lnTo>
                    <a:pt x="424243" y="2427617"/>
                  </a:lnTo>
                  <a:lnTo>
                    <a:pt x="426885" y="2424328"/>
                  </a:lnTo>
                  <a:lnTo>
                    <a:pt x="427875" y="2421331"/>
                  </a:lnTo>
                  <a:lnTo>
                    <a:pt x="427875" y="2414257"/>
                  </a:lnTo>
                  <a:close/>
                </a:path>
                <a:path w="2657475" h="2432050">
                  <a:moveTo>
                    <a:pt x="657758" y="2414651"/>
                  </a:moveTo>
                  <a:lnTo>
                    <a:pt x="643369" y="2414651"/>
                  </a:lnTo>
                  <a:lnTo>
                    <a:pt x="643369" y="2419362"/>
                  </a:lnTo>
                  <a:lnTo>
                    <a:pt x="657758" y="2419362"/>
                  </a:lnTo>
                  <a:lnTo>
                    <a:pt x="657758" y="2414651"/>
                  </a:lnTo>
                  <a:close/>
                </a:path>
                <a:path w="2657475" h="2432050">
                  <a:moveTo>
                    <a:pt x="679831" y="2392502"/>
                  </a:moveTo>
                  <a:lnTo>
                    <a:pt x="676808" y="2392502"/>
                  </a:lnTo>
                  <a:lnTo>
                    <a:pt x="675982" y="2394153"/>
                  </a:lnTo>
                  <a:lnTo>
                    <a:pt x="674611" y="2395855"/>
                  </a:lnTo>
                  <a:lnTo>
                    <a:pt x="670661" y="2399360"/>
                  </a:lnTo>
                  <a:lnTo>
                    <a:pt x="668362" y="2400846"/>
                  </a:lnTo>
                  <a:lnTo>
                    <a:pt x="665873" y="2402040"/>
                  </a:lnTo>
                  <a:lnTo>
                    <a:pt x="665772" y="2406612"/>
                  </a:lnTo>
                  <a:lnTo>
                    <a:pt x="675106" y="2400973"/>
                  </a:lnTo>
                  <a:lnTo>
                    <a:pt x="675106" y="2430818"/>
                  </a:lnTo>
                  <a:lnTo>
                    <a:pt x="679831" y="2430818"/>
                  </a:lnTo>
                  <a:lnTo>
                    <a:pt x="679831" y="2400973"/>
                  </a:lnTo>
                  <a:lnTo>
                    <a:pt x="679831" y="2392502"/>
                  </a:lnTo>
                  <a:close/>
                </a:path>
                <a:path w="2657475" h="2432050">
                  <a:moveTo>
                    <a:pt x="717600" y="2416479"/>
                  </a:moveTo>
                  <a:lnTo>
                    <a:pt x="712774" y="2395245"/>
                  </a:lnTo>
                  <a:lnTo>
                    <a:pt x="712774" y="2418270"/>
                  </a:lnTo>
                  <a:lnTo>
                    <a:pt x="712050" y="2422436"/>
                  </a:lnTo>
                  <a:lnTo>
                    <a:pt x="709091" y="2426576"/>
                  </a:lnTo>
                  <a:lnTo>
                    <a:pt x="707288" y="2427617"/>
                  </a:lnTo>
                  <a:lnTo>
                    <a:pt x="702995" y="2427617"/>
                  </a:lnTo>
                  <a:lnTo>
                    <a:pt x="701192" y="2426576"/>
                  </a:lnTo>
                  <a:lnTo>
                    <a:pt x="698220" y="2422410"/>
                  </a:lnTo>
                  <a:lnTo>
                    <a:pt x="697509" y="2418270"/>
                  </a:lnTo>
                  <a:lnTo>
                    <a:pt x="697611" y="2405215"/>
                  </a:lnTo>
                  <a:lnTo>
                    <a:pt x="698334" y="2401443"/>
                  </a:lnTo>
                  <a:lnTo>
                    <a:pt x="699922" y="2399119"/>
                  </a:lnTo>
                  <a:lnTo>
                    <a:pt x="701243" y="2397290"/>
                  </a:lnTo>
                  <a:lnTo>
                    <a:pt x="702945" y="2396388"/>
                  </a:lnTo>
                  <a:lnTo>
                    <a:pt x="707288" y="2396388"/>
                  </a:lnTo>
                  <a:lnTo>
                    <a:pt x="709091" y="2397417"/>
                  </a:lnTo>
                  <a:lnTo>
                    <a:pt x="712063" y="2401544"/>
                  </a:lnTo>
                  <a:lnTo>
                    <a:pt x="712685" y="2405215"/>
                  </a:lnTo>
                  <a:lnTo>
                    <a:pt x="712774" y="2418270"/>
                  </a:lnTo>
                  <a:lnTo>
                    <a:pt x="712774" y="2395245"/>
                  </a:lnTo>
                  <a:lnTo>
                    <a:pt x="712063" y="2394559"/>
                  </a:lnTo>
                  <a:lnTo>
                    <a:pt x="708990" y="2392921"/>
                  </a:lnTo>
                  <a:lnTo>
                    <a:pt x="707174" y="2392502"/>
                  </a:lnTo>
                  <a:lnTo>
                    <a:pt x="702348" y="2392502"/>
                  </a:lnTo>
                  <a:lnTo>
                    <a:pt x="692683" y="2407488"/>
                  </a:lnTo>
                  <a:lnTo>
                    <a:pt x="692683" y="2419172"/>
                  </a:lnTo>
                  <a:lnTo>
                    <a:pt x="693940" y="2424341"/>
                  </a:lnTo>
                  <a:lnTo>
                    <a:pt x="698550" y="2430157"/>
                  </a:lnTo>
                  <a:lnTo>
                    <a:pt x="701459" y="2431478"/>
                  </a:lnTo>
                  <a:lnTo>
                    <a:pt x="707948" y="2431478"/>
                  </a:lnTo>
                  <a:lnTo>
                    <a:pt x="710247" y="2430716"/>
                  </a:lnTo>
                  <a:lnTo>
                    <a:pt x="712063" y="2429218"/>
                  </a:lnTo>
                  <a:lnTo>
                    <a:pt x="713930" y="2427719"/>
                  </a:lnTo>
                  <a:lnTo>
                    <a:pt x="715302" y="2425598"/>
                  </a:lnTo>
                  <a:lnTo>
                    <a:pt x="716318" y="2422410"/>
                  </a:lnTo>
                  <a:lnTo>
                    <a:pt x="717118" y="2420086"/>
                  </a:lnTo>
                  <a:lnTo>
                    <a:pt x="717600" y="2416479"/>
                  </a:lnTo>
                  <a:close/>
                </a:path>
                <a:path w="2657475" h="2432050">
                  <a:moveTo>
                    <a:pt x="964349" y="2414651"/>
                  </a:moveTo>
                  <a:lnTo>
                    <a:pt x="949960" y="2414651"/>
                  </a:lnTo>
                  <a:lnTo>
                    <a:pt x="949960" y="2419362"/>
                  </a:lnTo>
                  <a:lnTo>
                    <a:pt x="964349" y="2419362"/>
                  </a:lnTo>
                  <a:lnTo>
                    <a:pt x="964349" y="2414651"/>
                  </a:lnTo>
                  <a:close/>
                </a:path>
                <a:path w="2657475" h="2432050">
                  <a:moveTo>
                    <a:pt x="994054" y="2414257"/>
                  </a:moveTo>
                  <a:lnTo>
                    <a:pt x="985545" y="2405519"/>
                  </a:lnTo>
                  <a:lnTo>
                    <a:pt x="979665" y="2405519"/>
                  </a:lnTo>
                  <a:lnTo>
                    <a:pt x="977252" y="2406319"/>
                  </a:lnTo>
                  <a:lnTo>
                    <a:pt x="975004" y="2407920"/>
                  </a:lnTo>
                  <a:lnTo>
                    <a:pt x="977036" y="2397658"/>
                  </a:lnTo>
                  <a:lnTo>
                    <a:pt x="992238" y="2397658"/>
                  </a:lnTo>
                  <a:lnTo>
                    <a:pt x="992238" y="2393188"/>
                  </a:lnTo>
                  <a:lnTo>
                    <a:pt x="973302" y="2393188"/>
                  </a:lnTo>
                  <a:lnTo>
                    <a:pt x="969619" y="2412784"/>
                  </a:lnTo>
                  <a:lnTo>
                    <a:pt x="974013" y="2413355"/>
                  </a:lnTo>
                  <a:lnTo>
                    <a:pt x="974674" y="2412263"/>
                  </a:lnTo>
                  <a:lnTo>
                    <a:pt x="975664" y="2411374"/>
                  </a:lnTo>
                  <a:lnTo>
                    <a:pt x="978077" y="2410002"/>
                  </a:lnTo>
                  <a:lnTo>
                    <a:pt x="979449" y="2409660"/>
                  </a:lnTo>
                  <a:lnTo>
                    <a:pt x="983399" y="2409660"/>
                  </a:lnTo>
                  <a:lnTo>
                    <a:pt x="985316" y="2410434"/>
                  </a:lnTo>
                  <a:lnTo>
                    <a:pt x="986853" y="2411971"/>
                  </a:lnTo>
                  <a:lnTo>
                    <a:pt x="988339" y="2413520"/>
                  </a:lnTo>
                  <a:lnTo>
                    <a:pt x="989114" y="2415629"/>
                  </a:lnTo>
                  <a:lnTo>
                    <a:pt x="989025" y="2421331"/>
                  </a:lnTo>
                  <a:lnTo>
                    <a:pt x="988288" y="2423363"/>
                  </a:lnTo>
                  <a:lnTo>
                    <a:pt x="985215" y="2426766"/>
                  </a:lnTo>
                  <a:lnTo>
                    <a:pt x="983284" y="2427617"/>
                  </a:lnTo>
                  <a:lnTo>
                    <a:pt x="979170" y="2427617"/>
                  </a:lnTo>
                  <a:lnTo>
                    <a:pt x="977519" y="2427008"/>
                  </a:lnTo>
                  <a:lnTo>
                    <a:pt x="974890" y="2424607"/>
                  </a:lnTo>
                  <a:lnTo>
                    <a:pt x="974064" y="2422804"/>
                  </a:lnTo>
                  <a:lnTo>
                    <a:pt x="973683" y="2420404"/>
                  </a:lnTo>
                  <a:lnTo>
                    <a:pt x="968743" y="2420823"/>
                  </a:lnTo>
                  <a:lnTo>
                    <a:pt x="969073" y="2424036"/>
                  </a:lnTo>
                  <a:lnTo>
                    <a:pt x="970330" y="2426614"/>
                  </a:lnTo>
                  <a:lnTo>
                    <a:pt x="974725" y="2430500"/>
                  </a:lnTo>
                  <a:lnTo>
                    <a:pt x="977519" y="2431478"/>
                  </a:lnTo>
                  <a:lnTo>
                    <a:pt x="985266" y="2431478"/>
                  </a:lnTo>
                  <a:lnTo>
                    <a:pt x="988618" y="2429929"/>
                  </a:lnTo>
                  <a:lnTo>
                    <a:pt x="990422" y="2427617"/>
                  </a:lnTo>
                  <a:lnTo>
                    <a:pt x="993063" y="2424328"/>
                  </a:lnTo>
                  <a:lnTo>
                    <a:pt x="994054" y="2421331"/>
                  </a:lnTo>
                  <a:lnTo>
                    <a:pt x="994054" y="2414257"/>
                  </a:lnTo>
                  <a:close/>
                </a:path>
                <a:path w="2657475" h="2432050">
                  <a:moveTo>
                    <a:pt x="1273733" y="2416479"/>
                  </a:moveTo>
                  <a:lnTo>
                    <a:pt x="1273670" y="2407488"/>
                  </a:lnTo>
                  <a:lnTo>
                    <a:pt x="1273467" y="2405215"/>
                  </a:lnTo>
                  <a:lnTo>
                    <a:pt x="1272857" y="2402979"/>
                  </a:lnTo>
                  <a:lnTo>
                    <a:pt x="1272311" y="2400757"/>
                  </a:lnTo>
                  <a:lnTo>
                    <a:pt x="1271485" y="2398865"/>
                  </a:lnTo>
                  <a:lnTo>
                    <a:pt x="1269911" y="2396388"/>
                  </a:lnTo>
                  <a:lnTo>
                    <a:pt x="1269504" y="2395753"/>
                  </a:lnTo>
                  <a:lnTo>
                    <a:pt x="1268907" y="2395194"/>
                  </a:lnTo>
                  <a:lnTo>
                    <a:pt x="1268907" y="2418270"/>
                  </a:lnTo>
                  <a:lnTo>
                    <a:pt x="1268171" y="2422436"/>
                  </a:lnTo>
                  <a:lnTo>
                    <a:pt x="1265224" y="2426576"/>
                  </a:lnTo>
                  <a:lnTo>
                    <a:pt x="1263408" y="2427617"/>
                  </a:lnTo>
                  <a:lnTo>
                    <a:pt x="1259128" y="2427617"/>
                  </a:lnTo>
                  <a:lnTo>
                    <a:pt x="1257325" y="2426576"/>
                  </a:lnTo>
                  <a:lnTo>
                    <a:pt x="1255725" y="2424341"/>
                  </a:lnTo>
                  <a:lnTo>
                    <a:pt x="1254404" y="2422410"/>
                  </a:lnTo>
                  <a:lnTo>
                    <a:pt x="1253642" y="2418270"/>
                  </a:lnTo>
                  <a:lnTo>
                    <a:pt x="1253744" y="2405215"/>
                  </a:lnTo>
                  <a:lnTo>
                    <a:pt x="1254467" y="2401443"/>
                  </a:lnTo>
                  <a:lnTo>
                    <a:pt x="1256055" y="2399119"/>
                  </a:lnTo>
                  <a:lnTo>
                    <a:pt x="1257376" y="2397290"/>
                  </a:lnTo>
                  <a:lnTo>
                    <a:pt x="1259078" y="2396388"/>
                  </a:lnTo>
                  <a:lnTo>
                    <a:pt x="1263408" y="2396388"/>
                  </a:lnTo>
                  <a:lnTo>
                    <a:pt x="1265224" y="2397417"/>
                  </a:lnTo>
                  <a:lnTo>
                    <a:pt x="1268196" y="2401544"/>
                  </a:lnTo>
                  <a:lnTo>
                    <a:pt x="1268818" y="2405215"/>
                  </a:lnTo>
                  <a:lnTo>
                    <a:pt x="1268907" y="2418270"/>
                  </a:lnTo>
                  <a:lnTo>
                    <a:pt x="1268907" y="2395194"/>
                  </a:lnTo>
                  <a:lnTo>
                    <a:pt x="1268247" y="2394559"/>
                  </a:lnTo>
                  <a:lnTo>
                    <a:pt x="1266659" y="2393746"/>
                  </a:lnTo>
                  <a:lnTo>
                    <a:pt x="1265110" y="2392921"/>
                  </a:lnTo>
                  <a:lnTo>
                    <a:pt x="1263357" y="2392502"/>
                  </a:lnTo>
                  <a:lnTo>
                    <a:pt x="1258531" y="2392502"/>
                  </a:lnTo>
                  <a:lnTo>
                    <a:pt x="1248867" y="2407488"/>
                  </a:lnTo>
                  <a:lnTo>
                    <a:pt x="1248867" y="2419172"/>
                  </a:lnTo>
                  <a:lnTo>
                    <a:pt x="1250124" y="2424341"/>
                  </a:lnTo>
                  <a:lnTo>
                    <a:pt x="1252766" y="2427719"/>
                  </a:lnTo>
                  <a:lnTo>
                    <a:pt x="1254734" y="2430157"/>
                  </a:lnTo>
                  <a:lnTo>
                    <a:pt x="1257592" y="2431478"/>
                  </a:lnTo>
                  <a:lnTo>
                    <a:pt x="1264069" y="2431478"/>
                  </a:lnTo>
                  <a:lnTo>
                    <a:pt x="1266380" y="2430716"/>
                  </a:lnTo>
                  <a:lnTo>
                    <a:pt x="1268247" y="2429218"/>
                  </a:lnTo>
                  <a:lnTo>
                    <a:pt x="1270063" y="2427719"/>
                  </a:lnTo>
                  <a:lnTo>
                    <a:pt x="1271435" y="2425598"/>
                  </a:lnTo>
                  <a:lnTo>
                    <a:pt x="1273302" y="2420086"/>
                  </a:lnTo>
                  <a:lnTo>
                    <a:pt x="1273733" y="2416479"/>
                  </a:lnTo>
                  <a:close/>
                </a:path>
                <a:path w="2657475" h="2432050">
                  <a:moveTo>
                    <a:pt x="1564297" y="2414257"/>
                  </a:moveTo>
                  <a:lnTo>
                    <a:pt x="1563141" y="2411285"/>
                  </a:lnTo>
                  <a:lnTo>
                    <a:pt x="1558531" y="2406675"/>
                  </a:lnTo>
                  <a:lnTo>
                    <a:pt x="1555724" y="2405519"/>
                  </a:lnTo>
                  <a:lnTo>
                    <a:pt x="1549908" y="2405519"/>
                  </a:lnTo>
                  <a:lnTo>
                    <a:pt x="1547495" y="2406319"/>
                  </a:lnTo>
                  <a:lnTo>
                    <a:pt x="1545183" y="2407920"/>
                  </a:lnTo>
                  <a:lnTo>
                    <a:pt x="1547266" y="2397658"/>
                  </a:lnTo>
                  <a:lnTo>
                    <a:pt x="1562481" y="2397658"/>
                  </a:lnTo>
                  <a:lnTo>
                    <a:pt x="1562481" y="2393188"/>
                  </a:lnTo>
                  <a:lnTo>
                    <a:pt x="1543481" y="2393188"/>
                  </a:lnTo>
                  <a:lnTo>
                    <a:pt x="1539798" y="2412784"/>
                  </a:lnTo>
                  <a:lnTo>
                    <a:pt x="1544193" y="2413355"/>
                  </a:lnTo>
                  <a:lnTo>
                    <a:pt x="1544916" y="2412263"/>
                  </a:lnTo>
                  <a:lnTo>
                    <a:pt x="1545844" y="2411374"/>
                  </a:lnTo>
                  <a:lnTo>
                    <a:pt x="1548257" y="2410002"/>
                  </a:lnTo>
                  <a:lnTo>
                    <a:pt x="1549628" y="2409660"/>
                  </a:lnTo>
                  <a:lnTo>
                    <a:pt x="1553591" y="2409660"/>
                  </a:lnTo>
                  <a:lnTo>
                    <a:pt x="1555559" y="2410434"/>
                  </a:lnTo>
                  <a:lnTo>
                    <a:pt x="1558531" y="2413520"/>
                  </a:lnTo>
                  <a:lnTo>
                    <a:pt x="1559293" y="2415629"/>
                  </a:lnTo>
                  <a:lnTo>
                    <a:pt x="1559293" y="2421115"/>
                  </a:lnTo>
                  <a:lnTo>
                    <a:pt x="1558531" y="2423363"/>
                  </a:lnTo>
                  <a:lnTo>
                    <a:pt x="1555394" y="2426766"/>
                  </a:lnTo>
                  <a:lnTo>
                    <a:pt x="1553476" y="2427617"/>
                  </a:lnTo>
                  <a:lnTo>
                    <a:pt x="1549361" y="2427617"/>
                  </a:lnTo>
                  <a:lnTo>
                    <a:pt x="1547761" y="2427008"/>
                  </a:lnTo>
                  <a:lnTo>
                    <a:pt x="1545082" y="2424607"/>
                  </a:lnTo>
                  <a:lnTo>
                    <a:pt x="1544256" y="2422804"/>
                  </a:lnTo>
                  <a:lnTo>
                    <a:pt x="1543862" y="2420404"/>
                  </a:lnTo>
                  <a:lnTo>
                    <a:pt x="1538986" y="2420823"/>
                  </a:lnTo>
                  <a:lnTo>
                    <a:pt x="1539252" y="2424036"/>
                  </a:lnTo>
                  <a:lnTo>
                    <a:pt x="1540522" y="2426614"/>
                  </a:lnTo>
                  <a:lnTo>
                    <a:pt x="1544916" y="2430500"/>
                  </a:lnTo>
                  <a:lnTo>
                    <a:pt x="1547761" y="2431478"/>
                  </a:lnTo>
                  <a:lnTo>
                    <a:pt x="1555457" y="2431478"/>
                  </a:lnTo>
                  <a:lnTo>
                    <a:pt x="1558798" y="2429929"/>
                  </a:lnTo>
                  <a:lnTo>
                    <a:pt x="1563255" y="2424328"/>
                  </a:lnTo>
                  <a:lnTo>
                    <a:pt x="1564297" y="2421331"/>
                  </a:lnTo>
                  <a:lnTo>
                    <a:pt x="1564297" y="2414257"/>
                  </a:lnTo>
                  <a:close/>
                </a:path>
                <a:path w="2657475" h="2432050">
                  <a:moveTo>
                    <a:pt x="1832343" y="2392502"/>
                  </a:moveTo>
                  <a:lnTo>
                    <a:pt x="1829320" y="2392502"/>
                  </a:lnTo>
                  <a:lnTo>
                    <a:pt x="1828495" y="2394153"/>
                  </a:lnTo>
                  <a:lnTo>
                    <a:pt x="1827123" y="2395855"/>
                  </a:lnTo>
                  <a:lnTo>
                    <a:pt x="1823173" y="2399360"/>
                  </a:lnTo>
                  <a:lnTo>
                    <a:pt x="1820913" y="2400846"/>
                  </a:lnTo>
                  <a:lnTo>
                    <a:pt x="1818373" y="2402040"/>
                  </a:lnTo>
                  <a:lnTo>
                    <a:pt x="1818284" y="2406612"/>
                  </a:lnTo>
                  <a:lnTo>
                    <a:pt x="1827618" y="2400973"/>
                  </a:lnTo>
                  <a:lnTo>
                    <a:pt x="1827618" y="2430818"/>
                  </a:lnTo>
                  <a:lnTo>
                    <a:pt x="1832343" y="2430818"/>
                  </a:lnTo>
                  <a:lnTo>
                    <a:pt x="1832343" y="2400973"/>
                  </a:lnTo>
                  <a:lnTo>
                    <a:pt x="1832343" y="2392502"/>
                  </a:lnTo>
                  <a:close/>
                </a:path>
                <a:path w="2657475" h="2432050">
                  <a:moveTo>
                    <a:pt x="1870113" y="2416479"/>
                  </a:moveTo>
                  <a:lnTo>
                    <a:pt x="1865274" y="2395207"/>
                  </a:lnTo>
                  <a:lnTo>
                    <a:pt x="1865274" y="2418270"/>
                  </a:lnTo>
                  <a:lnTo>
                    <a:pt x="1864550" y="2422436"/>
                  </a:lnTo>
                  <a:lnTo>
                    <a:pt x="1861604" y="2426576"/>
                  </a:lnTo>
                  <a:lnTo>
                    <a:pt x="1859788" y="2427617"/>
                  </a:lnTo>
                  <a:lnTo>
                    <a:pt x="1855508" y="2427617"/>
                  </a:lnTo>
                  <a:lnTo>
                    <a:pt x="1853692" y="2426576"/>
                  </a:lnTo>
                  <a:lnTo>
                    <a:pt x="1852091" y="2424341"/>
                  </a:lnTo>
                  <a:lnTo>
                    <a:pt x="1850783" y="2422410"/>
                  </a:lnTo>
                  <a:lnTo>
                    <a:pt x="1850021" y="2418270"/>
                  </a:lnTo>
                  <a:lnTo>
                    <a:pt x="1850123" y="2405215"/>
                  </a:lnTo>
                  <a:lnTo>
                    <a:pt x="1850834" y="2401443"/>
                  </a:lnTo>
                  <a:lnTo>
                    <a:pt x="1852434" y="2399119"/>
                  </a:lnTo>
                  <a:lnTo>
                    <a:pt x="1853755" y="2397290"/>
                  </a:lnTo>
                  <a:lnTo>
                    <a:pt x="1855457" y="2396388"/>
                  </a:lnTo>
                  <a:lnTo>
                    <a:pt x="1859788" y="2396388"/>
                  </a:lnTo>
                  <a:lnTo>
                    <a:pt x="1861604" y="2397417"/>
                  </a:lnTo>
                  <a:lnTo>
                    <a:pt x="1864563" y="2401544"/>
                  </a:lnTo>
                  <a:lnTo>
                    <a:pt x="1865198" y="2405215"/>
                  </a:lnTo>
                  <a:lnTo>
                    <a:pt x="1865274" y="2418270"/>
                  </a:lnTo>
                  <a:lnTo>
                    <a:pt x="1865274" y="2395207"/>
                  </a:lnTo>
                  <a:lnTo>
                    <a:pt x="1864563" y="2394559"/>
                  </a:lnTo>
                  <a:lnTo>
                    <a:pt x="1861489" y="2392921"/>
                  </a:lnTo>
                  <a:lnTo>
                    <a:pt x="1859686" y="2392502"/>
                  </a:lnTo>
                  <a:lnTo>
                    <a:pt x="1854847" y="2392502"/>
                  </a:lnTo>
                  <a:lnTo>
                    <a:pt x="1845183" y="2407488"/>
                  </a:lnTo>
                  <a:lnTo>
                    <a:pt x="1845183" y="2419172"/>
                  </a:lnTo>
                  <a:lnTo>
                    <a:pt x="1846453" y="2424341"/>
                  </a:lnTo>
                  <a:lnTo>
                    <a:pt x="1851063" y="2430157"/>
                  </a:lnTo>
                  <a:lnTo>
                    <a:pt x="1853971" y="2431478"/>
                  </a:lnTo>
                  <a:lnTo>
                    <a:pt x="1860448" y="2431478"/>
                  </a:lnTo>
                  <a:lnTo>
                    <a:pt x="1862759" y="2430716"/>
                  </a:lnTo>
                  <a:lnTo>
                    <a:pt x="1864563" y="2429218"/>
                  </a:lnTo>
                  <a:lnTo>
                    <a:pt x="1866430" y="2427719"/>
                  </a:lnTo>
                  <a:lnTo>
                    <a:pt x="1867801" y="2425598"/>
                  </a:lnTo>
                  <a:lnTo>
                    <a:pt x="1868881" y="2422410"/>
                  </a:lnTo>
                  <a:lnTo>
                    <a:pt x="1869617" y="2420086"/>
                  </a:lnTo>
                  <a:lnTo>
                    <a:pt x="1870113" y="2416479"/>
                  </a:lnTo>
                  <a:close/>
                </a:path>
                <a:path w="2657475" h="2432050">
                  <a:moveTo>
                    <a:pt x="2122449" y="2392502"/>
                  </a:moveTo>
                  <a:lnTo>
                    <a:pt x="2119439" y="2392502"/>
                  </a:lnTo>
                  <a:lnTo>
                    <a:pt x="2118614" y="2394153"/>
                  </a:lnTo>
                  <a:lnTo>
                    <a:pt x="2117242" y="2395855"/>
                  </a:lnTo>
                  <a:lnTo>
                    <a:pt x="2113280" y="2399360"/>
                  </a:lnTo>
                  <a:lnTo>
                    <a:pt x="2111032" y="2400846"/>
                  </a:lnTo>
                  <a:lnTo>
                    <a:pt x="2108492" y="2402040"/>
                  </a:lnTo>
                  <a:lnTo>
                    <a:pt x="2108403" y="2406612"/>
                  </a:lnTo>
                  <a:lnTo>
                    <a:pt x="2117788" y="2400973"/>
                  </a:lnTo>
                  <a:lnTo>
                    <a:pt x="2117788" y="2430818"/>
                  </a:lnTo>
                  <a:lnTo>
                    <a:pt x="2122449" y="2430818"/>
                  </a:lnTo>
                  <a:lnTo>
                    <a:pt x="2122449" y="2400973"/>
                  </a:lnTo>
                  <a:lnTo>
                    <a:pt x="2122449" y="2392502"/>
                  </a:lnTo>
                  <a:close/>
                </a:path>
                <a:path w="2657475" h="2432050">
                  <a:moveTo>
                    <a:pt x="2160613" y="2414257"/>
                  </a:moveTo>
                  <a:lnTo>
                    <a:pt x="2152104" y="2405519"/>
                  </a:lnTo>
                  <a:lnTo>
                    <a:pt x="2146223" y="2405519"/>
                  </a:lnTo>
                  <a:lnTo>
                    <a:pt x="2143861" y="2406319"/>
                  </a:lnTo>
                  <a:lnTo>
                    <a:pt x="2141563" y="2407920"/>
                  </a:lnTo>
                  <a:lnTo>
                    <a:pt x="2143595" y="2397658"/>
                  </a:lnTo>
                  <a:lnTo>
                    <a:pt x="2158860" y="2397658"/>
                  </a:lnTo>
                  <a:lnTo>
                    <a:pt x="2158860" y="2393188"/>
                  </a:lnTo>
                  <a:lnTo>
                    <a:pt x="2139861" y="2393188"/>
                  </a:lnTo>
                  <a:lnTo>
                    <a:pt x="2136178" y="2412784"/>
                  </a:lnTo>
                  <a:lnTo>
                    <a:pt x="2140572" y="2413355"/>
                  </a:lnTo>
                  <a:lnTo>
                    <a:pt x="2141232" y="2412263"/>
                  </a:lnTo>
                  <a:lnTo>
                    <a:pt x="2142223" y="2411374"/>
                  </a:lnTo>
                  <a:lnTo>
                    <a:pt x="2144636" y="2410002"/>
                  </a:lnTo>
                  <a:lnTo>
                    <a:pt x="2146008" y="2409660"/>
                  </a:lnTo>
                  <a:lnTo>
                    <a:pt x="2149957" y="2409660"/>
                  </a:lnTo>
                  <a:lnTo>
                    <a:pt x="2151888" y="2410434"/>
                  </a:lnTo>
                  <a:lnTo>
                    <a:pt x="2153424" y="2411971"/>
                  </a:lnTo>
                  <a:lnTo>
                    <a:pt x="2154898" y="2413520"/>
                  </a:lnTo>
                  <a:lnTo>
                    <a:pt x="2155672" y="2415629"/>
                  </a:lnTo>
                  <a:lnTo>
                    <a:pt x="2155596" y="2421331"/>
                  </a:lnTo>
                  <a:lnTo>
                    <a:pt x="2154898" y="2423363"/>
                  </a:lnTo>
                  <a:lnTo>
                    <a:pt x="2153310" y="2425065"/>
                  </a:lnTo>
                  <a:lnTo>
                    <a:pt x="2151773" y="2426766"/>
                  </a:lnTo>
                  <a:lnTo>
                    <a:pt x="2149856" y="2427617"/>
                  </a:lnTo>
                  <a:lnTo>
                    <a:pt x="2145728" y="2427617"/>
                  </a:lnTo>
                  <a:lnTo>
                    <a:pt x="2140242" y="2420404"/>
                  </a:lnTo>
                  <a:lnTo>
                    <a:pt x="2135352" y="2420823"/>
                  </a:lnTo>
                  <a:lnTo>
                    <a:pt x="2135632" y="2424036"/>
                  </a:lnTo>
                  <a:lnTo>
                    <a:pt x="2136889" y="2426614"/>
                  </a:lnTo>
                  <a:lnTo>
                    <a:pt x="2141283" y="2430500"/>
                  </a:lnTo>
                  <a:lnTo>
                    <a:pt x="2144141" y="2431478"/>
                  </a:lnTo>
                  <a:lnTo>
                    <a:pt x="2151824" y="2431478"/>
                  </a:lnTo>
                  <a:lnTo>
                    <a:pt x="2155177" y="2429929"/>
                  </a:lnTo>
                  <a:lnTo>
                    <a:pt x="2156980" y="2427617"/>
                  </a:lnTo>
                  <a:lnTo>
                    <a:pt x="2159622" y="2424328"/>
                  </a:lnTo>
                  <a:lnTo>
                    <a:pt x="2160613" y="2421331"/>
                  </a:lnTo>
                  <a:lnTo>
                    <a:pt x="2160613" y="2414257"/>
                  </a:lnTo>
                  <a:close/>
                </a:path>
                <a:path w="2657475" h="2432050">
                  <a:moveTo>
                    <a:pt x="2419540" y="2426322"/>
                  </a:moveTo>
                  <a:lnTo>
                    <a:pt x="2400820" y="2426322"/>
                  </a:lnTo>
                  <a:lnTo>
                    <a:pt x="2401366" y="2425471"/>
                  </a:lnTo>
                  <a:lnTo>
                    <a:pt x="2411577" y="2416137"/>
                  </a:lnTo>
                  <a:lnTo>
                    <a:pt x="2414003" y="2413889"/>
                  </a:lnTo>
                  <a:lnTo>
                    <a:pt x="2415425" y="2412263"/>
                  </a:lnTo>
                  <a:lnTo>
                    <a:pt x="2416911" y="2410625"/>
                  </a:lnTo>
                  <a:lnTo>
                    <a:pt x="2417953" y="2409075"/>
                  </a:lnTo>
                  <a:lnTo>
                    <a:pt x="2419159" y="2406129"/>
                  </a:lnTo>
                  <a:lnTo>
                    <a:pt x="2419464" y="2404770"/>
                  </a:lnTo>
                  <a:lnTo>
                    <a:pt x="2419350" y="2399766"/>
                  </a:lnTo>
                  <a:lnTo>
                    <a:pt x="2418448" y="2397582"/>
                  </a:lnTo>
                  <a:lnTo>
                    <a:pt x="2417178" y="2396388"/>
                  </a:lnTo>
                  <a:lnTo>
                    <a:pt x="2414168" y="2393518"/>
                  </a:lnTo>
                  <a:lnTo>
                    <a:pt x="2411247" y="2392502"/>
                  </a:lnTo>
                  <a:lnTo>
                    <a:pt x="2403945" y="2392502"/>
                  </a:lnTo>
                  <a:lnTo>
                    <a:pt x="2401100" y="2393454"/>
                  </a:lnTo>
                  <a:lnTo>
                    <a:pt x="2398953" y="2395334"/>
                  </a:lnTo>
                  <a:lnTo>
                    <a:pt x="2396756" y="2397214"/>
                  </a:lnTo>
                  <a:lnTo>
                    <a:pt x="2395550" y="2399957"/>
                  </a:lnTo>
                  <a:lnTo>
                    <a:pt x="2395220" y="2403538"/>
                  </a:lnTo>
                  <a:lnTo>
                    <a:pt x="2399995" y="2404033"/>
                  </a:lnTo>
                  <a:lnTo>
                    <a:pt x="2400058" y="2401646"/>
                  </a:lnTo>
                  <a:lnTo>
                    <a:pt x="2400706" y="2399766"/>
                  </a:lnTo>
                  <a:lnTo>
                    <a:pt x="2403462" y="2397061"/>
                  </a:lnTo>
                  <a:lnTo>
                    <a:pt x="2405215" y="2396388"/>
                  </a:lnTo>
                  <a:lnTo>
                    <a:pt x="2409609" y="2396388"/>
                  </a:lnTo>
                  <a:lnTo>
                    <a:pt x="2411361" y="2397023"/>
                  </a:lnTo>
                  <a:lnTo>
                    <a:pt x="2414003" y="2399576"/>
                  </a:lnTo>
                  <a:lnTo>
                    <a:pt x="2414663" y="2401138"/>
                  </a:lnTo>
                  <a:lnTo>
                    <a:pt x="2414663" y="2404770"/>
                  </a:lnTo>
                  <a:lnTo>
                    <a:pt x="2404059" y="2416708"/>
                  </a:lnTo>
                  <a:lnTo>
                    <a:pt x="2401430" y="2418905"/>
                  </a:lnTo>
                  <a:lnTo>
                    <a:pt x="2399398" y="2420823"/>
                  </a:lnTo>
                  <a:lnTo>
                    <a:pt x="2396540" y="2424163"/>
                  </a:lnTo>
                  <a:lnTo>
                    <a:pt x="2395499" y="2425852"/>
                  </a:lnTo>
                  <a:lnTo>
                    <a:pt x="2394889" y="2427567"/>
                  </a:lnTo>
                  <a:lnTo>
                    <a:pt x="2394458" y="2428608"/>
                  </a:lnTo>
                  <a:lnTo>
                    <a:pt x="2394343" y="2430818"/>
                  </a:lnTo>
                  <a:lnTo>
                    <a:pt x="2419540" y="2430818"/>
                  </a:lnTo>
                  <a:lnTo>
                    <a:pt x="2419540" y="2426322"/>
                  </a:lnTo>
                  <a:close/>
                </a:path>
                <a:path w="2657475" h="2432050">
                  <a:moveTo>
                    <a:pt x="2450350" y="2416479"/>
                  </a:moveTo>
                  <a:lnTo>
                    <a:pt x="2450274" y="2407488"/>
                  </a:lnTo>
                  <a:lnTo>
                    <a:pt x="2450071" y="2405215"/>
                  </a:lnTo>
                  <a:lnTo>
                    <a:pt x="2449461" y="2402979"/>
                  </a:lnTo>
                  <a:lnTo>
                    <a:pt x="2448915" y="2400757"/>
                  </a:lnTo>
                  <a:lnTo>
                    <a:pt x="2448090" y="2398865"/>
                  </a:lnTo>
                  <a:lnTo>
                    <a:pt x="2446515" y="2396388"/>
                  </a:lnTo>
                  <a:lnTo>
                    <a:pt x="2446121" y="2395753"/>
                  </a:lnTo>
                  <a:lnTo>
                    <a:pt x="2445512" y="2395207"/>
                  </a:lnTo>
                  <a:lnTo>
                    <a:pt x="2445512" y="2418270"/>
                  </a:lnTo>
                  <a:lnTo>
                    <a:pt x="2444788" y="2422436"/>
                  </a:lnTo>
                  <a:lnTo>
                    <a:pt x="2441829" y="2426576"/>
                  </a:lnTo>
                  <a:lnTo>
                    <a:pt x="2440025" y="2427617"/>
                  </a:lnTo>
                  <a:lnTo>
                    <a:pt x="2435745" y="2427617"/>
                  </a:lnTo>
                  <a:lnTo>
                    <a:pt x="2433929" y="2426576"/>
                  </a:lnTo>
                  <a:lnTo>
                    <a:pt x="2432329" y="2424341"/>
                  </a:lnTo>
                  <a:lnTo>
                    <a:pt x="2431021" y="2422410"/>
                  </a:lnTo>
                  <a:lnTo>
                    <a:pt x="2430246" y="2418270"/>
                  </a:lnTo>
                  <a:lnTo>
                    <a:pt x="2430348" y="2405215"/>
                  </a:lnTo>
                  <a:lnTo>
                    <a:pt x="2431072" y="2401443"/>
                  </a:lnTo>
                  <a:lnTo>
                    <a:pt x="2432672" y="2399119"/>
                  </a:lnTo>
                  <a:lnTo>
                    <a:pt x="2433980" y="2397290"/>
                  </a:lnTo>
                  <a:lnTo>
                    <a:pt x="2435682" y="2396388"/>
                  </a:lnTo>
                  <a:lnTo>
                    <a:pt x="2440025" y="2396388"/>
                  </a:lnTo>
                  <a:lnTo>
                    <a:pt x="2441829" y="2397417"/>
                  </a:lnTo>
                  <a:lnTo>
                    <a:pt x="2444800" y="2401544"/>
                  </a:lnTo>
                  <a:lnTo>
                    <a:pt x="2445423" y="2405215"/>
                  </a:lnTo>
                  <a:lnTo>
                    <a:pt x="2445512" y="2418270"/>
                  </a:lnTo>
                  <a:lnTo>
                    <a:pt x="2445512" y="2395207"/>
                  </a:lnTo>
                  <a:lnTo>
                    <a:pt x="2444800" y="2394559"/>
                  </a:lnTo>
                  <a:lnTo>
                    <a:pt x="2441727" y="2392921"/>
                  </a:lnTo>
                  <a:lnTo>
                    <a:pt x="2439974" y="2392502"/>
                  </a:lnTo>
                  <a:lnTo>
                    <a:pt x="2435136" y="2392502"/>
                  </a:lnTo>
                  <a:lnTo>
                    <a:pt x="2425471" y="2407488"/>
                  </a:lnTo>
                  <a:lnTo>
                    <a:pt x="2425471" y="2419172"/>
                  </a:lnTo>
                  <a:lnTo>
                    <a:pt x="2426741" y="2424341"/>
                  </a:lnTo>
                  <a:lnTo>
                    <a:pt x="2429370" y="2427719"/>
                  </a:lnTo>
                  <a:lnTo>
                    <a:pt x="2431351" y="2430157"/>
                  </a:lnTo>
                  <a:lnTo>
                    <a:pt x="2434209" y="2431478"/>
                  </a:lnTo>
                  <a:lnTo>
                    <a:pt x="2440686" y="2431478"/>
                  </a:lnTo>
                  <a:lnTo>
                    <a:pt x="2442984" y="2430716"/>
                  </a:lnTo>
                  <a:lnTo>
                    <a:pt x="2444851" y="2429218"/>
                  </a:lnTo>
                  <a:lnTo>
                    <a:pt x="2446667" y="2427719"/>
                  </a:lnTo>
                  <a:lnTo>
                    <a:pt x="2448039" y="2425598"/>
                  </a:lnTo>
                  <a:lnTo>
                    <a:pt x="2449106" y="2422410"/>
                  </a:lnTo>
                  <a:lnTo>
                    <a:pt x="2449855" y="2420086"/>
                  </a:lnTo>
                  <a:lnTo>
                    <a:pt x="2450350" y="2416479"/>
                  </a:lnTo>
                  <a:close/>
                </a:path>
                <a:path w="2657475" h="2432050">
                  <a:moveTo>
                    <a:pt x="2657068" y="12"/>
                  </a:moveTo>
                  <a:lnTo>
                    <a:pt x="2654312" y="0"/>
                  </a:lnTo>
                  <a:lnTo>
                    <a:pt x="2654312" y="2755"/>
                  </a:lnTo>
                  <a:lnTo>
                    <a:pt x="2654312" y="213753"/>
                  </a:lnTo>
                  <a:lnTo>
                    <a:pt x="2628785" y="213753"/>
                  </a:lnTo>
                  <a:lnTo>
                    <a:pt x="2628785" y="216496"/>
                  </a:lnTo>
                  <a:lnTo>
                    <a:pt x="2654312" y="216496"/>
                  </a:lnTo>
                  <a:lnTo>
                    <a:pt x="2654312" y="480923"/>
                  </a:lnTo>
                  <a:lnTo>
                    <a:pt x="2628785" y="480923"/>
                  </a:lnTo>
                  <a:lnTo>
                    <a:pt x="2628785" y="483666"/>
                  </a:lnTo>
                  <a:lnTo>
                    <a:pt x="2654312" y="483666"/>
                  </a:lnTo>
                  <a:lnTo>
                    <a:pt x="2654312" y="748144"/>
                  </a:lnTo>
                  <a:lnTo>
                    <a:pt x="2628785" y="748144"/>
                  </a:lnTo>
                  <a:lnTo>
                    <a:pt x="2628785" y="750887"/>
                  </a:lnTo>
                  <a:lnTo>
                    <a:pt x="2654312" y="750887"/>
                  </a:lnTo>
                  <a:lnTo>
                    <a:pt x="2654312" y="1015301"/>
                  </a:lnTo>
                  <a:lnTo>
                    <a:pt x="2628785" y="1015301"/>
                  </a:lnTo>
                  <a:lnTo>
                    <a:pt x="2628785" y="1018057"/>
                  </a:lnTo>
                  <a:lnTo>
                    <a:pt x="2654312" y="1018057"/>
                  </a:lnTo>
                  <a:lnTo>
                    <a:pt x="2654312" y="1282522"/>
                  </a:lnTo>
                  <a:lnTo>
                    <a:pt x="2628785" y="1282522"/>
                  </a:lnTo>
                  <a:lnTo>
                    <a:pt x="2628785" y="1285278"/>
                  </a:lnTo>
                  <a:lnTo>
                    <a:pt x="2654312" y="1285278"/>
                  </a:lnTo>
                  <a:lnTo>
                    <a:pt x="2654312" y="1549692"/>
                  </a:lnTo>
                  <a:lnTo>
                    <a:pt x="2628785" y="1549692"/>
                  </a:lnTo>
                  <a:lnTo>
                    <a:pt x="2628785" y="1552435"/>
                  </a:lnTo>
                  <a:lnTo>
                    <a:pt x="2654312" y="1552435"/>
                  </a:lnTo>
                  <a:lnTo>
                    <a:pt x="2654312" y="1816912"/>
                  </a:lnTo>
                  <a:lnTo>
                    <a:pt x="2628785" y="1816912"/>
                  </a:lnTo>
                  <a:lnTo>
                    <a:pt x="2628785" y="1819656"/>
                  </a:lnTo>
                  <a:lnTo>
                    <a:pt x="2654312" y="1819656"/>
                  </a:lnTo>
                  <a:lnTo>
                    <a:pt x="2654312" y="2084095"/>
                  </a:lnTo>
                  <a:lnTo>
                    <a:pt x="2628785" y="2084095"/>
                  </a:lnTo>
                  <a:lnTo>
                    <a:pt x="2628785" y="2086838"/>
                  </a:lnTo>
                  <a:lnTo>
                    <a:pt x="2654312" y="2086838"/>
                  </a:lnTo>
                  <a:lnTo>
                    <a:pt x="2654312" y="2351278"/>
                  </a:lnTo>
                  <a:lnTo>
                    <a:pt x="2628785" y="2351278"/>
                  </a:lnTo>
                  <a:lnTo>
                    <a:pt x="2424976" y="2351278"/>
                  </a:lnTo>
                  <a:lnTo>
                    <a:pt x="2424976" y="2325751"/>
                  </a:lnTo>
                  <a:lnTo>
                    <a:pt x="2422233" y="2325751"/>
                  </a:lnTo>
                  <a:lnTo>
                    <a:pt x="2422233" y="2351278"/>
                  </a:lnTo>
                  <a:lnTo>
                    <a:pt x="2134857" y="2351278"/>
                  </a:lnTo>
                  <a:lnTo>
                    <a:pt x="2134857" y="2325751"/>
                  </a:lnTo>
                  <a:lnTo>
                    <a:pt x="2132114" y="2325751"/>
                  </a:lnTo>
                  <a:lnTo>
                    <a:pt x="2132114" y="2351278"/>
                  </a:lnTo>
                  <a:lnTo>
                    <a:pt x="1844751" y="2351278"/>
                  </a:lnTo>
                  <a:lnTo>
                    <a:pt x="1844751" y="2325751"/>
                  </a:lnTo>
                  <a:lnTo>
                    <a:pt x="1841995" y="2325751"/>
                  </a:lnTo>
                  <a:lnTo>
                    <a:pt x="1841995" y="2351278"/>
                  </a:lnTo>
                  <a:lnTo>
                    <a:pt x="1554632" y="2351278"/>
                  </a:lnTo>
                  <a:lnTo>
                    <a:pt x="1554632" y="2325751"/>
                  </a:lnTo>
                  <a:lnTo>
                    <a:pt x="1551889" y="2325751"/>
                  </a:lnTo>
                  <a:lnTo>
                    <a:pt x="1551889" y="2351278"/>
                  </a:lnTo>
                  <a:lnTo>
                    <a:pt x="1264513" y="2351278"/>
                  </a:lnTo>
                  <a:lnTo>
                    <a:pt x="1264513" y="2325751"/>
                  </a:lnTo>
                  <a:lnTo>
                    <a:pt x="1261770" y="2325751"/>
                  </a:lnTo>
                  <a:lnTo>
                    <a:pt x="1261770" y="2351278"/>
                  </a:lnTo>
                  <a:lnTo>
                    <a:pt x="974344" y="2351278"/>
                  </a:lnTo>
                  <a:lnTo>
                    <a:pt x="974344" y="2325751"/>
                  </a:lnTo>
                  <a:lnTo>
                    <a:pt x="971600" y="2325751"/>
                  </a:lnTo>
                  <a:lnTo>
                    <a:pt x="971600" y="2351278"/>
                  </a:lnTo>
                  <a:lnTo>
                    <a:pt x="684225" y="2351278"/>
                  </a:lnTo>
                  <a:lnTo>
                    <a:pt x="684225" y="2325751"/>
                  </a:lnTo>
                  <a:lnTo>
                    <a:pt x="681482" y="2325751"/>
                  </a:lnTo>
                  <a:lnTo>
                    <a:pt x="681482" y="2351278"/>
                  </a:lnTo>
                  <a:lnTo>
                    <a:pt x="394119" y="2351278"/>
                  </a:lnTo>
                  <a:lnTo>
                    <a:pt x="394119" y="2325751"/>
                  </a:lnTo>
                  <a:lnTo>
                    <a:pt x="391375" y="2325751"/>
                  </a:lnTo>
                  <a:lnTo>
                    <a:pt x="391375" y="2351278"/>
                  </a:lnTo>
                  <a:lnTo>
                    <a:pt x="129527" y="2351278"/>
                  </a:lnTo>
                  <a:lnTo>
                    <a:pt x="104000" y="2351278"/>
                  </a:lnTo>
                  <a:lnTo>
                    <a:pt x="104000" y="2325751"/>
                  </a:lnTo>
                  <a:lnTo>
                    <a:pt x="104000" y="2086838"/>
                  </a:lnTo>
                  <a:lnTo>
                    <a:pt x="129527" y="2086838"/>
                  </a:lnTo>
                  <a:lnTo>
                    <a:pt x="129527" y="2084095"/>
                  </a:lnTo>
                  <a:lnTo>
                    <a:pt x="104000" y="2084095"/>
                  </a:lnTo>
                  <a:lnTo>
                    <a:pt x="104000" y="1819656"/>
                  </a:lnTo>
                  <a:lnTo>
                    <a:pt x="129527" y="1819656"/>
                  </a:lnTo>
                  <a:lnTo>
                    <a:pt x="129527" y="1816912"/>
                  </a:lnTo>
                  <a:lnTo>
                    <a:pt x="104000" y="1816912"/>
                  </a:lnTo>
                  <a:lnTo>
                    <a:pt x="104000" y="1552435"/>
                  </a:lnTo>
                  <a:lnTo>
                    <a:pt x="129527" y="1552435"/>
                  </a:lnTo>
                  <a:lnTo>
                    <a:pt x="129527" y="1549692"/>
                  </a:lnTo>
                  <a:lnTo>
                    <a:pt x="104000" y="1549692"/>
                  </a:lnTo>
                  <a:lnTo>
                    <a:pt x="104000" y="1285278"/>
                  </a:lnTo>
                  <a:lnTo>
                    <a:pt x="129527" y="1285278"/>
                  </a:lnTo>
                  <a:lnTo>
                    <a:pt x="129527" y="1282522"/>
                  </a:lnTo>
                  <a:lnTo>
                    <a:pt x="104000" y="1282522"/>
                  </a:lnTo>
                  <a:lnTo>
                    <a:pt x="104000" y="1018057"/>
                  </a:lnTo>
                  <a:lnTo>
                    <a:pt x="129527" y="1018057"/>
                  </a:lnTo>
                  <a:lnTo>
                    <a:pt x="129527" y="1015301"/>
                  </a:lnTo>
                  <a:lnTo>
                    <a:pt x="104000" y="1015301"/>
                  </a:lnTo>
                  <a:lnTo>
                    <a:pt x="104000" y="750887"/>
                  </a:lnTo>
                  <a:lnTo>
                    <a:pt x="129527" y="750887"/>
                  </a:lnTo>
                  <a:lnTo>
                    <a:pt x="129527" y="748144"/>
                  </a:lnTo>
                  <a:lnTo>
                    <a:pt x="104000" y="748144"/>
                  </a:lnTo>
                  <a:lnTo>
                    <a:pt x="104000" y="483666"/>
                  </a:lnTo>
                  <a:lnTo>
                    <a:pt x="129527" y="483666"/>
                  </a:lnTo>
                  <a:lnTo>
                    <a:pt x="129527" y="480923"/>
                  </a:lnTo>
                  <a:lnTo>
                    <a:pt x="104000" y="480923"/>
                  </a:lnTo>
                  <a:lnTo>
                    <a:pt x="104000" y="216496"/>
                  </a:lnTo>
                  <a:lnTo>
                    <a:pt x="129527" y="216496"/>
                  </a:lnTo>
                  <a:lnTo>
                    <a:pt x="129527" y="213753"/>
                  </a:lnTo>
                  <a:lnTo>
                    <a:pt x="104000" y="213753"/>
                  </a:lnTo>
                  <a:lnTo>
                    <a:pt x="104000" y="28282"/>
                  </a:lnTo>
                  <a:lnTo>
                    <a:pt x="104000" y="2755"/>
                  </a:lnTo>
                  <a:lnTo>
                    <a:pt x="391375" y="2755"/>
                  </a:lnTo>
                  <a:lnTo>
                    <a:pt x="391375" y="28282"/>
                  </a:lnTo>
                  <a:lnTo>
                    <a:pt x="394119" y="28282"/>
                  </a:lnTo>
                  <a:lnTo>
                    <a:pt x="394119" y="2755"/>
                  </a:lnTo>
                  <a:lnTo>
                    <a:pt x="681482" y="2755"/>
                  </a:lnTo>
                  <a:lnTo>
                    <a:pt x="681482" y="28282"/>
                  </a:lnTo>
                  <a:lnTo>
                    <a:pt x="684225" y="28282"/>
                  </a:lnTo>
                  <a:lnTo>
                    <a:pt x="684225" y="2755"/>
                  </a:lnTo>
                  <a:lnTo>
                    <a:pt x="971600" y="2755"/>
                  </a:lnTo>
                  <a:lnTo>
                    <a:pt x="971600" y="28282"/>
                  </a:lnTo>
                  <a:lnTo>
                    <a:pt x="974344" y="28282"/>
                  </a:lnTo>
                  <a:lnTo>
                    <a:pt x="974344" y="2755"/>
                  </a:lnTo>
                  <a:lnTo>
                    <a:pt x="1261770" y="2755"/>
                  </a:lnTo>
                  <a:lnTo>
                    <a:pt x="1261770" y="28282"/>
                  </a:lnTo>
                  <a:lnTo>
                    <a:pt x="1264513" y="28282"/>
                  </a:lnTo>
                  <a:lnTo>
                    <a:pt x="1264513" y="2755"/>
                  </a:lnTo>
                  <a:lnTo>
                    <a:pt x="1551889" y="2755"/>
                  </a:lnTo>
                  <a:lnTo>
                    <a:pt x="1551889" y="28282"/>
                  </a:lnTo>
                  <a:lnTo>
                    <a:pt x="1554632" y="28282"/>
                  </a:lnTo>
                  <a:lnTo>
                    <a:pt x="1554632" y="2755"/>
                  </a:lnTo>
                  <a:lnTo>
                    <a:pt x="1841995" y="2755"/>
                  </a:lnTo>
                  <a:lnTo>
                    <a:pt x="1841995" y="28282"/>
                  </a:lnTo>
                  <a:lnTo>
                    <a:pt x="1844751" y="28282"/>
                  </a:lnTo>
                  <a:lnTo>
                    <a:pt x="1844751" y="2755"/>
                  </a:lnTo>
                  <a:lnTo>
                    <a:pt x="2132114" y="2755"/>
                  </a:lnTo>
                  <a:lnTo>
                    <a:pt x="2132114" y="28282"/>
                  </a:lnTo>
                  <a:lnTo>
                    <a:pt x="2134857" y="28282"/>
                  </a:lnTo>
                  <a:lnTo>
                    <a:pt x="2134857" y="2755"/>
                  </a:lnTo>
                  <a:lnTo>
                    <a:pt x="2422233" y="2755"/>
                  </a:lnTo>
                  <a:lnTo>
                    <a:pt x="2422233" y="28282"/>
                  </a:lnTo>
                  <a:lnTo>
                    <a:pt x="2424976" y="28282"/>
                  </a:lnTo>
                  <a:lnTo>
                    <a:pt x="2424976" y="2755"/>
                  </a:lnTo>
                  <a:lnTo>
                    <a:pt x="2654312" y="2755"/>
                  </a:lnTo>
                  <a:lnTo>
                    <a:pt x="2654312" y="12"/>
                  </a:lnTo>
                  <a:lnTo>
                    <a:pt x="104000" y="12"/>
                  </a:lnTo>
                  <a:lnTo>
                    <a:pt x="101257" y="0"/>
                  </a:lnTo>
                  <a:lnTo>
                    <a:pt x="101257" y="1384"/>
                  </a:lnTo>
                  <a:lnTo>
                    <a:pt x="101257" y="28282"/>
                  </a:lnTo>
                  <a:lnTo>
                    <a:pt x="101257" y="2325751"/>
                  </a:lnTo>
                  <a:lnTo>
                    <a:pt x="101257" y="2352662"/>
                  </a:lnTo>
                  <a:lnTo>
                    <a:pt x="102628" y="2352662"/>
                  </a:lnTo>
                  <a:lnTo>
                    <a:pt x="102628" y="2354034"/>
                  </a:lnTo>
                  <a:lnTo>
                    <a:pt x="129527" y="2354034"/>
                  </a:lnTo>
                  <a:lnTo>
                    <a:pt x="2628785" y="2354034"/>
                  </a:lnTo>
                  <a:lnTo>
                    <a:pt x="2655684" y="2354034"/>
                  </a:lnTo>
                  <a:lnTo>
                    <a:pt x="2657068" y="2354034"/>
                  </a:lnTo>
                  <a:lnTo>
                    <a:pt x="2657068" y="2351278"/>
                  </a:lnTo>
                  <a:lnTo>
                    <a:pt x="2657056" y="2755"/>
                  </a:lnTo>
                  <a:lnTo>
                    <a:pt x="2657068" y="12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01516" y="5410548"/>
              <a:ext cx="76929" cy="72693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253990" y="6757907"/>
            <a:ext cx="64842" cy="7704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379347" y="4505401"/>
            <a:ext cx="4457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25" dirty="0">
                <a:solidFill>
                  <a:srgbClr val="FF0000"/>
                </a:solidFill>
                <a:latin typeface="Calibri"/>
                <a:cs typeface="Calibri"/>
              </a:rPr>
              <a:t>GDB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01514" y="4505401"/>
            <a:ext cx="4286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25" dirty="0">
                <a:solidFill>
                  <a:srgbClr val="FF0000"/>
                </a:solidFill>
                <a:latin typeface="Calibri"/>
                <a:cs typeface="Calibri"/>
              </a:rPr>
              <a:t>GDE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87994" y="4505401"/>
            <a:ext cx="10452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FF0000"/>
                </a:solidFill>
                <a:latin typeface="Calibri"/>
                <a:cs typeface="Calibri"/>
              </a:rPr>
              <a:t>GDMB </a:t>
            </a:r>
            <a:r>
              <a:rPr sz="1800" b="1" i="1" spc="-25" dirty="0">
                <a:solidFill>
                  <a:srgbClr val="FF0000"/>
                </a:solidFill>
                <a:latin typeface="Calibri"/>
                <a:cs typeface="Calibri"/>
              </a:rPr>
              <a:t>100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Comparação</a:t>
            </a:r>
            <a:r>
              <a:rPr spc="-80" dirty="0"/>
              <a:t> </a:t>
            </a:r>
            <a:r>
              <a:rPr dirty="0"/>
              <a:t>das</a:t>
            </a:r>
            <a:r>
              <a:rPr spc="-65" dirty="0"/>
              <a:t> </a:t>
            </a:r>
            <a:r>
              <a:rPr dirty="0"/>
              <a:t>versões</a:t>
            </a:r>
            <a:r>
              <a:rPr spc="-7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25" dirty="0"/>
              <a:t>GD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988040" cy="211645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236854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progresso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MB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menos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irregular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GDE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dirty="0">
                <a:latin typeface="Calibri"/>
                <a:cs typeface="Calibri"/>
              </a:rPr>
              <a:t>tamanho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mini-</a:t>
            </a:r>
            <a:r>
              <a:rPr sz="2800" i="1" spc="-10" dirty="0">
                <a:latin typeface="Calibri"/>
                <a:cs typeface="Calibri"/>
              </a:rPr>
              <a:t>batch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Porém,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GDB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consome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mais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memória</a:t>
            </a:r>
            <a:r>
              <a:rPr sz="2800" b="1" i="1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e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tempo</a:t>
            </a:r>
            <a:r>
              <a:rPr sz="2800" b="1" i="1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CPU)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GDE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MB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também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podem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convergir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aplicarmos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estratégia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adequada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ajuste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passo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aprendizagem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20893" y="4187898"/>
            <a:ext cx="2763520" cy="2516505"/>
            <a:chOff x="1220893" y="4187898"/>
            <a:chExt cx="2763520" cy="25165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2779" y="4187898"/>
              <a:ext cx="2571363" cy="245985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32458" y="4277690"/>
              <a:ext cx="2651760" cy="2426970"/>
            </a:xfrm>
            <a:custGeom>
              <a:avLst/>
              <a:gdLst/>
              <a:ahLst/>
              <a:cxnLst/>
              <a:rect l="l" t="t" r="r" b="b"/>
              <a:pathLst>
                <a:path w="2651760" h="2426970">
                  <a:moveTo>
                    <a:pt x="14363" y="2352992"/>
                  </a:moveTo>
                  <a:lnTo>
                    <a:pt x="0" y="2352992"/>
                  </a:lnTo>
                  <a:lnTo>
                    <a:pt x="0" y="2357691"/>
                  </a:lnTo>
                  <a:lnTo>
                    <a:pt x="14363" y="2357691"/>
                  </a:lnTo>
                  <a:lnTo>
                    <a:pt x="14363" y="2352992"/>
                  </a:lnTo>
                  <a:close/>
                </a:path>
                <a:path w="2651760" h="2426970">
                  <a:moveTo>
                    <a:pt x="14363" y="2086330"/>
                  </a:moveTo>
                  <a:lnTo>
                    <a:pt x="0" y="2086330"/>
                  </a:lnTo>
                  <a:lnTo>
                    <a:pt x="0" y="2091029"/>
                  </a:lnTo>
                  <a:lnTo>
                    <a:pt x="14363" y="2091029"/>
                  </a:lnTo>
                  <a:lnTo>
                    <a:pt x="14363" y="2086330"/>
                  </a:lnTo>
                  <a:close/>
                </a:path>
                <a:path w="2651760" h="2426970">
                  <a:moveTo>
                    <a:pt x="14363" y="1819656"/>
                  </a:moveTo>
                  <a:lnTo>
                    <a:pt x="0" y="1819656"/>
                  </a:lnTo>
                  <a:lnTo>
                    <a:pt x="0" y="1824367"/>
                  </a:lnTo>
                  <a:lnTo>
                    <a:pt x="14363" y="1824367"/>
                  </a:lnTo>
                  <a:lnTo>
                    <a:pt x="14363" y="1819656"/>
                  </a:lnTo>
                  <a:close/>
                </a:path>
                <a:path w="2651760" h="2426970">
                  <a:moveTo>
                    <a:pt x="36360" y="2064219"/>
                  </a:moveTo>
                  <a:lnTo>
                    <a:pt x="33350" y="2064219"/>
                  </a:lnTo>
                  <a:lnTo>
                    <a:pt x="32537" y="2065870"/>
                  </a:lnTo>
                  <a:lnTo>
                    <a:pt x="31153" y="2067560"/>
                  </a:lnTo>
                  <a:lnTo>
                    <a:pt x="27241" y="2071065"/>
                  </a:lnTo>
                  <a:lnTo>
                    <a:pt x="24955" y="2072551"/>
                  </a:lnTo>
                  <a:lnTo>
                    <a:pt x="22428" y="2073744"/>
                  </a:lnTo>
                  <a:lnTo>
                    <a:pt x="22339" y="2078304"/>
                  </a:lnTo>
                  <a:lnTo>
                    <a:pt x="31686" y="2072665"/>
                  </a:lnTo>
                  <a:lnTo>
                    <a:pt x="31686" y="2102459"/>
                  </a:lnTo>
                  <a:lnTo>
                    <a:pt x="36360" y="2102459"/>
                  </a:lnTo>
                  <a:lnTo>
                    <a:pt x="36360" y="2072665"/>
                  </a:lnTo>
                  <a:lnTo>
                    <a:pt x="36360" y="2064219"/>
                  </a:lnTo>
                  <a:close/>
                </a:path>
                <a:path w="2651760" h="2426970">
                  <a:moveTo>
                    <a:pt x="36360" y="1797570"/>
                  </a:moveTo>
                  <a:lnTo>
                    <a:pt x="33350" y="1797570"/>
                  </a:lnTo>
                  <a:lnTo>
                    <a:pt x="32537" y="1799209"/>
                  </a:lnTo>
                  <a:lnTo>
                    <a:pt x="31153" y="1800910"/>
                  </a:lnTo>
                  <a:lnTo>
                    <a:pt x="27241" y="1804416"/>
                  </a:lnTo>
                  <a:lnTo>
                    <a:pt x="24955" y="1805901"/>
                  </a:lnTo>
                  <a:lnTo>
                    <a:pt x="22339" y="1807108"/>
                  </a:lnTo>
                  <a:lnTo>
                    <a:pt x="22339" y="1811655"/>
                  </a:lnTo>
                  <a:lnTo>
                    <a:pt x="31686" y="1806003"/>
                  </a:lnTo>
                  <a:lnTo>
                    <a:pt x="31686" y="1835810"/>
                  </a:lnTo>
                  <a:lnTo>
                    <a:pt x="36360" y="1835810"/>
                  </a:lnTo>
                  <a:lnTo>
                    <a:pt x="36360" y="1806003"/>
                  </a:lnTo>
                  <a:lnTo>
                    <a:pt x="36360" y="1797570"/>
                  </a:lnTo>
                  <a:close/>
                </a:path>
                <a:path w="2651760" h="2426970">
                  <a:moveTo>
                    <a:pt x="38671" y="730935"/>
                  </a:moveTo>
                  <a:lnTo>
                    <a:pt x="35674" y="730935"/>
                  </a:lnTo>
                  <a:lnTo>
                    <a:pt x="34848" y="732574"/>
                  </a:lnTo>
                  <a:lnTo>
                    <a:pt x="33464" y="734275"/>
                  </a:lnTo>
                  <a:lnTo>
                    <a:pt x="29552" y="737781"/>
                  </a:lnTo>
                  <a:lnTo>
                    <a:pt x="27266" y="739267"/>
                  </a:lnTo>
                  <a:lnTo>
                    <a:pt x="24650" y="740460"/>
                  </a:lnTo>
                  <a:lnTo>
                    <a:pt x="24650" y="745020"/>
                  </a:lnTo>
                  <a:lnTo>
                    <a:pt x="33997" y="739368"/>
                  </a:lnTo>
                  <a:lnTo>
                    <a:pt x="33997" y="769175"/>
                  </a:lnTo>
                  <a:lnTo>
                    <a:pt x="38671" y="769175"/>
                  </a:lnTo>
                  <a:lnTo>
                    <a:pt x="38671" y="739368"/>
                  </a:lnTo>
                  <a:lnTo>
                    <a:pt x="38671" y="730935"/>
                  </a:lnTo>
                  <a:close/>
                </a:path>
                <a:path w="2651760" h="2426970">
                  <a:moveTo>
                    <a:pt x="38671" y="464299"/>
                  </a:moveTo>
                  <a:lnTo>
                    <a:pt x="35674" y="464299"/>
                  </a:lnTo>
                  <a:lnTo>
                    <a:pt x="34848" y="465950"/>
                  </a:lnTo>
                  <a:lnTo>
                    <a:pt x="33464" y="467639"/>
                  </a:lnTo>
                  <a:lnTo>
                    <a:pt x="31508" y="469341"/>
                  </a:lnTo>
                  <a:lnTo>
                    <a:pt x="29552" y="471093"/>
                  </a:lnTo>
                  <a:lnTo>
                    <a:pt x="27266" y="472630"/>
                  </a:lnTo>
                  <a:lnTo>
                    <a:pt x="24777" y="473786"/>
                  </a:lnTo>
                  <a:lnTo>
                    <a:pt x="24650" y="478332"/>
                  </a:lnTo>
                  <a:lnTo>
                    <a:pt x="26111" y="477837"/>
                  </a:lnTo>
                  <a:lnTo>
                    <a:pt x="27749" y="477012"/>
                  </a:lnTo>
                  <a:lnTo>
                    <a:pt x="29578" y="475919"/>
                  </a:lnTo>
                  <a:lnTo>
                    <a:pt x="31407" y="474878"/>
                  </a:lnTo>
                  <a:lnTo>
                    <a:pt x="32880" y="473786"/>
                  </a:lnTo>
                  <a:lnTo>
                    <a:pt x="33997" y="472744"/>
                  </a:lnTo>
                  <a:lnTo>
                    <a:pt x="33997" y="502488"/>
                  </a:lnTo>
                  <a:lnTo>
                    <a:pt x="38671" y="502488"/>
                  </a:lnTo>
                  <a:lnTo>
                    <a:pt x="38671" y="472744"/>
                  </a:lnTo>
                  <a:lnTo>
                    <a:pt x="38671" y="464299"/>
                  </a:lnTo>
                  <a:close/>
                </a:path>
                <a:path w="2651760" h="2426970">
                  <a:moveTo>
                    <a:pt x="43332" y="2364625"/>
                  </a:moveTo>
                  <a:lnTo>
                    <a:pt x="24650" y="2364625"/>
                  </a:lnTo>
                  <a:lnTo>
                    <a:pt x="25171" y="2363774"/>
                  </a:lnTo>
                  <a:lnTo>
                    <a:pt x="25831" y="2362936"/>
                  </a:lnTo>
                  <a:lnTo>
                    <a:pt x="27419" y="2361260"/>
                  </a:lnTo>
                  <a:lnTo>
                    <a:pt x="29222" y="2359660"/>
                  </a:lnTo>
                  <a:lnTo>
                    <a:pt x="35394" y="2354465"/>
                  </a:lnTo>
                  <a:lnTo>
                    <a:pt x="37795" y="2352230"/>
                  </a:lnTo>
                  <a:lnTo>
                    <a:pt x="40690" y="2348954"/>
                  </a:lnTo>
                  <a:lnTo>
                    <a:pt x="41719" y="2347417"/>
                  </a:lnTo>
                  <a:lnTo>
                    <a:pt x="42964" y="2344483"/>
                  </a:lnTo>
                  <a:lnTo>
                    <a:pt x="43243" y="2343124"/>
                  </a:lnTo>
                  <a:lnTo>
                    <a:pt x="43141" y="2338133"/>
                  </a:lnTo>
                  <a:lnTo>
                    <a:pt x="42214" y="2335949"/>
                  </a:lnTo>
                  <a:lnTo>
                    <a:pt x="40957" y="2334755"/>
                  </a:lnTo>
                  <a:lnTo>
                    <a:pt x="37960" y="2331897"/>
                  </a:lnTo>
                  <a:lnTo>
                    <a:pt x="35064" y="2330881"/>
                  </a:lnTo>
                  <a:lnTo>
                    <a:pt x="27787" y="2330881"/>
                  </a:lnTo>
                  <a:lnTo>
                    <a:pt x="24904" y="2331821"/>
                  </a:lnTo>
                  <a:lnTo>
                    <a:pt x="20612" y="2335580"/>
                  </a:lnTo>
                  <a:lnTo>
                    <a:pt x="19367" y="2338311"/>
                  </a:lnTo>
                  <a:lnTo>
                    <a:pt x="19037" y="2341892"/>
                  </a:lnTo>
                  <a:lnTo>
                    <a:pt x="23850" y="2342388"/>
                  </a:lnTo>
                  <a:lnTo>
                    <a:pt x="23863" y="2340000"/>
                  </a:lnTo>
                  <a:lnTo>
                    <a:pt x="24549" y="2338133"/>
                  </a:lnTo>
                  <a:lnTo>
                    <a:pt x="27254" y="2335428"/>
                  </a:lnTo>
                  <a:lnTo>
                    <a:pt x="29044" y="2334755"/>
                  </a:lnTo>
                  <a:lnTo>
                    <a:pt x="33439" y="2334755"/>
                  </a:lnTo>
                  <a:lnTo>
                    <a:pt x="35166" y="2335390"/>
                  </a:lnTo>
                  <a:lnTo>
                    <a:pt x="37807" y="2337930"/>
                  </a:lnTo>
                  <a:lnTo>
                    <a:pt x="38468" y="2339492"/>
                  </a:lnTo>
                  <a:lnTo>
                    <a:pt x="38468" y="2343124"/>
                  </a:lnTo>
                  <a:lnTo>
                    <a:pt x="37744" y="2344991"/>
                  </a:lnTo>
                  <a:lnTo>
                    <a:pt x="34823" y="2348966"/>
                  </a:lnTo>
                  <a:lnTo>
                    <a:pt x="32042" y="2351646"/>
                  </a:lnTo>
                  <a:lnTo>
                    <a:pt x="25234" y="2357221"/>
                  </a:lnTo>
                  <a:lnTo>
                    <a:pt x="23190" y="2359152"/>
                  </a:lnTo>
                  <a:lnTo>
                    <a:pt x="20370" y="2362466"/>
                  </a:lnTo>
                  <a:lnTo>
                    <a:pt x="19342" y="2364155"/>
                  </a:lnTo>
                  <a:lnTo>
                    <a:pt x="18300" y="2366911"/>
                  </a:lnTo>
                  <a:lnTo>
                    <a:pt x="18122" y="2367991"/>
                  </a:lnTo>
                  <a:lnTo>
                    <a:pt x="18161" y="2369121"/>
                  </a:lnTo>
                  <a:lnTo>
                    <a:pt x="43332" y="2369121"/>
                  </a:lnTo>
                  <a:lnTo>
                    <a:pt x="43332" y="2364625"/>
                  </a:lnTo>
                  <a:close/>
                </a:path>
                <a:path w="2651760" h="2426970">
                  <a:moveTo>
                    <a:pt x="45643" y="231368"/>
                  </a:moveTo>
                  <a:lnTo>
                    <a:pt x="26962" y="231368"/>
                  </a:lnTo>
                  <a:lnTo>
                    <a:pt x="27482" y="230492"/>
                  </a:lnTo>
                  <a:lnTo>
                    <a:pt x="28143" y="229666"/>
                  </a:lnTo>
                  <a:lnTo>
                    <a:pt x="28943" y="228841"/>
                  </a:lnTo>
                  <a:lnTo>
                    <a:pt x="29730" y="227965"/>
                  </a:lnTo>
                  <a:lnTo>
                    <a:pt x="31534" y="226377"/>
                  </a:lnTo>
                  <a:lnTo>
                    <a:pt x="37706" y="221170"/>
                  </a:lnTo>
                  <a:lnTo>
                    <a:pt x="40106" y="218986"/>
                  </a:lnTo>
                  <a:lnTo>
                    <a:pt x="42989" y="215696"/>
                  </a:lnTo>
                  <a:lnTo>
                    <a:pt x="44030" y="214160"/>
                  </a:lnTo>
                  <a:lnTo>
                    <a:pt x="45275" y="211201"/>
                  </a:lnTo>
                  <a:lnTo>
                    <a:pt x="45567" y="209829"/>
                  </a:lnTo>
                  <a:lnTo>
                    <a:pt x="45440" y="204851"/>
                  </a:lnTo>
                  <a:lnTo>
                    <a:pt x="44526" y="202704"/>
                  </a:lnTo>
                  <a:lnTo>
                    <a:pt x="43256" y="201498"/>
                  </a:lnTo>
                  <a:lnTo>
                    <a:pt x="40271" y="198653"/>
                  </a:lnTo>
                  <a:lnTo>
                    <a:pt x="37376" y="197612"/>
                  </a:lnTo>
                  <a:lnTo>
                    <a:pt x="30099" y="197612"/>
                  </a:lnTo>
                  <a:lnTo>
                    <a:pt x="27216" y="198539"/>
                  </a:lnTo>
                  <a:lnTo>
                    <a:pt x="25069" y="200456"/>
                  </a:lnTo>
                  <a:lnTo>
                    <a:pt x="22923" y="202323"/>
                  </a:lnTo>
                  <a:lnTo>
                    <a:pt x="21691" y="205066"/>
                  </a:lnTo>
                  <a:lnTo>
                    <a:pt x="21361" y="208622"/>
                  </a:lnTo>
                  <a:lnTo>
                    <a:pt x="26162" y="209118"/>
                  </a:lnTo>
                  <a:lnTo>
                    <a:pt x="26174" y="206705"/>
                  </a:lnTo>
                  <a:lnTo>
                    <a:pt x="26860" y="204851"/>
                  </a:lnTo>
                  <a:lnTo>
                    <a:pt x="28321" y="203415"/>
                  </a:lnTo>
                  <a:lnTo>
                    <a:pt x="29565" y="202158"/>
                  </a:lnTo>
                  <a:lnTo>
                    <a:pt x="31369" y="201498"/>
                  </a:lnTo>
                  <a:lnTo>
                    <a:pt x="35750" y="201498"/>
                  </a:lnTo>
                  <a:lnTo>
                    <a:pt x="37477" y="202107"/>
                  </a:lnTo>
                  <a:lnTo>
                    <a:pt x="38912" y="203530"/>
                  </a:lnTo>
                  <a:lnTo>
                    <a:pt x="40119" y="204685"/>
                  </a:lnTo>
                  <a:lnTo>
                    <a:pt x="40779" y="206222"/>
                  </a:lnTo>
                  <a:lnTo>
                    <a:pt x="40779" y="209829"/>
                  </a:lnTo>
                  <a:lnTo>
                    <a:pt x="40055" y="211747"/>
                  </a:lnTo>
                  <a:lnTo>
                    <a:pt x="37147" y="215696"/>
                  </a:lnTo>
                  <a:lnTo>
                    <a:pt x="34353" y="218376"/>
                  </a:lnTo>
                  <a:lnTo>
                    <a:pt x="27546" y="223964"/>
                  </a:lnTo>
                  <a:lnTo>
                    <a:pt x="25501" y="225882"/>
                  </a:lnTo>
                  <a:lnTo>
                    <a:pt x="20434" y="234708"/>
                  </a:lnTo>
                  <a:lnTo>
                    <a:pt x="20472" y="235864"/>
                  </a:lnTo>
                  <a:lnTo>
                    <a:pt x="45643" y="235864"/>
                  </a:lnTo>
                  <a:lnTo>
                    <a:pt x="45643" y="231368"/>
                  </a:lnTo>
                  <a:close/>
                </a:path>
                <a:path w="2651760" h="2426970">
                  <a:moveTo>
                    <a:pt x="47244" y="1553019"/>
                  </a:moveTo>
                  <a:lnTo>
                    <a:pt x="32880" y="1553019"/>
                  </a:lnTo>
                  <a:lnTo>
                    <a:pt x="32880" y="1557731"/>
                  </a:lnTo>
                  <a:lnTo>
                    <a:pt x="47244" y="1557731"/>
                  </a:lnTo>
                  <a:lnTo>
                    <a:pt x="47244" y="1553019"/>
                  </a:lnTo>
                  <a:close/>
                </a:path>
                <a:path w="2651760" h="2426970">
                  <a:moveTo>
                    <a:pt x="74053" y="2354808"/>
                  </a:moveTo>
                  <a:lnTo>
                    <a:pt x="70243" y="2334755"/>
                  </a:lnTo>
                  <a:lnTo>
                    <a:pt x="69837" y="2334120"/>
                  </a:lnTo>
                  <a:lnTo>
                    <a:pt x="69253" y="2333587"/>
                  </a:lnTo>
                  <a:lnTo>
                    <a:pt x="69253" y="2356586"/>
                  </a:lnTo>
                  <a:lnTo>
                    <a:pt x="68503" y="2360752"/>
                  </a:lnTo>
                  <a:lnTo>
                    <a:pt x="65582" y="2364892"/>
                  </a:lnTo>
                  <a:lnTo>
                    <a:pt x="63792" y="2365921"/>
                  </a:lnTo>
                  <a:lnTo>
                    <a:pt x="59499" y="2365921"/>
                  </a:lnTo>
                  <a:lnTo>
                    <a:pt x="57683" y="2364879"/>
                  </a:lnTo>
                  <a:lnTo>
                    <a:pt x="54762" y="2360726"/>
                  </a:lnTo>
                  <a:lnTo>
                    <a:pt x="54025" y="2356586"/>
                  </a:lnTo>
                  <a:lnTo>
                    <a:pt x="54127" y="2343556"/>
                  </a:lnTo>
                  <a:lnTo>
                    <a:pt x="54838" y="2339797"/>
                  </a:lnTo>
                  <a:lnTo>
                    <a:pt x="57734" y="2335657"/>
                  </a:lnTo>
                  <a:lnTo>
                    <a:pt x="59448" y="2334755"/>
                  </a:lnTo>
                  <a:lnTo>
                    <a:pt x="63766" y="2334755"/>
                  </a:lnTo>
                  <a:lnTo>
                    <a:pt x="65595" y="2335784"/>
                  </a:lnTo>
                  <a:lnTo>
                    <a:pt x="68516" y="2339911"/>
                  </a:lnTo>
                  <a:lnTo>
                    <a:pt x="69164" y="2343556"/>
                  </a:lnTo>
                  <a:lnTo>
                    <a:pt x="69253" y="2356586"/>
                  </a:lnTo>
                  <a:lnTo>
                    <a:pt x="69253" y="2333587"/>
                  </a:lnTo>
                  <a:lnTo>
                    <a:pt x="68567" y="2332939"/>
                  </a:lnTo>
                  <a:lnTo>
                    <a:pt x="65481" y="2331288"/>
                  </a:lnTo>
                  <a:lnTo>
                    <a:pt x="63690" y="2330881"/>
                  </a:lnTo>
                  <a:lnTo>
                    <a:pt x="58864" y="2330881"/>
                  </a:lnTo>
                  <a:lnTo>
                    <a:pt x="49225" y="2345842"/>
                  </a:lnTo>
                  <a:lnTo>
                    <a:pt x="49225" y="2357488"/>
                  </a:lnTo>
                  <a:lnTo>
                    <a:pt x="50482" y="2362657"/>
                  </a:lnTo>
                  <a:lnTo>
                    <a:pt x="55092" y="2368448"/>
                  </a:lnTo>
                  <a:lnTo>
                    <a:pt x="57975" y="2369769"/>
                  </a:lnTo>
                  <a:lnTo>
                    <a:pt x="64427" y="2369769"/>
                  </a:lnTo>
                  <a:lnTo>
                    <a:pt x="66738" y="2369020"/>
                  </a:lnTo>
                  <a:lnTo>
                    <a:pt x="70396" y="2366022"/>
                  </a:lnTo>
                  <a:lnTo>
                    <a:pt x="71767" y="2363901"/>
                  </a:lnTo>
                  <a:lnTo>
                    <a:pt x="73596" y="2358415"/>
                  </a:lnTo>
                  <a:lnTo>
                    <a:pt x="74053" y="2354808"/>
                  </a:lnTo>
                  <a:close/>
                </a:path>
                <a:path w="2651760" h="2426970">
                  <a:moveTo>
                    <a:pt x="74053" y="1821510"/>
                  </a:moveTo>
                  <a:lnTo>
                    <a:pt x="70256" y="1801456"/>
                  </a:lnTo>
                  <a:lnTo>
                    <a:pt x="69837" y="1800796"/>
                  </a:lnTo>
                  <a:lnTo>
                    <a:pt x="69253" y="1800250"/>
                  </a:lnTo>
                  <a:lnTo>
                    <a:pt x="69253" y="1823262"/>
                  </a:lnTo>
                  <a:lnTo>
                    <a:pt x="68516" y="1827428"/>
                  </a:lnTo>
                  <a:lnTo>
                    <a:pt x="67056" y="1829511"/>
                  </a:lnTo>
                  <a:lnTo>
                    <a:pt x="65595" y="1831543"/>
                  </a:lnTo>
                  <a:lnTo>
                    <a:pt x="63792" y="1832584"/>
                  </a:lnTo>
                  <a:lnTo>
                    <a:pt x="59499" y="1832584"/>
                  </a:lnTo>
                  <a:lnTo>
                    <a:pt x="57696" y="1831594"/>
                  </a:lnTo>
                  <a:lnTo>
                    <a:pt x="54762" y="1827428"/>
                  </a:lnTo>
                  <a:lnTo>
                    <a:pt x="54025" y="1823262"/>
                  </a:lnTo>
                  <a:lnTo>
                    <a:pt x="54140" y="1810232"/>
                  </a:lnTo>
                  <a:lnTo>
                    <a:pt x="54838" y="1806498"/>
                  </a:lnTo>
                  <a:lnTo>
                    <a:pt x="56451" y="1804149"/>
                  </a:lnTo>
                  <a:lnTo>
                    <a:pt x="57734" y="1802333"/>
                  </a:lnTo>
                  <a:lnTo>
                    <a:pt x="59448" y="1801456"/>
                  </a:lnTo>
                  <a:lnTo>
                    <a:pt x="63766" y="1801456"/>
                  </a:lnTo>
                  <a:lnTo>
                    <a:pt x="65595" y="1802447"/>
                  </a:lnTo>
                  <a:lnTo>
                    <a:pt x="68516" y="1806613"/>
                  </a:lnTo>
                  <a:lnTo>
                    <a:pt x="69151" y="1810232"/>
                  </a:lnTo>
                  <a:lnTo>
                    <a:pt x="69253" y="1823262"/>
                  </a:lnTo>
                  <a:lnTo>
                    <a:pt x="69253" y="1800250"/>
                  </a:lnTo>
                  <a:lnTo>
                    <a:pt x="68567" y="1799602"/>
                  </a:lnTo>
                  <a:lnTo>
                    <a:pt x="65481" y="1797951"/>
                  </a:lnTo>
                  <a:lnTo>
                    <a:pt x="63690" y="1797570"/>
                  </a:lnTo>
                  <a:lnTo>
                    <a:pt x="58864" y="1797570"/>
                  </a:lnTo>
                  <a:lnTo>
                    <a:pt x="49225" y="1812531"/>
                  </a:lnTo>
                  <a:lnTo>
                    <a:pt x="49225" y="1824202"/>
                  </a:lnTo>
                  <a:lnTo>
                    <a:pt x="50482" y="1829346"/>
                  </a:lnTo>
                  <a:lnTo>
                    <a:pt x="55092" y="1835162"/>
                  </a:lnTo>
                  <a:lnTo>
                    <a:pt x="57975" y="1836470"/>
                  </a:lnTo>
                  <a:lnTo>
                    <a:pt x="64427" y="1836470"/>
                  </a:lnTo>
                  <a:lnTo>
                    <a:pt x="66738" y="1835708"/>
                  </a:lnTo>
                  <a:lnTo>
                    <a:pt x="68567" y="1834222"/>
                  </a:lnTo>
                  <a:lnTo>
                    <a:pt x="70396" y="1832698"/>
                  </a:lnTo>
                  <a:lnTo>
                    <a:pt x="71767" y="1830616"/>
                  </a:lnTo>
                  <a:lnTo>
                    <a:pt x="73596" y="1825078"/>
                  </a:lnTo>
                  <a:lnTo>
                    <a:pt x="74053" y="1821510"/>
                  </a:lnTo>
                  <a:close/>
                </a:path>
                <a:path w="2651760" h="2426970">
                  <a:moveTo>
                    <a:pt x="74472" y="2085936"/>
                  </a:moveTo>
                  <a:lnTo>
                    <a:pt x="65951" y="2077212"/>
                  </a:lnTo>
                  <a:lnTo>
                    <a:pt x="60121" y="2077212"/>
                  </a:lnTo>
                  <a:lnTo>
                    <a:pt x="57721" y="2078012"/>
                  </a:lnTo>
                  <a:lnTo>
                    <a:pt x="55435" y="2079599"/>
                  </a:lnTo>
                  <a:lnTo>
                    <a:pt x="57480" y="2069363"/>
                  </a:lnTo>
                  <a:lnTo>
                    <a:pt x="72682" y="2069363"/>
                  </a:lnTo>
                  <a:lnTo>
                    <a:pt x="72682" y="2064893"/>
                  </a:lnTo>
                  <a:lnTo>
                    <a:pt x="53746" y="2064893"/>
                  </a:lnTo>
                  <a:lnTo>
                    <a:pt x="50063" y="2084463"/>
                  </a:lnTo>
                  <a:lnTo>
                    <a:pt x="54444" y="2085035"/>
                  </a:lnTo>
                  <a:lnTo>
                    <a:pt x="55143" y="2083943"/>
                  </a:lnTo>
                  <a:lnTo>
                    <a:pt x="56095" y="2083054"/>
                  </a:lnTo>
                  <a:lnTo>
                    <a:pt x="58521" y="2081682"/>
                  </a:lnTo>
                  <a:lnTo>
                    <a:pt x="59880" y="2081339"/>
                  </a:lnTo>
                  <a:lnTo>
                    <a:pt x="63804" y="2081339"/>
                  </a:lnTo>
                  <a:lnTo>
                    <a:pt x="65773" y="2082114"/>
                  </a:lnTo>
                  <a:lnTo>
                    <a:pt x="68770" y="2085187"/>
                  </a:lnTo>
                  <a:lnTo>
                    <a:pt x="69507" y="2087295"/>
                  </a:lnTo>
                  <a:lnTo>
                    <a:pt x="69430" y="2092998"/>
                  </a:lnTo>
                  <a:lnTo>
                    <a:pt x="68732" y="2095017"/>
                  </a:lnTo>
                  <a:lnTo>
                    <a:pt x="65608" y="2098421"/>
                  </a:lnTo>
                  <a:lnTo>
                    <a:pt x="63715" y="2099259"/>
                  </a:lnTo>
                  <a:lnTo>
                    <a:pt x="59588" y="2099259"/>
                  </a:lnTo>
                  <a:lnTo>
                    <a:pt x="57988" y="2098662"/>
                  </a:lnTo>
                  <a:lnTo>
                    <a:pt x="55333" y="2096262"/>
                  </a:lnTo>
                  <a:lnTo>
                    <a:pt x="54495" y="2094458"/>
                  </a:lnTo>
                  <a:lnTo>
                    <a:pt x="54140" y="2092071"/>
                  </a:lnTo>
                  <a:lnTo>
                    <a:pt x="49225" y="2092490"/>
                  </a:lnTo>
                  <a:lnTo>
                    <a:pt x="49542" y="2095690"/>
                  </a:lnTo>
                  <a:lnTo>
                    <a:pt x="50787" y="2098255"/>
                  </a:lnTo>
                  <a:lnTo>
                    <a:pt x="55168" y="2102142"/>
                  </a:lnTo>
                  <a:lnTo>
                    <a:pt x="58000" y="2103107"/>
                  </a:lnTo>
                  <a:lnTo>
                    <a:pt x="65684" y="2103107"/>
                  </a:lnTo>
                  <a:lnTo>
                    <a:pt x="69011" y="2101570"/>
                  </a:lnTo>
                  <a:lnTo>
                    <a:pt x="70853" y="2099259"/>
                  </a:lnTo>
                  <a:lnTo>
                    <a:pt x="73469" y="2095982"/>
                  </a:lnTo>
                  <a:lnTo>
                    <a:pt x="74472" y="2092998"/>
                  </a:lnTo>
                  <a:lnTo>
                    <a:pt x="74472" y="2085936"/>
                  </a:lnTo>
                  <a:close/>
                </a:path>
                <a:path w="2651760" h="2426970">
                  <a:moveTo>
                    <a:pt x="74663" y="1288199"/>
                  </a:moveTo>
                  <a:lnTo>
                    <a:pt x="69862" y="1266964"/>
                  </a:lnTo>
                  <a:lnTo>
                    <a:pt x="69862" y="1289951"/>
                  </a:lnTo>
                  <a:lnTo>
                    <a:pt x="69126" y="1294117"/>
                  </a:lnTo>
                  <a:lnTo>
                    <a:pt x="66205" y="1298282"/>
                  </a:lnTo>
                  <a:lnTo>
                    <a:pt x="64401" y="1299260"/>
                  </a:lnTo>
                  <a:lnTo>
                    <a:pt x="60096" y="1299260"/>
                  </a:lnTo>
                  <a:lnTo>
                    <a:pt x="58293" y="1298282"/>
                  </a:lnTo>
                  <a:lnTo>
                    <a:pt x="55372" y="1294117"/>
                  </a:lnTo>
                  <a:lnTo>
                    <a:pt x="54635" y="1289951"/>
                  </a:lnTo>
                  <a:lnTo>
                    <a:pt x="54737" y="1276908"/>
                  </a:lnTo>
                  <a:lnTo>
                    <a:pt x="55448" y="1273187"/>
                  </a:lnTo>
                  <a:lnTo>
                    <a:pt x="57061" y="1270825"/>
                  </a:lnTo>
                  <a:lnTo>
                    <a:pt x="58331" y="1269022"/>
                  </a:lnTo>
                  <a:lnTo>
                    <a:pt x="60058" y="1268145"/>
                  </a:lnTo>
                  <a:lnTo>
                    <a:pt x="64376" y="1268145"/>
                  </a:lnTo>
                  <a:lnTo>
                    <a:pt x="66205" y="1269123"/>
                  </a:lnTo>
                  <a:lnTo>
                    <a:pt x="69126" y="1273289"/>
                  </a:lnTo>
                  <a:lnTo>
                    <a:pt x="69761" y="1276908"/>
                  </a:lnTo>
                  <a:lnTo>
                    <a:pt x="69862" y="1289951"/>
                  </a:lnTo>
                  <a:lnTo>
                    <a:pt x="69862" y="1266964"/>
                  </a:lnTo>
                  <a:lnTo>
                    <a:pt x="69164" y="1266329"/>
                  </a:lnTo>
                  <a:lnTo>
                    <a:pt x="67627" y="1265516"/>
                  </a:lnTo>
                  <a:lnTo>
                    <a:pt x="66090" y="1264640"/>
                  </a:lnTo>
                  <a:lnTo>
                    <a:pt x="64287" y="1264246"/>
                  </a:lnTo>
                  <a:lnTo>
                    <a:pt x="59486" y="1264246"/>
                  </a:lnTo>
                  <a:lnTo>
                    <a:pt x="49834" y="1279207"/>
                  </a:lnTo>
                  <a:lnTo>
                    <a:pt x="49834" y="1290878"/>
                  </a:lnTo>
                  <a:lnTo>
                    <a:pt x="51092" y="1296035"/>
                  </a:lnTo>
                  <a:lnTo>
                    <a:pt x="55702" y="1301838"/>
                  </a:lnTo>
                  <a:lnTo>
                    <a:pt x="58572" y="1303159"/>
                  </a:lnTo>
                  <a:lnTo>
                    <a:pt x="65036" y="1303159"/>
                  </a:lnTo>
                  <a:lnTo>
                    <a:pt x="67348" y="1302385"/>
                  </a:lnTo>
                  <a:lnTo>
                    <a:pt x="69176" y="1300911"/>
                  </a:lnTo>
                  <a:lnTo>
                    <a:pt x="71005" y="1299375"/>
                  </a:lnTo>
                  <a:lnTo>
                    <a:pt x="72377" y="1297292"/>
                  </a:lnTo>
                  <a:lnTo>
                    <a:pt x="74206" y="1291755"/>
                  </a:lnTo>
                  <a:lnTo>
                    <a:pt x="74663" y="1288199"/>
                  </a:lnTo>
                  <a:close/>
                </a:path>
                <a:path w="2651760" h="2426970">
                  <a:moveTo>
                    <a:pt x="75082" y="1019314"/>
                  </a:moveTo>
                  <a:lnTo>
                    <a:pt x="73939" y="1016355"/>
                  </a:lnTo>
                  <a:lnTo>
                    <a:pt x="69367" y="1011758"/>
                  </a:lnTo>
                  <a:lnTo>
                    <a:pt x="66560" y="1010602"/>
                  </a:lnTo>
                  <a:lnTo>
                    <a:pt x="60731" y="1010602"/>
                  </a:lnTo>
                  <a:lnTo>
                    <a:pt x="58331" y="1011377"/>
                  </a:lnTo>
                  <a:lnTo>
                    <a:pt x="56045" y="1012964"/>
                  </a:lnTo>
                  <a:lnTo>
                    <a:pt x="58089" y="1002715"/>
                  </a:lnTo>
                  <a:lnTo>
                    <a:pt x="73291" y="1002715"/>
                  </a:lnTo>
                  <a:lnTo>
                    <a:pt x="73291" y="998270"/>
                  </a:lnTo>
                  <a:lnTo>
                    <a:pt x="54356" y="998270"/>
                  </a:lnTo>
                  <a:lnTo>
                    <a:pt x="50660" y="1017841"/>
                  </a:lnTo>
                  <a:lnTo>
                    <a:pt x="55054" y="1018387"/>
                  </a:lnTo>
                  <a:lnTo>
                    <a:pt x="55753" y="1017295"/>
                  </a:lnTo>
                  <a:lnTo>
                    <a:pt x="56692" y="1016419"/>
                  </a:lnTo>
                  <a:lnTo>
                    <a:pt x="59131" y="1015047"/>
                  </a:lnTo>
                  <a:lnTo>
                    <a:pt x="60490" y="1014717"/>
                  </a:lnTo>
                  <a:lnTo>
                    <a:pt x="64414" y="1014717"/>
                  </a:lnTo>
                  <a:lnTo>
                    <a:pt x="66370" y="1015479"/>
                  </a:lnTo>
                  <a:lnTo>
                    <a:pt x="69367" y="1018552"/>
                  </a:lnTo>
                  <a:lnTo>
                    <a:pt x="70129" y="1020686"/>
                  </a:lnTo>
                  <a:lnTo>
                    <a:pt x="70129" y="1026172"/>
                  </a:lnTo>
                  <a:lnTo>
                    <a:pt x="69342" y="1028407"/>
                  </a:lnTo>
                  <a:lnTo>
                    <a:pt x="66230" y="1031811"/>
                  </a:lnTo>
                  <a:lnTo>
                    <a:pt x="64325" y="1032637"/>
                  </a:lnTo>
                  <a:lnTo>
                    <a:pt x="60198" y="1032637"/>
                  </a:lnTo>
                  <a:lnTo>
                    <a:pt x="58597" y="1032027"/>
                  </a:lnTo>
                  <a:lnTo>
                    <a:pt x="55956" y="1029614"/>
                  </a:lnTo>
                  <a:lnTo>
                    <a:pt x="55105" y="1027811"/>
                  </a:lnTo>
                  <a:lnTo>
                    <a:pt x="54737" y="1025448"/>
                  </a:lnTo>
                  <a:lnTo>
                    <a:pt x="49834" y="1025842"/>
                  </a:lnTo>
                  <a:lnTo>
                    <a:pt x="50139" y="1029068"/>
                  </a:lnTo>
                  <a:lnTo>
                    <a:pt x="51396" y="1031646"/>
                  </a:lnTo>
                  <a:lnTo>
                    <a:pt x="55778" y="1035481"/>
                  </a:lnTo>
                  <a:lnTo>
                    <a:pt x="58610" y="1036472"/>
                  </a:lnTo>
                  <a:lnTo>
                    <a:pt x="66294" y="1036472"/>
                  </a:lnTo>
                  <a:lnTo>
                    <a:pt x="69634" y="1034935"/>
                  </a:lnTo>
                  <a:lnTo>
                    <a:pt x="74079" y="1029347"/>
                  </a:lnTo>
                  <a:lnTo>
                    <a:pt x="75082" y="1026388"/>
                  </a:lnTo>
                  <a:lnTo>
                    <a:pt x="75082" y="1019314"/>
                  </a:lnTo>
                  <a:close/>
                </a:path>
                <a:path w="2651760" h="2426970">
                  <a:moveTo>
                    <a:pt x="76365" y="754875"/>
                  </a:moveTo>
                  <a:lnTo>
                    <a:pt x="72567" y="734822"/>
                  </a:lnTo>
                  <a:lnTo>
                    <a:pt x="72148" y="734161"/>
                  </a:lnTo>
                  <a:lnTo>
                    <a:pt x="71564" y="733640"/>
                  </a:lnTo>
                  <a:lnTo>
                    <a:pt x="71564" y="756627"/>
                  </a:lnTo>
                  <a:lnTo>
                    <a:pt x="70840" y="760793"/>
                  </a:lnTo>
                  <a:lnTo>
                    <a:pt x="67906" y="764959"/>
                  </a:lnTo>
                  <a:lnTo>
                    <a:pt x="66103" y="766000"/>
                  </a:lnTo>
                  <a:lnTo>
                    <a:pt x="61810" y="766000"/>
                  </a:lnTo>
                  <a:lnTo>
                    <a:pt x="60007" y="764959"/>
                  </a:lnTo>
                  <a:lnTo>
                    <a:pt x="57073" y="760793"/>
                  </a:lnTo>
                  <a:lnTo>
                    <a:pt x="56337" y="756627"/>
                  </a:lnTo>
                  <a:lnTo>
                    <a:pt x="56451" y="743585"/>
                  </a:lnTo>
                  <a:lnTo>
                    <a:pt x="57150" y="739863"/>
                  </a:lnTo>
                  <a:lnTo>
                    <a:pt x="58762" y="737501"/>
                  </a:lnTo>
                  <a:lnTo>
                    <a:pt x="60045" y="735698"/>
                  </a:lnTo>
                  <a:lnTo>
                    <a:pt x="61760" y="734822"/>
                  </a:lnTo>
                  <a:lnTo>
                    <a:pt x="66090" y="734822"/>
                  </a:lnTo>
                  <a:lnTo>
                    <a:pt x="67906" y="735812"/>
                  </a:lnTo>
                  <a:lnTo>
                    <a:pt x="70840" y="739978"/>
                  </a:lnTo>
                  <a:lnTo>
                    <a:pt x="71462" y="743585"/>
                  </a:lnTo>
                  <a:lnTo>
                    <a:pt x="71564" y="756627"/>
                  </a:lnTo>
                  <a:lnTo>
                    <a:pt x="71564" y="733640"/>
                  </a:lnTo>
                  <a:lnTo>
                    <a:pt x="70878" y="733018"/>
                  </a:lnTo>
                  <a:lnTo>
                    <a:pt x="67792" y="731367"/>
                  </a:lnTo>
                  <a:lnTo>
                    <a:pt x="66001" y="730935"/>
                  </a:lnTo>
                  <a:lnTo>
                    <a:pt x="61175" y="730935"/>
                  </a:lnTo>
                  <a:lnTo>
                    <a:pt x="51536" y="745896"/>
                  </a:lnTo>
                  <a:lnTo>
                    <a:pt x="51536" y="757567"/>
                  </a:lnTo>
                  <a:lnTo>
                    <a:pt x="52793" y="762711"/>
                  </a:lnTo>
                  <a:lnTo>
                    <a:pt x="57404" y="768527"/>
                  </a:lnTo>
                  <a:lnTo>
                    <a:pt x="60286" y="769835"/>
                  </a:lnTo>
                  <a:lnTo>
                    <a:pt x="66738" y="769835"/>
                  </a:lnTo>
                  <a:lnTo>
                    <a:pt x="75907" y="758444"/>
                  </a:lnTo>
                  <a:lnTo>
                    <a:pt x="76365" y="754875"/>
                  </a:lnTo>
                  <a:close/>
                </a:path>
                <a:path w="2651760" h="2426970">
                  <a:moveTo>
                    <a:pt x="76365" y="221564"/>
                  </a:moveTo>
                  <a:lnTo>
                    <a:pt x="72555" y="201498"/>
                  </a:lnTo>
                  <a:lnTo>
                    <a:pt x="72148" y="200850"/>
                  </a:lnTo>
                  <a:lnTo>
                    <a:pt x="71564" y="200329"/>
                  </a:lnTo>
                  <a:lnTo>
                    <a:pt x="71564" y="223316"/>
                  </a:lnTo>
                  <a:lnTo>
                    <a:pt x="70840" y="227482"/>
                  </a:lnTo>
                  <a:lnTo>
                    <a:pt x="67906" y="231635"/>
                  </a:lnTo>
                  <a:lnTo>
                    <a:pt x="66103" y="232676"/>
                  </a:lnTo>
                  <a:lnTo>
                    <a:pt x="61810" y="232676"/>
                  </a:lnTo>
                  <a:lnTo>
                    <a:pt x="60007" y="231635"/>
                  </a:lnTo>
                  <a:lnTo>
                    <a:pt x="57073" y="227482"/>
                  </a:lnTo>
                  <a:lnTo>
                    <a:pt x="56337" y="223316"/>
                  </a:lnTo>
                  <a:lnTo>
                    <a:pt x="56438" y="210324"/>
                  </a:lnTo>
                  <a:lnTo>
                    <a:pt x="57150" y="206540"/>
                  </a:lnTo>
                  <a:lnTo>
                    <a:pt x="58762" y="204190"/>
                  </a:lnTo>
                  <a:lnTo>
                    <a:pt x="60045" y="202374"/>
                  </a:lnTo>
                  <a:lnTo>
                    <a:pt x="61760" y="201498"/>
                  </a:lnTo>
                  <a:lnTo>
                    <a:pt x="66090" y="201498"/>
                  </a:lnTo>
                  <a:lnTo>
                    <a:pt x="71564" y="223316"/>
                  </a:lnTo>
                  <a:lnTo>
                    <a:pt x="71564" y="200329"/>
                  </a:lnTo>
                  <a:lnTo>
                    <a:pt x="70878" y="199694"/>
                  </a:lnTo>
                  <a:lnTo>
                    <a:pt x="67792" y="198056"/>
                  </a:lnTo>
                  <a:lnTo>
                    <a:pt x="66001" y="197612"/>
                  </a:lnTo>
                  <a:lnTo>
                    <a:pt x="61175" y="197612"/>
                  </a:lnTo>
                  <a:lnTo>
                    <a:pt x="51536" y="212572"/>
                  </a:lnTo>
                  <a:lnTo>
                    <a:pt x="51536" y="224243"/>
                  </a:lnTo>
                  <a:lnTo>
                    <a:pt x="52793" y="229400"/>
                  </a:lnTo>
                  <a:lnTo>
                    <a:pt x="57404" y="235204"/>
                  </a:lnTo>
                  <a:lnTo>
                    <a:pt x="60286" y="236512"/>
                  </a:lnTo>
                  <a:lnTo>
                    <a:pt x="66738" y="236512"/>
                  </a:lnTo>
                  <a:lnTo>
                    <a:pt x="69049" y="235750"/>
                  </a:lnTo>
                  <a:lnTo>
                    <a:pt x="70878" y="234276"/>
                  </a:lnTo>
                  <a:lnTo>
                    <a:pt x="72707" y="232740"/>
                  </a:lnTo>
                  <a:lnTo>
                    <a:pt x="74079" y="230657"/>
                  </a:lnTo>
                  <a:lnTo>
                    <a:pt x="75907" y="225171"/>
                  </a:lnTo>
                  <a:lnTo>
                    <a:pt x="76365" y="221564"/>
                  </a:lnTo>
                  <a:close/>
                </a:path>
                <a:path w="2651760" h="2426970">
                  <a:moveTo>
                    <a:pt x="76784" y="486003"/>
                  </a:moveTo>
                  <a:lnTo>
                    <a:pt x="75641" y="483044"/>
                  </a:lnTo>
                  <a:lnTo>
                    <a:pt x="74002" y="481393"/>
                  </a:lnTo>
                  <a:lnTo>
                    <a:pt x="72263" y="479640"/>
                  </a:lnTo>
                  <a:lnTo>
                    <a:pt x="71069" y="478434"/>
                  </a:lnTo>
                  <a:lnTo>
                    <a:pt x="68262" y="477291"/>
                  </a:lnTo>
                  <a:lnTo>
                    <a:pt x="62433" y="477291"/>
                  </a:lnTo>
                  <a:lnTo>
                    <a:pt x="60032" y="478053"/>
                  </a:lnTo>
                  <a:lnTo>
                    <a:pt x="57746" y="479640"/>
                  </a:lnTo>
                  <a:lnTo>
                    <a:pt x="59804" y="469392"/>
                  </a:lnTo>
                  <a:lnTo>
                    <a:pt x="74993" y="469392"/>
                  </a:lnTo>
                  <a:lnTo>
                    <a:pt x="74993" y="464959"/>
                  </a:lnTo>
                  <a:lnTo>
                    <a:pt x="56057" y="464959"/>
                  </a:lnTo>
                  <a:lnTo>
                    <a:pt x="52374" y="484517"/>
                  </a:lnTo>
                  <a:lnTo>
                    <a:pt x="56756" y="485063"/>
                  </a:lnTo>
                  <a:lnTo>
                    <a:pt x="57454" y="483971"/>
                  </a:lnTo>
                  <a:lnTo>
                    <a:pt x="58407" y="483095"/>
                  </a:lnTo>
                  <a:lnTo>
                    <a:pt x="59613" y="482434"/>
                  </a:lnTo>
                  <a:lnTo>
                    <a:pt x="60833" y="481723"/>
                  </a:lnTo>
                  <a:lnTo>
                    <a:pt x="62191" y="481393"/>
                  </a:lnTo>
                  <a:lnTo>
                    <a:pt x="66116" y="481393"/>
                  </a:lnTo>
                  <a:lnTo>
                    <a:pt x="68084" y="482168"/>
                  </a:lnTo>
                  <a:lnTo>
                    <a:pt x="71081" y="485228"/>
                  </a:lnTo>
                  <a:lnTo>
                    <a:pt x="71818" y="487375"/>
                  </a:lnTo>
                  <a:lnTo>
                    <a:pt x="71742" y="493064"/>
                  </a:lnTo>
                  <a:lnTo>
                    <a:pt x="71043" y="495096"/>
                  </a:lnTo>
                  <a:lnTo>
                    <a:pt x="67919" y="498487"/>
                  </a:lnTo>
                  <a:lnTo>
                    <a:pt x="66027" y="499313"/>
                  </a:lnTo>
                  <a:lnTo>
                    <a:pt x="61899" y="499313"/>
                  </a:lnTo>
                  <a:lnTo>
                    <a:pt x="60299" y="498716"/>
                  </a:lnTo>
                  <a:lnTo>
                    <a:pt x="57658" y="496303"/>
                  </a:lnTo>
                  <a:lnTo>
                    <a:pt x="56807" y="494487"/>
                  </a:lnTo>
                  <a:lnTo>
                    <a:pt x="56451" y="492137"/>
                  </a:lnTo>
                  <a:lnTo>
                    <a:pt x="51536" y="492518"/>
                  </a:lnTo>
                  <a:lnTo>
                    <a:pt x="51854" y="495757"/>
                  </a:lnTo>
                  <a:lnTo>
                    <a:pt x="53098" y="498322"/>
                  </a:lnTo>
                  <a:lnTo>
                    <a:pt x="55295" y="500240"/>
                  </a:lnTo>
                  <a:lnTo>
                    <a:pt x="57480" y="502221"/>
                  </a:lnTo>
                  <a:lnTo>
                    <a:pt x="60312" y="503148"/>
                  </a:lnTo>
                  <a:lnTo>
                    <a:pt x="67995" y="503148"/>
                  </a:lnTo>
                  <a:lnTo>
                    <a:pt x="71323" y="501611"/>
                  </a:lnTo>
                  <a:lnTo>
                    <a:pt x="73164" y="499313"/>
                  </a:lnTo>
                  <a:lnTo>
                    <a:pt x="75780" y="496023"/>
                  </a:lnTo>
                  <a:lnTo>
                    <a:pt x="76784" y="493064"/>
                  </a:lnTo>
                  <a:lnTo>
                    <a:pt x="76784" y="486003"/>
                  </a:lnTo>
                  <a:close/>
                </a:path>
                <a:path w="2651760" h="2426970">
                  <a:moveTo>
                    <a:pt x="76873" y="1552638"/>
                  </a:moveTo>
                  <a:lnTo>
                    <a:pt x="68364" y="1543875"/>
                  </a:lnTo>
                  <a:lnTo>
                    <a:pt x="62522" y="1543875"/>
                  </a:lnTo>
                  <a:lnTo>
                    <a:pt x="60121" y="1544688"/>
                  </a:lnTo>
                  <a:lnTo>
                    <a:pt x="57835" y="1546275"/>
                  </a:lnTo>
                  <a:lnTo>
                    <a:pt x="59893" y="1536039"/>
                  </a:lnTo>
                  <a:lnTo>
                    <a:pt x="75082" y="1536039"/>
                  </a:lnTo>
                  <a:lnTo>
                    <a:pt x="75082" y="1531594"/>
                  </a:lnTo>
                  <a:lnTo>
                    <a:pt x="56146" y="1531594"/>
                  </a:lnTo>
                  <a:lnTo>
                    <a:pt x="52463" y="1551152"/>
                  </a:lnTo>
                  <a:lnTo>
                    <a:pt x="56857" y="1551698"/>
                  </a:lnTo>
                  <a:lnTo>
                    <a:pt x="57543" y="1550606"/>
                  </a:lnTo>
                  <a:lnTo>
                    <a:pt x="58496" y="1549730"/>
                  </a:lnTo>
                  <a:lnTo>
                    <a:pt x="59715" y="1549069"/>
                  </a:lnTo>
                  <a:lnTo>
                    <a:pt x="60921" y="1548358"/>
                  </a:lnTo>
                  <a:lnTo>
                    <a:pt x="62280" y="1548028"/>
                  </a:lnTo>
                  <a:lnTo>
                    <a:pt x="66205" y="1548028"/>
                  </a:lnTo>
                  <a:lnTo>
                    <a:pt x="68173" y="1548803"/>
                  </a:lnTo>
                  <a:lnTo>
                    <a:pt x="71170" y="1551863"/>
                  </a:lnTo>
                  <a:lnTo>
                    <a:pt x="71920" y="1554010"/>
                  </a:lnTo>
                  <a:lnTo>
                    <a:pt x="71831" y="1559699"/>
                  </a:lnTo>
                  <a:lnTo>
                    <a:pt x="71132" y="1561731"/>
                  </a:lnTo>
                  <a:lnTo>
                    <a:pt x="69583" y="1563433"/>
                  </a:lnTo>
                  <a:lnTo>
                    <a:pt x="68021" y="1565071"/>
                  </a:lnTo>
                  <a:lnTo>
                    <a:pt x="66116" y="1565948"/>
                  </a:lnTo>
                  <a:lnTo>
                    <a:pt x="62001" y="1565948"/>
                  </a:lnTo>
                  <a:lnTo>
                    <a:pt x="60401" y="1565351"/>
                  </a:lnTo>
                  <a:lnTo>
                    <a:pt x="57746" y="1562938"/>
                  </a:lnTo>
                  <a:lnTo>
                    <a:pt x="56908" y="1561134"/>
                  </a:lnTo>
                  <a:lnTo>
                    <a:pt x="56540" y="1558772"/>
                  </a:lnTo>
                  <a:lnTo>
                    <a:pt x="51625" y="1559153"/>
                  </a:lnTo>
                  <a:lnTo>
                    <a:pt x="51943" y="1562392"/>
                  </a:lnTo>
                  <a:lnTo>
                    <a:pt x="53187" y="1564970"/>
                  </a:lnTo>
                  <a:lnTo>
                    <a:pt x="57581" y="1568805"/>
                  </a:lnTo>
                  <a:lnTo>
                    <a:pt x="60401" y="1569783"/>
                  </a:lnTo>
                  <a:lnTo>
                    <a:pt x="68084" y="1569783"/>
                  </a:lnTo>
                  <a:lnTo>
                    <a:pt x="71424" y="1568246"/>
                  </a:lnTo>
                  <a:lnTo>
                    <a:pt x="73253" y="1565948"/>
                  </a:lnTo>
                  <a:lnTo>
                    <a:pt x="75882" y="1562658"/>
                  </a:lnTo>
                  <a:lnTo>
                    <a:pt x="76873" y="1559699"/>
                  </a:lnTo>
                  <a:lnTo>
                    <a:pt x="76873" y="1552638"/>
                  </a:lnTo>
                  <a:close/>
                </a:path>
                <a:path w="2651760" h="2426970">
                  <a:moveTo>
                    <a:pt x="77381" y="2409837"/>
                  </a:moveTo>
                  <a:lnTo>
                    <a:pt x="63017" y="2409837"/>
                  </a:lnTo>
                  <a:lnTo>
                    <a:pt x="63017" y="2414536"/>
                  </a:lnTo>
                  <a:lnTo>
                    <a:pt x="77381" y="2414536"/>
                  </a:lnTo>
                  <a:lnTo>
                    <a:pt x="77381" y="2409837"/>
                  </a:lnTo>
                  <a:close/>
                </a:path>
                <a:path w="2651760" h="2426970">
                  <a:moveTo>
                    <a:pt x="106337" y="2421471"/>
                  </a:moveTo>
                  <a:lnTo>
                    <a:pt x="87668" y="2421471"/>
                  </a:lnTo>
                  <a:lnTo>
                    <a:pt x="88188" y="2420620"/>
                  </a:lnTo>
                  <a:lnTo>
                    <a:pt x="88836" y="2419781"/>
                  </a:lnTo>
                  <a:lnTo>
                    <a:pt x="90436" y="2418105"/>
                  </a:lnTo>
                  <a:lnTo>
                    <a:pt x="92240" y="2416505"/>
                  </a:lnTo>
                  <a:lnTo>
                    <a:pt x="98399" y="2411311"/>
                  </a:lnTo>
                  <a:lnTo>
                    <a:pt x="100799" y="2409075"/>
                  </a:lnTo>
                  <a:lnTo>
                    <a:pt x="103708" y="2405811"/>
                  </a:lnTo>
                  <a:lnTo>
                    <a:pt x="104724" y="2404275"/>
                  </a:lnTo>
                  <a:lnTo>
                    <a:pt x="105981" y="2401328"/>
                  </a:lnTo>
                  <a:lnTo>
                    <a:pt x="106260" y="2399969"/>
                  </a:lnTo>
                  <a:lnTo>
                    <a:pt x="106146" y="2394978"/>
                  </a:lnTo>
                  <a:lnTo>
                    <a:pt x="105219" y="2392794"/>
                  </a:lnTo>
                  <a:lnTo>
                    <a:pt x="103962" y="2391600"/>
                  </a:lnTo>
                  <a:lnTo>
                    <a:pt x="100965" y="2388743"/>
                  </a:lnTo>
                  <a:lnTo>
                    <a:pt x="98069" y="2387727"/>
                  </a:lnTo>
                  <a:lnTo>
                    <a:pt x="90792" y="2387727"/>
                  </a:lnTo>
                  <a:lnTo>
                    <a:pt x="87909" y="2388666"/>
                  </a:lnTo>
                  <a:lnTo>
                    <a:pt x="83616" y="2392426"/>
                  </a:lnTo>
                  <a:lnTo>
                    <a:pt x="82384" y="2395156"/>
                  </a:lnTo>
                  <a:lnTo>
                    <a:pt x="82054" y="2398750"/>
                  </a:lnTo>
                  <a:lnTo>
                    <a:pt x="86855" y="2399233"/>
                  </a:lnTo>
                  <a:lnTo>
                    <a:pt x="86880" y="2396845"/>
                  </a:lnTo>
                  <a:lnTo>
                    <a:pt x="87553" y="2394978"/>
                  </a:lnTo>
                  <a:lnTo>
                    <a:pt x="90258" y="2392286"/>
                  </a:lnTo>
                  <a:lnTo>
                    <a:pt x="92062" y="2391600"/>
                  </a:lnTo>
                  <a:lnTo>
                    <a:pt x="96443" y="2391600"/>
                  </a:lnTo>
                  <a:lnTo>
                    <a:pt x="98171" y="2392235"/>
                  </a:lnTo>
                  <a:lnTo>
                    <a:pt x="100812" y="2394788"/>
                  </a:lnTo>
                  <a:lnTo>
                    <a:pt x="101485" y="2396350"/>
                  </a:lnTo>
                  <a:lnTo>
                    <a:pt x="101485" y="2399969"/>
                  </a:lnTo>
                  <a:lnTo>
                    <a:pt x="100761" y="2401836"/>
                  </a:lnTo>
                  <a:lnTo>
                    <a:pt x="97840" y="2405824"/>
                  </a:lnTo>
                  <a:lnTo>
                    <a:pt x="95046" y="2408491"/>
                  </a:lnTo>
                  <a:lnTo>
                    <a:pt x="88239" y="2414066"/>
                  </a:lnTo>
                  <a:lnTo>
                    <a:pt x="86207" y="2415997"/>
                  </a:lnTo>
                  <a:lnTo>
                    <a:pt x="83388" y="2419324"/>
                  </a:lnTo>
                  <a:lnTo>
                    <a:pt x="82359" y="2421013"/>
                  </a:lnTo>
                  <a:lnTo>
                    <a:pt x="81318" y="2423757"/>
                  </a:lnTo>
                  <a:lnTo>
                    <a:pt x="81140" y="2424849"/>
                  </a:lnTo>
                  <a:lnTo>
                    <a:pt x="81165" y="2425966"/>
                  </a:lnTo>
                  <a:lnTo>
                    <a:pt x="106337" y="2425966"/>
                  </a:lnTo>
                  <a:lnTo>
                    <a:pt x="106337" y="2421471"/>
                  </a:lnTo>
                  <a:close/>
                </a:path>
                <a:path w="2651760" h="2426970">
                  <a:moveTo>
                    <a:pt x="137071" y="2411653"/>
                  </a:moveTo>
                  <a:lnTo>
                    <a:pt x="132257" y="2390432"/>
                  </a:lnTo>
                  <a:lnTo>
                    <a:pt x="132257" y="2413444"/>
                  </a:lnTo>
                  <a:lnTo>
                    <a:pt x="131508" y="2417597"/>
                  </a:lnTo>
                  <a:lnTo>
                    <a:pt x="128587" y="2421737"/>
                  </a:lnTo>
                  <a:lnTo>
                    <a:pt x="126796" y="2422779"/>
                  </a:lnTo>
                  <a:lnTo>
                    <a:pt x="122504" y="2422779"/>
                  </a:lnTo>
                  <a:lnTo>
                    <a:pt x="120700" y="2421737"/>
                  </a:lnTo>
                  <a:lnTo>
                    <a:pt x="117767" y="2417584"/>
                  </a:lnTo>
                  <a:lnTo>
                    <a:pt x="117043" y="2413444"/>
                  </a:lnTo>
                  <a:lnTo>
                    <a:pt x="117144" y="2400414"/>
                  </a:lnTo>
                  <a:lnTo>
                    <a:pt x="117843" y="2396655"/>
                  </a:lnTo>
                  <a:lnTo>
                    <a:pt x="120738" y="2392515"/>
                  </a:lnTo>
                  <a:lnTo>
                    <a:pt x="122453" y="2391600"/>
                  </a:lnTo>
                  <a:lnTo>
                    <a:pt x="126784" y="2391600"/>
                  </a:lnTo>
                  <a:lnTo>
                    <a:pt x="128600" y="2392629"/>
                  </a:lnTo>
                  <a:lnTo>
                    <a:pt x="131533" y="2396756"/>
                  </a:lnTo>
                  <a:lnTo>
                    <a:pt x="132168" y="2400414"/>
                  </a:lnTo>
                  <a:lnTo>
                    <a:pt x="132257" y="2413444"/>
                  </a:lnTo>
                  <a:lnTo>
                    <a:pt x="132257" y="2390432"/>
                  </a:lnTo>
                  <a:lnTo>
                    <a:pt x="131572" y="2389784"/>
                  </a:lnTo>
                  <a:lnTo>
                    <a:pt x="128485" y="2388146"/>
                  </a:lnTo>
                  <a:lnTo>
                    <a:pt x="126695" y="2387727"/>
                  </a:lnTo>
                  <a:lnTo>
                    <a:pt x="121881" y="2387727"/>
                  </a:lnTo>
                  <a:lnTo>
                    <a:pt x="112242" y="2402687"/>
                  </a:lnTo>
                  <a:lnTo>
                    <a:pt x="112242" y="2414346"/>
                  </a:lnTo>
                  <a:lnTo>
                    <a:pt x="113487" y="2419502"/>
                  </a:lnTo>
                  <a:lnTo>
                    <a:pt x="118097" y="2425293"/>
                  </a:lnTo>
                  <a:lnTo>
                    <a:pt x="120980" y="2426614"/>
                  </a:lnTo>
                  <a:lnTo>
                    <a:pt x="127444" y="2426614"/>
                  </a:lnTo>
                  <a:lnTo>
                    <a:pt x="136613" y="2415260"/>
                  </a:lnTo>
                  <a:lnTo>
                    <a:pt x="137071" y="2411653"/>
                  </a:lnTo>
                  <a:close/>
                </a:path>
                <a:path w="2651760" h="2426970">
                  <a:moveTo>
                    <a:pt x="366903" y="2409837"/>
                  </a:moveTo>
                  <a:lnTo>
                    <a:pt x="352539" y="2409837"/>
                  </a:lnTo>
                  <a:lnTo>
                    <a:pt x="352539" y="2414536"/>
                  </a:lnTo>
                  <a:lnTo>
                    <a:pt x="366903" y="2414536"/>
                  </a:lnTo>
                  <a:lnTo>
                    <a:pt x="366903" y="2409837"/>
                  </a:lnTo>
                  <a:close/>
                </a:path>
                <a:path w="2651760" h="2426970">
                  <a:moveTo>
                    <a:pt x="388912" y="2387727"/>
                  </a:moveTo>
                  <a:lnTo>
                    <a:pt x="385889" y="2387727"/>
                  </a:lnTo>
                  <a:lnTo>
                    <a:pt x="385076" y="2389378"/>
                  </a:lnTo>
                  <a:lnTo>
                    <a:pt x="383692" y="2391079"/>
                  </a:lnTo>
                  <a:lnTo>
                    <a:pt x="379780" y="2394572"/>
                  </a:lnTo>
                  <a:lnTo>
                    <a:pt x="377494" y="2396058"/>
                  </a:lnTo>
                  <a:lnTo>
                    <a:pt x="374967" y="2397252"/>
                  </a:lnTo>
                  <a:lnTo>
                    <a:pt x="374878" y="2401811"/>
                  </a:lnTo>
                  <a:lnTo>
                    <a:pt x="384238" y="2396172"/>
                  </a:lnTo>
                  <a:lnTo>
                    <a:pt x="384238" y="2425966"/>
                  </a:lnTo>
                  <a:lnTo>
                    <a:pt x="388912" y="2425966"/>
                  </a:lnTo>
                  <a:lnTo>
                    <a:pt x="388912" y="2396172"/>
                  </a:lnTo>
                  <a:lnTo>
                    <a:pt x="388912" y="2387727"/>
                  </a:lnTo>
                  <a:close/>
                </a:path>
                <a:path w="2651760" h="2426970">
                  <a:moveTo>
                    <a:pt x="426986" y="2409431"/>
                  </a:moveTo>
                  <a:lnTo>
                    <a:pt x="425894" y="2406472"/>
                  </a:lnTo>
                  <a:lnTo>
                    <a:pt x="424268" y="2404846"/>
                  </a:lnTo>
                  <a:lnTo>
                    <a:pt x="422529" y="2403106"/>
                  </a:lnTo>
                  <a:lnTo>
                    <a:pt x="421284" y="2401874"/>
                  </a:lnTo>
                  <a:lnTo>
                    <a:pt x="418490" y="2400719"/>
                  </a:lnTo>
                  <a:lnTo>
                    <a:pt x="412661" y="2400719"/>
                  </a:lnTo>
                  <a:lnTo>
                    <a:pt x="410260" y="2401519"/>
                  </a:lnTo>
                  <a:lnTo>
                    <a:pt x="407974" y="2403106"/>
                  </a:lnTo>
                  <a:lnTo>
                    <a:pt x="410019" y="2392883"/>
                  </a:lnTo>
                  <a:lnTo>
                    <a:pt x="425234" y="2392883"/>
                  </a:lnTo>
                  <a:lnTo>
                    <a:pt x="425234" y="2388412"/>
                  </a:lnTo>
                  <a:lnTo>
                    <a:pt x="406285" y="2388412"/>
                  </a:lnTo>
                  <a:lnTo>
                    <a:pt x="402602" y="2407970"/>
                  </a:lnTo>
                  <a:lnTo>
                    <a:pt x="406984" y="2408542"/>
                  </a:lnTo>
                  <a:lnTo>
                    <a:pt x="407682" y="2407450"/>
                  </a:lnTo>
                  <a:lnTo>
                    <a:pt x="408635" y="2406561"/>
                  </a:lnTo>
                  <a:lnTo>
                    <a:pt x="411048" y="2405189"/>
                  </a:lnTo>
                  <a:lnTo>
                    <a:pt x="412419" y="2404846"/>
                  </a:lnTo>
                  <a:lnTo>
                    <a:pt x="416356" y="2404846"/>
                  </a:lnTo>
                  <a:lnTo>
                    <a:pt x="418325" y="2405621"/>
                  </a:lnTo>
                  <a:lnTo>
                    <a:pt x="421284" y="2408707"/>
                  </a:lnTo>
                  <a:lnTo>
                    <a:pt x="422059" y="2410803"/>
                  </a:lnTo>
                  <a:lnTo>
                    <a:pt x="421982" y="2416505"/>
                  </a:lnTo>
                  <a:lnTo>
                    <a:pt x="421284" y="2418537"/>
                  </a:lnTo>
                  <a:lnTo>
                    <a:pt x="419696" y="2420226"/>
                  </a:lnTo>
                  <a:lnTo>
                    <a:pt x="418160" y="2421928"/>
                  </a:lnTo>
                  <a:lnTo>
                    <a:pt x="416242" y="2422779"/>
                  </a:lnTo>
                  <a:lnTo>
                    <a:pt x="412127" y="2422779"/>
                  </a:lnTo>
                  <a:lnTo>
                    <a:pt x="410527" y="2422169"/>
                  </a:lnTo>
                  <a:lnTo>
                    <a:pt x="407885" y="2419769"/>
                  </a:lnTo>
                  <a:lnTo>
                    <a:pt x="407035" y="2417965"/>
                  </a:lnTo>
                  <a:lnTo>
                    <a:pt x="406679" y="2415578"/>
                  </a:lnTo>
                  <a:lnTo>
                    <a:pt x="401764" y="2415997"/>
                  </a:lnTo>
                  <a:lnTo>
                    <a:pt x="402082" y="2419197"/>
                  </a:lnTo>
                  <a:lnTo>
                    <a:pt x="403326" y="2421775"/>
                  </a:lnTo>
                  <a:lnTo>
                    <a:pt x="407708" y="2425649"/>
                  </a:lnTo>
                  <a:lnTo>
                    <a:pt x="410540" y="2426614"/>
                  </a:lnTo>
                  <a:lnTo>
                    <a:pt x="418223" y="2426614"/>
                  </a:lnTo>
                  <a:lnTo>
                    <a:pt x="421563" y="2425077"/>
                  </a:lnTo>
                  <a:lnTo>
                    <a:pt x="423367" y="2422779"/>
                  </a:lnTo>
                  <a:lnTo>
                    <a:pt x="425996" y="2419489"/>
                  </a:lnTo>
                  <a:lnTo>
                    <a:pt x="426986" y="2416505"/>
                  </a:lnTo>
                  <a:lnTo>
                    <a:pt x="426986" y="2409431"/>
                  </a:lnTo>
                  <a:close/>
                </a:path>
                <a:path w="2651760" h="2426970">
                  <a:moveTo>
                    <a:pt x="656463" y="2409837"/>
                  </a:moveTo>
                  <a:lnTo>
                    <a:pt x="642048" y="2409837"/>
                  </a:lnTo>
                  <a:lnTo>
                    <a:pt x="642048" y="2414536"/>
                  </a:lnTo>
                  <a:lnTo>
                    <a:pt x="656463" y="2414536"/>
                  </a:lnTo>
                  <a:lnTo>
                    <a:pt x="656463" y="2409837"/>
                  </a:lnTo>
                  <a:close/>
                </a:path>
                <a:path w="2651760" h="2426970">
                  <a:moveTo>
                    <a:pt x="678434" y="2387727"/>
                  </a:moveTo>
                  <a:lnTo>
                    <a:pt x="675411" y="2387727"/>
                  </a:lnTo>
                  <a:lnTo>
                    <a:pt x="674598" y="2389378"/>
                  </a:lnTo>
                  <a:lnTo>
                    <a:pt x="673227" y="2391079"/>
                  </a:lnTo>
                  <a:lnTo>
                    <a:pt x="671258" y="2392819"/>
                  </a:lnTo>
                  <a:lnTo>
                    <a:pt x="669340" y="2394572"/>
                  </a:lnTo>
                  <a:lnTo>
                    <a:pt x="667029" y="2396058"/>
                  </a:lnTo>
                  <a:lnTo>
                    <a:pt x="664489" y="2397252"/>
                  </a:lnTo>
                  <a:lnTo>
                    <a:pt x="664400" y="2401811"/>
                  </a:lnTo>
                  <a:lnTo>
                    <a:pt x="665886" y="2401278"/>
                  </a:lnTo>
                  <a:lnTo>
                    <a:pt x="667524" y="2400465"/>
                  </a:lnTo>
                  <a:lnTo>
                    <a:pt x="671144" y="2398318"/>
                  </a:lnTo>
                  <a:lnTo>
                    <a:pt x="672617" y="2397252"/>
                  </a:lnTo>
                  <a:lnTo>
                    <a:pt x="673773" y="2396172"/>
                  </a:lnTo>
                  <a:lnTo>
                    <a:pt x="673773" y="2425966"/>
                  </a:lnTo>
                  <a:lnTo>
                    <a:pt x="678434" y="2425966"/>
                  </a:lnTo>
                  <a:lnTo>
                    <a:pt x="678434" y="2396172"/>
                  </a:lnTo>
                  <a:lnTo>
                    <a:pt x="678434" y="2387727"/>
                  </a:lnTo>
                  <a:close/>
                </a:path>
                <a:path w="2651760" h="2426970">
                  <a:moveTo>
                    <a:pt x="716127" y="2411653"/>
                  </a:moveTo>
                  <a:lnTo>
                    <a:pt x="716064" y="2402687"/>
                  </a:lnTo>
                  <a:lnTo>
                    <a:pt x="715848" y="2400414"/>
                  </a:lnTo>
                  <a:lnTo>
                    <a:pt x="715251" y="2398191"/>
                  </a:lnTo>
                  <a:lnTo>
                    <a:pt x="714705" y="2395956"/>
                  </a:lnTo>
                  <a:lnTo>
                    <a:pt x="713930" y="2394077"/>
                  </a:lnTo>
                  <a:lnTo>
                    <a:pt x="712889" y="2392515"/>
                  </a:lnTo>
                  <a:lnTo>
                    <a:pt x="712304" y="2391600"/>
                  </a:lnTo>
                  <a:lnTo>
                    <a:pt x="711911" y="2390978"/>
                  </a:lnTo>
                  <a:lnTo>
                    <a:pt x="711301" y="2390406"/>
                  </a:lnTo>
                  <a:lnTo>
                    <a:pt x="711301" y="2413444"/>
                  </a:lnTo>
                  <a:lnTo>
                    <a:pt x="710577" y="2417597"/>
                  </a:lnTo>
                  <a:lnTo>
                    <a:pt x="709104" y="2419667"/>
                  </a:lnTo>
                  <a:lnTo>
                    <a:pt x="707682" y="2421737"/>
                  </a:lnTo>
                  <a:lnTo>
                    <a:pt x="705878" y="2422779"/>
                  </a:lnTo>
                  <a:lnTo>
                    <a:pt x="701548" y="2422779"/>
                  </a:lnTo>
                  <a:lnTo>
                    <a:pt x="699744" y="2421737"/>
                  </a:lnTo>
                  <a:lnTo>
                    <a:pt x="698207" y="2419502"/>
                  </a:lnTo>
                  <a:lnTo>
                    <a:pt x="696836" y="2417584"/>
                  </a:lnTo>
                  <a:lnTo>
                    <a:pt x="696074" y="2413444"/>
                  </a:lnTo>
                  <a:lnTo>
                    <a:pt x="696175" y="2400414"/>
                  </a:lnTo>
                  <a:lnTo>
                    <a:pt x="696899" y="2396655"/>
                  </a:lnTo>
                  <a:lnTo>
                    <a:pt x="699795" y="2392515"/>
                  </a:lnTo>
                  <a:lnTo>
                    <a:pt x="701497" y="2391600"/>
                  </a:lnTo>
                  <a:lnTo>
                    <a:pt x="705827" y="2391600"/>
                  </a:lnTo>
                  <a:lnTo>
                    <a:pt x="707694" y="2392629"/>
                  </a:lnTo>
                  <a:lnTo>
                    <a:pt x="709117" y="2394686"/>
                  </a:lnTo>
                  <a:lnTo>
                    <a:pt x="710590" y="2396756"/>
                  </a:lnTo>
                  <a:lnTo>
                    <a:pt x="711225" y="2400414"/>
                  </a:lnTo>
                  <a:lnTo>
                    <a:pt x="711301" y="2413444"/>
                  </a:lnTo>
                  <a:lnTo>
                    <a:pt x="711301" y="2390406"/>
                  </a:lnTo>
                  <a:lnTo>
                    <a:pt x="710653" y="2389784"/>
                  </a:lnTo>
                  <a:lnTo>
                    <a:pt x="709117" y="2388971"/>
                  </a:lnTo>
                  <a:lnTo>
                    <a:pt x="707529" y="2388146"/>
                  </a:lnTo>
                  <a:lnTo>
                    <a:pt x="705777" y="2387727"/>
                  </a:lnTo>
                  <a:lnTo>
                    <a:pt x="700951" y="2387727"/>
                  </a:lnTo>
                  <a:lnTo>
                    <a:pt x="698652" y="2388476"/>
                  </a:lnTo>
                  <a:lnTo>
                    <a:pt x="696836" y="2389962"/>
                  </a:lnTo>
                  <a:lnTo>
                    <a:pt x="694982" y="2391448"/>
                  </a:lnTo>
                  <a:lnTo>
                    <a:pt x="693610" y="2393569"/>
                  </a:lnTo>
                  <a:lnTo>
                    <a:pt x="691743" y="2399068"/>
                  </a:lnTo>
                  <a:lnTo>
                    <a:pt x="691311" y="2402687"/>
                  </a:lnTo>
                  <a:lnTo>
                    <a:pt x="691311" y="2414346"/>
                  </a:lnTo>
                  <a:lnTo>
                    <a:pt x="692569" y="2419502"/>
                  </a:lnTo>
                  <a:lnTo>
                    <a:pt x="697166" y="2425293"/>
                  </a:lnTo>
                  <a:lnTo>
                    <a:pt x="700024" y="2426614"/>
                  </a:lnTo>
                  <a:lnTo>
                    <a:pt x="706488" y="2426614"/>
                  </a:lnTo>
                  <a:lnTo>
                    <a:pt x="715695" y="2415260"/>
                  </a:lnTo>
                  <a:lnTo>
                    <a:pt x="716127" y="2411653"/>
                  </a:lnTo>
                  <a:close/>
                </a:path>
                <a:path w="2651760" h="2426970">
                  <a:moveTo>
                    <a:pt x="962418" y="2409837"/>
                  </a:moveTo>
                  <a:lnTo>
                    <a:pt x="948067" y="2409837"/>
                  </a:lnTo>
                  <a:lnTo>
                    <a:pt x="948067" y="2414536"/>
                  </a:lnTo>
                  <a:lnTo>
                    <a:pt x="962418" y="2414536"/>
                  </a:lnTo>
                  <a:lnTo>
                    <a:pt x="962418" y="2409837"/>
                  </a:lnTo>
                  <a:close/>
                </a:path>
                <a:path w="2651760" h="2426970">
                  <a:moveTo>
                    <a:pt x="992060" y="2409431"/>
                  </a:moveTo>
                  <a:lnTo>
                    <a:pt x="990917" y="2406472"/>
                  </a:lnTo>
                  <a:lnTo>
                    <a:pt x="989291" y="2404846"/>
                  </a:lnTo>
                  <a:lnTo>
                    <a:pt x="987552" y="2403106"/>
                  </a:lnTo>
                  <a:lnTo>
                    <a:pt x="986307" y="2401874"/>
                  </a:lnTo>
                  <a:lnTo>
                    <a:pt x="983513" y="2400719"/>
                  </a:lnTo>
                  <a:lnTo>
                    <a:pt x="977709" y="2400719"/>
                  </a:lnTo>
                  <a:lnTo>
                    <a:pt x="975296" y="2401519"/>
                  </a:lnTo>
                  <a:lnTo>
                    <a:pt x="972997" y="2403106"/>
                  </a:lnTo>
                  <a:lnTo>
                    <a:pt x="975080" y="2392883"/>
                  </a:lnTo>
                  <a:lnTo>
                    <a:pt x="990257" y="2392883"/>
                  </a:lnTo>
                  <a:lnTo>
                    <a:pt x="990257" y="2388412"/>
                  </a:lnTo>
                  <a:lnTo>
                    <a:pt x="971296" y="2388412"/>
                  </a:lnTo>
                  <a:lnTo>
                    <a:pt x="967625" y="2407970"/>
                  </a:lnTo>
                  <a:lnTo>
                    <a:pt x="972007" y="2408542"/>
                  </a:lnTo>
                  <a:lnTo>
                    <a:pt x="972718" y="2407450"/>
                  </a:lnTo>
                  <a:lnTo>
                    <a:pt x="973658" y="2406561"/>
                  </a:lnTo>
                  <a:lnTo>
                    <a:pt x="976058" y="2405189"/>
                  </a:lnTo>
                  <a:lnTo>
                    <a:pt x="977430" y="2404846"/>
                  </a:lnTo>
                  <a:lnTo>
                    <a:pt x="981379" y="2404846"/>
                  </a:lnTo>
                  <a:lnTo>
                    <a:pt x="983348" y="2405621"/>
                  </a:lnTo>
                  <a:lnTo>
                    <a:pt x="986307" y="2408707"/>
                  </a:lnTo>
                  <a:lnTo>
                    <a:pt x="987082" y="2410803"/>
                  </a:lnTo>
                  <a:lnTo>
                    <a:pt x="987005" y="2416505"/>
                  </a:lnTo>
                  <a:lnTo>
                    <a:pt x="986307" y="2418537"/>
                  </a:lnTo>
                  <a:lnTo>
                    <a:pt x="984719" y="2420226"/>
                  </a:lnTo>
                  <a:lnTo>
                    <a:pt x="983183" y="2421928"/>
                  </a:lnTo>
                  <a:lnTo>
                    <a:pt x="981265" y="2422779"/>
                  </a:lnTo>
                  <a:lnTo>
                    <a:pt x="977163" y="2422779"/>
                  </a:lnTo>
                  <a:lnTo>
                    <a:pt x="975575" y="2422169"/>
                  </a:lnTo>
                  <a:lnTo>
                    <a:pt x="974255" y="2420975"/>
                  </a:lnTo>
                  <a:lnTo>
                    <a:pt x="972883" y="2419769"/>
                  </a:lnTo>
                  <a:lnTo>
                    <a:pt x="972070" y="2417965"/>
                  </a:lnTo>
                  <a:lnTo>
                    <a:pt x="971677" y="2415578"/>
                  </a:lnTo>
                  <a:lnTo>
                    <a:pt x="966800" y="2415997"/>
                  </a:lnTo>
                  <a:lnTo>
                    <a:pt x="967079" y="2419197"/>
                  </a:lnTo>
                  <a:lnTo>
                    <a:pt x="968336" y="2421775"/>
                  </a:lnTo>
                  <a:lnTo>
                    <a:pt x="972718" y="2425649"/>
                  </a:lnTo>
                  <a:lnTo>
                    <a:pt x="975575" y="2426614"/>
                  </a:lnTo>
                  <a:lnTo>
                    <a:pt x="983246" y="2426614"/>
                  </a:lnTo>
                  <a:lnTo>
                    <a:pt x="986586" y="2425077"/>
                  </a:lnTo>
                  <a:lnTo>
                    <a:pt x="988428" y="2422779"/>
                  </a:lnTo>
                  <a:lnTo>
                    <a:pt x="991019" y="2419489"/>
                  </a:lnTo>
                  <a:lnTo>
                    <a:pt x="992060" y="2416505"/>
                  </a:lnTo>
                  <a:lnTo>
                    <a:pt x="992060" y="2409431"/>
                  </a:lnTo>
                  <a:close/>
                </a:path>
                <a:path w="2651760" h="2426970">
                  <a:moveTo>
                    <a:pt x="1271117" y="2411653"/>
                  </a:moveTo>
                  <a:lnTo>
                    <a:pt x="1266355" y="2390470"/>
                  </a:lnTo>
                  <a:lnTo>
                    <a:pt x="1266355" y="2413444"/>
                  </a:lnTo>
                  <a:lnTo>
                    <a:pt x="1265567" y="2417597"/>
                  </a:lnTo>
                  <a:lnTo>
                    <a:pt x="1264158" y="2419654"/>
                  </a:lnTo>
                  <a:lnTo>
                    <a:pt x="1262672" y="2421737"/>
                  </a:lnTo>
                  <a:lnTo>
                    <a:pt x="1260881" y="2422779"/>
                  </a:lnTo>
                  <a:lnTo>
                    <a:pt x="1256601" y="2422779"/>
                  </a:lnTo>
                  <a:lnTo>
                    <a:pt x="1254785" y="2421737"/>
                  </a:lnTo>
                  <a:lnTo>
                    <a:pt x="1251826" y="2417584"/>
                  </a:lnTo>
                  <a:lnTo>
                    <a:pt x="1251127" y="2413444"/>
                  </a:lnTo>
                  <a:lnTo>
                    <a:pt x="1251216" y="2400414"/>
                  </a:lnTo>
                  <a:lnTo>
                    <a:pt x="1251889" y="2396655"/>
                  </a:lnTo>
                  <a:lnTo>
                    <a:pt x="1254798" y="2392515"/>
                  </a:lnTo>
                  <a:lnTo>
                    <a:pt x="1256550" y="2391600"/>
                  </a:lnTo>
                  <a:lnTo>
                    <a:pt x="1260881" y="2391600"/>
                  </a:lnTo>
                  <a:lnTo>
                    <a:pt x="1266355" y="2413444"/>
                  </a:lnTo>
                  <a:lnTo>
                    <a:pt x="1266355" y="2390470"/>
                  </a:lnTo>
                  <a:lnTo>
                    <a:pt x="1265643" y="2389784"/>
                  </a:lnTo>
                  <a:lnTo>
                    <a:pt x="1262570" y="2388146"/>
                  </a:lnTo>
                  <a:lnTo>
                    <a:pt x="1260767" y="2387727"/>
                  </a:lnTo>
                  <a:lnTo>
                    <a:pt x="1255941" y="2387727"/>
                  </a:lnTo>
                  <a:lnTo>
                    <a:pt x="1253642" y="2388476"/>
                  </a:lnTo>
                  <a:lnTo>
                    <a:pt x="1251839" y="2389962"/>
                  </a:lnTo>
                  <a:lnTo>
                    <a:pt x="1249972" y="2391448"/>
                  </a:lnTo>
                  <a:lnTo>
                    <a:pt x="1248600" y="2393569"/>
                  </a:lnTo>
                  <a:lnTo>
                    <a:pt x="1247533" y="2396756"/>
                  </a:lnTo>
                  <a:lnTo>
                    <a:pt x="1246797" y="2399068"/>
                  </a:lnTo>
                  <a:lnTo>
                    <a:pt x="1246301" y="2402687"/>
                  </a:lnTo>
                  <a:lnTo>
                    <a:pt x="1246301" y="2414346"/>
                  </a:lnTo>
                  <a:lnTo>
                    <a:pt x="1247559" y="2419502"/>
                  </a:lnTo>
                  <a:lnTo>
                    <a:pt x="1252169" y="2425293"/>
                  </a:lnTo>
                  <a:lnTo>
                    <a:pt x="1255064" y="2426614"/>
                  </a:lnTo>
                  <a:lnTo>
                    <a:pt x="1261529" y="2426614"/>
                  </a:lnTo>
                  <a:lnTo>
                    <a:pt x="1270685" y="2415260"/>
                  </a:lnTo>
                  <a:lnTo>
                    <a:pt x="1271117" y="2411653"/>
                  </a:lnTo>
                  <a:close/>
                </a:path>
                <a:path w="2651760" h="2426970">
                  <a:moveTo>
                    <a:pt x="1561084" y="2409431"/>
                  </a:moveTo>
                  <a:lnTo>
                    <a:pt x="1559941" y="2406472"/>
                  </a:lnTo>
                  <a:lnTo>
                    <a:pt x="1555381" y="2401874"/>
                  </a:lnTo>
                  <a:lnTo>
                    <a:pt x="1552536" y="2400719"/>
                  </a:lnTo>
                  <a:lnTo>
                    <a:pt x="1546733" y="2400719"/>
                  </a:lnTo>
                  <a:lnTo>
                    <a:pt x="1544320" y="2401519"/>
                  </a:lnTo>
                  <a:lnTo>
                    <a:pt x="1542021" y="2403106"/>
                  </a:lnTo>
                  <a:lnTo>
                    <a:pt x="1544104" y="2392883"/>
                  </a:lnTo>
                  <a:lnTo>
                    <a:pt x="1559280" y="2392883"/>
                  </a:lnTo>
                  <a:lnTo>
                    <a:pt x="1559280" y="2388412"/>
                  </a:lnTo>
                  <a:lnTo>
                    <a:pt x="1540370" y="2388412"/>
                  </a:lnTo>
                  <a:lnTo>
                    <a:pt x="1536649" y="2407970"/>
                  </a:lnTo>
                  <a:lnTo>
                    <a:pt x="1541030" y="2408542"/>
                  </a:lnTo>
                  <a:lnTo>
                    <a:pt x="1541741" y="2407450"/>
                  </a:lnTo>
                  <a:lnTo>
                    <a:pt x="1542732" y="2406561"/>
                  </a:lnTo>
                  <a:lnTo>
                    <a:pt x="1545145" y="2405189"/>
                  </a:lnTo>
                  <a:lnTo>
                    <a:pt x="1546504" y="2404846"/>
                  </a:lnTo>
                  <a:lnTo>
                    <a:pt x="1550403" y="2404846"/>
                  </a:lnTo>
                  <a:lnTo>
                    <a:pt x="1552371" y="2405621"/>
                  </a:lnTo>
                  <a:lnTo>
                    <a:pt x="1555381" y="2408707"/>
                  </a:lnTo>
                  <a:lnTo>
                    <a:pt x="1556092" y="2410803"/>
                  </a:lnTo>
                  <a:lnTo>
                    <a:pt x="1556092" y="2416276"/>
                  </a:lnTo>
                  <a:lnTo>
                    <a:pt x="1555330" y="2418537"/>
                  </a:lnTo>
                  <a:lnTo>
                    <a:pt x="1552206" y="2421928"/>
                  </a:lnTo>
                  <a:lnTo>
                    <a:pt x="1550339" y="2422779"/>
                  </a:lnTo>
                  <a:lnTo>
                    <a:pt x="1546186" y="2422779"/>
                  </a:lnTo>
                  <a:lnTo>
                    <a:pt x="1544586" y="2422169"/>
                  </a:lnTo>
                  <a:lnTo>
                    <a:pt x="1541957" y="2419769"/>
                  </a:lnTo>
                  <a:lnTo>
                    <a:pt x="1541081" y="2417965"/>
                  </a:lnTo>
                  <a:lnTo>
                    <a:pt x="1540751" y="2415578"/>
                  </a:lnTo>
                  <a:lnTo>
                    <a:pt x="1535823" y="2415997"/>
                  </a:lnTo>
                  <a:lnTo>
                    <a:pt x="1536153" y="2419197"/>
                  </a:lnTo>
                  <a:lnTo>
                    <a:pt x="1537411" y="2421775"/>
                  </a:lnTo>
                  <a:lnTo>
                    <a:pt x="1541792" y="2425649"/>
                  </a:lnTo>
                  <a:lnTo>
                    <a:pt x="1544586" y="2426614"/>
                  </a:lnTo>
                  <a:lnTo>
                    <a:pt x="1552321" y="2426614"/>
                  </a:lnTo>
                  <a:lnTo>
                    <a:pt x="1555610" y="2425077"/>
                  </a:lnTo>
                  <a:lnTo>
                    <a:pt x="1560093" y="2419489"/>
                  </a:lnTo>
                  <a:lnTo>
                    <a:pt x="1561084" y="2416505"/>
                  </a:lnTo>
                  <a:lnTo>
                    <a:pt x="1561084" y="2409431"/>
                  </a:lnTo>
                  <a:close/>
                </a:path>
                <a:path w="2651760" h="2426970">
                  <a:moveTo>
                    <a:pt x="1828584" y="2387727"/>
                  </a:moveTo>
                  <a:lnTo>
                    <a:pt x="1825574" y="2387727"/>
                  </a:lnTo>
                  <a:lnTo>
                    <a:pt x="1824748" y="2389378"/>
                  </a:lnTo>
                  <a:lnTo>
                    <a:pt x="1823377" y="2391079"/>
                  </a:lnTo>
                  <a:lnTo>
                    <a:pt x="1821408" y="2392819"/>
                  </a:lnTo>
                  <a:lnTo>
                    <a:pt x="1819490" y="2394572"/>
                  </a:lnTo>
                  <a:lnTo>
                    <a:pt x="1817192" y="2396058"/>
                  </a:lnTo>
                  <a:lnTo>
                    <a:pt x="1814639" y="2397252"/>
                  </a:lnTo>
                  <a:lnTo>
                    <a:pt x="1814550" y="2401811"/>
                  </a:lnTo>
                  <a:lnTo>
                    <a:pt x="1816036" y="2401278"/>
                  </a:lnTo>
                  <a:lnTo>
                    <a:pt x="1817674" y="2400465"/>
                  </a:lnTo>
                  <a:lnTo>
                    <a:pt x="1821294" y="2398318"/>
                  </a:lnTo>
                  <a:lnTo>
                    <a:pt x="1822780" y="2397252"/>
                  </a:lnTo>
                  <a:lnTo>
                    <a:pt x="1823923" y="2396172"/>
                  </a:lnTo>
                  <a:lnTo>
                    <a:pt x="1823923" y="2425966"/>
                  </a:lnTo>
                  <a:lnTo>
                    <a:pt x="1828584" y="2425966"/>
                  </a:lnTo>
                  <a:lnTo>
                    <a:pt x="1828584" y="2396172"/>
                  </a:lnTo>
                  <a:lnTo>
                    <a:pt x="1828584" y="2387727"/>
                  </a:lnTo>
                  <a:close/>
                </a:path>
                <a:path w="2651760" h="2426970">
                  <a:moveTo>
                    <a:pt x="1866277" y="2411653"/>
                  </a:moveTo>
                  <a:lnTo>
                    <a:pt x="1866214" y="2402687"/>
                  </a:lnTo>
                  <a:lnTo>
                    <a:pt x="1866011" y="2400414"/>
                  </a:lnTo>
                  <a:lnTo>
                    <a:pt x="1865401" y="2398191"/>
                  </a:lnTo>
                  <a:lnTo>
                    <a:pt x="1864855" y="2395956"/>
                  </a:lnTo>
                  <a:lnTo>
                    <a:pt x="1864093" y="2394077"/>
                  </a:lnTo>
                  <a:lnTo>
                    <a:pt x="1863039" y="2392515"/>
                  </a:lnTo>
                  <a:lnTo>
                    <a:pt x="1862455" y="2391600"/>
                  </a:lnTo>
                  <a:lnTo>
                    <a:pt x="1862061" y="2390978"/>
                  </a:lnTo>
                  <a:lnTo>
                    <a:pt x="1861451" y="2390406"/>
                  </a:lnTo>
                  <a:lnTo>
                    <a:pt x="1861451" y="2413444"/>
                  </a:lnTo>
                  <a:lnTo>
                    <a:pt x="1860727" y="2417597"/>
                  </a:lnTo>
                  <a:lnTo>
                    <a:pt x="1859254" y="2419667"/>
                  </a:lnTo>
                  <a:lnTo>
                    <a:pt x="1857832" y="2421737"/>
                  </a:lnTo>
                  <a:lnTo>
                    <a:pt x="1856028" y="2422779"/>
                  </a:lnTo>
                  <a:lnTo>
                    <a:pt x="1851710" y="2422779"/>
                  </a:lnTo>
                  <a:lnTo>
                    <a:pt x="1849894" y="2421737"/>
                  </a:lnTo>
                  <a:lnTo>
                    <a:pt x="1848358" y="2419502"/>
                  </a:lnTo>
                  <a:lnTo>
                    <a:pt x="1846986" y="2417584"/>
                  </a:lnTo>
                  <a:lnTo>
                    <a:pt x="1846275" y="2413444"/>
                  </a:lnTo>
                  <a:lnTo>
                    <a:pt x="1846376" y="2400414"/>
                  </a:lnTo>
                  <a:lnTo>
                    <a:pt x="1847049" y="2396655"/>
                  </a:lnTo>
                  <a:lnTo>
                    <a:pt x="1849958" y="2392515"/>
                  </a:lnTo>
                  <a:lnTo>
                    <a:pt x="1851647" y="2391600"/>
                  </a:lnTo>
                  <a:lnTo>
                    <a:pt x="1855978" y="2391600"/>
                  </a:lnTo>
                  <a:lnTo>
                    <a:pt x="1857844" y="2392629"/>
                  </a:lnTo>
                  <a:lnTo>
                    <a:pt x="1859267" y="2394686"/>
                  </a:lnTo>
                  <a:lnTo>
                    <a:pt x="1860740" y="2396756"/>
                  </a:lnTo>
                  <a:lnTo>
                    <a:pt x="1861375" y="2400414"/>
                  </a:lnTo>
                  <a:lnTo>
                    <a:pt x="1861451" y="2413444"/>
                  </a:lnTo>
                  <a:lnTo>
                    <a:pt x="1861451" y="2390406"/>
                  </a:lnTo>
                  <a:lnTo>
                    <a:pt x="1860804" y="2389784"/>
                  </a:lnTo>
                  <a:lnTo>
                    <a:pt x="1859267" y="2388971"/>
                  </a:lnTo>
                  <a:lnTo>
                    <a:pt x="1857679" y="2388146"/>
                  </a:lnTo>
                  <a:lnTo>
                    <a:pt x="1855927" y="2387727"/>
                  </a:lnTo>
                  <a:lnTo>
                    <a:pt x="1851101" y="2387727"/>
                  </a:lnTo>
                  <a:lnTo>
                    <a:pt x="1848802" y="2388476"/>
                  </a:lnTo>
                  <a:lnTo>
                    <a:pt x="1846999" y="2389962"/>
                  </a:lnTo>
                  <a:lnTo>
                    <a:pt x="1845132" y="2391448"/>
                  </a:lnTo>
                  <a:lnTo>
                    <a:pt x="1843760" y="2393569"/>
                  </a:lnTo>
                  <a:lnTo>
                    <a:pt x="1841893" y="2399068"/>
                  </a:lnTo>
                  <a:lnTo>
                    <a:pt x="1841461" y="2402687"/>
                  </a:lnTo>
                  <a:lnTo>
                    <a:pt x="1841461" y="2414346"/>
                  </a:lnTo>
                  <a:lnTo>
                    <a:pt x="1842719" y="2419502"/>
                  </a:lnTo>
                  <a:lnTo>
                    <a:pt x="1847316" y="2425293"/>
                  </a:lnTo>
                  <a:lnTo>
                    <a:pt x="1850174" y="2426614"/>
                  </a:lnTo>
                  <a:lnTo>
                    <a:pt x="1856638" y="2426614"/>
                  </a:lnTo>
                  <a:lnTo>
                    <a:pt x="1865845" y="2415260"/>
                  </a:lnTo>
                  <a:lnTo>
                    <a:pt x="1866277" y="2411653"/>
                  </a:lnTo>
                  <a:close/>
                </a:path>
                <a:path w="2651760" h="2426970">
                  <a:moveTo>
                    <a:pt x="2118106" y="2387727"/>
                  </a:moveTo>
                  <a:lnTo>
                    <a:pt x="2115096" y="2387727"/>
                  </a:lnTo>
                  <a:lnTo>
                    <a:pt x="2114270" y="2389378"/>
                  </a:lnTo>
                  <a:lnTo>
                    <a:pt x="2112899" y="2391079"/>
                  </a:lnTo>
                  <a:lnTo>
                    <a:pt x="2110930" y="2392819"/>
                  </a:lnTo>
                  <a:lnTo>
                    <a:pt x="2109012" y="2394572"/>
                  </a:lnTo>
                  <a:lnTo>
                    <a:pt x="2106714" y="2396058"/>
                  </a:lnTo>
                  <a:lnTo>
                    <a:pt x="2104161" y="2397252"/>
                  </a:lnTo>
                  <a:lnTo>
                    <a:pt x="2104085" y="2401811"/>
                  </a:lnTo>
                  <a:lnTo>
                    <a:pt x="2105558" y="2401278"/>
                  </a:lnTo>
                  <a:lnTo>
                    <a:pt x="2107209" y="2400465"/>
                  </a:lnTo>
                  <a:lnTo>
                    <a:pt x="2110816" y="2398318"/>
                  </a:lnTo>
                  <a:lnTo>
                    <a:pt x="2112302" y="2397252"/>
                  </a:lnTo>
                  <a:lnTo>
                    <a:pt x="2113445" y="2396172"/>
                  </a:lnTo>
                  <a:lnTo>
                    <a:pt x="2113445" y="2425966"/>
                  </a:lnTo>
                  <a:lnTo>
                    <a:pt x="2118106" y="2425966"/>
                  </a:lnTo>
                  <a:lnTo>
                    <a:pt x="2118106" y="2396172"/>
                  </a:lnTo>
                  <a:lnTo>
                    <a:pt x="2118106" y="2387727"/>
                  </a:lnTo>
                  <a:close/>
                </a:path>
                <a:path w="2651760" h="2426970">
                  <a:moveTo>
                    <a:pt x="2156244" y="2409431"/>
                  </a:moveTo>
                  <a:lnTo>
                    <a:pt x="2155088" y="2406472"/>
                  </a:lnTo>
                  <a:lnTo>
                    <a:pt x="2153462" y="2404846"/>
                  </a:lnTo>
                  <a:lnTo>
                    <a:pt x="2151723" y="2403106"/>
                  </a:lnTo>
                  <a:lnTo>
                    <a:pt x="2150491" y="2401874"/>
                  </a:lnTo>
                  <a:lnTo>
                    <a:pt x="2147697" y="2400719"/>
                  </a:lnTo>
                  <a:lnTo>
                    <a:pt x="2141893" y="2400719"/>
                  </a:lnTo>
                  <a:lnTo>
                    <a:pt x="2139480" y="2401519"/>
                  </a:lnTo>
                  <a:lnTo>
                    <a:pt x="2137168" y="2403106"/>
                  </a:lnTo>
                  <a:lnTo>
                    <a:pt x="2139251" y="2392883"/>
                  </a:lnTo>
                  <a:lnTo>
                    <a:pt x="2154440" y="2392883"/>
                  </a:lnTo>
                  <a:lnTo>
                    <a:pt x="2154440" y="2388412"/>
                  </a:lnTo>
                  <a:lnTo>
                    <a:pt x="2135479" y="2388412"/>
                  </a:lnTo>
                  <a:lnTo>
                    <a:pt x="2131809" y="2407970"/>
                  </a:lnTo>
                  <a:lnTo>
                    <a:pt x="2136190" y="2408542"/>
                  </a:lnTo>
                  <a:lnTo>
                    <a:pt x="2136902" y="2407450"/>
                  </a:lnTo>
                  <a:lnTo>
                    <a:pt x="2137829" y="2406561"/>
                  </a:lnTo>
                  <a:lnTo>
                    <a:pt x="2139035" y="2405875"/>
                  </a:lnTo>
                  <a:lnTo>
                    <a:pt x="2140293" y="2405189"/>
                  </a:lnTo>
                  <a:lnTo>
                    <a:pt x="2141613" y="2404846"/>
                  </a:lnTo>
                  <a:lnTo>
                    <a:pt x="2145563" y="2404846"/>
                  </a:lnTo>
                  <a:lnTo>
                    <a:pt x="2147532" y="2405621"/>
                  </a:lnTo>
                  <a:lnTo>
                    <a:pt x="2149005" y="2407158"/>
                  </a:lnTo>
                  <a:lnTo>
                    <a:pt x="2150541" y="2408707"/>
                  </a:lnTo>
                  <a:lnTo>
                    <a:pt x="2151253" y="2410803"/>
                  </a:lnTo>
                  <a:lnTo>
                    <a:pt x="2151176" y="2416505"/>
                  </a:lnTo>
                  <a:lnTo>
                    <a:pt x="2150491" y="2418537"/>
                  </a:lnTo>
                  <a:lnTo>
                    <a:pt x="2148954" y="2420226"/>
                  </a:lnTo>
                  <a:lnTo>
                    <a:pt x="2147366" y="2421928"/>
                  </a:lnTo>
                  <a:lnTo>
                    <a:pt x="2145449" y="2422779"/>
                  </a:lnTo>
                  <a:lnTo>
                    <a:pt x="2141334" y="2422779"/>
                  </a:lnTo>
                  <a:lnTo>
                    <a:pt x="2139746" y="2422169"/>
                  </a:lnTo>
                  <a:lnTo>
                    <a:pt x="2137118" y="2419769"/>
                  </a:lnTo>
                  <a:lnTo>
                    <a:pt x="2136241" y="2417965"/>
                  </a:lnTo>
                  <a:lnTo>
                    <a:pt x="2135911" y="2415578"/>
                  </a:lnTo>
                  <a:lnTo>
                    <a:pt x="2130983" y="2415997"/>
                  </a:lnTo>
                  <a:lnTo>
                    <a:pt x="2131314" y="2419197"/>
                  </a:lnTo>
                  <a:lnTo>
                    <a:pt x="2132520" y="2421775"/>
                  </a:lnTo>
                  <a:lnTo>
                    <a:pt x="2136902" y="2425649"/>
                  </a:lnTo>
                  <a:lnTo>
                    <a:pt x="2139746" y="2426614"/>
                  </a:lnTo>
                  <a:lnTo>
                    <a:pt x="2147417" y="2426614"/>
                  </a:lnTo>
                  <a:lnTo>
                    <a:pt x="2150757" y="2425077"/>
                  </a:lnTo>
                  <a:lnTo>
                    <a:pt x="2152612" y="2422779"/>
                  </a:lnTo>
                  <a:lnTo>
                    <a:pt x="2155202" y="2419489"/>
                  </a:lnTo>
                  <a:lnTo>
                    <a:pt x="2156244" y="2416505"/>
                  </a:lnTo>
                  <a:lnTo>
                    <a:pt x="2156244" y="2409431"/>
                  </a:lnTo>
                  <a:close/>
                </a:path>
                <a:path w="2651760" h="2426970">
                  <a:moveTo>
                    <a:pt x="2414587" y="2421471"/>
                  </a:moveTo>
                  <a:lnTo>
                    <a:pt x="2395956" y="2421471"/>
                  </a:lnTo>
                  <a:lnTo>
                    <a:pt x="2396452" y="2420620"/>
                  </a:lnTo>
                  <a:lnTo>
                    <a:pt x="2397112" y="2419781"/>
                  </a:lnTo>
                  <a:lnTo>
                    <a:pt x="2397937" y="2418943"/>
                  </a:lnTo>
                  <a:lnTo>
                    <a:pt x="2398699" y="2418105"/>
                  </a:lnTo>
                  <a:lnTo>
                    <a:pt x="2400503" y="2416505"/>
                  </a:lnTo>
                  <a:lnTo>
                    <a:pt x="2406700" y="2411311"/>
                  </a:lnTo>
                  <a:lnTo>
                    <a:pt x="2409050" y="2409075"/>
                  </a:lnTo>
                  <a:lnTo>
                    <a:pt x="2410536" y="2407450"/>
                  </a:lnTo>
                  <a:lnTo>
                    <a:pt x="2411971" y="2405811"/>
                  </a:lnTo>
                  <a:lnTo>
                    <a:pt x="2413000" y="2404275"/>
                  </a:lnTo>
                  <a:lnTo>
                    <a:pt x="2413609" y="2402802"/>
                  </a:lnTo>
                  <a:lnTo>
                    <a:pt x="2414257" y="2401328"/>
                  </a:lnTo>
                  <a:lnTo>
                    <a:pt x="2414511" y="2399969"/>
                  </a:lnTo>
                  <a:lnTo>
                    <a:pt x="2414397" y="2394978"/>
                  </a:lnTo>
                  <a:lnTo>
                    <a:pt x="2413495" y="2392794"/>
                  </a:lnTo>
                  <a:lnTo>
                    <a:pt x="2412238" y="2391600"/>
                  </a:lnTo>
                  <a:lnTo>
                    <a:pt x="2409215" y="2388743"/>
                  </a:lnTo>
                  <a:lnTo>
                    <a:pt x="2406370" y="2387727"/>
                  </a:lnTo>
                  <a:lnTo>
                    <a:pt x="2399080" y="2387727"/>
                  </a:lnTo>
                  <a:lnTo>
                    <a:pt x="2396185" y="2388666"/>
                  </a:lnTo>
                  <a:lnTo>
                    <a:pt x="2391905" y="2392426"/>
                  </a:lnTo>
                  <a:lnTo>
                    <a:pt x="2390648" y="2395156"/>
                  </a:lnTo>
                  <a:lnTo>
                    <a:pt x="2390317" y="2398750"/>
                  </a:lnTo>
                  <a:lnTo>
                    <a:pt x="2395143" y="2399233"/>
                  </a:lnTo>
                  <a:lnTo>
                    <a:pt x="2395143" y="2396845"/>
                  </a:lnTo>
                  <a:lnTo>
                    <a:pt x="2395855" y="2394978"/>
                  </a:lnTo>
                  <a:lnTo>
                    <a:pt x="2397277" y="2393518"/>
                  </a:lnTo>
                  <a:lnTo>
                    <a:pt x="2398534" y="2392286"/>
                  </a:lnTo>
                  <a:lnTo>
                    <a:pt x="2400338" y="2391600"/>
                  </a:lnTo>
                  <a:lnTo>
                    <a:pt x="2404732" y="2391600"/>
                  </a:lnTo>
                  <a:lnTo>
                    <a:pt x="2406421" y="2392235"/>
                  </a:lnTo>
                  <a:lnTo>
                    <a:pt x="2407920" y="2393632"/>
                  </a:lnTo>
                  <a:lnTo>
                    <a:pt x="2409113" y="2394788"/>
                  </a:lnTo>
                  <a:lnTo>
                    <a:pt x="2409774" y="2396350"/>
                  </a:lnTo>
                  <a:lnTo>
                    <a:pt x="2409774" y="2399969"/>
                  </a:lnTo>
                  <a:lnTo>
                    <a:pt x="2396502" y="2414066"/>
                  </a:lnTo>
                  <a:lnTo>
                    <a:pt x="2394483" y="2415997"/>
                  </a:lnTo>
                  <a:lnTo>
                    <a:pt x="2391626" y="2419324"/>
                  </a:lnTo>
                  <a:lnTo>
                    <a:pt x="2390648" y="2421013"/>
                  </a:lnTo>
                  <a:lnTo>
                    <a:pt x="2389606" y="2423757"/>
                  </a:lnTo>
                  <a:lnTo>
                    <a:pt x="2389390" y="2424849"/>
                  </a:lnTo>
                  <a:lnTo>
                    <a:pt x="2389441" y="2425966"/>
                  </a:lnTo>
                  <a:lnTo>
                    <a:pt x="2414587" y="2425966"/>
                  </a:lnTo>
                  <a:lnTo>
                    <a:pt x="2414587" y="2421471"/>
                  </a:lnTo>
                  <a:close/>
                </a:path>
                <a:path w="2651760" h="2426970">
                  <a:moveTo>
                    <a:pt x="2445334" y="2411653"/>
                  </a:moveTo>
                  <a:lnTo>
                    <a:pt x="2442083" y="2392515"/>
                  </a:lnTo>
                  <a:lnTo>
                    <a:pt x="2441511" y="2391600"/>
                  </a:lnTo>
                  <a:lnTo>
                    <a:pt x="2441105" y="2390978"/>
                  </a:lnTo>
                  <a:lnTo>
                    <a:pt x="2440559" y="2390470"/>
                  </a:lnTo>
                  <a:lnTo>
                    <a:pt x="2440559" y="2413444"/>
                  </a:lnTo>
                  <a:lnTo>
                    <a:pt x="2439784" y="2417597"/>
                  </a:lnTo>
                  <a:lnTo>
                    <a:pt x="2438311" y="2419654"/>
                  </a:lnTo>
                  <a:lnTo>
                    <a:pt x="2436876" y="2421737"/>
                  </a:lnTo>
                  <a:lnTo>
                    <a:pt x="2435085" y="2422779"/>
                  </a:lnTo>
                  <a:lnTo>
                    <a:pt x="2430754" y="2422779"/>
                  </a:lnTo>
                  <a:lnTo>
                    <a:pt x="2429002" y="2421737"/>
                  </a:lnTo>
                  <a:lnTo>
                    <a:pt x="2426043" y="2417584"/>
                  </a:lnTo>
                  <a:lnTo>
                    <a:pt x="2425331" y="2413444"/>
                  </a:lnTo>
                  <a:lnTo>
                    <a:pt x="2425420" y="2400414"/>
                  </a:lnTo>
                  <a:lnTo>
                    <a:pt x="2426093" y="2396655"/>
                  </a:lnTo>
                  <a:lnTo>
                    <a:pt x="2429002" y="2392515"/>
                  </a:lnTo>
                  <a:lnTo>
                    <a:pt x="2430703" y="2391600"/>
                  </a:lnTo>
                  <a:lnTo>
                    <a:pt x="2435085" y="2391600"/>
                  </a:lnTo>
                  <a:lnTo>
                    <a:pt x="2436888" y="2392629"/>
                  </a:lnTo>
                  <a:lnTo>
                    <a:pt x="2438311" y="2394686"/>
                  </a:lnTo>
                  <a:lnTo>
                    <a:pt x="2439797" y="2396756"/>
                  </a:lnTo>
                  <a:lnTo>
                    <a:pt x="2440470" y="2400414"/>
                  </a:lnTo>
                  <a:lnTo>
                    <a:pt x="2440559" y="2413444"/>
                  </a:lnTo>
                  <a:lnTo>
                    <a:pt x="2440559" y="2390470"/>
                  </a:lnTo>
                  <a:lnTo>
                    <a:pt x="2439847" y="2389784"/>
                  </a:lnTo>
                  <a:lnTo>
                    <a:pt x="2436787" y="2388146"/>
                  </a:lnTo>
                  <a:lnTo>
                    <a:pt x="2434971" y="2387727"/>
                  </a:lnTo>
                  <a:lnTo>
                    <a:pt x="2430145" y="2387727"/>
                  </a:lnTo>
                  <a:lnTo>
                    <a:pt x="2427846" y="2388476"/>
                  </a:lnTo>
                  <a:lnTo>
                    <a:pt x="2426043" y="2389962"/>
                  </a:lnTo>
                  <a:lnTo>
                    <a:pt x="2424176" y="2391448"/>
                  </a:lnTo>
                  <a:lnTo>
                    <a:pt x="2422804" y="2393569"/>
                  </a:lnTo>
                  <a:lnTo>
                    <a:pt x="2420950" y="2399068"/>
                  </a:lnTo>
                  <a:lnTo>
                    <a:pt x="2420505" y="2402687"/>
                  </a:lnTo>
                  <a:lnTo>
                    <a:pt x="2420505" y="2414346"/>
                  </a:lnTo>
                  <a:lnTo>
                    <a:pt x="2421763" y="2419502"/>
                  </a:lnTo>
                  <a:lnTo>
                    <a:pt x="2426373" y="2425293"/>
                  </a:lnTo>
                  <a:lnTo>
                    <a:pt x="2429268" y="2426614"/>
                  </a:lnTo>
                  <a:lnTo>
                    <a:pt x="2435745" y="2426614"/>
                  </a:lnTo>
                  <a:lnTo>
                    <a:pt x="2444889" y="2415260"/>
                  </a:lnTo>
                  <a:lnTo>
                    <a:pt x="2445334" y="2411653"/>
                  </a:lnTo>
                  <a:close/>
                </a:path>
                <a:path w="2651760" h="2426970">
                  <a:moveTo>
                    <a:pt x="2651683" y="0"/>
                  </a:moveTo>
                  <a:lnTo>
                    <a:pt x="2648940" y="0"/>
                  </a:lnTo>
                  <a:lnTo>
                    <a:pt x="2648940" y="2768"/>
                  </a:lnTo>
                  <a:lnTo>
                    <a:pt x="2648940" y="213334"/>
                  </a:lnTo>
                  <a:lnTo>
                    <a:pt x="2623464" y="213334"/>
                  </a:lnTo>
                  <a:lnTo>
                    <a:pt x="2623464" y="216077"/>
                  </a:lnTo>
                  <a:lnTo>
                    <a:pt x="2648940" y="216077"/>
                  </a:lnTo>
                  <a:lnTo>
                    <a:pt x="2648940" y="479971"/>
                  </a:lnTo>
                  <a:lnTo>
                    <a:pt x="2623464" y="479971"/>
                  </a:lnTo>
                  <a:lnTo>
                    <a:pt x="2623464" y="482714"/>
                  </a:lnTo>
                  <a:lnTo>
                    <a:pt x="2648940" y="482714"/>
                  </a:lnTo>
                  <a:lnTo>
                    <a:pt x="2648940" y="746658"/>
                  </a:lnTo>
                  <a:lnTo>
                    <a:pt x="2623464" y="746658"/>
                  </a:lnTo>
                  <a:lnTo>
                    <a:pt x="2623464" y="749401"/>
                  </a:lnTo>
                  <a:lnTo>
                    <a:pt x="2648940" y="749401"/>
                  </a:lnTo>
                  <a:lnTo>
                    <a:pt x="2648940" y="1013294"/>
                  </a:lnTo>
                  <a:lnTo>
                    <a:pt x="2623464" y="1013294"/>
                  </a:lnTo>
                  <a:lnTo>
                    <a:pt x="2623464" y="1016025"/>
                  </a:lnTo>
                  <a:lnTo>
                    <a:pt x="2648940" y="1016025"/>
                  </a:lnTo>
                  <a:lnTo>
                    <a:pt x="2648940" y="1279982"/>
                  </a:lnTo>
                  <a:lnTo>
                    <a:pt x="2623464" y="1279982"/>
                  </a:lnTo>
                  <a:lnTo>
                    <a:pt x="2623464" y="1282712"/>
                  </a:lnTo>
                  <a:lnTo>
                    <a:pt x="2648940" y="1282712"/>
                  </a:lnTo>
                  <a:lnTo>
                    <a:pt x="2648940" y="1546606"/>
                  </a:lnTo>
                  <a:lnTo>
                    <a:pt x="2623464" y="1546606"/>
                  </a:lnTo>
                  <a:lnTo>
                    <a:pt x="2623464" y="1549349"/>
                  </a:lnTo>
                  <a:lnTo>
                    <a:pt x="2648940" y="1549349"/>
                  </a:lnTo>
                  <a:lnTo>
                    <a:pt x="2648940" y="1813293"/>
                  </a:lnTo>
                  <a:lnTo>
                    <a:pt x="2623464" y="1813293"/>
                  </a:lnTo>
                  <a:lnTo>
                    <a:pt x="2623464" y="1816036"/>
                  </a:lnTo>
                  <a:lnTo>
                    <a:pt x="2648940" y="1816036"/>
                  </a:lnTo>
                  <a:lnTo>
                    <a:pt x="2648940" y="2079929"/>
                  </a:lnTo>
                  <a:lnTo>
                    <a:pt x="2623464" y="2079929"/>
                  </a:lnTo>
                  <a:lnTo>
                    <a:pt x="2623464" y="2082673"/>
                  </a:lnTo>
                  <a:lnTo>
                    <a:pt x="2648940" y="2082673"/>
                  </a:lnTo>
                  <a:lnTo>
                    <a:pt x="2648940" y="2346591"/>
                  </a:lnTo>
                  <a:lnTo>
                    <a:pt x="2623464" y="2346591"/>
                  </a:lnTo>
                  <a:lnTo>
                    <a:pt x="2420010" y="2346591"/>
                  </a:lnTo>
                  <a:lnTo>
                    <a:pt x="2420010" y="2321115"/>
                  </a:lnTo>
                  <a:lnTo>
                    <a:pt x="2417280" y="2321115"/>
                  </a:lnTo>
                  <a:lnTo>
                    <a:pt x="2417280" y="2346591"/>
                  </a:lnTo>
                  <a:lnTo>
                    <a:pt x="2130488" y="2346591"/>
                  </a:lnTo>
                  <a:lnTo>
                    <a:pt x="2130488" y="2321115"/>
                  </a:lnTo>
                  <a:lnTo>
                    <a:pt x="2127745" y="2321115"/>
                  </a:lnTo>
                  <a:lnTo>
                    <a:pt x="2127745" y="2346591"/>
                  </a:lnTo>
                  <a:lnTo>
                    <a:pt x="1840966" y="2346591"/>
                  </a:lnTo>
                  <a:lnTo>
                    <a:pt x="1840966" y="2321115"/>
                  </a:lnTo>
                  <a:lnTo>
                    <a:pt x="1838223" y="2321115"/>
                  </a:lnTo>
                  <a:lnTo>
                    <a:pt x="1838223" y="2346591"/>
                  </a:lnTo>
                  <a:lnTo>
                    <a:pt x="1551444" y="2346591"/>
                  </a:lnTo>
                  <a:lnTo>
                    <a:pt x="1551444" y="2321115"/>
                  </a:lnTo>
                  <a:lnTo>
                    <a:pt x="1548701" y="2321115"/>
                  </a:lnTo>
                  <a:lnTo>
                    <a:pt x="1548701" y="2346591"/>
                  </a:lnTo>
                  <a:lnTo>
                    <a:pt x="1261922" y="2346591"/>
                  </a:lnTo>
                  <a:lnTo>
                    <a:pt x="1261922" y="2321115"/>
                  </a:lnTo>
                  <a:lnTo>
                    <a:pt x="1259179" y="2321115"/>
                  </a:lnTo>
                  <a:lnTo>
                    <a:pt x="1259179" y="2346591"/>
                  </a:lnTo>
                  <a:lnTo>
                    <a:pt x="972388" y="2346591"/>
                  </a:lnTo>
                  <a:lnTo>
                    <a:pt x="972388" y="2321115"/>
                  </a:lnTo>
                  <a:lnTo>
                    <a:pt x="969657" y="2321115"/>
                  </a:lnTo>
                  <a:lnTo>
                    <a:pt x="969657" y="2346591"/>
                  </a:lnTo>
                  <a:lnTo>
                    <a:pt x="682866" y="2346591"/>
                  </a:lnTo>
                  <a:lnTo>
                    <a:pt x="682866" y="2321115"/>
                  </a:lnTo>
                  <a:lnTo>
                    <a:pt x="680135" y="2321115"/>
                  </a:lnTo>
                  <a:lnTo>
                    <a:pt x="680135" y="2346591"/>
                  </a:lnTo>
                  <a:lnTo>
                    <a:pt x="393331" y="2346591"/>
                  </a:lnTo>
                  <a:lnTo>
                    <a:pt x="393331" y="2321115"/>
                  </a:lnTo>
                  <a:lnTo>
                    <a:pt x="390588" y="2321115"/>
                  </a:lnTo>
                  <a:lnTo>
                    <a:pt x="390588" y="2346591"/>
                  </a:lnTo>
                  <a:lnTo>
                    <a:pt x="129273" y="2346591"/>
                  </a:lnTo>
                  <a:lnTo>
                    <a:pt x="103797" y="2346591"/>
                  </a:lnTo>
                  <a:lnTo>
                    <a:pt x="103797" y="2321115"/>
                  </a:lnTo>
                  <a:lnTo>
                    <a:pt x="103797" y="2082673"/>
                  </a:lnTo>
                  <a:lnTo>
                    <a:pt x="129273" y="2082673"/>
                  </a:lnTo>
                  <a:lnTo>
                    <a:pt x="129273" y="2079929"/>
                  </a:lnTo>
                  <a:lnTo>
                    <a:pt x="103797" y="2079929"/>
                  </a:lnTo>
                  <a:lnTo>
                    <a:pt x="103797" y="1816036"/>
                  </a:lnTo>
                  <a:lnTo>
                    <a:pt x="129273" y="1816036"/>
                  </a:lnTo>
                  <a:lnTo>
                    <a:pt x="129273" y="1813293"/>
                  </a:lnTo>
                  <a:lnTo>
                    <a:pt x="103797" y="1813293"/>
                  </a:lnTo>
                  <a:lnTo>
                    <a:pt x="103797" y="1549349"/>
                  </a:lnTo>
                  <a:lnTo>
                    <a:pt x="129273" y="1549349"/>
                  </a:lnTo>
                  <a:lnTo>
                    <a:pt x="129273" y="1546606"/>
                  </a:lnTo>
                  <a:lnTo>
                    <a:pt x="103797" y="1546606"/>
                  </a:lnTo>
                  <a:lnTo>
                    <a:pt x="103797" y="1282712"/>
                  </a:lnTo>
                  <a:lnTo>
                    <a:pt x="129273" y="1282712"/>
                  </a:lnTo>
                  <a:lnTo>
                    <a:pt x="129273" y="1279982"/>
                  </a:lnTo>
                  <a:lnTo>
                    <a:pt x="103797" y="1279982"/>
                  </a:lnTo>
                  <a:lnTo>
                    <a:pt x="103797" y="1016025"/>
                  </a:lnTo>
                  <a:lnTo>
                    <a:pt x="129273" y="1016025"/>
                  </a:lnTo>
                  <a:lnTo>
                    <a:pt x="129273" y="1013294"/>
                  </a:lnTo>
                  <a:lnTo>
                    <a:pt x="103797" y="1013294"/>
                  </a:lnTo>
                  <a:lnTo>
                    <a:pt x="103797" y="749401"/>
                  </a:lnTo>
                  <a:lnTo>
                    <a:pt x="129273" y="749401"/>
                  </a:lnTo>
                  <a:lnTo>
                    <a:pt x="129273" y="746658"/>
                  </a:lnTo>
                  <a:lnTo>
                    <a:pt x="103797" y="746658"/>
                  </a:lnTo>
                  <a:lnTo>
                    <a:pt x="103797" y="482714"/>
                  </a:lnTo>
                  <a:lnTo>
                    <a:pt x="129273" y="482714"/>
                  </a:lnTo>
                  <a:lnTo>
                    <a:pt x="129273" y="479971"/>
                  </a:lnTo>
                  <a:lnTo>
                    <a:pt x="103797" y="479971"/>
                  </a:lnTo>
                  <a:lnTo>
                    <a:pt x="103797" y="216077"/>
                  </a:lnTo>
                  <a:lnTo>
                    <a:pt x="129273" y="216077"/>
                  </a:lnTo>
                  <a:lnTo>
                    <a:pt x="129273" y="213334"/>
                  </a:lnTo>
                  <a:lnTo>
                    <a:pt x="103797" y="213334"/>
                  </a:lnTo>
                  <a:lnTo>
                    <a:pt x="103797" y="28244"/>
                  </a:lnTo>
                  <a:lnTo>
                    <a:pt x="103797" y="2768"/>
                  </a:lnTo>
                  <a:lnTo>
                    <a:pt x="390588" y="2768"/>
                  </a:lnTo>
                  <a:lnTo>
                    <a:pt x="390588" y="28244"/>
                  </a:lnTo>
                  <a:lnTo>
                    <a:pt x="393331" y="28244"/>
                  </a:lnTo>
                  <a:lnTo>
                    <a:pt x="393331" y="2768"/>
                  </a:lnTo>
                  <a:lnTo>
                    <a:pt x="680123" y="2768"/>
                  </a:lnTo>
                  <a:lnTo>
                    <a:pt x="680123" y="28244"/>
                  </a:lnTo>
                  <a:lnTo>
                    <a:pt x="682866" y="28244"/>
                  </a:lnTo>
                  <a:lnTo>
                    <a:pt x="682866" y="2768"/>
                  </a:lnTo>
                  <a:lnTo>
                    <a:pt x="969657" y="2768"/>
                  </a:lnTo>
                  <a:lnTo>
                    <a:pt x="969657" y="28244"/>
                  </a:lnTo>
                  <a:lnTo>
                    <a:pt x="972388" y="28244"/>
                  </a:lnTo>
                  <a:lnTo>
                    <a:pt x="972388" y="2768"/>
                  </a:lnTo>
                  <a:lnTo>
                    <a:pt x="1259179" y="2768"/>
                  </a:lnTo>
                  <a:lnTo>
                    <a:pt x="1259179" y="28244"/>
                  </a:lnTo>
                  <a:lnTo>
                    <a:pt x="1261922" y="28244"/>
                  </a:lnTo>
                  <a:lnTo>
                    <a:pt x="1261922" y="2768"/>
                  </a:lnTo>
                  <a:lnTo>
                    <a:pt x="1548701" y="2768"/>
                  </a:lnTo>
                  <a:lnTo>
                    <a:pt x="1548701" y="28244"/>
                  </a:lnTo>
                  <a:lnTo>
                    <a:pt x="1551444" y="28244"/>
                  </a:lnTo>
                  <a:lnTo>
                    <a:pt x="1551444" y="2768"/>
                  </a:lnTo>
                  <a:lnTo>
                    <a:pt x="1838223" y="2768"/>
                  </a:lnTo>
                  <a:lnTo>
                    <a:pt x="1838223" y="28244"/>
                  </a:lnTo>
                  <a:lnTo>
                    <a:pt x="1840966" y="28244"/>
                  </a:lnTo>
                  <a:lnTo>
                    <a:pt x="1840966" y="2768"/>
                  </a:lnTo>
                  <a:lnTo>
                    <a:pt x="2127745" y="2768"/>
                  </a:lnTo>
                  <a:lnTo>
                    <a:pt x="2127745" y="28244"/>
                  </a:lnTo>
                  <a:lnTo>
                    <a:pt x="2130488" y="28244"/>
                  </a:lnTo>
                  <a:lnTo>
                    <a:pt x="2130488" y="2768"/>
                  </a:lnTo>
                  <a:lnTo>
                    <a:pt x="2417280" y="2768"/>
                  </a:lnTo>
                  <a:lnTo>
                    <a:pt x="2417280" y="28244"/>
                  </a:lnTo>
                  <a:lnTo>
                    <a:pt x="2420010" y="28244"/>
                  </a:lnTo>
                  <a:lnTo>
                    <a:pt x="2420010" y="2768"/>
                  </a:lnTo>
                  <a:lnTo>
                    <a:pt x="2648940" y="2768"/>
                  </a:lnTo>
                  <a:lnTo>
                    <a:pt x="2648940" y="25"/>
                  </a:lnTo>
                  <a:lnTo>
                    <a:pt x="103797" y="25"/>
                  </a:lnTo>
                  <a:lnTo>
                    <a:pt x="101053" y="0"/>
                  </a:lnTo>
                  <a:lnTo>
                    <a:pt x="101053" y="1397"/>
                  </a:lnTo>
                  <a:lnTo>
                    <a:pt x="101053" y="28244"/>
                  </a:lnTo>
                  <a:lnTo>
                    <a:pt x="101053" y="2321115"/>
                  </a:lnTo>
                  <a:lnTo>
                    <a:pt x="101053" y="2347963"/>
                  </a:lnTo>
                  <a:lnTo>
                    <a:pt x="102425" y="2347963"/>
                  </a:lnTo>
                  <a:lnTo>
                    <a:pt x="102425" y="2349335"/>
                  </a:lnTo>
                  <a:lnTo>
                    <a:pt x="129273" y="2349335"/>
                  </a:lnTo>
                  <a:lnTo>
                    <a:pt x="2623464" y="2349335"/>
                  </a:lnTo>
                  <a:lnTo>
                    <a:pt x="2650312" y="2349335"/>
                  </a:lnTo>
                  <a:lnTo>
                    <a:pt x="2651658" y="2349335"/>
                  </a:lnTo>
                  <a:lnTo>
                    <a:pt x="2651658" y="2347963"/>
                  </a:lnTo>
                  <a:lnTo>
                    <a:pt x="2651683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0893" y="5416180"/>
              <a:ext cx="76771" cy="72548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0379" y="6760841"/>
            <a:ext cx="64764" cy="7688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831084" y="4140096"/>
            <a:ext cx="2779395" cy="2531110"/>
            <a:chOff x="4831084" y="4140096"/>
            <a:chExt cx="2779395" cy="253111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24088" y="4140096"/>
              <a:ext cx="2586317" cy="247422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943310" y="4230407"/>
              <a:ext cx="2667635" cy="2440940"/>
            </a:xfrm>
            <a:custGeom>
              <a:avLst/>
              <a:gdLst/>
              <a:ahLst/>
              <a:cxnLst/>
              <a:rect l="l" t="t" r="r" b="b"/>
              <a:pathLst>
                <a:path w="2667634" h="2440940">
                  <a:moveTo>
                    <a:pt x="14439" y="2366721"/>
                  </a:moveTo>
                  <a:lnTo>
                    <a:pt x="0" y="2366721"/>
                  </a:lnTo>
                  <a:lnTo>
                    <a:pt x="0" y="2371458"/>
                  </a:lnTo>
                  <a:lnTo>
                    <a:pt x="14439" y="2371458"/>
                  </a:lnTo>
                  <a:lnTo>
                    <a:pt x="14439" y="2366721"/>
                  </a:lnTo>
                  <a:close/>
                </a:path>
                <a:path w="2667634" h="2440940">
                  <a:moveTo>
                    <a:pt x="14439" y="2098509"/>
                  </a:moveTo>
                  <a:lnTo>
                    <a:pt x="0" y="2098509"/>
                  </a:lnTo>
                  <a:lnTo>
                    <a:pt x="0" y="2103247"/>
                  </a:lnTo>
                  <a:lnTo>
                    <a:pt x="14439" y="2103247"/>
                  </a:lnTo>
                  <a:lnTo>
                    <a:pt x="14439" y="2098509"/>
                  </a:lnTo>
                  <a:close/>
                </a:path>
                <a:path w="2667634" h="2440940">
                  <a:moveTo>
                    <a:pt x="14439" y="1830273"/>
                  </a:moveTo>
                  <a:lnTo>
                    <a:pt x="0" y="1830273"/>
                  </a:lnTo>
                  <a:lnTo>
                    <a:pt x="0" y="1835023"/>
                  </a:lnTo>
                  <a:lnTo>
                    <a:pt x="14439" y="1835023"/>
                  </a:lnTo>
                  <a:lnTo>
                    <a:pt x="14439" y="1830273"/>
                  </a:lnTo>
                  <a:close/>
                </a:path>
                <a:path w="2667634" h="2440940">
                  <a:moveTo>
                    <a:pt x="36563" y="2076272"/>
                  </a:moveTo>
                  <a:lnTo>
                    <a:pt x="33540" y="2076272"/>
                  </a:lnTo>
                  <a:lnTo>
                    <a:pt x="32715" y="2077935"/>
                  </a:lnTo>
                  <a:lnTo>
                    <a:pt x="31330" y="2079637"/>
                  </a:lnTo>
                  <a:lnTo>
                    <a:pt x="27393" y="2083155"/>
                  </a:lnTo>
                  <a:lnTo>
                    <a:pt x="25095" y="2084654"/>
                  </a:lnTo>
                  <a:lnTo>
                    <a:pt x="22555" y="2085848"/>
                  </a:lnTo>
                  <a:lnTo>
                    <a:pt x="22453" y="2090445"/>
                  </a:lnTo>
                  <a:lnTo>
                    <a:pt x="31864" y="2084768"/>
                  </a:lnTo>
                  <a:lnTo>
                    <a:pt x="31864" y="2114740"/>
                  </a:lnTo>
                  <a:lnTo>
                    <a:pt x="36563" y="2114740"/>
                  </a:lnTo>
                  <a:lnTo>
                    <a:pt x="36563" y="2084768"/>
                  </a:lnTo>
                  <a:lnTo>
                    <a:pt x="36563" y="2076272"/>
                  </a:lnTo>
                  <a:close/>
                </a:path>
                <a:path w="2667634" h="2440940">
                  <a:moveTo>
                    <a:pt x="36563" y="1808060"/>
                  </a:moveTo>
                  <a:lnTo>
                    <a:pt x="33540" y="1808060"/>
                  </a:lnTo>
                  <a:lnTo>
                    <a:pt x="32715" y="1809724"/>
                  </a:lnTo>
                  <a:lnTo>
                    <a:pt x="31330" y="1811426"/>
                  </a:lnTo>
                  <a:lnTo>
                    <a:pt x="27393" y="1814957"/>
                  </a:lnTo>
                  <a:lnTo>
                    <a:pt x="25095" y="1816442"/>
                  </a:lnTo>
                  <a:lnTo>
                    <a:pt x="22453" y="1817662"/>
                  </a:lnTo>
                  <a:lnTo>
                    <a:pt x="22453" y="1822234"/>
                  </a:lnTo>
                  <a:lnTo>
                    <a:pt x="31864" y="1816557"/>
                  </a:lnTo>
                  <a:lnTo>
                    <a:pt x="31864" y="1846541"/>
                  </a:lnTo>
                  <a:lnTo>
                    <a:pt x="36563" y="1846541"/>
                  </a:lnTo>
                  <a:lnTo>
                    <a:pt x="36563" y="1816557"/>
                  </a:lnTo>
                  <a:lnTo>
                    <a:pt x="36563" y="1808060"/>
                  </a:lnTo>
                  <a:close/>
                </a:path>
                <a:path w="2667634" h="2440940">
                  <a:moveTo>
                    <a:pt x="38900" y="735203"/>
                  </a:moveTo>
                  <a:lnTo>
                    <a:pt x="35864" y="735203"/>
                  </a:lnTo>
                  <a:lnTo>
                    <a:pt x="35052" y="736854"/>
                  </a:lnTo>
                  <a:lnTo>
                    <a:pt x="33655" y="738568"/>
                  </a:lnTo>
                  <a:lnTo>
                    <a:pt x="29718" y="742086"/>
                  </a:lnTo>
                  <a:lnTo>
                    <a:pt x="27419" y="743585"/>
                  </a:lnTo>
                  <a:lnTo>
                    <a:pt x="24904" y="744791"/>
                  </a:lnTo>
                  <a:lnTo>
                    <a:pt x="24790" y="749363"/>
                  </a:lnTo>
                  <a:lnTo>
                    <a:pt x="34188" y="743686"/>
                  </a:lnTo>
                  <a:lnTo>
                    <a:pt x="34188" y="773671"/>
                  </a:lnTo>
                  <a:lnTo>
                    <a:pt x="38900" y="773671"/>
                  </a:lnTo>
                  <a:lnTo>
                    <a:pt x="38900" y="743686"/>
                  </a:lnTo>
                  <a:lnTo>
                    <a:pt x="38900" y="735203"/>
                  </a:lnTo>
                  <a:close/>
                </a:path>
                <a:path w="2667634" h="2440940">
                  <a:moveTo>
                    <a:pt x="38900" y="467017"/>
                  </a:moveTo>
                  <a:lnTo>
                    <a:pt x="35864" y="467017"/>
                  </a:lnTo>
                  <a:lnTo>
                    <a:pt x="35052" y="468668"/>
                  </a:lnTo>
                  <a:lnTo>
                    <a:pt x="33655" y="470382"/>
                  </a:lnTo>
                  <a:lnTo>
                    <a:pt x="31686" y="472135"/>
                  </a:lnTo>
                  <a:lnTo>
                    <a:pt x="29718" y="473849"/>
                  </a:lnTo>
                  <a:lnTo>
                    <a:pt x="27419" y="475386"/>
                  </a:lnTo>
                  <a:lnTo>
                    <a:pt x="24904" y="476554"/>
                  </a:lnTo>
                  <a:lnTo>
                    <a:pt x="24790" y="481177"/>
                  </a:lnTo>
                  <a:lnTo>
                    <a:pt x="26250" y="480631"/>
                  </a:lnTo>
                  <a:lnTo>
                    <a:pt x="27901" y="479806"/>
                  </a:lnTo>
                  <a:lnTo>
                    <a:pt x="29743" y="478701"/>
                  </a:lnTo>
                  <a:lnTo>
                    <a:pt x="31572" y="477647"/>
                  </a:lnTo>
                  <a:lnTo>
                    <a:pt x="33058" y="476554"/>
                  </a:lnTo>
                  <a:lnTo>
                    <a:pt x="34188" y="475500"/>
                  </a:lnTo>
                  <a:lnTo>
                    <a:pt x="34188" y="505434"/>
                  </a:lnTo>
                  <a:lnTo>
                    <a:pt x="38900" y="505434"/>
                  </a:lnTo>
                  <a:lnTo>
                    <a:pt x="38900" y="475500"/>
                  </a:lnTo>
                  <a:lnTo>
                    <a:pt x="38900" y="467017"/>
                  </a:lnTo>
                  <a:close/>
                </a:path>
                <a:path w="2667634" h="2440940">
                  <a:moveTo>
                    <a:pt x="43573" y="2378430"/>
                  </a:moveTo>
                  <a:lnTo>
                    <a:pt x="24777" y="2378430"/>
                  </a:lnTo>
                  <a:lnTo>
                    <a:pt x="25311" y="2377579"/>
                  </a:lnTo>
                  <a:lnTo>
                    <a:pt x="25971" y="2376728"/>
                  </a:lnTo>
                  <a:lnTo>
                    <a:pt x="27571" y="2375039"/>
                  </a:lnTo>
                  <a:lnTo>
                    <a:pt x="29387" y="2373439"/>
                  </a:lnTo>
                  <a:lnTo>
                    <a:pt x="35585" y="2368207"/>
                  </a:lnTo>
                  <a:lnTo>
                    <a:pt x="37998" y="2365959"/>
                  </a:lnTo>
                  <a:lnTo>
                    <a:pt x="40919" y="2362670"/>
                  </a:lnTo>
                  <a:lnTo>
                    <a:pt x="41948" y="2361120"/>
                  </a:lnTo>
                  <a:lnTo>
                    <a:pt x="43205" y="2358161"/>
                  </a:lnTo>
                  <a:lnTo>
                    <a:pt x="43484" y="2356802"/>
                  </a:lnTo>
                  <a:lnTo>
                    <a:pt x="43370" y="2351786"/>
                  </a:lnTo>
                  <a:lnTo>
                    <a:pt x="42443" y="2349589"/>
                  </a:lnTo>
                  <a:lnTo>
                    <a:pt x="41186" y="2348395"/>
                  </a:lnTo>
                  <a:lnTo>
                    <a:pt x="38163" y="2345512"/>
                  </a:lnTo>
                  <a:lnTo>
                    <a:pt x="35255" y="2344496"/>
                  </a:lnTo>
                  <a:lnTo>
                    <a:pt x="27940" y="2344496"/>
                  </a:lnTo>
                  <a:lnTo>
                    <a:pt x="25031" y="2345436"/>
                  </a:lnTo>
                  <a:lnTo>
                    <a:pt x="20713" y="2349220"/>
                  </a:lnTo>
                  <a:lnTo>
                    <a:pt x="19469" y="2351963"/>
                  </a:lnTo>
                  <a:lnTo>
                    <a:pt x="19138" y="2355570"/>
                  </a:lnTo>
                  <a:lnTo>
                    <a:pt x="23977" y="2356066"/>
                  </a:lnTo>
                  <a:lnTo>
                    <a:pt x="23990" y="2353665"/>
                  </a:lnTo>
                  <a:lnTo>
                    <a:pt x="24676" y="2351786"/>
                  </a:lnTo>
                  <a:lnTo>
                    <a:pt x="27393" y="2349068"/>
                  </a:lnTo>
                  <a:lnTo>
                    <a:pt x="29210" y="2348395"/>
                  </a:lnTo>
                  <a:lnTo>
                    <a:pt x="33616" y="2348395"/>
                  </a:lnTo>
                  <a:lnTo>
                    <a:pt x="35356" y="2349030"/>
                  </a:lnTo>
                  <a:lnTo>
                    <a:pt x="38011" y="2351582"/>
                  </a:lnTo>
                  <a:lnTo>
                    <a:pt x="38684" y="2353157"/>
                  </a:lnTo>
                  <a:lnTo>
                    <a:pt x="38684" y="2356802"/>
                  </a:lnTo>
                  <a:lnTo>
                    <a:pt x="37960" y="2358682"/>
                  </a:lnTo>
                  <a:lnTo>
                    <a:pt x="35013" y="2362682"/>
                  </a:lnTo>
                  <a:lnTo>
                    <a:pt x="32207" y="2365375"/>
                  </a:lnTo>
                  <a:lnTo>
                    <a:pt x="25361" y="2370988"/>
                  </a:lnTo>
                  <a:lnTo>
                    <a:pt x="23317" y="2372918"/>
                  </a:lnTo>
                  <a:lnTo>
                    <a:pt x="20485" y="2376271"/>
                  </a:lnTo>
                  <a:lnTo>
                    <a:pt x="19443" y="2377960"/>
                  </a:lnTo>
                  <a:lnTo>
                    <a:pt x="18402" y="2380729"/>
                  </a:lnTo>
                  <a:lnTo>
                    <a:pt x="18224" y="2381821"/>
                  </a:lnTo>
                  <a:lnTo>
                    <a:pt x="18249" y="2382951"/>
                  </a:lnTo>
                  <a:lnTo>
                    <a:pt x="43573" y="2382951"/>
                  </a:lnTo>
                  <a:lnTo>
                    <a:pt x="43573" y="2378430"/>
                  </a:lnTo>
                  <a:close/>
                </a:path>
                <a:path w="2667634" h="2440940">
                  <a:moveTo>
                    <a:pt x="45897" y="232727"/>
                  </a:moveTo>
                  <a:lnTo>
                    <a:pt x="27114" y="232727"/>
                  </a:lnTo>
                  <a:lnTo>
                    <a:pt x="27635" y="231838"/>
                  </a:lnTo>
                  <a:lnTo>
                    <a:pt x="28295" y="231013"/>
                  </a:lnTo>
                  <a:lnTo>
                    <a:pt x="29095" y="230187"/>
                  </a:lnTo>
                  <a:lnTo>
                    <a:pt x="29895" y="229311"/>
                  </a:lnTo>
                  <a:lnTo>
                    <a:pt x="31711" y="227711"/>
                  </a:lnTo>
                  <a:lnTo>
                    <a:pt x="37909" y="222465"/>
                  </a:lnTo>
                  <a:lnTo>
                    <a:pt x="40322" y="220268"/>
                  </a:lnTo>
                  <a:lnTo>
                    <a:pt x="43230" y="216954"/>
                  </a:lnTo>
                  <a:lnTo>
                    <a:pt x="44272" y="215417"/>
                  </a:lnTo>
                  <a:lnTo>
                    <a:pt x="45529" y="212445"/>
                  </a:lnTo>
                  <a:lnTo>
                    <a:pt x="45821" y="211061"/>
                  </a:lnTo>
                  <a:lnTo>
                    <a:pt x="45694" y="206044"/>
                  </a:lnTo>
                  <a:lnTo>
                    <a:pt x="44767" y="203898"/>
                  </a:lnTo>
                  <a:lnTo>
                    <a:pt x="43497" y="202679"/>
                  </a:lnTo>
                  <a:lnTo>
                    <a:pt x="40487" y="199821"/>
                  </a:lnTo>
                  <a:lnTo>
                    <a:pt x="37579" y="198767"/>
                  </a:lnTo>
                  <a:lnTo>
                    <a:pt x="30264" y="198767"/>
                  </a:lnTo>
                  <a:lnTo>
                    <a:pt x="27368" y="199707"/>
                  </a:lnTo>
                  <a:lnTo>
                    <a:pt x="25196" y="201637"/>
                  </a:lnTo>
                  <a:lnTo>
                    <a:pt x="23050" y="203517"/>
                  </a:lnTo>
                  <a:lnTo>
                    <a:pt x="21805" y="206273"/>
                  </a:lnTo>
                  <a:lnTo>
                    <a:pt x="21475" y="209854"/>
                  </a:lnTo>
                  <a:lnTo>
                    <a:pt x="26301" y="210350"/>
                  </a:lnTo>
                  <a:lnTo>
                    <a:pt x="26327" y="207975"/>
                  </a:lnTo>
                  <a:lnTo>
                    <a:pt x="27012" y="206044"/>
                  </a:lnTo>
                  <a:lnTo>
                    <a:pt x="28473" y="204609"/>
                  </a:lnTo>
                  <a:lnTo>
                    <a:pt x="29730" y="203352"/>
                  </a:lnTo>
                  <a:lnTo>
                    <a:pt x="31534" y="202679"/>
                  </a:lnTo>
                  <a:lnTo>
                    <a:pt x="35941" y="202679"/>
                  </a:lnTo>
                  <a:lnTo>
                    <a:pt x="37680" y="203288"/>
                  </a:lnTo>
                  <a:lnTo>
                    <a:pt x="39128" y="204724"/>
                  </a:lnTo>
                  <a:lnTo>
                    <a:pt x="40347" y="205879"/>
                  </a:lnTo>
                  <a:lnTo>
                    <a:pt x="41008" y="207429"/>
                  </a:lnTo>
                  <a:lnTo>
                    <a:pt x="41008" y="211061"/>
                  </a:lnTo>
                  <a:lnTo>
                    <a:pt x="40284" y="212991"/>
                  </a:lnTo>
                  <a:lnTo>
                    <a:pt x="37350" y="216954"/>
                  </a:lnTo>
                  <a:lnTo>
                    <a:pt x="34544" y="219659"/>
                  </a:lnTo>
                  <a:lnTo>
                    <a:pt x="27698" y="225285"/>
                  </a:lnTo>
                  <a:lnTo>
                    <a:pt x="25641" y="227215"/>
                  </a:lnTo>
                  <a:lnTo>
                    <a:pt x="20548" y="236080"/>
                  </a:lnTo>
                  <a:lnTo>
                    <a:pt x="20574" y="237236"/>
                  </a:lnTo>
                  <a:lnTo>
                    <a:pt x="45897" y="237236"/>
                  </a:lnTo>
                  <a:lnTo>
                    <a:pt x="45897" y="232727"/>
                  </a:lnTo>
                  <a:close/>
                </a:path>
                <a:path w="2667634" h="2440940">
                  <a:moveTo>
                    <a:pt x="47510" y="1562087"/>
                  </a:moveTo>
                  <a:lnTo>
                    <a:pt x="33058" y="1562087"/>
                  </a:lnTo>
                  <a:lnTo>
                    <a:pt x="33058" y="1566824"/>
                  </a:lnTo>
                  <a:lnTo>
                    <a:pt x="47510" y="1566824"/>
                  </a:lnTo>
                  <a:lnTo>
                    <a:pt x="47510" y="1562087"/>
                  </a:lnTo>
                  <a:close/>
                </a:path>
                <a:path w="2667634" h="2440940">
                  <a:moveTo>
                    <a:pt x="74472" y="2368550"/>
                  </a:moveTo>
                  <a:lnTo>
                    <a:pt x="70637" y="2348395"/>
                  </a:lnTo>
                  <a:lnTo>
                    <a:pt x="70231" y="2347760"/>
                  </a:lnTo>
                  <a:lnTo>
                    <a:pt x="69646" y="2347226"/>
                  </a:lnTo>
                  <a:lnTo>
                    <a:pt x="69646" y="2370353"/>
                  </a:lnTo>
                  <a:lnTo>
                    <a:pt x="68884" y="2374531"/>
                  </a:lnTo>
                  <a:lnTo>
                    <a:pt x="65963" y="2378697"/>
                  </a:lnTo>
                  <a:lnTo>
                    <a:pt x="64147" y="2379738"/>
                  </a:lnTo>
                  <a:lnTo>
                    <a:pt x="59829" y="2379738"/>
                  </a:lnTo>
                  <a:lnTo>
                    <a:pt x="58013" y="2378697"/>
                  </a:lnTo>
                  <a:lnTo>
                    <a:pt x="55067" y="2374519"/>
                  </a:lnTo>
                  <a:lnTo>
                    <a:pt x="54330" y="2370353"/>
                  </a:lnTo>
                  <a:lnTo>
                    <a:pt x="54432" y="2357247"/>
                  </a:lnTo>
                  <a:lnTo>
                    <a:pt x="55143" y="2353462"/>
                  </a:lnTo>
                  <a:lnTo>
                    <a:pt x="58051" y="2349309"/>
                  </a:lnTo>
                  <a:lnTo>
                    <a:pt x="59778" y="2348395"/>
                  </a:lnTo>
                  <a:lnTo>
                    <a:pt x="64135" y="2348395"/>
                  </a:lnTo>
                  <a:lnTo>
                    <a:pt x="65963" y="2349423"/>
                  </a:lnTo>
                  <a:lnTo>
                    <a:pt x="68910" y="2353564"/>
                  </a:lnTo>
                  <a:lnTo>
                    <a:pt x="69557" y="2357247"/>
                  </a:lnTo>
                  <a:lnTo>
                    <a:pt x="69646" y="2370353"/>
                  </a:lnTo>
                  <a:lnTo>
                    <a:pt x="69646" y="2347226"/>
                  </a:lnTo>
                  <a:lnTo>
                    <a:pt x="68948" y="2346566"/>
                  </a:lnTo>
                  <a:lnTo>
                    <a:pt x="65849" y="2344902"/>
                  </a:lnTo>
                  <a:lnTo>
                    <a:pt x="64046" y="2344496"/>
                  </a:lnTo>
                  <a:lnTo>
                    <a:pt x="59207" y="2344496"/>
                  </a:lnTo>
                  <a:lnTo>
                    <a:pt x="49504" y="2359533"/>
                  </a:lnTo>
                  <a:lnTo>
                    <a:pt x="49504" y="2371255"/>
                  </a:lnTo>
                  <a:lnTo>
                    <a:pt x="50761" y="2376449"/>
                  </a:lnTo>
                  <a:lnTo>
                    <a:pt x="55397" y="2382278"/>
                  </a:lnTo>
                  <a:lnTo>
                    <a:pt x="58293" y="2383612"/>
                  </a:lnTo>
                  <a:lnTo>
                    <a:pt x="64795" y="2383612"/>
                  </a:lnTo>
                  <a:lnTo>
                    <a:pt x="67119" y="2382850"/>
                  </a:lnTo>
                  <a:lnTo>
                    <a:pt x="70789" y="2379840"/>
                  </a:lnTo>
                  <a:lnTo>
                    <a:pt x="72174" y="2377706"/>
                  </a:lnTo>
                  <a:lnTo>
                    <a:pt x="74015" y="2372182"/>
                  </a:lnTo>
                  <a:lnTo>
                    <a:pt x="74472" y="2368550"/>
                  </a:lnTo>
                  <a:close/>
                </a:path>
                <a:path w="2667634" h="2440940">
                  <a:moveTo>
                    <a:pt x="74472" y="1832152"/>
                  </a:moveTo>
                  <a:lnTo>
                    <a:pt x="69646" y="1810766"/>
                  </a:lnTo>
                  <a:lnTo>
                    <a:pt x="69646" y="1833918"/>
                  </a:lnTo>
                  <a:lnTo>
                    <a:pt x="68910" y="1838109"/>
                  </a:lnTo>
                  <a:lnTo>
                    <a:pt x="65963" y="1842287"/>
                  </a:lnTo>
                  <a:lnTo>
                    <a:pt x="64147" y="1843290"/>
                  </a:lnTo>
                  <a:lnTo>
                    <a:pt x="59829" y="1843290"/>
                  </a:lnTo>
                  <a:lnTo>
                    <a:pt x="58013" y="1842287"/>
                  </a:lnTo>
                  <a:lnTo>
                    <a:pt x="55067" y="1838109"/>
                  </a:lnTo>
                  <a:lnTo>
                    <a:pt x="54330" y="1833918"/>
                  </a:lnTo>
                  <a:lnTo>
                    <a:pt x="54444" y="1820799"/>
                  </a:lnTo>
                  <a:lnTo>
                    <a:pt x="55143" y="1817052"/>
                  </a:lnTo>
                  <a:lnTo>
                    <a:pt x="56769" y="1814677"/>
                  </a:lnTo>
                  <a:lnTo>
                    <a:pt x="58051" y="1812861"/>
                  </a:lnTo>
                  <a:lnTo>
                    <a:pt x="59778" y="1811985"/>
                  </a:lnTo>
                  <a:lnTo>
                    <a:pt x="64135" y="1811985"/>
                  </a:lnTo>
                  <a:lnTo>
                    <a:pt x="65963" y="1812975"/>
                  </a:lnTo>
                  <a:lnTo>
                    <a:pt x="68910" y="1817166"/>
                  </a:lnTo>
                  <a:lnTo>
                    <a:pt x="69545" y="1820799"/>
                  </a:lnTo>
                  <a:lnTo>
                    <a:pt x="69646" y="1833918"/>
                  </a:lnTo>
                  <a:lnTo>
                    <a:pt x="69646" y="1810766"/>
                  </a:lnTo>
                  <a:lnTo>
                    <a:pt x="68948" y="1810105"/>
                  </a:lnTo>
                  <a:lnTo>
                    <a:pt x="65849" y="1808454"/>
                  </a:lnTo>
                  <a:lnTo>
                    <a:pt x="64046" y="1808060"/>
                  </a:lnTo>
                  <a:lnTo>
                    <a:pt x="59207" y="1808060"/>
                  </a:lnTo>
                  <a:lnTo>
                    <a:pt x="49504" y="1823110"/>
                  </a:lnTo>
                  <a:lnTo>
                    <a:pt x="49504" y="1834857"/>
                  </a:lnTo>
                  <a:lnTo>
                    <a:pt x="50761" y="1840026"/>
                  </a:lnTo>
                  <a:lnTo>
                    <a:pt x="55397" y="1845881"/>
                  </a:lnTo>
                  <a:lnTo>
                    <a:pt x="58293" y="1847202"/>
                  </a:lnTo>
                  <a:lnTo>
                    <a:pt x="64795" y="1847202"/>
                  </a:lnTo>
                  <a:lnTo>
                    <a:pt x="74015" y="1835734"/>
                  </a:lnTo>
                  <a:lnTo>
                    <a:pt x="74472" y="1832152"/>
                  </a:lnTo>
                  <a:close/>
                </a:path>
                <a:path w="2667634" h="2440940">
                  <a:moveTo>
                    <a:pt x="74891" y="2098116"/>
                  </a:moveTo>
                  <a:lnTo>
                    <a:pt x="73748" y="2095131"/>
                  </a:lnTo>
                  <a:lnTo>
                    <a:pt x="72123" y="2093506"/>
                  </a:lnTo>
                  <a:lnTo>
                    <a:pt x="70383" y="2091753"/>
                  </a:lnTo>
                  <a:lnTo>
                    <a:pt x="69151" y="2090496"/>
                  </a:lnTo>
                  <a:lnTo>
                    <a:pt x="66332" y="2089340"/>
                  </a:lnTo>
                  <a:lnTo>
                    <a:pt x="60452" y="2089340"/>
                  </a:lnTo>
                  <a:lnTo>
                    <a:pt x="58039" y="2090140"/>
                  </a:lnTo>
                  <a:lnTo>
                    <a:pt x="55740" y="2091753"/>
                  </a:lnTo>
                  <a:lnTo>
                    <a:pt x="57810" y="2081453"/>
                  </a:lnTo>
                  <a:lnTo>
                    <a:pt x="73101" y="2081453"/>
                  </a:lnTo>
                  <a:lnTo>
                    <a:pt x="73101" y="2076958"/>
                  </a:lnTo>
                  <a:lnTo>
                    <a:pt x="54051" y="2076958"/>
                  </a:lnTo>
                  <a:lnTo>
                    <a:pt x="50342" y="2096630"/>
                  </a:lnTo>
                  <a:lnTo>
                    <a:pt x="54749" y="2097214"/>
                  </a:lnTo>
                  <a:lnTo>
                    <a:pt x="55448" y="2096109"/>
                  </a:lnTo>
                  <a:lnTo>
                    <a:pt x="56413" y="2095220"/>
                  </a:lnTo>
                  <a:lnTo>
                    <a:pt x="58851" y="2093836"/>
                  </a:lnTo>
                  <a:lnTo>
                    <a:pt x="60210" y="2093506"/>
                  </a:lnTo>
                  <a:lnTo>
                    <a:pt x="64173" y="2093506"/>
                  </a:lnTo>
                  <a:lnTo>
                    <a:pt x="66141" y="2094268"/>
                  </a:lnTo>
                  <a:lnTo>
                    <a:pt x="69151" y="2097379"/>
                  </a:lnTo>
                  <a:lnTo>
                    <a:pt x="69900" y="2099487"/>
                  </a:lnTo>
                  <a:lnTo>
                    <a:pt x="69824" y="2105215"/>
                  </a:lnTo>
                  <a:lnTo>
                    <a:pt x="69126" y="2107260"/>
                  </a:lnTo>
                  <a:lnTo>
                    <a:pt x="65989" y="2110676"/>
                  </a:lnTo>
                  <a:lnTo>
                    <a:pt x="64071" y="2111527"/>
                  </a:lnTo>
                  <a:lnTo>
                    <a:pt x="59918" y="2111527"/>
                  </a:lnTo>
                  <a:lnTo>
                    <a:pt x="58318" y="2110917"/>
                  </a:lnTo>
                  <a:lnTo>
                    <a:pt x="55651" y="2108492"/>
                  </a:lnTo>
                  <a:lnTo>
                    <a:pt x="54800" y="2106688"/>
                  </a:lnTo>
                  <a:lnTo>
                    <a:pt x="54444" y="2104288"/>
                  </a:lnTo>
                  <a:lnTo>
                    <a:pt x="49504" y="2104707"/>
                  </a:lnTo>
                  <a:lnTo>
                    <a:pt x="49809" y="2107933"/>
                  </a:lnTo>
                  <a:lnTo>
                    <a:pt x="51066" y="2110511"/>
                  </a:lnTo>
                  <a:lnTo>
                    <a:pt x="55486" y="2114410"/>
                  </a:lnTo>
                  <a:lnTo>
                    <a:pt x="58331" y="2115388"/>
                  </a:lnTo>
                  <a:lnTo>
                    <a:pt x="66052" y="2115388"/>
                  </a:lnTo>
                  <a:lnTo>
                    <a:pt x="69405" y="2113838"/>
                  </a:lnTo>
                  <a:lnTo>
                    <a:pt x="71247" y="2111527"/>
                  </a:lnTo>
                  <a:lnTo>
                    <a:pt x="73888" y="2108212"/>
                  </a:lnTo>
                  <a:lnTo>
                    <a:pt x="74891" y="2105215"/>
                  </a:lnTo>
                  <a:lnTo>
                    <a:pt x="74891" y="2098116"/>
                  </a:lnTo>
                  <a:close/>
                </a:path>
                <a:path w="2667634" h="2440940">
                  <a:moveTo>
                    <a:pt x="75095" y="1295717"/>
                  </a:moveTo>
                  <a:lnTo>
                    <a:pt x="70256" y="1274368"/>
                  </a:lnTo>
                  <a:lnTo>
                    <a:pt x="70256" y="1297482"/>
                  </a:lnTo>
                  <a:lnTo>
                    <a:pt x="69519" y="1301673"/>
                  </a:lnTo>
                  <a:lnTo>
                    <a:pt x="66586" y="1305864"/>
                  </a:lnTo>
                  <a:lnTo>
                    <a:pt x="64757" y="1306906"/>
                  </a:lnTo>
                  <a:lnTo>
                    <a:pt x="60439" y="1306906"/>
                  </a:lnTo>
                  <a:lnTo>
                    <a:pt x="58623" y="1305864"/>
                  </a:lnTo>
                  <a:lnTo>
                    <a:pt x="55689" y="1301673"/>
                  </a:lnTo>
                  <a:lnTo>
                    <a:pt x="54952" y="1297482"/>
                  </a:lnTo>
                  <a:lnTo>
                    <a:pt x="55054" y="1284363"/>
                  </a:lnTo>
                  <a:lnTo>
                    <a:pt x="55753" y="1280617"/>
                  </a:lnTo>
                  <a:lnTo>
                    <a:pt x="57378" y="1278242"/>
                  </a:lnTo>
                  <a:lnTo>
                    <a:pt x="58661" y="1276426"/>
                  </a:lnTo>
                  <a:lnTo>
                    <a:pt x="60388" y="1275549"/>
                  </a:lnTo>
                  <a:lnTo>
                    <a:pt x="64744" y="1275549"/>
                  </a:lnTo>
                  <a:lnTo>
                    <a:pt x="66586" y="1276540"/>
                  </a:lnTo>
                  <a:lnTo>
                    <a:pt x="69519" y="1280731"/>
                  </a:lnTo>
                  <a:lnTo>
                    <a:pt x="70154" y="1284363"/>
                  </a:lnTo>
                  <a:lnTo>
                    <a:pt x="70256" y="1297482"/>
                  </a:lnTo>
                  <a:lnTo>
                    <a:pt x="70256" y="1274368"/>
                  </a:lnTo>
                  <a:lnTo>
                    <a:pt x="69557" y="1273733"/>
                  </a:lnTo>
                  <a:lnTo>
                    <a:pt x="66459" y="1272070"/>
                  </a:lnTo>
                  <a:lnTo>
                    <a:pt x="64655" y="1271638"/>
                  </a:lnTo>
                  <a:lnTo>
                    <a:pt x="59817" y="1271638"/>
                  </a:lnTo>
                  <a:lnTo>
                    <a:pt x="50114" y="1286675"/>
                  </a:lnTo>
                  <a:lnTo>
                    <a:pt x="50114" y="1298422"/>
                  </a:lnTo>
                  <a:lnTo>
                    <a:pt x="51384" y="1303604"/>
                  </a:lnTo>
                  <a:lnTo>
                    <a:pt x="56007" y="1309446"/>
                  </a:lnTo>
                  <a:lnTo>
                    <a:pt x="58915" y="1310767"/>
                  </a:lnTo>
                  <a:lnTo>
                    <a:pt x="65405" y="1310767"/>
                  </a:lnTo>
                  <a:lnTo>
                    <a:pt x="67729" y="1309992"/>
                  </a:lnTo>
                  <a:lnTo>
                    <a:pt x="69570" y="1308506"/>
                  </a:lnTo>
                  <a:lnTo>
                    <a:pt x="71399" y="1306969"/>
                  </a:lnTo>
                  <a:lnTo>
                    <a:pt x="72783" y="1304874"/>
                  </a:lnTo>
                  <a:lnTo>
                    <a:pt x="74637" y="1299298"/>
                  </a:lnTo>
                  <a:lnTo>
                    <a:pt x="75095" y="1295717"/>
                  </a:lnTo>
                  <a:close/>
                </a:path>
                <a:path w="2667634" h="2440940">
                  <a:moveTo>
                    <a:pt x="75514" y="1025271"/>
                  </a:moveTo>
                  <a:lnTo>
                    <a:pt x="74358" y="1022299"/>
                  </a:lnTo>
                  <a:lnTo>
                    <a:pt x="69761" y="1017663"/>
                  </a:lnTo>
                  <a:lnTo>
                    <a:pt x="66941" y="1016508"/>
                  </a:lnTo>
                  <a:lnTo>
                    <a:pt x="61074" y="1016508"/>
                  </a:lnTo>
                  <a:lnTo>
                    <a:pt x="58661" y="1017282"/>
                  </a:lnTo>
                  <a:lnTo>
                    <a:pt x="56362" y="1018882"/>
                  </a:lnTo>
                  <a:lnTo>
                    <a:pt x="58420" y="1008570"/>
                  </a:lnTo>
                  <a:lnTo>
                    <a:pt x="73710" y="1008570"/>
                  </a:lnTo>
                  <a:lnTo>
                    <a:pt x="73710" y="1004112"/>
                  </a:lnTo>
                  <a:lnTo>
                    <a:pt x="54660" y="1004112"/>
                  </a:lnTo>
                  <a:lnTo>
                    <a:pt x="50952" y="1023785"/>
                  </a:lnTo>
                  <a:lnTo>
                    <a:pt x="55359" y="1024331"/>
                  </a:lnTo>
                  <a:lnTo>
                    <a:pt x="56070" y="1023239"/>
                  </a:lnTo>
                  <a:lnTo>
                    <a:pt x="57023" y="1022350"/>
                  </a:lnTo>
                  <a:lnTo>
                    <a:pt x="59461" y="1020978"/>
                  </a:lnTo>
                  <a:lnTo>
                    <a:pt x="60833" y="1020648"/>
                  </a:lnTo>
                  <a:lnTo>
                    <a:pt x="64782" y="1020648"/>
                  </a:lnTo>
                  <a:lnTo>
                    <a:pt x="66751" y="1021410"/>
                  </a:lnTo>
                  <a:lnTo>
                    <a:pt x="69761" y="1024496"/>
                  </a:lnTo>
                  <a:lnTo>
                    <a:pt x="70523" y="1026655"/>
                  </a:lnTo>
                  <a:lnTo>
                    <a:pt x="70523" y="1032167"/>
                  </a:lnTo>
                  <a:lnTo>
                    <a:pt x="69735" y="1034415"/>
                  </a:lnTo>
                  <a:lnTo>
                    <a:pt x="66598" y="1037844"/>
                  </a:lnTo>
                  <a:lnTo>
                    <a:pt x="64681" y="1038669"/>
                  </a:lnTo>
                  <a:lnTo>
                    <a:pt x="60540" y="1038669"/>
                  </a:lnTo>
                  <a:lnTo>
                    <a:pt x="58928" y="1038059"/>
                  </a:lnTo>
                  <a:lnTo>
                    <a:pt x="56273" y="1035634"/>
                  </a:lnTo>
                  <a:lnTo>
                    <a:pt x="55422" y="1033818"/>
                  </a:lnTo>
                  <a:lnTo>
                    <a:pt x="55054" y="1031443"/>
                  </a:lnTo>
                  <a:lnTo>
                    <a:pt x="50114" y="1031836"/>
                  </a:lnTo>
                  <a:lnTo>
                    <a:pt x="50431" y="1035088"/>
                  </a:lnTo>
                  <a:lnTo>
                    <a:pt x="51689" y="1037678"/>
                  </a:lnTo>
                  <a:lnTo>
                    <a:pt x="56095" y="1041590"/>
                  </a:lnTo>
                  <a:lnTo>
                    <a:pt x="58940" y="1042517"/>
                  </a:lnTo>
                  <a:lnTo>
                    <a:pt x="66675" y="1042517"/>
                  </a:lnTo>
                  <a:lnTo>
                    <a:pt x="70027" y="1040980"/>
                  </a:lnTo>
                  <a:lnTo>
                    <a:pt x="74498" y="1035354"/>
                  </a:lnTo>
                  <a:lnTo>
                    <a:pt x="75514" y="1032383"/>
                  </a:lnTo>
                  <a:lnTo>
                    <a:pt x="75514" y="1025271"/>
                  </a:lnTo>
                  <a:close/>
                </a:path>
                <a:path w="2667634" h="2440940">
                  <a:moveTo>
                    <a:pt x="76809" y="759282"/>
                  </a:moveTo>
                  <a:lnTo>
                    <a:pt x="72974" y="739114"/>
                  </a:lnTo>
                  <a:lnTo>
                    <a:pt x="72555" y="738454"/>
                  </a:lnTo>
                  <a:lnTo>
                    <a:pt x="71970" y="737933"/>
                  </a:lnTo>
                  <a:lnTo>
                    <a:pt x="71970" y="761047"/>
                  </a:lnTo>
                  <a:lnTo>
                    <a:pt x="71234" y="765238"/>
                  </a:lnTo>
                  <a:lnTo>
                    <a:pt x="68287" y="769429"/>
                  </a:lnTo>
                  <a:lnTo>
                    <a:pt x="66471" y="770470"/>
                  </a:lnTo>
                  <a:lnTo>
                    <a:pt x="62153" y="770470"/>
                  </a:lnTo>
                  <a:lnTo>
                    <a:pt x="60337" y="769429"/>
                  </a:lnTo>
                  <a:lnTo>
                    <a:pt x="57404" y="765238"/>
                  </a:lnTo>
                  <a:lnTo>
                    <a:pt x="56654" y="761047"/>
                  </a:lnTo>
                  <a:lnTo>
                    <a:pt x="56769" y="747928"/>
                  </a:lnTo>
                  <a:lnTo>
                    <a:pt x="57467" y="744181"/>
                  </a:lnTo>
                  <a:lnTo>
                    <a:pt x="59093" y="741819"/>
                  </a:lnTo>
                  <a:lnTo>
                    <a:pt x="60375" y="740003"/>
                  </a:lnTo>
                  <a:lnTo>
                    <a:pt x="62103" y="739114"/>
                  </a:lnTo>
                  <a:lnTo>
                    <a:pt x="66459" y="739114"/>
                  </a:lnTo>
                  <a:lnTo>
                    <a:pt x="71970" y="761047"/>
                  </a:lnTo>
                  <a:lnTo>
                    <a:pt x="71970" y="737933"/>
                  </a:lnTo>
                  <a:lnTo>
                    <a:pt x="71272" y="737298"/>
                  </a:lnTo>
                  <a:lnTo>
                    <a:pt x="68173" y="735647"/>
                  </a:lnTo>
                  <a:lnTo>
                    <a:pt x="66370" y="735203"/>
                  </a:lnTo>
                  <a:lnTo>
                    <a:pt x="61531" y="735203"/>
                  </a:lnTo>
                  <a:lnTo>
                    <a:pt x="51828" y="750252"/>
                  </a:lnTo>
                  <a:lnTo>
                    <a:pt x="51828" y="761987"/>
                  </a:lnTo>
                  <a:lnTo>
                    <a:pt x="53086" y="767168"/>
                  </a:lnTo>
                  <a:lnTo>
                    <a:pt x="57721" y="773010"/>
                  </a:lnTo>
                  <a:lnTo>
                    <a:pt x="60617" y="774331"/>
                  </a:lnTo>
                  <a:lnTo>
                    <a:pt x="67119" y="774331"/>
                  </a:lnTo>
                  <a:lnTo>
                    <a:pt x="69443" y="773557"/>
                  </a:lnTo>
                  <a:lnTo>
                    <a:pt x="71272" y="772071"/>
                  </a:lnTo>
                  <a:lnTo>
                    <a:pt x="73113" y="770534"/>
                  </a:lnTo>
                  <a:lnTo>
                    <a:pt x="74498" y="768438"/>
                  </a:lnTo>
                  <a:lnTo>
                    <a:pt x="76339" y="762876"/>
                  </a:lnTo>
                  <a:lnTo>
                    <a:pt x="76809" y="759282"/>
                  </a:lnTo>
                  <a:close/>
                </a:path>
                <a:path w="2667634" h="2440940">
                  <a:moveTo>
                    <a:pt x="76809" y="222859"/>
                  </a:moveTo>
                  <a:lnTo>
                    <a:pt x="72974" y="202679"/>
                  </a:lnTo>
                  <a:lnTo>
                    <a:pt x="72555" y="202018"/>
                  </a:lnTo>
                  <a:lnTo>
                    <a:pt x="71970" y="201498"/>
                  </a:lnTo>
                  <a:lnTo>
                    <a:pt x="71970" y="224624"/>
                  </a:lnTo>
                  <a:lnTo>
                    <a:pt x="71234" y="228803"/>
                  </a:lnTo>
                  <a:lnTo>
                    <a:pt x="68287" y="232994"/>
                  </a:lnTo>
                  <a:lnTo>
                    <a:pt x="66471" y="234048"/>
                  </a:lnTo>
                  <a:lnTo>
                    <a:pt x="62153" y="234048"/>
                  </a:lnTo>
                  <a:lnTo>
                    <a:pt x="60337" y="232994"/>
                  </a:lnTo>
                  <a:lnTo>
                    <a:pt x="57404" y="228803"/>
                  </a:lnTo>
                  <a:lnTo>
                    <a:pt x="56654" y="224624"/>
                  </a:lnTo>
                  <a:lnTo>
                    <a:pt x="56756" y="211556"/>
                  </a:lnTo>
                  <a:lnTo>
                    <a:pt x="57467" y="207759"/>
                  </a:lnTo>
                  <a:lnTo>
                    <a:pt x="60375" y="203568"/>
                  </a:lnTo>
                  <a:lnTo>
                    <a:pt x="62103" y="202679"/>
                  </a:lnTo>
                  <a:lnTo>
                    <a:pt x="66459" y="202679"/>
                  </a:lnTo>
                  <a:lnTo>
                    <a:pt x="71970" y="224624"/>
                  </a:lnTo>
                  <a:lnTo>
                    <a:pt x="71970" y="201498"/>
                  </a:lnTo>
                  <a:lnTo>
                    <a:pt x="71272" y="200863"/>
                  </a:lnTo>
                  <a:lnTo>
                    <a:pt x="68173" y="199212"/>
                  </a:lnTo>
                  <a:lnTo>
                    <a:pt x="66370" y="198767"/>
                  </a:lnTo>
                  <a:lnTo>
                    <a:pt x="61531" y="198767"/>
                  </a:lnTo>
                  <a:lnTo>
                    <a:pt x="51828" y="213817"/>
                  </a:lnTo>
                  <a:lnTo>
                    <a:pt x="51828" y="225552"/>
                  </a:lnTo>
                  <a:lnTo>
                    <a:pt x="53086" y="230733"/>
                  </a:lnTo>
                  <a:lnTo>
                    <a:pt x="57721" y="236575"/>
                  </a:lnTo>
                  <a:lnTo>
                    <a:pt x="60617" y="237909"/>
                  </a:lnTo>
                  <a:lnTo>
                    <a:pt x="67119" y="237909"/>
                  </a:lnTo>
                  <a:lnTo>
                    <a:pt x="76339" y="226491"/>
                  </a:lnTo>
                  <a:lnTo>
                    <a:pt x="76809" y="222859"/>
                  </a:lnTo>
                  <a:close/>
                </a:path>
                <a:path w="2667634" h="2440940">
                  <a:moveTo>
                    <a:pt x="77228" y="488835"/>
                  </a:moveTo>
                  <a:lnTo>
                    <a:pt x="76073" y="485863"/>
                  </a:lnTo>
                  <a:lnTo>
                    <a:pt x="74434" y="484212"/>
                  </a:lnTo>
                  <a:lnTo>
                    <a:pt x="72682" y="482447"/>
                  </a:lnTo>
                  <a:lnTo>
                    <a:pt x="71475" y="481228"/>
                  </a:lnTo>
                  <a:lnTo>
                    <a:pt x="68656" y="480072"/>
                  </a:lnTo>
                  <a:lnTo>
                    <a:pt x="62788" y="480072"/>
                  </a:lnTo>
                  <a:lnTo>
                    <a:pt x="60375" y="480847"/>
                  </a:lnTo>
                  <a:lnTo>
                    <a:pt x="58077" y="482447"/>
                  </a:lnTo>
                  <a:lnTo>
                    <a:pt x="60134" y="472135"/>
                  </a:lnTo>
                  <a:lnTo>
                    <a:pt x="75425" y="472135"/>
                  </a:lnTo>
                  <a:lnTo>
                    <a:pt x="75425" y="467677"/>
                  </a:lnTo>
                  <a:lnTo>
                    <a:pt x="56375" y="467677"/>
                  </a:lnTo>
                  <a:lnTo>
                    <a:pt x="52666" y="487349"/>
                  </a:lnTo>
                  <a:lnTo>
                    <a:pt x="57073" y="487908"/>
                  </a:lnTo>
                  <a:lnTo>
                    <a:pt x="57772" y="486803"/>
                  </a:lnTo>
                  <a:lnTo>
                    <a:pt x="58737" y="485914"/>
                  </a:lnTo>
                  <a:lnTo>
                    <a:pt x="59956" y="485254"/>
                  </a:lnTo>
                  <a:lnTo>
                    <a:pt x="61175" y="484543"/>
                  </a:lnTo>
                  <a:lnTo>
                    <a:pt x="62534" y="484212"/>
                  </a:lnTo>
                  <a:lnTo>
                    <a:pt x="66497" y="484212"/>
                  </a:lnTo>
                  <a:lnTo>
                    <a:pt x="68465" y="484987"/>
                  </a:lnTo>
                  <a:lnTo>
                    <a:pt x="71475" y="488073"/>
                  </a:lnTo>
                  <a:lnTo>
                    <a:pt x="72237" y="490220"/>
                  </a:lnTo>
                  <a:lnTo>
                    <a:pt x="72161" y="495947"/>
                  </a:lnTo>
                  <a:lnTo>
                    <a:pt x="71450" y="497992"/>
                  </a:lnTo>
                  <a:lnTo>
                    <a:pt x="68313" y="501408"/>
                  </a:lnTo>
                  <a:lnTo>
                    <a:pt x="66395" y="502234"/>
                  </a:lnTo>
                  <a:lnTo>
                    <a:pt x="62255" y="502234"/>
                  </a:lnTo>
                  <a:lnTo>
                    <a:pt x="60642" y="501624"/>
                  </a:lnTo>
                  <a:lnTo>
                    <a:pt x="57988" y="499198"/>
                  </a:lnTo>
                  <a:lnTo>
                    <a:pt x="57124" y="497382"/>
                  </a:lnTo>
                  <a:lnTo>
                    <a:pt x="56769" y="495007"/>
                  </a:lnTo>
                  <a:lnTo>
                    <a:pt x="51828" y="495401"/>
                  </a:lnTo>
                  <a:lnTo>
                    <a:pt x="52146" y="498652"/>
                  </a:lnTo>
                  <a:lnTo>
                    <a:pt x="53403" y="501243"/>
                  </a:lnTo>
                  <a:lnTo>
                    <a:pt x="55600" y="503174"/>
                  </a:lnTo>
                  <a:lnTo>
                    <a:pt x="57810" y="505155"/>
                  </a:lnTo>
                  <a:lnTo>
                    <a:pt x="60655" y="506095"/>
                  </a:lnTo>
                  <a:lnTo>
                    <a:pt x="68376" y="506095"/>
                  </a:lnTo>
                  <a:lnTo>
                    <a:pt x="71729" y="504545"/>
                  </a:lnTo>
                  <a:lnTo>
                    <a:pt x="73583" y="502234"/>
                  </a:lnTo>
                  <a:lnTo>
                    <a:pt x="76212" y="498932"/>
                  </a:lnTo>
                  <a:lnTo>
                    <a:pt x="77228" y="495947"/>
                  </a:lnTo>
                  <a:lnTo>
                    <a:pt x="77228" y="488835"/>
                  </a:lnTo>
                  <a:close/>
                </a:path>
                <a:path w="2667634" h="2440940">
                  <a:moveTo>
                    <a:pt x="77317" y="1561706"/>
                  </a:moveTo>
                  <a:lnTo>
                    <a:pt x="76174" y="1558721"/>
                  </a:lnTo>
                  <a:lnTo>
                    <a:pt x="74523" y="1557070"/>
                  </a:lnTo>
                  <a:lnTo>
                    <a:pt x="72771" y="1555305"/>
                  </a:lnTo>
                  <a:lnTo>
                    <a:pt x="71564" y="1554099"/>
                  </a:lnTo>
                  <a:lnTo>
                    <a:pt x="68745" y="1552943"/>
                  </a:lnTo>
                  <a:lnTo>
                    <a:pt x="62877" y="1552943"/>
                  </a:lnTo>
                  <a:lnTo>
                    <a:pt x="60464" y="1553718"/>
                  </a:lnTo>
                  <a:lnTo>
                    <a:pt x="58166" y="1555305"/>
                  </a:lnTo>
                  <a:lnTo>
                    <a:pt x="60236" y="1545005"/>
                  </a:lnTo>
                  <a:lnTo>
                    <a:pt x="75514" y="1545005"/>
                  </a:lnTo>
                  <a:lnTo>
                    <a:pt x="75514" y="1540535"/>
                  </a:lnTo>
                  <a:lnTo>
                    <a:pt x="56464" y="1540535"/>
                  </a:lnTo>
                  <a:lnTo>
                    <a:pt x="52755" y="1560220"/>
                  </a:lnTo>
                  <a:lnTo>
                    <a:pt x="57175" y="1560766"/>
                  </a:lnTo>
                  <a:lnTo>
                    <a:pt x="57873" y="1559661"/>
                  </a:lnTo>
                  <a:lnTo>
                    <a:pt x="58826" y="1558785"/>
                  </a:lnTo>
                  <a:lnTo>
                    <a:pt x="60045" y="1558124"/>
                  </a:lnTo>
                  <a:lnTo>
                    <a:pt x="61264" y="1557401"/>
                  </a:lnTo>
                  <a:lnTo>
                    <a:pt x="62636" y="1557070"/>
                  </a:lnTo>
                  <a:lnTo>
                    <a:pt x="66586" y="1557070"/>
                  </a:lnTo>
                  <a:lnTo>
                    <a:pt x="68554" y="1557845"/>
                  </a:lnTo>
                  <a:lnTo>
                    <a:pt x="71577" y="1560931"/>
                  </a:lnTo>
                  <a:lnTo>
                    <a:pt x="72326" y="1563077"/>
                  </a:lnTo>
                  <a:lnTo>
                    <a:pt x="72237" y="1568818"/>
                  </a:lnTo>
                  <a:lnTo>
                    <a:pt x="71539" y="1570850"/>
                  </a:lnTo>
                  <a:lnTo>
                    <a:pt x="68414" y="1574266"/>
                  </a:lnTo>
                  <a:lnTo>
                    <a:pt x="66497" y="1575092"/>
                  </a:lnTo>
                  <a:lnTo>
                    <a:pt x="62344" y="1575092"/>
                  </a:lnTo>
                  <a:lnTo>
                    <a:pt x="60744" y="1574495"/>
                  </a:lnTo>
                  <a:lnTo>
                    <a:pt x="58077" y="1572069"/>
                  </a:lnTo>
                  <a:lnTo>
                    <a:pt x="57226" y="1570240"/>
                  </a:lnTo>
                  <a:lnTo>
                    <a:pt x="56857" y="1567878"/>
                  </a:lnTo>
                  <a:lnTo>
                    <a:pt x="51917" y="1568259"/>
                  </a:lnTo>
                  <a:lnTo>
                    <a:pt x="52235" y="1571510"/>
                  </a:lnTo>
                  <a:lnTo>
                    <a:pt x="53492" y="1574101"/>
                  </a:lnTo>
                  <a:lnTo>
                    <a:pt x="57899" y="1577962"/>
                  </a:lnTo>
                  <a:lnTo>
                    <a:pt x="60744" y="1578952"/>
                  </a:lnTo>
                  <a:lnTo>
                    <a:pt x="68478" y="1578952"/>
                  </a:lnTo>
                  <a:lnTo>
                    <a:pt x="71831" y="1577416"/>
                  </a:lnTo>
                  <a:lnTo>
                    <a:pt x="73672" y="1575092"/>
                  </a:lnTo>
                  <a:lnTo>
                    <a:pt x="76314" y="1571790"/>
                  </a:lnTo>
                  <a:lnTo>
                    <a:pt x="77317" y="1568818"/>
                  </a:lnTo>
                  <a:lnTo>
                    <a:pt x="77317" y="1561706"/>
                  </a:lnTo>
                  <a:close/>
                </a:path>
                <a:path w="2667634" h="2440940">
                  <a:moveTo>
                    <a:pt x="77812" y="2423909"/>
                  </a:moveTo>
                  <a:lnTo>
                    <a:pt x="63373" y="2423909"/>
                  </a:lnTo>
                  <a:lnTo>
                    <a:pt x="63373" y="2428633"/>
                  </a:lnTo>
                  <a:lnTo>
                    <a:pt x="77812" y="2428633"/>
                  </a:lnTo>
                  <a:lnTo>
                    <a:pt x="77812" y="2423909"/>
                  </a:lnTo>
                  <a:close/>
                </a:path>
                <a:path w="2667634" h="2440940">
                  <a:moveTo>
                    <a:pt x="106946" y="2435618"/>
                  </a:moveTo>
                  <a:lnTo>
                    <a:pt x="88163" y="2435618"/>
                  </a:lnTo>
                  <a:lnTo>
                    <a:pt x="88684" y="2434755"/>
                  </a:lnTo>
                  <a:lnTo>
                    <a:pt x="89344" y="2433917"/>
                  </a:lnTo>
                  <a:lnTo>
                    <a:pt x="90957" y="2432227"/>
                  </a:lnTo>
                  <a:lnTo>
                    <a:pt x="92760" y="2430615"/>
                  </a:lnTo>
                  <a:lnTo>
                    <a:pt x="98958" y="2425395"/>
                  </a:lnTo>
                  <a:lnTo>
                    <a:pt x="101384" y="2423147"/>
                  </a:lnTo>
                  <a:lnTo>
                    <a:pt x="104292" y="2419858"/>
                  </a:lnTo>
                  <a:lnTo>
                    <a:pt x="105333" y="2418308"/>
                  </a:lnTo>
                  <a:lnTo>
                    <a:pt x="106591" y="2415349"/>
                  </a:lnTo>
                  <a:lnTo>
                    <a:pt x="106870" y="2413978"/>
                  </a:lnTo>
                  <a:lnTo>
                    <a:pt x="106756" y="2408961"/>
                  </a:lnTo>
                  <a:lnTo>
                    <a:pt x="105829" y="2406777"/>
                  </a:lnTo>
                  <a:lnTo>
                    <a:pt x="104559" y="2405570"/>
                  </a:lnTo>
                  <a:lnTo>
                    <a:pt x="101549" y="2402687"/>
                  </a:lnTo>
                  <a:lnTo>
                    <a:pt x="98628" y="2401671"/>
                  </a:lnTo>
                  <a:lnTo>
                    <a:pt x="91313" y="2401671"/>
                  </a:lnTo>
                  <a:lnTo>
                    <a:pt x="88417" y="2402624"/>
                  </a:lnTo>
                  <a:lnTo>
                    <a:pt x="84099" y="2406396"/>
                  </a:lnTo>
                  <a:lnTo>
                    <a:pt x="82854" y="2409152"/>
                  </a:lnTo>
                  <a:lnTo>
                    <a:pt x="82524" y="2412746"/>
                  </a:lnTo>
                  <a:lnTo>
                    <a:pt x="87350" y="2413254"/>
                  </a:lnTo>
                  <a:lnTo>
                    <a:pt x="87376" y="2410841"/>
                  </a:lnTo>
                  <a:lnTo>
                    <a:pt x="88061" y="2408961"/>
                  </a:lnTo>
                  <a:lnTo>
                    <a:pt x="90779" y="2406243"/>
                  </a:lnTo>
                  <a:lnTo>
                    <a:pt x="92583" y="2405570"/>
                  </a:lnTo>
                  <a:lnTo>
                    <a:pt x="97002" y="2405570"/>
                  </a:lnTo>
                  <a:lnTo>
                    <a:pt x="98729" y="2406205"/>
                  </a:lnTo>
                  <a:lnTo>
                    <a:pt x="101396" y="2408771"/>
                  </a:lnTo>
                  <a:lnTo>
                    <a:pt x="102057" y="2410345"/>
                  </a:lnTo>
                  <a:lnTo>
                    <a:pt x="102057" y="2413978"/>
                  </a:lnTo>
                  <a:lnTo>
                    <a:pt x="101333" y="2415870"/>
                  </a:lnTo>
                  <a:lnTo>
                    <a:pt x="98399" y="2419870"/>
                  </a:lnTo>
                  <a:lnTo>
                    <a:pt x="95592" y="2422563"/>
                  </a:lnTo>
                  <a:lnTo>
                    <a:pt x="88747" y="2428163"/>
                  </a:lnTo>
                  <a:lnTo>
                    <a:pt x="86702" y="2430107"/>
                  </a:lnTo>
                  <a:lnTo>
                    <a:pt x="83858" y="2433447"/>
                  </a:lnTo>
                  <a:lnTo>
                    <a:pt x="82829" y="2435148"/>
                  </a:lnTo>
                  <a:lnTo>
                    <a:pt x="81775" y="2437917"/>
                  </a:lnTo>
                  <a:lnTo>
                    <a:pt x="81597" y="2439009"/>
                  </a:lnTo>
                  <a:lnTo>
                    <a:pt x="81635" y="2440127"/>
                  </a:lnTo>
                  <a:lnTo>
                    <a:pt x="106946" y="2440127"/>
                  </a:lnTo>
                  <a:lnTo>
                    <a:pt x="106946" y="2435618"/>
                  </a:lnTo>
                  <a:close/>
                </a:path>
                <a:path w="2667634" h="2440940">
                  <a:moveTo>
                    <a:pt x="137858" y="2425738"/>
                  </a:moveTo>
                  <a:lnTo>
                    <a:pt x="133019" y="2404389"/>
                  </a:lnTo>
                  <a:lnTo>
                    <a:pt x="133019" y="2427528"/>
                  </a:lnTo>
                  <a:lnTo>
                    <a:pt x="132270" y="2431719"/>
                  </a:lnTo>
                  <a:lnTo>
                    <a:pt x="129336" y="2435872"/>
                  </a:lnTo>
                  <a:lnTo>
                    <a:pt x="127533" y="2436914"/>
                  </a:lnTo>
                  <a:lnTo>
                    <a:pt x="123202" y="2436914"/>
                  </a:lnTo>
                  <a:lnTo>
                    <a:pt x="121399" y="2435872"/>
                  </a:lnTo>
                  <a:lnTo>
                    <a:pt x="118452" y="2431694"/>
                  </a:lnTo>
                  <a:lnTo>
                    <a:pt x="117716" y="2427528"/>
                  </a:lnTo>
                  <a:lnTo>
                    <a:pt x="117817" y="2414422"/>
                  </a:lnTo>
                  <a:lnTo>
                    <a:pt x="118529" y="2410650"/>
                  </a:lnTo>
                  <a:lnTo>
                    <a:pt x="121437" y="2406485"/>
                  </a:lnTo>
                  <a:lnTo>
                    <a:pt x="123164" y="2405570"/>
                  </a:lnTo>
                  <a:lnTo>
                    <a:pt x="127508" y="2405570"/>
                  </a:lnTo>
                  <a:lnTo>
                    <a:pt x="129336" y="2406612"/>
                  </a:lnTo>
                  <a:lnTo>
                    <a:pt x="132283" y="2410752"/>
                  </a:lnTo>
                  <a:lnTo>
                    <a:pt x="132930" y="2414422"/>
                  </a:lnTo>
                  <a:lnTo>
                    <a:pt x="133019" y="2427528"/>
                  </a:lnTo>
                  <a:lnTo>
                    <a:pt x="133019" y="2404389"/>
                  </a:lnTo>
                  <a:lnTo>
                    <a:pt x="132334" y="2403741"/>
                  </a:lnTo>
                  <a:lnTo>
                    <a:pt x="129222" y="2402090"/>
                  </a:lnTo>
                  <a:lnTo>
                    <a:pt x="127419" y="2401671"/>
                  </a:lnTo>
                  <a:lnTo>
                    <a:pt x="122580" y="2401671"/>
                  </a:lnTo>
                  <a:lnTo>
                    <a:pt x="112877" y="2416721"/>
                  </a:lnTo>
                  <a:lnTo>
                    <a:pt x="112877" y="2428443"/>
                  </a:lnTo>
                  <a:lnTo>
                    <a:pt x="114147" y="2433624"/>
                  </a:lnTo>
                  <a:lnTo>
                    <a:pt x="118783" y="2439466"/>
                  </a:lnTo>
                  <a:lnTo>
                    <a:pt x="121678" y="2440787"/>
                  </a:lnTo>
                  <a:lnTo>
                    <a:pt x="128168" y="2440787"/>
                  </a:lnTo>
                  <a:lnTo>
                    <a:pt x="130492" y="2440038"/>
                  </a:lnTo>
                  <a:lnTo>
                    <a:pt x="134175" y="2437015"/>
                  </a:lnTo>
                  <a:lnTo>
                    <a:pt x="135547" y="2434882"/>
                  </a:lnTo>
                  <a:lnTo>
                    <a:pt x="137388" y="2429357"/>
                  </a:lnTo>
                  <a:lnTo>
                    <a:pt x="137858" y="2425738"/>
                  </a:lnTo>
                  <a:close/>
                </a:path>
                <a:path w="2667634" h="2440940">
                  <a:moveTo>
                    <a:pt x="369036" y="2423909"/>
                  </a:moveTo>
                  <a:lnTo>
                    <a:pt x="354584" y="2423909"/>
                  </a:lnTo>
                  <a:lnTo>
                    <a:pt x="354584" y="2428633"/>
                  </a:lnTo>
                  <a:lnTo>
                    <a:pt x="369036" y="2428633"/>
                  </a:lnTo>
                  <a:lnTo>
                    <a:pt x="369036" y="2423909"/>
                  </a:lnTo>
                  <a:close/>
                </a:path>
                <a:path w="2667634" h="2440940">
                  <a:moveTo>
                    <a:pt x="391160" y="2401671"/>
                  </a:moveTo>
                  <a:lnTo>
                    <a:pt x="388137" y="2401671"/>
                  </a:lnTo>
                  <a:lnTo>
                    <a:pt x="387311" y="2403322"/>
                  </a:lnTo>
                  <a:lnTo>
                    <a:pt x="385927" y="2405037"/>
                  </a:lnTo>
                  <a:lnTo>
                    <a:pt x="381990" y="2408555"/>
                  </a:lnTo>
                  <a:lnTo>
                    <a:pt x="379691" y="2410053"/>
                  </a:lnTo>
                  <a:lnTo>
                    <a:pt x="377151" y="2411247"/>
                  </a:lnTo>
                  <a:lnTo>
                    <a:pt x="377050" y="2415844"/>
                  </a:lnTo>
                  <a:lnTo>
                    <a:pt x="386461" y="2410168"/>
                  </a:lnTo>
                  <a:lnTo>
                    <a:pt x="386461" y="2440127"/>
                  </a:lnTo>
                  <a:lnTo>
                    <a:pt x="391160" y="2440127"/>
                  </a:lnTo>
                  <a:lnTo>
                    <a:pt x="391160" y="2410168"/>
                  </a:lnTo>
                  <a:lnTo>
                    <a:pt x="391160" y="2401671"/>
                  </a:lnTo>
                  <a:close/>
                </a:path>
                <a:path w="2667634" h="2440940">
                  <a:moveTo>
                    <a:pt x="429488" y="2423515"/>
                  </a:moveTo>
                  <a:lnTo>
                    <a:pt x="428332" y="2420531"/>
                  </a:lnTo>
                  <a:lnTo>
                    <a:pt x="426694" y="2418892"/>
                  </a:lnTo>
                  <a:lnTo>
                    <a:pt x="424967" y="2417140"/>
                  </a:lnTo>
                  <a:lnTo>
                    <a:pt x="423760" y="2415895"/>
                  </a:lnTo>
                  <a:lnTo>
                    <a:pt x="420941" y="2414740"/>
                  </a:lnTo>
                  <a:lnTo>
                    <a:pt x="415048" y="2414740"/>
                  </a:lnTo>
                  <a:lnTo>
                    <a:pt x="412635" y="2415540"/>
                  </a:lnTo>
                  <a:lnTo>
                    <a:pt x="410337" y="2417140"/>
                  </a:lnTo>
                  <a:lnTo>
                    <a:pt x="412407" y="2406853"/>
                  </a:lnTo>
                  <a:lnTo>
                    <a:pt x="427672" y="2406853"/>
                  </a:lnTo>
                  <a:lnTo>
                    <a:pt x="427672" y="2402357"/>
                  </a:lnTo>
                  <a:lnTo>
                    <a:pt x="408647" y="2402357"/>
                  </a:lnTo>
                  <a:lnTo>
                    <a:pt x="404939" y="2422029"/>
                  </a:lnTo>
                  <a:lnTo>
                    <a:pt x="409346" y="2422601"/>
                  </a:lnTo>
                  <a:lnTo>
                    <a:pt x="410044" y="2421509"/>
                  </a:lnTo>
                  <a:lnTo>
                    <a:pt x="410997" y="2420607"/>
                  </a:lnTo>
                  <a:lnTo>
                    <a:pt x="413435" y="2419235"/>
                  </a:lnTo>
                  <a:lnTo>
                    <a:pt x="414807" y="2418892"/>
                  </a:lnTo>
                  <a:lnTo>
                    <a:pt x="418744" y="2418892"/>
                  </a:lnTo>
                  <a:lnTo>
                    <a:pt x="420725" y="2419667"/>
                  </a:lnTo>
                  <a:lnTo>
                    <a:pt x="422262" y="2421217"/>
                  </a:lnTo>
                  <a:lnTo>
                    <a:pt x="423760" y="2422766"/>
                  </a:lnTo>
                  <a:lnTo>
                    <a:pt x="424522" y="2424887"/>
                  </a:lnTo>
                  <a:lnTo>
                    <a:pt x="424446" y="2430615"/>
                  </a:lnTo>
                  <a:lnTo>
                    <a:pt x="423697" y="2432659"/>
                  </a:lnTo>
                  <a:lnTo>
                    <a:pt x="422160" y="2434361"/>
                  </a:lnTo>
                  <a:lnTo>
                    <a:pt x="420560" y="2436063"/>
                  </a:lnTo>
                  <a:lnTo>
                    <a:pt x="418680" y="2436914"/>
                  </a:lnTo>
                  <a:lnTo>
                    <a:pt x="414515" y="2436914"/>
                  </a:lnTo>
                  <a:lnTo>
                    <a:pt x="412915" y="2436317"/>
                  </a:lnTo>
                  <a:lnTo>
                    <a:pt x="410248" y="2433891"/>
                  </a:lnTo>
                  <a:lnTo>
                    <a:pt x="409397" y="2432088"/>
                  </a:lnTo>
                  <a:lnTo>
                    <a:pt x="409041" y="2429687"/>
                  </a:lnTo>
                  <a:lnTo>
                    <a:pt x="404101" y="2430107"/>
                  </a:lnTo>
                  <a:lnTo>
                    <a:pt x="404406" y="2433332"/>
                  </a:lnTo>
                  <a:lnTo>
                    <a:pt x="405663" y="2435910"/>
                  </a:lnTo>
                  <a:lnTo>
                    <a:pt x="410083" y="2439809"/>
                  </a:lnTo>
                  <a:lnTo>
                    <a:pt x="412915" y="2440787"/>
                  </a:lnTo>
                  <a:lnTo>
                    <a:pt x="420674" y="2440787"/>
                  </a:lnTo>
                  <a:lnTo>
                    <a:pt x="424027" y="2439238"/>
                  </a:lnTo>
                  <a:lnTo>
                    <a:pt x="425843" y="2436914"/>
                  </a:lnTo>
                  <a:lnTo>
                    <a:pt x="428498" y="2433612"/>
                  </a:lnTo>
                  <a:lnTo>
                    <a:pt x="429488" y="2430615"/>
                  </a:lnTo>
                  <a:lnTo>
                    <a:pt x="429488" y="2423515"/>
                  </a:lnTo>
                  <a:close/>
                </a:path>
                <a:path w="2667634" h="2440940">
                  <a:moveTo>
                    <a:pt x="660247" y="2423909"/>
                  </a:moveTo>
                  <a:lnTo>
                    <a:pt x="645807" y="2423909"/>
                  </a:lnTo>
                  <a:lnTo>
                    <a:pt x="645807" y="2428633"/>
                  </a:lnTo>
                  <a:lnTo>
                    <a:pt x="660247" y="2428633"/>
                  </a:lnTo>
                  <a:lnTo>
                    <a:pt x="660247" y="2423909"/>
                  </a:lnTo>
                  <a:close/>
                </a:path>
                <a:path w="2667634" h="2440940">
                  <a:moveTo>
                    <a:pt x="682396" y="2401671"/>
                  </a:moveTo>
                  <a:lnTo>
                    <a:pt x="679361" y="2401671"/>
                  </a:lnTo>
                  <a:lnTo>
                    <a:pt x="678535" y="2403322"/>
                  </a:lnTo>
                  <a:lnTo>
                    <a:pt x="677164" y="2405037"/>
                  </a:lnTo>
                  <a:lnTo>
                    <a:pt x="673188" y="2408555"/>
                  </a:lnTo>
                  <a:lnTo>
                    <a:pt x="670877" y="2410053"/>
                  </a:lnTo>
                  <a:lnTo>
                    <a:pt x="668375" y="2411247"/>
                  </a:lnTo>
                  <a:lnTo>
                    <a:pt x="668286" y="2415844"/>
                  </a:lnTo>
                  <a:lnTo>
                    <a:pt x="677659" y="2410168"/>
                  </a:lnTo>
                  <a:lnTo>
                    <a:pt x="677659" y="2440127"/>
                  </a:lnTo>
                  <a:lnTo>
                    <a:pt x="682396" y="2440127"/>
                  </a:lnTo>
                  <a:lnTo>
                    <a:pt x="682396" y="2410168"/>
                  </a:lnTo>
                  <a:lnTo>
                    <a:pt x="682396" y="2401671"/>
                  </a:lnTo>
                  <a:close/>
                </a:path>
                <a:path w="2667634" h="2440940">
                  <a:moveTo>
                    <a:pt x="720318" y="2425738"/>
                  </a:moveTo>
                  <a:lnTo>
                    <a:pt x="715467" y="2404427"/>
                  </a:lnTo>
                  <a:lnTo>
                    <a:pt x="715467" y="2427528"/>
                  </a:lnTo>
                  <a:lnTo>
                    <a:pt x="714730" y="2431719"/>
                  </a:lnTo>
                  <a:lnTo>
                    <a:pt x="711771" y="2435872"/>
                  </a:lnTo>
                  <a:lnTo>
                    <a:pt x="709955" y="2436914"/>
                  </a:lnTo>
                  <a:lnTo>
                    <a:pt x="705650" y="2436914"/>
                  </a:lnTo>
                  <a:lnTo>
                    <a:pt x="703834" y="2435872"/>
                  </a:lnTo>
                  <a:lnTo>
                    <a:pt x="700849" y="2431694"/>
                  </a:lnTo>
                  <a:lnTo>
                    <a:pt x="700138" y="2427528"/>
                  </a:lnTo>
                  <a:lnTo>
                    <a:pt x="700239" y="2414422"/>
                  </a:lnTo>
                  <a:lnTo>
                    <a:pt x="700963" y="2410650"/>
                  </a:lnTo>
                  <a:lnTo>
                    <a:pt x="702564" y="2408313"/>
                  </a:lnTo>
                  <a:lnTo>
                    <a:pt x="703884" y="2406485"/>
                  </a:lnTo>
                  <a:lnTo>
                    <a:pt x="705599" y="2405570"/>
                  </a:lnTo>
                  <a:lnTo>
                    <a:pt x="709955" y="2405570"/>
                  </a:lnTo>
                  <a:lnTo>
                    <a:pt x="711771" y="2406612"/>
                  </a:lnTo>
                  <a:lnTo>
                    <a:pt x="714743" y="2410752"/>
                  </a:lnTo>
                  <a:lnTo>
                    <a:pt x="715378" y="2414422"/>
                  </a:lnTo>
                  <a:lnTo>
                    <a:pt x="715467" y="2427528"/>
                  </a:lnTo>
                  <a:lnTo>
                    <a:pt x="715467" y="2404427"/>
                  </a:lnTo>
                  <a:lnTo>
                    <a:pt x="714743" y="2403741"/>
                  </a:lnTo>
                  <a:lnTo>
                    <a:pt x="711657" y="2402090"/>
                  </a:lnTo>
                  <a:lnTo>
                    <a:pt x="709841" y="2401671"/>
                  </a:lnTo>
                  <a:lnTo>
                    <a:pt x="704989" y="2401671"/>
                  </a:lnTo>
                  <a:lnTo>
                    <a:pt x="695286" y="2416721"/>
                  </a:lnTo>
                  <a:lnTo>
                    <a:pt x="695286" y="2428443"/>
                  </a:lnTo>
                  <a:lnTo>
                    <a:pt x="696556" y="2433624"/>
                  </a:lnTo>
                  <a:lnTo>
                    <a:pt x="701192" y="2439466"/>
                  </a:lnTo>
                  <a:lnTo>
                    <a:pt x="704113" y="2440787"/>
                  </a:lnTo>
                  <a:lnTo>
                    <a:pt x="710615" y="2440787"/>
                  </a:lnTo>
                  <a:lnTo>
                    <a:pt x="712927" y="2440038"/>
                  </a:lnTo>
                  <a:lnTo>
                    <a:pt x="714743" y="2438527"/>
                  </a:lnTo>
                  <a:lnTo>
                    <a:pt x="716622" y="2437015"/>
                  </a:lnTo>
                  <a:lnTo>
                    <a:pt x="717994" y="2434882"/>
                  </a:lnTo>
                  <a:lnTo>
                    <a:pt x="719023" y="2431694"/>
                  </a:lnTo>
                  <a:lnTo>
                    <a:pt x="719823" y="2429357"/>
                  </a:lnTo>
                  <a:lnTo>
                    <a:pt x="720318" y="2425738"/>
                  </a:lnTo>
                  <a:close/>
                </a:path>
                <a:path w="2667634" h="2440940">
                  <a:moveTo>
                    <a:pt x="967981" y="2423909"/>
                  </a:moveTo>
                  <a:lnTo>
                    <a:pt x="953541" y="2423909"/>
                  </a:lnTo>
                  <a:lnTo>
                    <a:pt x="953541" y="2428633"/>
                  </a:lnTo>
                  <a:lnTo>
                    <a:pt x="967981" y="2428633"/>
                  </a:lnTo>
                  <a:lnTo>
                    <a:pt x="967981" y="2423909"/>
                  </a:lnTo>
                  <a:close/>
                </a:path>
                <a:path w="2667634" h="2440940">
                  <a:moveTo>
                    <a:pt x="997800" y="2423515"/>
                  </a:moveTo>
                  <a:lnTo>
                    <a:pt x="989266" y="2414740"/>
                  </a:lnTo>
                  <a:lnTo>
                    <a:pt x="983361" y="2414740"/>
                  </a:lnTo>
                  <a:lnTo>
                    <a:pt x="980935" y="2415540"/>
                  </a:lnTo>
                  <a:lnTo>
                    <a:pt x="978674" y="2417140"/>
                  </a:lnTo>
                  <a:lnTo>
                    <a:pt x="980719" y="2406853"/>
                  </a:lnTo>
                  <a:lnTo>
                    <a:pt x="995984" y="2406853"/>
                  </a:lnTo>
                  <a:lnTo>
                    <a:pt x="995984" y="2402357"/>
                  </a:lnTo>
                  <a:lnTo>
                    <a:pt x="976972" y="2402357"/>
                  </a:lnTo>
                  <a:lnTo>
                    <a:pt x="973277" y="2422029"/>
                  </a:lnTo>
                  <a:lnTo>
                    <a:pt x="977684" y="2422601"/>
                  </a:lnTo>
                  <a:lnTo>
                    <a:pt x="978344" y="2421509"/>
                  </a:lnTo>
                  <a:lnTo>
                    <a:pt x="979335" y="2420607"/>
                  </a:lnTo>
                  <a:lnTo>
                    <a:pt x="981760" y="2419235"/>
                  </a:lnTo>
                  <a:lnTo>
                    <a:pt x="983145" y="2418892"/>
                  </a:lnTo>
                  <a:lnTo>
                    <a:pt x="987107" y="2418892"/>
                  </a:lnTo>
                  <a:lnTo>
                    <a:pt x="989037" y="2419667"/>
                  </a:lnTo>
                  <a:lnTo>
                    <a:pt x="990587" y="2421217"/>
                  </a:lnTo>
                  <a:lnTo>
                    <a:pt x="992073" y="2422766"/>
                  </a:lnTo>
                  <a:lnTo>
                    <a:pt x="992847" y="2424887"/>
                  </a:lnTo>
                  <a:lnTo>
                    <a:pt x="992759" y="2430615"/>
                  </a:lnTo>
                  <a:lnTo>
                    <a:pt x="992009" y="2432659"/>
                  </a:lnTo>
                  <a:lnTo>
                    <a:pt x="988923" y="2436063"/>
                  </a:lnTo>
                  <a:lnTo>
                    <a:pt x="987005" y="2436914"/>
                  </a:lnTo>
                  <a:lnTo>
                    <a:pt x="982865" y="2436914"/>
                  </a:lnTo>
                  <a:lnTo>
                    <a:pt x="981214" y="2436317"/>
                  </a:lnTo>
                  <a:lnTo>
                    <a:pt x="978573" y="2433891"/>
                  </a:lnTo>
                  <a:lnTo>
                    <a:pt x="977747" y="2432088"/>
                  </a:lnTo>
                  <a:lnTo>
                    <a:pt x="977353" y="2429687"/>
                  </a:lnTo>
                  <a:lnTo>
                    <a:pt x="972400" y="2430107"/>
                  </a:lnTo>
                  <a:lnTo>
                    <a:pt x="972731" y="2433332"/>
                  </a:lnTo>
                  <a:lnTo>
                    <a:pt x="973988" y="2435910"/>
                  </a:lnTo>
                  <a:lnTo>
                    <a:pt x="978408" y="2439809"/>
                  </a:lnTo>
                  <a:lnTo>
                    <a:pt x="981214" y="2440787"/>
                  </a:lnTo>
                  <a:lnTo>
                    <a:pt x="988987" y="2440787"/>
                  </a:lnTo>
                  <a:lnTo>
                    <a:pt x="992352" y="2439238"/>
                  </a:lnTo>
                  <a:lnTo>
                    <a:pt x="994156" y="2436914"/>
                  </a:lnTo>
                  <a:lnTo>
                    <a:pt x="996810" y="2433612"/>
                  </a:lnTo>
                  <a:lnTo>
                    <a:pt x="997800" y="2430615"/>
                  </a:lnTo>
                  <a:lnTo>
                    <a:pt x="997800" y="2423515"/>
                  </a:lnTo>
                  <a:close/>
                </a:path>
                <a:path w="2667634" h="2440940">
                  <a:moveTo>
                    <a:pt x="1278547" y="2425738"/>
                  </a:moveTo>
                  <a:lnTo>
                    <a:pt x="1278470" y="2416721"/>
                  </a:lnTo>
                  <a:lnTo>
                    <a:pt x="1278267" y="2414422"/>
                  </a:lnTo>
                  <a:lnTo>
                    <a:pt x="1277658" y="2412187"/>
                  </a:lnTo>
                  <a:lnTo>
                    <a:pt x="1277112" y="2409952"/>
                  </a:lnTo>
                  <a:lnTo>
                    <a:pt x="1276286" y="2408059"/>
                  </a:lnTo>
                  <a:lnTo>
                    <a:pt x="1274699" y="2405570"/>
                  </a:lnTo>
                  <a:lnTo>
                    <a:pt x="1274305" y="2404935"/>
                  </a:lnTo>
                  <a:lnTo>
                    <a:pt x="1273695" y="2404364"/>
                  </a:lnTo>
                  <a:lnTo>
                    <a:pt x="1273695" y="2427528"/>
                  </a:lnTo>
                  <a:lnTo>
                    <a:pt x="1272959" y="2431719"/>
                  </a:lnTo>
                  <a:lnTo>
                    <a:pt x="1270000" y="2435872"/>
                  </a:lnTo>
                  <a:lnTo>
                    <a:pt x="1268183" y="2436914"/>
                  </a:lnTo>
                  <a:lnTo>
                    <a:pt x="1263878" y="2436914"/>
                  </a:lnTo>
                  <a:lnTo>
                    <a:pt x="1262062" y="2435872"/>
                  </a:lnTo>
                  <a:lnTo>
                    <a:pt x="1260462" y="2433624"/>
                  </a:lnTo>
                  <a:lnTo>
                    <a:pt x="1259141" y="2431694"/>
                  </a:lnTo>
                  <a:lnTo>
                    <a:pt x="1258366" y="2427528"/>
                  </a:lnTo>
                  <a:lnTo>
                    <a:pt x="1258468" y="2414422"/>
                  </a:lnTo>
                  <a:lnTo>
                    <a:pt x="1259205" y="2410650"/>
                  </a:lnTo>
                  <a:lnTo>
                    <a:pt x="1260792" y="2408313"/>
                  </a:lnTo>
                  <a:lnTo>
                    <a:pt x="1262126" y="2406485"/>
                  </a:lnTo>
                  <a:lnTo>
                    <a:pt x="1263827" y="2405570"/>
                  </a:lnTo>
                  <a:lnTo>
                    <a:pt x="1268183" y="2405570"/>
                  </a:lnTo>
                  <a:lnTo>
                    <a:pt x="1270000" y="2406612"/>
                  </a:lnTo>
                  <a:lnTo>
                    <a:pt x="1272971" y="2410752"/>
                  </a:lnTo>
                  <a:lnTo>
                    <a:pt x="1273606" y="2414422"/>
                  </a:lnTo>
                  <a:lnTo>
                    <a:pt x="1273695" y="2427528"/>
                  </a:lnTo>
                  <a:lnTo>
                    <a:pt x="1273695" y="2404364"/>
                  </a:lnTo>
                  <a:lnTo>
                    <a:pt x="1273035" y="2403741"/>
                  </a:lnTo>
                  <a:lnTo>
                    <a:pt x="1269885" y="2402090"/>
                  </a:lnTo>
                  <a:lnTo>
                    <a:pt x="1268133" y="2401671"/>
                  </a:lnTo>
                  <a:lnTo>
                    <a:pt x="1263281" y="2401671"/>
                  </a:lnTo>
                  <a:lnTo>
                    <a:pt x="1253578" y="2416721"/>
                  </a:lnTo>
                  <a:lnTo>
                    <a:pt x="1253578" y="2428443"/>
                  </a:lnTo>
                  <a:lnTo>
                    <a:pt x="1254848" y="2433624"/>
                  </a:lnTo>
                  <a:lnTo>
                    <a:pt x="1257490" y="2437015"/>
                  </a:lnTo>
                  <a:lnTo>
                    <a:pt x="1259471" y="2439466"/>
                  </a:lnTo>
                  <a:lnTo>
                    <a:pt x="1262341" y="2440787"/>
                  </a:lnTo>
                  <a:lnTo>
                    <a:pt x="1268844" y="2440787"/>
                  </a:lnTo>
                  <a:lnTo>
                    <a:pt x="1271155" y="2440038"/>
                  </a:lnTo>
                  <a:lnTo>
                    <a:pt x="1273035" y="2438527"/>
                  </a:lnTo>
                  <a:lnTo>
                    <a:pt x="1274851" y="2437015"/>
                  </a:lnTo>
                  <a:lnTo>
                    <a:pt x="1276223" y="2434882"/>
                  </a:lnTo>
                  <a:lnTo>
                    <a:pt x="1278102" y="2429357"/>
                  </a:lnTo>
                  <a:lnTo>
                    <a:pt x="1278547" y="2425738"/>
                  </a:lnTo>
                  <a:close/>
                </a:path>
                <a:path w="2667634" h="2440940">
                  <a:moveTo>
                    <a:pt x="1570189" y="2423515"/>
                  </a:moveTo>
                  <a:lnTo>
                    <a:pt x="1569034" y="2420531"/>
                  </a:lnTo>
                  <a:lnTo>
                    <a:pt x="1564411" y="2415895"/>
                  </a:lnTo>
                  <a:lnTo>
                    <a:pt x="1561592" y="2414740"/>
                  </a:lnTo>
                  <a:lnTo>
                    <a:pt x="1555750" y="2414740"/>
                  </a:lnTo>
                  <a:lnTo>
                    <a:pt x="1553337" y="2415540"/>
                  </a:lnTo>
                  <a:lnTo>
                    <a:pt x="1551012" y="2417140"/>
                  </a:lnTo>
                  <a:lnTo>
                    <a:pt x="1553108" y="2406853"/>
                  </a:lnTo>
                  <a:lnTo>
                    <a:pt x="1568373" y="2406853"/>
                  </a:lnTo>
                  <a:lnTo>
                    <a:pt x="1568373" y="2402357"/>
                  </a:lnTo>
                  <a:lnTo>
                    <a:pt x="1549311" y="2402357"/>
                  </a:lnTo>
                  <a:lnTo>
                    <a:pt x="1545615" y="2422029"/>
                  </a:lnTo>
                  <a:lnTo>
                    <a:pt x="1550022" y="2422601"/>
                  </a:lnTo>
                  <a:lnTo>
                    <a:pt x="1550746" y="2421509"/>
                  </a:lnTo>
                  <a:lnTo>
                    <a:pt x="1551673" y="2420607"/>
                  </a:lnTo>
                  <a:lnTo>
                    <a:pt x="1554099" y="2419235"/>
                  </a:lnTo>
                  <a:lnTo>
                    <a:pt x="1555483" y="2418892"/>
                  </a:lnTo>
                  <a:lnTo>
                    <a:pt x="1559445" y="2418892"/>
                  </a:lnTo>
                  <a:lnTo>
                    <a:pt x="1561426" y="2419667"/>
                  </a:lnTo>
                  <a:lnTo>
                    <a:pt x="1564411" y="2422766"/>
                  </a:lnTo>
                  <a:lnTo>
                    <a:pt x="1565186" y="2424887"/>
                  </a:lnTo>
                  <a:lnTo>
                    <a:pt x="1565186" y="2430386"/>
                  </a:lnTo>
                  <a:lnTo>
                    <a:pt x="1564411" y="2432659"/>
                  </a:lnTo>
                  <a:lnTo>
                    <a:pt x="1561261" y="2436063"/>
                  </a:lnTo>
                  <a:lnTo>
                    <a:pt x="1559344" y="2436914"/>
                  </a:lnTo>
                  <a:lnTo>
                    <a:pt x="1555203" y="2436914"/>
                  </a:lnTo>
                  <a:lnTo>
                    <a:pt x="1553603" y="2436317"/>
                  </a:lnTo>
                  <a:lnTo>
                    <a:pt x="1550911" y="2433891"/>
                  </a:lnTo>
                  <a:lnTo>
                    <a:pt x="1550085" y="2432088"/>
                  </a:lnTo>
                  <a:lnTo>
                    <a:pt x="1549692" y="2429687"/>
                  </a:lnTo>
                  <a:lnTo>
                    <a:pt x="1544789" y="2430107"/>
                  </a:lnTo>
                  <a:lnTo>
                    <a:pt x="1545069" y="2433332"/>
                  </a:lnTo>
                  <a:lnTo>
                    <a:pt x="1546326" y="2435910"/>
                  </a:lnTo>
                  <a:lnTo>
                    <a:pt x="1550746" y="2439809"/>
                  </a:lnTo>
                  <a:lnTo>
                    <a:pt x="1553603" y="2440787"/>
                  </a:lnTo>
                  <a:lnTo>
                    <a:pt x="1561325" y="2440787"/>
                  </a:lnTo>
                  <a:lnTo>
                    <a:pt x="1564690" y="2439238"/>
                  </a:lnTo>
                  <a:lnTo>
                    <a:pt x="1569148" y="2433612"/>
                  </a:lnTo>
                  <a:lnTo>
                    <a:pt x="1570189" y="2430615"/>
                  </a:lnTo>
                  <a:lnTo>
                    <a:pt x="1570189" y="2423515"/>
                  </a:lnTo>
                  <a:close/>
                </a:path>
                <a:path w="2667634" h="2440940">
                  <a:moveTo>
                    <a:pt x="1839252" y="2401671"/>
                  </a:moveTo>
                  <a:lnTo>
                    <a:pt x="1836216" y="2401671"/>
                  </a:lnTo>
                  <a:lnTo>
                    <a:pt x="1835391" y="2403322"/>
                  </a:lnTo>
                  <a:lnTo>
                    <a:pt x="1834019" y="2405037"/>
                  </a:lnTo>
                  <a:lnTo>
                    <a:pt x="1830044" y="2408555"/>
                  </a:lnTo>
                  <a:lnTo>
                    <a:pt x="1827784" y="2410053"/>
                  </a:lnTo>
                  <a:lnTo>
                    <a:pt x="1825244" y="2411247"/>
                  </a:lnTo>
                  <a:lnTo>
                    <a:pt x="1825142" y="2415844"/>
                  </a:lnTo>
                  <a:lnTo>
                    <a:pt x="1834515" y="2410168"/>
                  </a:lnTo>
                  <a:lnTo>
                    <a:pt x="1834515" y="2440127"/>
                  </a:lnTo>
                  <a:lnTo>
                    <a:pt x="1839252" y="2440127"/>
                  </a:lnTo>
                  <a:lnTo>
                    <a:pt x="1839252" y="2410168"/>
                  </a:lnTo>
                  <a:lnTo>
                    <a:pt x="1839252" y="2401671"/>
                  </a:lnTo>
                  <a:close/>
                </a:path>
                <a:path w="2667634" h="2440940">
                  <a:moveTo>
                    <a:pt x="1877174" y="2425738"/>
                  </a:moveTo>
                  <a:lnTo>
                    <a:pt x="1872322" y="2404402"/>
                  </a:lnTo>
                  <a:lnTo>
                    <a:pt x="1872322" y="2427528"/>
                  </a:lnTo>
                  <a:lnTo>
                    <a:pt x="1871586" y="2431719"/>
                  </a:lnTo>
                  <a:lnTo>
                    <a:pt x="1868627" y="2435872"/>
                  </a:lnTo>
                  <a:lnTo>
                    <a:pt x="1866811" y="2436914"/>
                  </a:lnTo>
                  <a:lnTo>
                    <a:pt x="1862505" y="2436914"/>
                  </a:lnTo>
                  <a:lnTo>
                    <a:pt x="1860689" y="2435872"/>
                  </a:lnTo>
                  <a:lnTo>
                    <a:pt x="1859089" y="2433624"/>
                  </a:lnTo>
                  <a:lnTo>
                    <a:pt x="1857768" y="2431694"/>
                  </a:lnTo>
                  <a:lnTo>
                    <a:pt x="1856994" y="2427528"/>
                  </a:lnTo>
                  <a:lnTo>
                    <a:pt x="1857095" y="2414422"/>
                  </a:lnTo>
                  <a:lnTo>
                    <a:pt x="1857819" y="2410650"/>
                  </a:lnTo>
                  <a:lnTo>
                    <a:pt x="1859419" y="2408313"/>
                  </a:lnTo>
                  <a:lnTo>
                    <a:pt x="1860740" y="2406485"/>
                  </a:lnTo>
                  <a:lnTo>
                    <a:pt x="1862455" y="2405570"/>
                  </a:lnTo>
                  <a:lnTo>
                    <a:pt x="1866811" y="2405570"/>
                  </a:lnTo>
                  <a:lnTo>
                    <a:pt x="1868627" y="2406612"/>
                  </a:lnTo>
                  <a:lnTo>
                    <a:pt x="1871599" y="2410752"/>
                  </a:lnTo>
                  <a:lnTo>
                    <a:pt x="1872234" y="2414422"/>
                  </a:lnTo>
                  <a:lnTo>
                    <a:pt x="1872322" y="2427528"/>
                  </a:lnTo>
                  <a:lnTo>
                    <a:pt x="1872322" y="2404402"/>
                  </a:lnTo>
                  <a:lnTo>
                    <a:pt x="1871599" y="2403741"/>
                  </a:lnTo>
                  <a:lnTo>
                    <a:pt x="1868512" y="2402090"/>
                  </a:lnTo>
                  <a:lnTo>
                    <a:pt x="1866696" y="2401671"/>
                  </a:lnTo>
                  <a:lnTo>
                    <a:pt x="1861845" y="2401671"/>
                  </a:lnTo>
                  <a:lnTo>
                    <a:pt x="1852142" y="2416721"/>
                  </a:lnTo>
                  <a:lnTo>
                    <a:pt x="1852142" y="2428443"/>
                  </a:lnTo>
                  <a:lnTo>
                    <a:pt x="1853412" y="2433624"/>
                  </a:lnTo>
                  <a:lnTo>
                    <a:pt x="1858048" y="2439466"/>
                  </a:lnTo>
                  <a:lnTo>
                    <a:pt x="1860969" y="2440787"/>
                  </a:lnTo>
                  <a:lnTo>
                    <a:pt x="1867471" y="2440787"/>
                  </a:lnTo>
                  <a:lnTo>
                    <a:pt x="1869782" y="2440038"/>
                  </a:lnTo>
                  <a:lnTo>
                    <a:pt x="1871599" y="2438527"/>
                  </a:lnTo>
                  <a:lnTo>
                    <a:pt x="1873478" y="2437015"/>
                  </a:lnTo>
                  <a:lnTo>
                    <a:pt x="1874850" y="2434882"/>
                  </a:lnTo>
                  <a:lnTo>
                    <a:pt x="1875929" y="2431694"/>
                  </a:lnTo>
                  <a:lnTo>
                    <a:pt x="1876679" y="2429357"/>
                  </a:lnTo>
                  <a:lnTo>
                    <a:pt x="1877174" y="2425738"/>
                  </a:lnTo>
                  <a:close/>
                </a:path>
                <a:path w="2667634" h="2440940">
                  <a:moveTo>
                    <a:pt x="2130463" y="2401671"/>
                  </a:moveTo>
                  <a:lnTo>
                    <a:pt x="2127427" y="2401671"/>
                  </a:lnTo>
                  <a:lnTo>
                    <a:pt x="2126602" y="2403322"/>
                  </a:lnTo>
                  <a:lnTo>
                    <a:pt x="2125230" y="2405037"/>
                  </a:lnTo>
                  <a:lnTo>
                    <a:pt x="2121255" y="2408555"/>
                  </a:lnTo>
                  <a:lnTo>
                    <a:pt x="2118995" y="2410053"/>
                  </a:lnTo>
                  <a:lnTo>
                    <a:pt x="2116455" y="2411247"/>
                  </a:lnTo>
                  <a:lnTo>
                    <a:pt x="2116353" y="2415844"/>
                  </a:lnTo>
                  <a:lnTo>
                    <a:pt x="2125776" y="2410168"/>
                  </a:lnTo>
                  <a:lnTo>
                    <a:pt x="2125776" y="2440127"/>
                  </a:lnTo>
                  <a:lnTo>
                    <a:pt x="2130463" y="2440127"/>
                  </a:lnTo>
                  <a:lnTo>
                    <a:pt x="2130463" y="2410168"/>
                  </a:lnTo>
                  <a:lnTo>
                    <a:pt x="2130463" y="2401671"/>
                  </a:lnTo>
                  <a:close/>
                </a:path>
                <a:path w="2667634" h="2440940">
                  <a:moveTo>
                    <a:pt x="2168766" y="2423515"/>
                  </a:moveTo>
                  <a:lnTo>
                    <a:pt x="2160219" y="2414740"/>
                  </a:lnTo>
                  <a:lnTo>
                    <a:pt x="2154326" y="2414740"/>
                  </a:lnTo>
                  <a:lnTo>
                    <a:pt x="2151964" y="2415540"/>
                  </a:lnTo>
                  <a:lnTo>
                    <a:pt x="2149640" y="2417140"/>
                  </a:lnTo>
                  <a:lnTo>
                    <a:pt x="2151684" y="2406853"/>
                  </a:lnTo>
                  <a:lnTo>
                    <a:pt x="2167001" y="2406853"/>
                  </a:lnTo>
                  <a:lnTo>
                    <a:pt x="2167001" y="2402357"/>
                  </a:lnTo>
                  <a:lnTo>
                    <a:pt x="2147938" y="2402357"/>
                  </a:lnTo>
                  <a:lnTo>
                    <a:pt x="2144242" y="2422029"/>
                  </a:lnTo>
                  <a:lnTo>
                    <a:pt x="2148649" y="2422601"/>
                  </a:lnTo>
                  <a:lnTo>
                    <a:pt x="2149310" y="2421509"/>
                  </a:lnTo>
                  <a:lnTo>
                    <a:pt x="2150300" y="2420607"/>
                  </a:lnTo>
                  <a:lnTo>
                    <a:pt x="2152726" y="2419235"/>
                  </a:lnTo>
                  <a:lnTo>
                    <a:pt x="2154110" y="2418892"/>
                  </a:lnTo>
                  <a:lnTo>
                    <a:pt x="2158073" y="2418892"/>
                  </a:lnTo>
                  <a:lnTo>
                    <a:pt x="2160003" y="2419667"/>
                  </a:lnTo>
                  <a:lnTo>
                    <a:pt x="2161552" y="2421217"/>
                  </a:lnTo>
                  <a:lnTo>
                    <a:pt x="2163038" y="2422766"/>
                  </a:lnTo>
                  <a:lnTo>
                    <a:pt x="2163813" y="2424887"/>
                  </a:lnTo>
                  <a:lnTo>
                    <a:pt x="2163724" y="2430615"/>
                  </a:lnTo>
                  <a:lnTo>
                    <a:pt x="2163038" y="2432659"/>
                  </a:lnTo>
                  <a:lnTo>
                    <a:pt x="2161438" y="2434361"/>
                  </a:lnTo>
                  <a:lnTo>
                    <a:pt x="2159889" y="2436063"/>
                  </a:lnTo>
                  <a:lnTo>
                    <a:pt x="2157971" y="2436914"/>
                  </a:lnTo>
                  <a:lnTo>
                    <a:pt x="2153831" y="2436914"/>
                  </a:lnTo>
                  <a:lnTo>
                    <a:pt x="2148319" y="2429687"/>
                  </a:lnTo>
                  <a:lnTo>
                    <a:pt x="2143417" y="2430107"/>
                  </a:lnTo>
                  <a:lnTo>
                    <a:pt x="2143696" y="2433332"/>
                  </a:lnTo>
                  <a:lnTo>
                    <a:pt x="2144953" y="2435910"/>
                  </a:lnTo>
                  <a:lnTo>
                    <a:pt x="2149373" y="2439809"/>
                  </a:lnTo>
                  <a:lnTo>
                    <a:pt x="2152231" y="2440787"/>
                  </a:lnTo>
                  <a:lnTo>
                    <a:pt x="2159952" y="2440787"/>
                  </a:lnTo>
                  <a:lnTo>
                    <a:pt x="2163305" y="2439238"/>
                  </a:lnTo>
                  <a:lnTo>
                    <a:pt x="2165121" y="2436914"/>
                  </a:lnTo>
                  <a:lnTo>
                    <a:pt x="2167775" y="2433612"/>
                  </a:lnTo>
                  <a:lnTo>
                    <a:pt x="2168766" y="2430615"/>
                  </a:lnTo>
                  <a:lnTo>
                    <a:pt x="2168766" y="2423515"/>
                  </a:lnTo>
                  <a:close/>
                </a:path>
                <a:path w="2667634" h="2440940">
                  <a:moveTo>
                    <a:pt x="2428671" y="2435618"/>
                  </a:moveTo>
                  <a:lnTo>
                    <a:pt x="2409875" y="2435618"/>
                  </a:lnTo>
                  <a:lnTo>
                    <a:pt x="2410434" y="2434755"/>
                  </a:lnTo>
                  <a:lnTo>
                    <a:pt x="2420683" y="2425395"/>
                  </a:lnTo>
                  <a:lnTo>
                    <a:pt x="2423109" y="2423147"/>
                  </a:lnTo>
                  <a:lnTo>
                    <a:pt x="2424544" y="2421509"/>
                  </a:lnTo>
                  <a:lnTo>
                    <a:pt x="2426043" y="2419858"/>
                  </a:lnTo>
                  <a:lnTo>
                    <a:pt x="2427071" y="2418308"/>
                  </a:lnTo>
                  <a:lnTo>
                    <a:pt x="2428290" y="2415349"/>
                  </a:lnTo>
                  <a:lnTo>
                    <a:pt x="2428595" y="2413978"/>
                  </a:lnTo>
                  <a:lnTo>
                    <a:pt x="2428481" y="2408961"/>
                  </a:lnTo>
                  <a:lnTo>
                    <a:pt x="2427567" y="2406777"/>
                  </a:lnTo>
                  <a:lnTo>
                    <a:pt x="2426309" y="2405570"/>
                  </a:lnTo>
                  <a:lnTo>
                    <a:pt x="2423274" y="2402687"/>
                  </a:lnTo>
                  <a:lnTo>
                    <a:pt x="2420353" y="2401671"/>
                  </a:lnTo>
                  <a:lnTo>
                    <a:pt x="2413025" y="2401671"/>
                  </a:lnTo>
                  <a:lnTo>
                    <a:pt x="2410155" y="2402624"/>
                  </a:lnTo>
                  <a:lnTo>
                    <a:pt x="2408009" y="2404516"/>
                  </a:lnTo>
                  <a:lnTo>
                    <a:pt x="2405799" y="2406396"/>
                  </a:lnTo>
                  <a:lnTo>
                    <a:pt x="2404592" y="2409152"/>
                  </a:lnTo>
                  <a:lnTo>
                    <a:pt x="2404262" y="2412746"/>
                  </a:lnTo>
                  <a:lnTo>
                    <a:pt x="2409050" y="2413254"/>
                  </a:lnTo>
                  <a:lnTo>
                    <a:pt x="2409113" y="2410841"/>
                  </a:lnTo>
                  <a:lnTo>
                    <a:pt x="2409774" y="2408961"/>
                  </a:lnTo>
                  <a:lnTo>
                    <a:pt x="2412530" y="2406243"/>
                  </a:lnTo>
                  <a:lnTo>
                    <a:pt x="2414295" y="2405570"/>
                  </a:lnTo>
                  <a:lnTo>
                    <a:pt x="2418702" y="2405570"/>
                  </a:lnTo>
                  <a:lnTo>
                    <a:pt x="2420467" y="2406205"/>
                  </a:lnTo>
                  <a:lnTo>
                    <a:pt x="2423109" y="2408771"/>
                  </a:lnTo>
                  <a:lnTo>
                    <a:pt x="2423769" y="2410345"/>
                  </a:lnTo>
                  <a:lnTo>
                    <a:pt x="2423769" y="2413978"/>
                  </a:lnTo>
                  <a:lnTo>
                    <a:pt x="2413139" y="2425979"/>
                  </a:lnTo>
                  <a:lnTo>
                    <a:pt x="2410485" y="2428163"/>
                  </a:lnTo>
                  <a:lnTo>
                    <a:pt x="2408453" y="2430107"/>
                  </a:lnTo>
                  <a:lnTo>
                    <a:pt x="2405583" y="2433447"/>
                  </a:lnTo>
                  <a:lnTo>
                    <a:pt x="2404541" y="2435148"/>
                  </a:lnTo>
                  <a:lnTo>
                    <a:pt x="2403932" y="2436876"/>
                  </a:lnTo>
                  <a:lnTo>
                    <a:pt x="2403487" y="2437917"/>
                  </a:lnTo>
                  <a:lnTo>
                    <a:pt x="2403373" y="2440127"/>
                  </a:lnTo>
                  <a:lnTo>
                    <a:pt x="2428671" y="2440127"/>
                  </a:lnTo>
                  <a:lnTo>
                    <a:pt x="2428671" y="2435618"/>
                  </a:lnTo>
                  <a:close/>
                </a:path>
                <a:path w="2667634" h="2440940">
                  <a:moveTo>
                    <a:pt x="2459596" y="2425738"/>
                  </a:moveTo>
                  <a:lnTo>
                    <a:pt x="2459520" y="2416721"/>
                  </a:lnTo>
                  <a:lnTo>
                    <a:pt x="2459317" y="2414422"/>
                  </a:lnTo>
                  <a:lnTo>
                    <a:pt x="2458707" y="2412187"/>
                  </a:lnTo>
                  <a:lnTo>
                    <a:pt x="2458161" y="2409952"/>
                  </a:lnTo>
                  <a:lnTo>
                    <a:pt x="2457335" y="2408059"/>
                  </a:lnTo>
                  <a:lnTo>
                    <a:pt x="2455748" y="2405570"/>
                  </a:lnTo>
                  <a:lnTo>
                    <a:pt x="2455354" y="2404935"/>
                  </a:lnTo>
                  <a:lnTo>
                    <a:pt x="2454745" y="2404402"/>
                  </a:lnTo>
                  <a:lnTo>
                    <a:pt x="2454745" y="2427528"/>
                  </a:lnTo>
                  <a:lnTo>
                    <a:pt x="2454008" y="2431719"/>
                  </a:lnTo>
                  <a:lnTo>
                    <a:pt x="2451049" y="2435872"/>
                  </a:lnTo>
                  <a:lnTo>
                    <a:pt x="2449233" y="2436914"/>
                  </a:lnTo>
                  <a:lnTo>
                    <a:pt x="2444927" y="2436914"/>
                  </a:lnTo>
                  <a:lnTo>
                    <a:pt x="2443111" y="2435872"/>
                  </a:lnTo>
                  <a:lnTo>
                    <a:pt x="2441511" y="2433624"/>
                  </a:lnTo>
                  <a:lnTo>
                    <a:pt x="2440190" y="2431694"/>
                  </a:lnTo>
                  <a:lnTo>
                    <a:pt x="2439416" y="2427528"/>
                  </a:lnTo>
                  <a:lnTo>
                    <a:pt x="2439517" y="2414422"/>
                  </a:lnTo>
                  <a:lnTo>
                    <a:pt x="2440254" y="2410650"/>
                  </a:lnTo>
                  <a:lnTo>
                    <a:pt x="2441841" y="2408313"/>
                  </a:lnTo>
                  <a:lnTo>
                    <a:pt x="2443175" y="2406485"/>
                  </a:lnTo>
                  <a:lnTo>
                    <a:pt x="2444877" y="2405570"/>
                  </a:lnTo>
                  <a:lnTo>
                    <a:pt x="2449233" y="2405570"/>
                  </a:lnTo>
                  <a:lnTo>
                    <a:pt x="2451049" y="2406612"/>
                  </a:lnTo>
                  <a:lnTo>
                    <a:pt x="2454021" y="2410752"/>
                  </a:lnTo>
                  <a:lnTo>
                    <a:pt x="2454656" y="2414422"/>
                  </a:lnTo>
                  <a:lnTo>
                    <a:pt x="2454745" y="2427528"/>
                  </a:lnTo>
                  <a:lnTo>
                    <a:pt x="2454745" y="2404402"/>
                  </a:lnTo>
                  <a:lnTo>
                    <a:pt x="2454021" y="2403741"/>
                  </a:lnTo>
                  <a:lnTo>
                    <a:pt x="2450935" y="2402090"/>
                  </a:lnTo>
                  <a:lnTo>
                    <a:pt x="2449182" y="2401671"/>
                  </a:lnTo>
                  <a:lnTo>
                    <a:pt x="2444331" y="2401671"/>
                  </a:lnTo>
                  <a:lnTo>
                    <a:pt x="2434628" y="2416721"/>
                  </a:lnTo>
                  <a:lnTo>
                    <a:pt x="2434628" y="2428443"/>
                  </a:lnTo>
                  <a:lnTo>
                    <a:pt x="2435898" y="2433624"/>
                  </a:lnTo>
                  <a:lnTo>
                    <a:pt x="2438539" y="2437015"/>
                  </a:lnTo>
                  <a:lnTo>
                    <a:pt x="2440521" y="2439466"/>
                  </a:lnTo>
                  <a:lnTo>
                    <a:pt x="2443391" y="2440787"/>
                  </a:lnTo>
                  <a:lnTo>
                    <a:pt x="2449893" y="2440787"/>
                  </a:lnTo>
                  <a:lnTo>
                    <a:pt x="2452205" y="2440038"/>
                  </a:lnTo>
                  <a:lnTo>
                    <a:pt x="2454084" y="2438527"/>
                  </a:lnTo>
                  <a:lnTo>
                    <a:pt x="2455900" y="2437015"/>
                  </a:lnTo>
                  <a:lnTo>
                    <a:pt x="2457272" y="2434882"/>
                  </a:lnTo>
                  <a:lnTo>
                    <a:pt x="2458351" y="2431694"/>
                  </a:lnTo>
                  <a:lnTo>
                    <a:pt x="2459101" y="2429357"/>
                  </a:lnTo>
                  <a:lnTo>
                    <a:pt x="2459596" y="2425738"/>
                  </a:lnTo>
                  <a:close/>
                </a:path>
                <a:path w="2667634" h="2440940">
                  <a:moveTo>
                    <a:pt x="2667101" y="25"/>
                  </a:moveTo>
                  <a:lnTo>
                    <a:pt x="2664333" y="0"/>
                  </a:lnTo>
                  <a:lnTo>
                    <a:pt x="2664333" y="2781"/>
                  </a:lnTo>
                  <a:lnTo>
                    <a:pt x="2664333" y="214591"/>
                  </a:lnTo>
                  <a:lnTo>
                    <a:pt x="2638704" y="214591"/>
                  </a:lnTo>
                  <a:lnTo>
                    <a:pt x="2638704" y="217347"/>
                  </a:lnTo>
                  <a:lnTo>
                    <a:pt x="2664333" y="217347"/>
                  </a:lnTo>
                  <a:lnTo>
                    <a:pt x="2664333" y="482777"/>
                  </a:lnTo>
                  <a:lnTo>
                    <a:pt x="2638704" y="482777"/>
                  </a:lnTo>
                  <a:lnTo>
                    <a:pt x="2638704" y="485533"/>
                  </a:lnTo>
                  <a:lnTo>
                    <a:pt x="2664333" y="485533"/>
                  </a:lnTo>
                  <a:lnTo>
                    <a:pt x="2664333" y="751027"/>
                  </a:lnTo>
                  <a:lnTo>
                    <a:pt x="2638704" y="751027"/>
                  </a:lnTo>
                  <a:lnTo>
                    <a:pt x="2638704" y="753783"/>
                  </a:lnTo>
                  <a:lnTo>
                    <a:pt x="2664333" y="753783"/>
                  </a:lnTo>
                  <a:lnTo>
                    <a:pt x="2664333" y="1019213"/>
                  </a:lnTo>
                  <a:lnTo>
                    <a:pt x="2638704" y="1019213"/>
                  </a:lnTo>
                  <a:lnTo>
                    <a:pt x="2638704" y="1021969"/>
                  </a:lnTo>
                  <a:lnTo>
                    <a:pt x="2664333" y="1021969"/>
                  </a:lnTo>
                  <a:lnTo>
                    <a:pt x="2664333" y="1287449"/>
                  </a:lnTo>
                  <a:lnTo>
                    <a:pt x="2638704" y="1287449"/>
                  </a:lnTo>
                  <a:lnTo>
                    <a:pt x="2638704" y="1290205"/>
                  </a:lnTo>
                  <a:lnTo>
                    <a:pt x="2664333" y="1290205"/>
                  </a:lnTo>
                  <a:lnTo>
                    <a:pt x="2664333" y="1555635"/>
                  </a:lnTo>
                  <a:lnTo>
                    <a:pt x="2638704" y="1555635"/>
                  </a:lnTo>
                  <a:lnTo>
                    <a:pt x="2638704" y="1558391"/>
                  </a:lnTo>
                  <a:lnTo>
                    <a:pt x="2664333" y="1558391"/>
                  </a:lnTo>
                  <a:lnTo>
                    <a:pt x="2664333" y="1823885"/>
                  </a:lnTo>
                  <a:lnTo>
                    <a:pt x="2638704" y="1823885"/>
                  </a:lnTo>
                  <a:lnTo>
                    <a:pt x="2638704" y="1826641"/>
                  </a:lnTo>
                  <a:lnTo>
                    <a:pt x="2664333" y="1826641"/>
                  </a:lnTo>
                  <a:lnTo>
                    <a:pt x="2664333" y="2092083"/>
                  </a:lnTo>
                  <a:lnTo>
                    <a:pt x="2638704" y="2092083"/>
                  </a:lnTo>
                  <a:lnTo>
                    <a:pt x="2638704" y="2094839"/>
                  </a:lnTo>
                  <a:lnTo>
                    <a:pt x="2664333" y="2094839"/>
                  </a:lnTo>
                  <a:lnTo>
                    <a:pt x="2664333" y="2360295"/>
                  </a:lnTo>
                  <a:lnTo>
                    <a:pt x="2638704" y="2360295"/>
                  </a:lnTo>
                  <a:lnTo>
                    <a:pt x="2434132" y="2360295"/>
                  </a:lnTo>
                  <a:lnTo>
                    <a:pt x="2434132" y="2334666"/>
                  </a:lnTo>
                  <a:lnTo>
                    <a:pt x="2431377" y="2334666"/>
                  </a:lnTo>
                  <a:lnTo>
                    <a:pt x="2431377" y="2360295"/>
                  </a:lnTo>
                  <a:lnTo>
                    <a:pt x="2142921" y="2360295"/>
                  </a:lnTo>
                  <a:lnTo>
                    <a:pt x="2142921" y="2334666"/>
                  </a:lnTo>
                  <a:lnTo>
                    <a:pt x="2140166" y="2334666"/>
                  </a:lnTo>
                  <a:lnTo>
                    <a:pt x="2140166" y="2360295"/>
                  </a:lnTo>
                  <a:lnTo>
                    <a:pt x="1851710" y="2360295"/>
                  </a:lnTo>
                  <a:lnTo>
                    <a:pt x="1851710" y="2334666"/>
                  </a:lnTo>
                  <a:lnTo>
                    <a:pt x="1848954" y="2334666"/>
                  </a:lnTo>
                  <a:lnTo>
                    <a:pt x="1848954" y="2360295"/>
                  </a:lnTo>
                  <a:lnTo>
                    <a:pt x="1560499" y="2360295"/>
                  </a:lnTo>
                  <a:lnTo>
                    <a:pt x="1560499" y="2334666"/>
                  </a:lnTo>
                  <a:lnTo>
                    <a:pt x="1557743" y="2334666"/>
                  </a:lnTo>
                  <a:lnTo>
                    <a:pt x="1557743" y="2360295"/>
                  </a:lnTo>
                  <a:lnTo>
                    <a:pt x="1269288" y="2360295"/>
                  </a:lnTo>
                  <a:lnTo>
                    <a:pt x="1269288" y="2334666"/>
                  </a:lnTo>
                  <a:lnTo>
                    <a:pt x="1266532" y="2334666"/>
                  </a:lnTo>
                  <a:lnTo>
                    <a:pt x="1266532" y="2360295"/>
                  </a:lnTo>
                  <a:lnTo>
                    <a:pt x="978014" y="2360295"/>
                  </a:lnTo>
                  <a:lnTo>
                    <a:pt x="978014" y="2334666"/>
                  </a:lnTo>
                  <a:lnTo>
                    <a:pt x="975258" y="2334666"/>
                  </a:lnTo>
                  <a:lnTo>
                    <a:pt x="975258" y="2360295"/>
                  </a:lnTo>
                  <a:lnTo>
                    <a:pt x="686803" y="2360295"/>
                  </a:lnTo>
                  <a:lnTo>
                    <a:pt x="686803" y="2334666"/>
                  </a:lnTo>
                  <a:lnTo>
                    <a:pt x="684047" y="2334666"/>
                  </a:lnTo>
                  <a:lnTo>
                    <a:pt x="684047" y="2360295"/>
                  </a:lnTo>
                  <a:lnTo>
                    <a:pt x="395605" y="2360295"/>
                  </a:lnTo>
                  <a:lnTo>
                    <a:pt x="395605" y="2334666"/>
                  </a:lnTo>
                  <a:lnTo>
                    <a:pt x="392849" y="2334666"/>
                  </a:lnTo>
                  <a:lnTo>
                    <a:pt x="392849" y="2360295"/>
                  </a:lnTo>
                  <a:lnTo>
                    <a:pt x="130022" y="2360295"/>
                  </a:lnTo>
                  <a:lnTo>
                    <a:pt x="104394" y="2360295"/>
                  </a:lnTo>
                  <a:lnTo>
                    <a:pt x="104394" y="2334666"/>
                  </a:lnTo>
                  <a:lnTo>
                    <a:pt x="104394" y="2094839"/>
                  </a:lnTo>
                  <a:lnTo>
                    <a:pt x="130022" y="2094839"/>
                  </a:lnTo>
                  <a:lnTo>
                    <a:pt x="130022" y="2092083"/>
                  </a:lnTo>
                  <a:lnTo>
                    <a:pt x="104394" y="2092083"/>
                  </a:lnTo>
                  <a:lnTo>
                    <a:pt x="104394" y="1826641"/>
                  </a:lnTo>
                  <a:lnTo>
                    <a:pt x="130022" y="1826641"/>
                  </a:lnTo>
                  <a:lnTo>
                    <a:pt x="130022" y="1823885"/>
                  </a:lnTo>
                  <a:lnTo>
                    <a:pt x="104394" y="1823885"/>
                  </a:lnTo>
                  <a:lnTo>
                    <a:pt x="104394" y="1558391"/>
                  </a:lnTo>
                  <a:lnTo>
                    <a:pt x="130022" y="1558391"/>
                  </a:lnTo>
                  <a:lnTo>
                    <a:pt x="130022" y="1555635"/>
                  </a:lnTo>
                  <a:lnTo>
                    <a:pt x="104394" y="1555635"/>
                  </a:lnTo>
                  <a:lnTo>
                    <a:pt x="104394" y="1290205"/>
                  </a:lnTo>
                  <a:lnTo>
                    <a:pt x="130022" y="1290205"/>
                  </a:lnTo>
                  <a:lnTo>
                    <a:pt x="130022" y="1287449"/>
                  </a:lnTo>
                  <a:lnTo>
                    <a:pt x="104394" y="1287449"/>
                  </a:lnTo>
                  <a:lnTo>
                    <a:pt x="104394" y="1021969"/>
                  </a:lnTo>
                  <a:lnTo>
                    <a:pt x="130022" y="1021969"/>
                  </a:lnTo>
                  <a:lnTo>
                    <a:pt x="130022" y="1019213"/>
                  </a:lnTo>
                  <a:lnTo>
                    <a:pt x="104394" y="1019213"/>
                  </a:lnTo>
                  <a:lnTo>
                    <a:pt x="104394" y="753783"/>
                  </a:lnTo>
                  <a:lnTo>
                    <a:pt x="130022" y="753783"/>
                  </a:lnTo>
                  <a:lnTo>
                    <a:pt x="130022" y="751027"/>
                  </a:lnTo>
                  <a:lnTo>
                    <a:pt x="104394" y="751027"/>
                  </a:lnTo>
                  <a:lnTo>
                    <a:pt x="104394" y="485533"/>
                  </a:lnTo>
                  <a:lnTo>
                    <a:pt x="130022" y="485533"/>
                  </a:lnTo>
                  <a:lnTo>
                    <a:pt x="130022" y="482777"/>
                  </a:lnTo>
                  <a:lnTo>
                    <a:pt x="104394" y="482777"/>
                  </a:lnTo>
                  <a:lnTo>
                    <a:pt x="104394" y="217347"/>
                  </a:lnTo>
                  <a:lnTo>
                    <a:pt x="130022" y="217347"/>
                  </a:lnTo>
                  <a:lnTo>
                    <a:pt x="130022" y="214591"/>
                  </a:lnTo>
                  <a:lnTo>
                    <a:pt x="104394" y="214591"/>
                  </a:lnTo>
                  <a:lnTo>
                    <a:pt x="104394" y="28409"/>
                  </a:lnTo>
                  <a:lnTo>
                    <a:pt x="104394" y="2781"/>
                  </a:lnTo>
                  <a:lnTo>
                    <a:pt x="392849" y="2781"/>
                  </a:lnTo>
                  <a:lnTo>
                    <a:pt x="392849" y="28409"/>
                  </a:lnTo>
                  <a:lnTo>
                    <a:pt x="395605" y="28409"/>
                  </a:lnTo>
                  <a:lnTo>
                    <a:pt x="395605" y="2781"/>
                  </a:lnTo>
                  <a:lnTo>
                    <a:pt x="684047" y="2781"/>
                  </a:lnTo>
                  <a:lnTo>
                    <a:pt x="684047" y="28409"/>
                  </a:lnTo>
                  <a:lnTo>
                    <a:pt x="686803" y="28409"/>
                  </a:lnTo>
                  <a:lnTo>
                    <a:pt x="686803" y="2781"/>
                  </a:lnTo>
                  <a:lnTo>
                    <a:pt x="975258" y="2781"/>
                  </a:lnTo>
                  <a:lnTo>
                    <a:pt x="975258" y="28409"/>
                  </a:lnTo>
                  <a:lnTo>
                    <a:pt x="978014" y="28409"/>
                  </a:lnTo>
                  <a:lnTo>
                    <a:pt x="978014" y="2781"/>
                  </a:lnTo>
                  <a:lnTo>
                    <a:pt x="1266532" y="2781"/>
                  </a:lnTo>
                  <a:lnTo>
                    <a:pt x="1266532" y="28409"/>
                  </a:lnTo>
                  <a:lnTo>
                    <a:pt x="1269288" y="28409"/>
                  </a:lnTo>
                  <a:lnTo>
                    <a:pt x="1269288" y="2781"/>
                  </a:lnTo>
                  <a:lnTo>
                    <a:pt x="1557743" y="2781"/>
                  </a:lnTo>
                  <a:lnTo>
                    <a:pt x="1557743" y="28409"/>
                  </a:lnTo>
                  <a:lnTo>
                    <a:pt x="1560499" y="28409"/>
                  </a:lnTo>
                  <a:lnTo>
                    <a:pt x="1560499" y="2781"/>
                  </a:lnTo>
                  <a:lnTo>
                    <a:pt x="1848954" y="2781"/>
                  </a:lnTo>
                  <a:lnTo>
                    <a:pt x="1848954" y="28409"/>
                  </a:lnTo>
                  <a:lnTo>
                    <a:pt x="1851710" y="28409"/>
                  </a:lnTo>
                  <a:lnTo>
                    <a:pt x="1851710" y="2781"/>
                  </a:lnTo>
                  <a:lnTo>
                    <a:pt x="2140166" y="2781"/>
                  </a:lnTo>
                  <a:lnTo>
                    <a:pt x="2140166" y="28409"/>
                  </a:lnTo>
                  <a:lnTo>
                    <a:pt x="2142921" y="28409"/>
                  </a:lnTo>
                  <a:lnTo>
                    <a:pt x="2142921" y="2781"/>
                  </a:lnTo>
                  <a:lnTo>
                    <a:pt x="2431377" y="2781"/>
                  </a:lnTo>
                  <a:lnTo>
                    <a:pt x="2431377" y="28409"/>
                  </a:lnTo>
                  <a:lnTo>
                    <a:pt x="2434132" y="28409"/>
                  </a:lnTo>
                  <a:lnTo>
                    <a:pt x="2434132" y="2781"/>
                  </a:lnTo>
                  <a:lnTo>
                    <a:pt x="2664333" y="2781"/>
                  </a:lnTo>
                  <a:lnTo>
                    <a:pt x="2664333" y="25"/>
                  </a:lnTo>
                  <a:lnTo>
                    <a:pt x="104394" y="25"/>
                  </a:lnTo>
                  <a:lnTo>
                    <a:pt x="101638" y="0"/>
                  </a:lnTo>
                  <a:lnTo>
                    <a:pt x="101638" y="1409"/>
                  </a:lnTo>
                  <a:lnTo>
                    <a:pt x="101638" y="28409"/>
                  </a:lnTo>
                  <a:lnTo>
                    <a:pt x="101638" y="2334666"/>
                  </a:lnTo>
                  <a:lnTo>
                    <a:pt x="101638" y="2361666"/>
                  </a:lnTo>
                  <a:lnTo>
                    <a:pt x="103009" y="2361666"/>
                  </a:lnTo>
                  <a:lnTo>
                    <a:pt x="103009" y="2363051"/>
                  </a:lnTo>
                  <a:lnTo>
                    <a:pt x="130022" y="2363051"/>
                  </a:lnTo>
                  <a:lnTo>
                    <a:pt x="2638704" y="2363051"/>
                  </a:lnTo>
                  <a:lnTo>
                    <a:pt x="2665717" y="2363051"/>
                  </a:lnTo>
                  <a:lnTo>
                    <a:pt x="2667101" y="2363051"/>
                  </a:lnTo>
                  <a:lnTo>
                    <a:pt x="2667101" y="2360295"/>
                  </a:lnTo>
                  <a:lnTo>
                    <a:pt x="2667089" y="2781"/>
                  </a:lnTo>
                  <a:lnTo>
                    <a:pt x="2667101" y="25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31084" y="5375548"/>
              <a:ext cx="77219" cy="72971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89040" y="6728058"/>
            <a:ext cx="65087" cy="7733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8067326" y="4154885"/>
            <a:ext cx="2769235" cy="2521585"/>
            <a:chOff x="8067326" y="4154885"/>
            <a:chExt cx="2769235" cy="2521585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59605" y="4154885"/>
              <a:ext cx="2576592" cy="246479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179130" y="4244860"/>
              <a:ext cx="2657475" cy="2432050"/>
            </a:xfrm>
            <a:custGeom>
              <a:avLst/>
              <a:gdLst/>
              <a:ahLst/>
              <a:cxnLst/>
              <a:rect l="l" t="t" r="r" b="b"/>
              <a:pathLst>
                <a:path w="2657475" h="2432050">
                  <a:moveTo>
                    <a:pt x="14389" y="2357704"/>
                  </a:moveTo>
                  <a:lnTo>
                    <a:pt x="0" y="2357704"/>
                  </a:lnTo>
                  <a:lnTo>
                    <a:pt x="0" y="2362416"/>
                  </a:lnTo>
                  <a:lnTo>
                    <a:pt x="14389" y="2362416"/>
                  </a:lnTo>
                  <a:lnTo>
                    <a:pt x="14389" y="2357704"/>
                  </a:lnTo>
                  <a:close/>
                </a:path>
                <a:path w="2657475" h="2432050">
                  <a:moveTo>
                    <a:pt x="14389" y="2090508"/>
                  </a:moveTo>
                  <a:lnTo>
                    <a:pt x="0" y="2090508"/>
                  </a:lnTo>
                  <a:lnTo>
                    <a:pt x="0" y="2095220"/>
                  </a:lnTo>
                  <a:lnTo>
                    <a:pt x="14389" y="2095220"/>
                  </a:lnTo>
                  <a:lnTo>
                    <a:pt x="14389" y="2090508"/>
                  </a:lnTo>
                  <a:close/>
                </a:path>
                <a:path w="2657475" h="2432050">
                  <a:moveTo>
                    <a:pt x="14389" y="1823288"/>
                  </a:moveTo>
                  <a:lnTo>
                    <a:pt x="0" y="1823288"/>
                  </a:lnTo>
                  <a:lnTo>
                    <a:pt x="0" y="1828012"/>
                  </a:lnTo>
                  <a:lnTo>
                    <a:pt x="14389" y="1828012"/>
                  </a:lnTo>
                  <a:lnTo>
                    <a:pt x="14389" y="1823288"/>
                  </a:lnTo>
                  <a:close/>
                </a:path>
                <a:path w="2657475" h="2432050">
                  <a:moveTo>
                    <a:pt x="36436" y="2068360"/>
                  </a:moveTo>
                  <a:lnTo>
                    <a:pt x="33413" y="2068360"/>
                  </a:lnTo>
                  <a:lnTo>
                    <a:pt x="32600" y="2070011"/>
                  </a:lnTo>
                  <a:lnTo>
                    <a:pt x="31203" y="2071712"/>
                  </a:lnTo>
                  <a:lnTo>
                    <a:pt x="27292" y="2075218"/>
                  </a:lnTo>
                  <a:lnTo>
                    <a:pt x="24993" y="2076704"/>
                  </a:lnTo>
                  <a:lnTo>
                    <a:pt x="22466" y="2077897"/>
                  </a:lnTo>
                  <a:lnTo>
                    <a:pt x="22377" y="2082469"/>
                  </a:lnTo>
                  <a:lnTo>
                    <a:pt x="31750" y="2076818"/>
                  </a:lnTo>
                  <a:lnTo>
                    <a:pt x="31750" y="2106676"/>
                  </a:lnTo>
                  <a:lnTo>
                    <a:pt x="36436" y="2106676"/>
                  </a:lnTo>
                  <a:lnTo>
                    <a:pt x="36436" y="2076818"/>
                  </a:lnTo>
                  <a:lnTo>
                    <a:pt x="36436" y="2068360"/>
                  </a:lnTo>
                  <a:close/>
                </a:path>
                <a:path w="2657475" h="2432050">
                  <a:moveTo>
                    <a:pt x="36436" y="1801164"/>
                  </a:moveTo>
                  <a:lnTo>
                    <a:pt x="33413" y="1801164"/>
                  </a:lnTo>
                  <a:lnTo>
                    <a:pt x="32600" y="1802815"/>
                  </a:lnTo>
                  <a:lnTo>
                    <a:pt x="31203" y="1804517"/>
                  </a:lnTo>
                  <a:lnTo>
                    <a:pt x="27292" y="1808022"/>
                  </a:lnTo>
                  <a:lnTo>
                    <a:pt x="24993" y="1809508"/>
                  </a:lnTo>
                  <a:lnTo>
                    <a:pt x="22491" y="1810715"/>
                  </a:lnTo>
                  <a:lnTo>
                    <a:pt x="22377" y="1815274"/>
                  </a:lnTo>
                  <a:lnTo>
                    <a:pt x="31750" y="1809623"/>
                  </a:lnTo>
                  <a:lnTo>
                    <a:pt x="31750" y="1839493"/>
                  </a:lnTo>
                  <a:lnTo>
                    <a:pt x="36436" y="1839493"/>
                  </a:lnTo>
                  <a:lnTo>
                    <a:pt x="36436" y="1809623"/>
                  </a:lnTo>
                  <a:lnTo>
                    <a:pt x="36436" y="1801164"/>
                  </a:lnTo>
                  <a:close/>
                </a:path>
                <a:path w="2657475" h="2432050">
                  <a:moveTo>
                    <a:pt x="38747" y="732396"/>
                  </a:moveTo>
                  <a:lnTo>
                    <a:pt x="35737" y="732396"/>
                  </a:lnTo>
                  <a:lnTo>
                    <a:pt x="34912" y="734034"/>
                  </a:lnTo>
                  <a:lnTo>
                    <a:pt x="33528" y="735736"/>
                  </a:lnTo>
                  <a:lnTo>
                    <a:pt x="29603" y="739254"/>
                  </a:lnTo>
                  <a:lnTo>
                    <a:pt x="27317" y="740740"/>
                  </a:lnTo>
                  <a:lnTo>
                    <a:pt x="24815" y="741946"/>
                  </a:lnTo>
                  <a:lnTo>
                    <a:pt x="24701" y="746506"/>
                  </a:lnTo>
                  <a:lnTo>
                    <a:pt x="34061" y="740841"/>
                  </a:lnTo>
                  <a:lnTo>
                    <a:pt x="34061" y="770712"/>
                  </a:lnTo>
                  <a:lnTo>
                    <a:pt x="38747" y="770712"/>
                  </a:lnTo>
                  <a:lnTo>
                    <a:pt x="38747" y="740841"/>
                  </a:lnTo>
                  <a:lnTo>
                    <a:pt x="38747" y="732396"/>
                  </a:lnTo>
                  <a:close/>
                </a:path>
                <a:path w="2657475" h="2432050">
                  <a:moveTo>
                    <a:pt x="38747" y="465226"/>
                  </a:moveTo>
                  <a:lnTo>
                    <a:pt x="35737" y="465226"/>
                  </a:lnTo>
                  <a:lnTo>
                    <a:pt x="34912" y="466877"/>
                  </a:lnTo>
                  <a:lnTo>
                    <a:pt x="33528" y="468579"/>
                  </a:lnTo>
                  <a:lnTo>
                    <a:pt x="29603" y="472084"/>
                  </a:lnTo>
                  <a:lnTo>
                    <a:pt x="27317" y="473570"/>
                  </a:lnTo>
                  <a:lnTo>
                    <a:pt x="24815" y="474726"/>
                  </a:lnTo>
                  <a:lnTo>
                    <a:pt x="24701" y="479336"/>
                  </a:lnTo>
                  <a:lnTo>
                    <a:pt x="34061" y="473684"/>
                  </a:lnTo>
                  <a:lnTo>
                    <a:pt x="34061" y="503491"/>
                  </a:lnTo>
                  <a:lnTo>
                    <a:pt x="38747" y="503491"/>
                  </a:lnTo>
                  <a:lnTo>
                    <a:pt x="38747" y="473684"/>
                  </a:lnTo>
                  <a:lnTo>
                    <a:pt x="38747" y="465226"/>
                  </a:lnTo>
                  <a:close/>
                </a:path>
                <a:path w="2657475" h="2432050">
                  <a:moveTo>
                    <a:pt x="43408" y="2369362"/>
                  </a:moveTo>
                  <a:lnTo>
                    <a:pt x="24688" y="2369362"/>
                  </a:lnTo>
                  <a:lnTo>
                    <a:pt x="25209" y="2368512"/>
                  </a:lnTo>
                  <a:lnTo>
                    <a:pt x="25869" y="2367661"/>
                  </a:lnTo>
                  <a:lnTo>
                    <a:pt x="27470" y="2365984"/>
                  </a:lnTo>
                  <a:lnTo>
                    <a:pt x="29273" y="2364384"/>
                  </a:lnTo>
                  <a:lnTo>
                    <a:pt x="35458" y="2359177"/>
                  </a:lnTo>
                  <a:lnTo>
                    <a:pt x="37858" y="2356942"/>
                  </a:lnTo>
                  <a:lnTo>
                    <a:pt x="40767" y="2353665"/>
                  </a:lnTo>
                  <a:lnTo>
                    <a:pt x="41795" y="2352116"/>
                  </a:lnTo>
                  <a:lnTo>
                    <a:pt x="43040" y="2349169"/>
                  </a:lnTo>
                  <a:lnTo>
                    <a:pt x="43319" y="2347811"/>
                  </a:lnTo>
                  <a:lnTo>
                    <a:pt x="43218" y="2342819"/>
                  </a:lnTo>
                  <a:lnTo>
                    <a:pt x="42291" y="2340635"/>
                  </a:lnTo>
                  <a:lnTo>
                    <a:pt x="41033" y="2339429"/>
                  </a:lnTo>
                  <a:lnTo>
                    <a:pt x="38023" y="2336571"/>
                  </a:lnTo>
                  <a:lnTo>
                    <a:pt x="35128" y="2335555"/>
                  </a:lnTo>
                  <a:lnTo>
                    <a:pt x="27838" y="2335555"/>
                  </a:lnTo>
                  <a:lnTo>
                    <a:pt x="24942" y="2336495"/>
                  </a:lnTo>
                  <a:lnTo>
                    <a:pt x="20637" y="2340254"/>
                  </a:lnTo>
                  <a:lnTo>
                    <a:pt x="19392" y="2342997"/>
                  </a:lnTo>
                  <a:lnTo>
                    <a:pt x="19075" y="2346591"/>
                  </a:lnTo>
                  <a:lnTo>
                    <a:pt x="23888" y="2347087"/>
                  </a:lnTo>
                  <a:lnTo>
                    <a:pt x="23901" y="2344686"/>
                  </a:lnTo>
                  <a:lnTo>
                    <a:pt x="24587" y="2342819"/>
                  </a:lnTo>
                  <a:lnTo>
                    <a:pt x="27292" y="2340114"/>
                  </a:lnTo>
                  <a:lnTo>
                    <a:pt x="29095" y="2339429"/>
                  </a:lnTo>
                  <a:lnTo>
                    <a:pt x="33489" y="2339429"/>
                  </a:lnTo>
                  <a:lnTo>
                    <a:pt x="35217" y="2340076"/>
                  </a:lnTo>
                  <a:lnTo>
                    <a:pt x="37871" y="2342616"/>
                  </a:lnTo>
                  <a:lnTo>
                    <a:pt x="38544" y="2344178"/>
                  </a:lnTo>
                  <a:lnTo>
                    <a:pt x="38544" y="2347811"/>
                  </a:lnTo>
                  <a:lnTo>
                    <a:pt x="37807" y="2349690"/>
                  </a:lnTo>
                  <a:lnTo>
                    <a:pt x="34886" y="2353678"/>
                  </a:lnTo>
                  <a:lnTo>
                    <a:pt x="32092" y="2356358"/>
                  </a:lnTo>
                  <a:lnTo>
                    <a:pt x="25273" y="2361946"/>
                  </a:lnTo>
                  <a:lnTo>
                    <a:pt x="23228" y="2363876"/>
                  </a:lnTo>
                  <a:lnTo>
                    <a:pt x="20408" y="2367203"/>
                  </a:lnTo>
                  <a:lnTo>
                    <a:pt x="19380" y="2368893"/>
                  </a:lnTo>
                  <a:lnTo>
                    <a:pt x="18338" y="2371648"/>
                  </a:lnTo>
                  <a:lnTo>
                    <a:pt x="18148" y="2372741"/>
                  </a:lnTo>
                  <a:lnTo>
                    <a:pt x="18186" y="2373858"/>
                  </a:lnTo>
                  <a:lnTo>
                    <a:pt x="43408" y="2373858"/>
                  </a:lnTo>
                  <a:lnTo>
                    <a:pt x="43408" y="2369362"/>
                  </a:lnTo>
                  <a:close/>
                </a:path>
                <a:path w="2657475" h="2432050">
                  <a:moveTo>
                    <a:pt x="45720" y="231825"/>
                  </a:moveTo>
                  <a:lnTo>
                    <a:pt x="27012" y="231825"/>
                  </a:lnTo>
                  <a:lnTo>
                    <a:pt x="27533" y="231000"/>
                  </a:lnTo>
                  <a:lnTo>
                    <a:pt x="28194" y="230124"/>
                  </a:lnTo>
                  <a:lnTo>
                    <a:pt x="28994" y="229298"/>
                  </a:lnTo>
                  <a:lnTo>
                    <a:pt x="29781" y="228422"/>
                  </a:lnTo>
                  <a:lnTo>
                    <a:pt x="31597" y="226834"/>
                  </a:lnTo>
                  <a:lnTo>
                    <a:pt x="37769" y="221615"/>
                  </a:lnTo>
                  <a:lnTo>
                    <a:pt x="40170" y="219417"/>
                  </a:lnTo>
                  <a:lnTo>
                    <a:pt x="43078" y="216128"/>
                  </a:lnTo>
                  <a:lnTo>
                    <a:pt x="44107" y="214591"/>
                  </a:lnTo>
                  <a:lnTo>
                    <a:pt x="45364" y="211620"/>
                  </a:lnTo>
                  <a:lnTo>
                    <a:pt x="45643" y="210248"/>
                  </a:lnTo>
                  <a:lnTo>
                    <a:pt x="45529" y="205257"/>
                  </a:lnTo>
                  <a:lnTo>
                    <a:pt x="44602" y="203111"/>
                  </a:lnTo>
                  <a:lnTo>
                    <a:pt x="43332" y="201904"/>
                  </a:lnTo>
                  <a:lnTo>
                    <a:pt x="40335" y="199047"/>
                  </a:lnTo>
                  <a:lnTo>
                    <a:pt x="37439" y="198005"/>
                  </a:lnTo>
                  <a:lnTo>
                    <a:pt x="30149" y="198005"/>
                  </a:lnTo>
                  <a:lnTo>
                    <a:pt x="27254" y="198945"/>
                  </a:lnTo>
                  <a:lnTo>
                    <a:pt x="25107" y="200863"/>
                  </a:lnTo>
                  <a:lnTo>
                    <a:pt x="22961" y="202730"/>
                  </a:lnTo>
                  <a:lnTo>
                    <a:pt x="21717" y="205473"/>
                  </a:lnTo>
                  <a:lnTo>
                    <a:pt x="21386" y="209042"/>
                  </a:lnTo>
                  <a:lnTo>
                    <a:pt x="26200" y="209537"/>
                  </a:lnTo>
                  <a:lnTo>
                    <a:pt x="26225" y="207175"/>
                  </a:lnTo>
                  <a:lnTo>
                    <a:pt x="26911" y="205257"/>
                  </a:lnTo>
                  <a:lnTo>
                    <a:pt x="28371" y="203822"/>
                  </a:lnTo>
                  <a:lnTo>
                    <a:pt x="29616" y="202565"/>
                  </a:lnTo>
                  <a:lnTo>
                    <a:pt x="31419" y="201904"/>
                  </a:lnTo>
                  <a:lnTo>
                    <a:pt x="35814" y="201904"/>
                  </a:lnTo>
                  <a:lnTo>
                    <a:pt x="37541" y="202514"/>
                  </a:lnTo>
                  <a:lnTo>
                    <a:pt x="38989" y="203936"/>
                  </a:lnTo>
                  <a:lnTo>
                    <a:pt x="40195" y="205092"/>
                  </a:lnTo>
                  <a:lnTo>
                    <a:pt x="40855" y="206629"/>
                  </a:lnTo>
                  <a:lnTo>
                    <a:pt x="40855" y="210248"/>
                  </a:lnTo>
                  <a:lnTo>
                    <a:pt x="40132" y="212166"/>
                  </a:lnTo>
                  <a:lnTo>
                    <a:pt x="37211" y="216128"/>
                  </a:lnTo>
                  <a:lnTo>
                    <a:pt x="34404" y="218821"/>
                  </a:lnTo>
                  <a:lnTo>
                    <a:pt x="27584" y="224421"/>
                  </a:lnTo>
                  <a:lnTo>
                    <a:pt x="25552" y="226339"/>
                  </a:lnTo>
                  <a:lnTo>
                    <a:pt x="20472" y="235178"/>
                  </a:lnTo>
                  <a:lnTo>
                    <a:pt x="20497" y="236334"/>
                  </a:lnTo>
                  <a:lnTo>
                    <a:pt x="45720" y="236334"/>
                  </a:lnTo>
                  <a:lnTo>
                    <a:pt x="45720" y="231825"/>
                  </a:lnTo>
                  <a:close/>
                </a:path>
                <a:path w="2657475" h="2432050">
                  <a:moveTo>
                    <a:pt x="47332" y="1556131"/>
                  </a:moveTo>
                  <a:lnTo>
                    <a:pt x="32943" y="1556131"/>
                  </a:lnTo>
                  <a:lnTo>
                    <a:pt x="32943" y="1560842"/>
                  </a:lnTo>
                  <a:lnTo>
                    <a:pt x="47332" y="1560842"/>
                  </a:lnTo>
                  <a:lnTo>
                    <a:pt x="47332" y="1556131"/>
                  </a:lnTo>
                  <a:close/>
                </a:path>
                <a:path w="2657475" h="2432050">
                  <a:moveTo>
                    <a:pt x="74193" y="2359520"/>
                  </a:moveTo>
                  <a:lnTo>
                    <a:pt x="69380" y="2338260"/>
                  </a:lnTo>
                  <a:lnTo>
                    <a:pt x="69380" y="2361311"/>
                  </a:lnTo>
                  <a:lnTo>
                    <a:pt x="68630" y="2365476"/>
                  </a:lnTo>
                  <a:lnTo>
                    <a:pt x="65722" y="2369629"/>
                  </a:lnTo>
                  <a:lnTo>
                    <a:pt x="63906" y="2370658"/>
                  </a:lnTo>
                  <a:lnTo>
                    <a:pt x="59601" y="2370658"/>
                  </a:lnTo>
                  <a:lnTo>
                    <a:pt x="57797" y="2369629"/>
                  </a:lnTo>
                  <a:lnTo>
                    <a:pt x="54864" y="2365464"/>
                  </a:lnTo>
                  <a:lnTo>
                    <a:pt x="54127" y="2361311"/>
                  </a:lnTo>
                  <a:lnTo>
                    <a:pt x="54229" y="2348255"/>
                  </a:lnTo>
                  <a:lnTo>
                    <a:pt x="54940" y="2344496"/>
                  </a:lnTo>
                  <a:lnTo>
                    <a:pt x="57835" y="2340343"/>
                  </a:lnTo>
                  <a:lnTo>
                    <a:pt x="59550" y="2339429"/>
                  </a:lnTo>
                  <a:lnTo>
                    <a:pt x="63893" y="2339429"/>
                  </a:lnTo>
                  <a:lnTo>
                    <a:pt x="65722" y="2340470"/>
                  </a:lnTo>
                  <a:lnTo>
                    <a:pt x="68643" y="2344597"/>
                  </a:lnTo>
                  <a:lnTo>
                    <a:pt x="69291" y="2348255"/>
                  </a:lnTo>
                  <a:lnTo>
                    <a:pt x="69380" y="2361311"/>
                  </a:lnTo>
                  <a:lnTo>
                    <a:pt x="69380" y="2338260"/>
                  </a:lnTo>
                  <a:lnTo>
                    <a:pt x="68694" y="2337612"/>
                  </a:lnTo>
                  <a:lnTo>
                    <a:pt x="65595" y="2335961"/>
                  </a:lnTo>
                  <a:lnTo>
                    <a:pt x="63804" y="2335555"/>
                  </a:lnTo>
                  <a:lnTo>
                    <a:pt x="58978" y="2335555"/>
                  </a:lnTo>
                  <a:lnTo>
                    <a:pt x="49314" y="2350541"/>
                  </a:lnTo>
                  <a:lnTo>
                    <a:pt x="49314" y="2362212"/>
                  </a:lnTo>
                  <a:lnTo>
                    <a:pt x="50571" y="2367381"/>
                  </a:lnTo>
                  <a:lnTo>
                    <a:pt x="55194" y="2373198"/>
                  </a:lnTo>
                  <a:lnTo>
                    <a:pt x="58077" y="2374519"/>
                  </a:lnTo>
                  <a:lnTo>
                    <a:pt x="64554" y="2374519"/>
                  </a:lnTo>
                  <a:lnTo>
                    <a:pt x="66865" y="2373769"/>
                  </a:lnTo>
                  <a:lnTo>
                    <a:pt x="70523" y="2370759"/>
                  </a:lnTo>
                  <a:lnTo>
                    <a:pt x="71894" y="2368639"/>
                  </a:lnTo>
                  <a:lnTo>
                    <a:pt x="73736" y="2363139"/>
                  </a:lnTo>
                  <a:lnTo>
                    <a:pt x="74193" y="2359520"/>
                  </a:lnTo>
                  <a:close/>
                </a:path>
                <a:path w="2657475" h="2432050">
                  <a:moveTo>
                    <a:pt x="74193" y="1825155"/>
                  </a:moveTo>
                  <a:lnTo>
                    <a:pt x="70383" y="1805063"/>
                  </a:lnTo>
                  <a:lnTo>
                    <a:pt x="69964" y="1804403"/>
                  </a:lnTo>
                  <a:lnTo>
                    <a:pt x="69380" y="1803882"/>
                  </a:lnTo>
                  <a:lnTo>
                    <a:pt x="69380" y="1826920"/>
                  </a:lnTo>
                  <a:lnTo>
                    <a:pt x="68643" y="1831086"/>
                  </a:lnTo>
                  <a:lnTo>
                    <a:pt x="65722" y="1835264"/>
                  </a:lnTo>
                  <a:lnTo>
                    <a:pt x="63906" y="1836305"/>
                  </a:lnTo>
                  <a:lnTo>
                    <a:pt x="59601" y="1836305"/>
                  </a:lnTo>
                  <a:lnTo>
                    <a:pt x="57797" y="1835264"/>
                  </a:lnTo>
                  <a:lnTo>
                    <a:pt x="54864" y="1831086"/>
                  </a:lnTo>
                  <a:lnTo>
                    <a:pt x="54127" y="1826920"/>
                  </a:lnTo>
                  <a:lnTo>
                    <a:pt x="54229" y="1813852"/>
                  </a:lnTo>
                  <a:lnTo>
                    <a:pt x="54940" y="1810118"/>
                  </a:lnTo>
                  <a:lnTo>
                    <a:pt x="56553" y="1807756"/>
                  </a:lnTo>
                  <a:lnTo>
                    <a:pt x="57835" y="1805940"/>
                  </a:lnTo>
                  <a:lnTo>
                    <a:pt x="59550" y="1805063"/>
                  </a:lnTo>
                  <a:lnTo>
                    <a:pt x="63893" y="1805063"/>
                  </a:lnTo>
                  <a:lnTo>
                    <a:pt x="69380" y="1826920"/>
                  </a:lnTo>
                  <a:lnTo>
                    <a:pt x="69380" y="1803882"/>
                  </a:lnTo>
                  <a:lnTo>
                    <a:pt x="68694" y="1803247"/>
                  </a:lnTo>
                  <a:lnTo>
                    <a:pt x="65595" y="1801609"/>
                  </a:lnTo>
                  <a:lnTo>
                    <a:pt x="63804" y="1801164"/>
                  </a:lnTo>
                  <a:lnTo>
                    <a:pt x="58978" y="1801164"/>
                  </a:lnTo>
                  <a:lnTo>
                    <a:pt x="49314" y="1816150"/>
                  </a:lnTo>
                  <a:lnTo>
                    <a:pt x="49314" y="1827847"/>
                  </a:lnTo>
                  <a:lnTo>
                    <a:pt x="50571" y="1833016"/>
                  </a:lnTo>
                  <a:lnTo>
                    <a:pt x="55194" y="1838833"/>
                  </a:lnTo>
                  <a:lnTo>
                    <a:pt x="58077" y="1840153"/>
                  </a:lnTo>
                  <a:lnTo>
                    <a:pt x="64554" y="1840153"/>
                  </a:lnTo>
                  <a:lnTo>
                    <a:pt x="73736" y="1828723"/>
                  </a:lnTo>
                  <a:lnTo>
                    <a:pt x="74193" y="1825155"/>
                  </a:lnTo>
                  <a:close/>
                </a:path>
                <a:path w="2657475" h="2432050">
                  <a:moveTo>
                    <a:pt x="74612" y="2090115"/>
                  </a:moveTo>
                  <a:lnTo>
                    <a:pt x="66078" y="2081377"/>
                  </a:lnTo>
                  <a:lnTo>
                    <a:pt x="60236" y="2081377"/>
                  </a:lnTo>
                  <a:lnTo>
                    <a:pt x="57823" y="2082177"/>
                  </a:lnTo>
                  <a:lnTo>
                    <a:pt x="55537" y="2083765"/>
                  </a:lnTo>
                  <a:lnTo>
                    <a:pt x="57594" y="2073516"/>
                  </a:lnTo>
                  <a:lnTo>
                    <a:pt x="72821" y="2073516"/>
                  </a:lnTo>
                  <a:lnTo>
                    <a:pt x="72821" y="2069045"/>
                  </a:lnTo>
                  <a:lnTo>
                    <a:pt x="53848" y="2069045"/>
                  </a:lnTo>
                  <a:lnTo>
                    <a:pt x="50152" y="2088629"/>
                  </a:lnTo>
                  <a:lnTo>
                    <a:pt x="54546" y="2089213"/>
                  </a:lnTo>
                  <a:lnTo>
                    <a:pt x="55245" y="2088121"/>
                  </a:lnTo>
                  <a:lnTo>
                    <a:pt x="56197" y="2087232"/>
                  </a:lnTo>
                  <a:lnTo>
                    <a:pt x="58623" y="2085860"/>
                  </a:lnTo>
                  <a:lnTo>
                    <a:pt x="59994" y="2085505"/>
                  </a:lnTo>
                  <a:lnTo>
                    <a:pt x="63931" y="2085505"/>
                  </a:lnTo>
                  <a:lnTo>
                    <a:pt x="65887" y="2086279"/>
                  </a:lnTo>
                  <a:lnTo>
                    <a:pt x="68897" y="2089378"/>
                  </a:lnTo>
                  <a:lnTo>
                    <a:pt x="69646" y="2091486"/>
                  </a:lnTo>
                  <a:lnTo>
                    <a:pt x="69557" y="2097189"/>
                  </a:lnTo>
                  <a:lnTo>
                    <a:pt x="68859" y="2099221"/>
                  </a:lnTo>
                  <a:lnTo>
                    <a:pt x="65735" y="2102624"/>
                  </a:lnTo>
                  <a:lnTo>
                    <a:pt x="63830" y="2103475"/>
                  </a:lnTo>
                  <a:lnTo>
                    <a:pt x="59702" y="2103475"/>
                  </a:lnTo>
                  <a:lnTo>
                    <a:pt x="58102" y="2102866"/>
                  </a:lnTo>
                  <a:lnTo>
                    <a:pt x="55448" y="2100453"/>
                  </a:lnTo>
                  <a:lnTo>
                    <a:pt x="54597" y="2098649"/>
                  </a:lnTo>
                  <a:lnTo>
                    <a:pt x="54241" y="2096262"/>
                  </a:lnTo>
                  <a:lnTo>
                    <a:pt x="49314" y="2096681"/>
                  </a:lnTo>
                  <a:lnTo>
                    <a:pt x="49631" y="2099894"/>
                  </a:lnTo>
                  <a:lnTo>
                    <a:pt x="50876" y="2102459"/>
                  </a:lnTo>
                  <a:lnTo>
                    <a:pt x="55270" y="2106358"/>
                  </a:lnTo>
                  <a:lnTo>
                    <a:pt x="58102" y="2107323"/>
                  </a:lnTo>
                  <a:lnTo>
                    <a:pt x="65811" y="2107323"/>
                  </a:lnTo>
                  <a:lnTo>
                    <a:pt x="69151" y="2105787"/>
                  </a:lnTo>
                  <a:lnTo>
                    <a:pt x="70993" y="2103475"/>
                  </a:lnTo>
                  <a:lnTo>
                    <a:pt x="73609" y="2100173"/>
                  </a:lnTo>
                  <a:lnTo>
                    <a:pt x="74612" y="2097189"/>
                  </a:lnTo>
                  <a:lnTo>
                    <a:pt x="74612" y="2090115"/>
                  </a:lnTo>
                  <a:close/>
                </a:path>
                <a:path w="2657475" h="2432050">
                  <a:moveTo>
                    <a:pt x="74803" y="1290777"/>
                  </a:moveTo>
                  <a:lnTo>
                    <a:pt x="69989" y="1269492"/>
                  </a:lnTo>
                  <a:lnTo>
                    <a:pt x="69989" y="1292529"/>
                  </a:lnTo>
                  <a:lnTo>
                    <a:pt x="69265" y="1296708"/>
                  </a:lnTo>
                  <a:lnTo>
                    <a:pt x="66332" y="1300873"/>
                  </a:lnTo>
                  <a:lnTo>
                    <a:pt x="64516" y="1301915"/>
                  </a:lnTo>
                  <a:lnTo>
                    <a:pt x="60210" y="1301915"/>
                  </a:lnTo>
                  <a:lnTo>
                    <a:pt x="58407" y="1300873"/>
                  </a:lnTo>
                  <a:lnTo>
                    <a:pt x="55473" y="1296708"/>
                  </a:lnTo>
                  <a:lnTo>
                    <a:pt x="54737" y="1292529"/>
                  </a:lnTo>
                  <a:lnTo>
                    <a:pt x="54838" y="1279512"/>
                  </a:lnTo>
                  <a:lnTo>
                    <a:pt x="55549" y="1275727"/>
                  </a:lnTo>
                  <a:lnTo>
                    <a:pt x="58445" y="1271562"/>
                  </a:lnTo>
                  <a:lnTo>
                    <a:pt x="60159" y="1270673"/>
                  </a:lnTo>
                  <a:lnTo>
                    <a:pt x="64503" y="1270673"/>
                  </a:lnTo>
                  <a:lnTo>
                    <a:pt x="69989" y="1292529"/>
                  </a:lnTo>
                  <a:lnTo>
                    <a:pt x="69989" y="1269492"/>
                  </a:lnTo>
                  <a:lnTo>
                    <a:pt x="69303" y="1268869"/>
                  </a:lnTo>
                  <a:lnTo>
                    <a:pt x="66205" y="1267218"/>
                  </a:lnTo>
                  <a:lnTo>
                    <a:pt x="64414" y="1266774"/>
                  </a:lnTo>
                  <a:lnTo>
                    <a:pt x="59588" y="1266774"/>
                  </a:lnTo>
                  <a:lnTo>
                    <a:pt x="49923" y="1281772"/>
                  </a:lnTo>
                  <a:lnTo>
                    <a:pt x="49923" y="1293456"/>
                  </a:lnTo>
                  <a:lnTo>
                    <a:pt x="51193" y="1298625"/>
                  </a:lnTo>
                  <a:lnTo>
                    <a:pt x="55803" y="1304442"/>
                  </a:lnTo>
                  <a:lnTo>
                    <a:pt x="58686" y="1305763"/>
                  </a:lnTo>
                  <a:lnTo>
                    <a:pt x="65163" y="1305763"/>
                  </a:lnTo>
                  <a:lnTo>
                    <a:pt x="67475" y="1304988"/>
                  </a:lnTo>
                  <a:lnTo>
                    <a:pt x="69303" y="1303515"/>
                  </a:lnTo>
                  <a:lnTo>
                    <a:pt x="71132" y="1301978"/>
                  </a:lnTo>
                  <a:lnTo>
                    <a:pt x="72517" y="1299883"/>
                  </a:lnTo>
                  <a:lnTo>
                    <a:pt x="74358" y="1294396"/>
                  </a:lnTo>
                  <a:lnTo>
                    <a:pt x="74803" y="1290777"/>
                  </a:lnTo>
                  <a:close/>
                </a:path>
                <a:path w="2657475" h="2432050">
                  <a:moveTo>
                    <a:pt x="75222" y="1021359"/>
                  </a:moveTo>
                  <a:lnTo>
                    <a:pt x="74079" y="1018387"/>
                  </a:lnTo>
                  <a:lnTo>
                    <a:pt x="69494" y="1013777"/>
                  </a:lnTo>
                  <a:lnTo>
                    <a:pt x="66687" y="1012621"/>
                  </a:lnTo>
                  <a:lnTo>
                    <a:pt x="60845" y="1012621"/>
                  </a:lnTo>
                  <a:lnTo>
                    <a:pt x="58445" y="1013396"/>
                  </a:lnTo>
                  <a:lnTo>
                    <a:pt x="56146" y="1014984"/>
                  </a:lnTo>
                  <a:lnTo>
                    <a:pt x="58204" y="1004722"/>
                  </a:lnTo>
                  <a:lnTo>
                    <a:pt x="73431" y="1004722"/>
                  </a:lnTo>
                  <a:lnTo>
                    <a:pt x="73431" y="1000277"/>
                  </a:lnTo>
                  <a:lnTo>
                    <a:pt x="54457" y="1000277"/>
                  </a:lnTo>
                  <a:lnTo>
                    <a:pt x="50761" y="1019873"/>
                  </a:lnTo>
                  <a:lnTo>
                    <a:pt x="55156" y="1020419"/>
                  </a:lnTo>
                  <a:lnTo>
                    <a:pt x="55854" y="1019327"/>
                  </a:lnTo>
                  <a:lnTo>
                    <a:pt x="56807" y="1018451"/>
                  </a:lnTo>
                  <a:lnTo>
                    <a:pt x="59232" y="1017066"/>
                  </a:lnTo>
                  <a:lnTo>
                    <a:pt x="60604" y="1016749"/>
                  </a:lnTo>
                  <a:lnTo>
                    <a:pt x="64541" y="1016749"/>
                  </a:lnTo>
                  <a:lnTo>
                    <a:pt x="66497" y="1017511"/>
                  </a:lnTo>
                  <a:lnTo>
                    <a:pt x="69507" y="1020584"/>
                  </a:lnTo>
                  <a:lnTo>
                    <a:pt x="70256" y="1022731"/>
                  </a:lnTo>
                  <a:lnTo>
                    <a:pt x="70256" y="1028217"/>
                  </a:lnTo>
                  <a:lnTo>
                    <a:pt x="69481" y="1030465"/>
                  </a:lnTo>
                  <a:lnTo>
                    <a:pt x="66357" y="1033868"/>
                  </a:lnTo>
                  <a:lnTo>
                    <a:pt x="64439" y="1034694"/>
                  </a:lnTo>
                  <a:lnTo>
                    <a:pt x="60312" y="1034694"/>
                  </a:lnTo>
                  <a:lnTo>
                    <a:pt x="58712" y="1034097"/>
                  </a:lnTo>
                  <a:lnTo>
                    <a:pt x="56057" y="1031671"/>
                  </a:lnTo>
                  <a:lnTo>
                    <a:pt x="55206" y="1029868"/>
                  </a:lnTo>
                  <a:lnTo>
                    <a:pt x="54838" y="1027506"/>
                  </a:lnTo>
                  <a:lnTo>
                    <a:pt x="49923" y="1027887"/>
                  </a:lnTo>
                  <a:lnTo>
                    <a:pt x="50241" y="1031125"/>
                  </a:lnTo>
                  <a:lnTo>
                    <a:pt x="51498" y="1033703"/>
                  </a:lnTo>
                  <a:lnTo>
                    <a:pt x="55880" y="1037602"/>
                  </a:lnTo>
                  <a:lnTo>
                    <a:pt x="58712" y="1038542"/>
                  </a:lnTo>
                  <a:lnTo>
                    <a:pt x="66421" y="1038542"/>
                  </a:lnTo>
                  <a:lnTo>
                    <a:pt x="69761" y="1037005"/>
                  </a:lnTo>
                  <a:lnTo>
                    <a:pt x="74218" y="1031405"/>
                  </a:lnTo>
                  <a:lnTo>
                    <a:pt x="75222" y="1028433"/>
                  </a:lnTo>
                  <a:lnTo>
                    <a:pt x="75222" y="1021359"/>
                  </a:lnTo>
                  <a:close/>
                </a:path>
                <a:path w="2657475" h="2432050">
                  <a:moveTo>
                    <a:pt x="76517" y="756386"/>
                  </a:moveTo>
                  <a:lnTo>
                    <a:pt x="72694" y="736295"/>
                  </a:lnTo>
                  <a:lnTo>
                    <a:pt x="72288" y="735634"/>
                  </a:lnTo>
                  <a:lnTo>
                    <a:pt x="71704" y="735114"/>
                  </a:lnTo>
                  <a:lnTo>
                    <a:pt x="71704" y="758139"/>
                  </a:lnTo>
                  <a:lnTo>
                    <a:pt x="70967" y="762317"/>
                  </a:lnTo>
                  <a:lnTo>
                    <a:pt x="68033" y="766483"/>
                  </a:lnTo>
                  <a:lnTo>
                    <a:pt x="66230" y="767537"/>
                  </a:lnTo>
                  <a:lnTo>
                    <a:pt x="61925" y="767537"/>
                  </a:lnTo>
                  <a:lnTo>
                    <a:pt x="60121" y="766483"/>
                  </a:lnTo>
                  <a:lnTo>
                    <a:pt x="57188" y="762317"/>
                  </a:lnTo>
                  <a:lnTo>
                    <a:pt x="56451" y="758139"/>
                  </a:lnTo>
                  <a:lnTo>
                    <a:pt x="56540" y="745134"/>
                  </a:lnTo>
                  <a:lnTo>
                    <a:pt x="57251" y="741337"/>
                  </a:lnTo>
                  <a:lnTo>
                    <a:pt x="60159" y="737171"/>
                  </a:lnTo>
                  <a:lnTo>
                    <a:pt x="61874" y="736295"/>
                  </a:lnTo>
                  <a:lnTo>
                    <a:pt x="66205" y="736295"/>
                  </a:lnTo>
                  <a:lnTo>
                    <a:pt x="71704" y="758139"/>
                  </a:lnTo>
                  <a:lnTo>
                    <a:pt x="71704" y="735114"/>
                  </a:lnTo>
                  <a:lnTo>
                    <a:pt x="71005" y="734479"/>
                  </a:lnTo>
                  <a:lnTo>
                    <a:pt x="67919" y="732828"/>
                  </a:lnTo>
                  <a:lnTo>
                    <a:pt x="66116" y="732396"/>
                  </a:lnTo>
                  <a:lnTo>
                    <a:pt x="61290" y="732396"/>
                  </a:lnTo>
                  <a:lnTo>
                    <a:pt x="51638" y="747382"/>
                  </a:lnTo>
                  <a:lnTo>
                    <a:pt x="51638" y="759079"/>
                  </a:lnTo>
                  <a:lnTo>
                    <a:pt x="52895" y="764235"/>
                  </a:lnTo>
                  <a:lnTo>
                    <a:pt x="57505" y="770051"/>
                  </a:lnTo>
                  <a:lnTo>
                    <a:pt x="60401" y="771372"/>
                  </a:lnTo>
                  <a:lnTo>
                    <a:pt x="66865" y="771372"/>
                  </a:lnTo>
                  <a:lnTo>
                    <a:pt x="69176" y="770610"/>
                  </a:lnTo>
                  <a:lnTo>
                    <a:pt x="71005" y="769124"/>
                  </a:lnTo>
                  <a:lnTo>
                    <a:pt x="72847" y="767588"/>
                  </a:lnTo>
                  <a:lnTo>
                    <a:pt x="74218" y="765505"/>
                  </a:lnTo>
                  <a:lnTo>
                    <a:pt x="76060" y="760006"/>
                  </a:lnTo>
                  <a:lnTo>
                    <a:pt x="76517" y="756386"/>
                  </a:lnTo>
                  <a:close/>
                </a:path>
                <a:path w="2657475" h="2432050">
                  <a:moveTo>
                    <a:pt x="76517" y="221996"/>
                  </a:moveTo>
                  <a:lnTo>
                    <a:pt x="72694" y="201904"/>
                  </a:lnTo>
                  <a:lnTo>
                    <a:pt x="72288" y="201244"/>
                  </a:lnTo>
                  <a:lnTo>
                    <a:pt x="71704" y="200723"/>
                  </a:lnTo>
                  <a:lnTo>
                    <a:pt x="71704" y="223761"/>
                  </a:lnTo>
                  <a:lnTo>
                    <a:pt x="70967" y="227926"/>
                  </a:lnTo>
                  <a:lnTo>
                    <a:pt x="68033" y="232105"/>
                  </a:lnTo>
                  <a:lnTo>
                    <a:pt x="66230" y="233146"/>
                  </a:lnTo>
                  <a:lnTo>
                    <a:pt x="61925" y="233146"/>
                  </a:lnTo>
                  <a:lnTo>
                    <a:pt x="60121" y="232105"/>
                  </a:lnTo>
                  <a:lnTo>
                    <a:pt x="57188" y="227926"/>
                  </a:lnTo>
                  <a:lnTo>
                    <a:pt x="56451" y="223761"/>
                  </a:lnTo>
                  <a:lnTo>
                    <a:pt x="56540" y="210743"/>
                  </a:lnTo>
                  <a:lnTo>
                    <a:pt x="57251" y="206959"/>
                  </a:lnTo>
                  <a:lnTo>
                    <a:pt x="60159" y="202780"/>
                  </a:lnTo>
                  <a:lnTo>
                    <a:pt x="61874" y="201904"/>
                  </a:lnTo>
                  <a:lnTo>
                    <a:pt x="66205" y="201904"/>
                  </a:lnTo>
                  <a:lnTo>
                    <a:pt x="71704" y="223761"/>
                  </a:lnTo>
                  <a:lnTo>
                    <a:pt x="71704" y="200723"/>
                  </a:lnTo>
                  <a:lnTo>
                    <a:pt x="71005" y="200088"/>
                  </a:lnTo>
                  <a:lnTo>
                    <a:pt x="67919" y="198450"/>
                  </a:lnTo>
                  <a:lnTo>
                    <a:pt x="66116" y="198005"/>
                  </a:lnTo>
                  <a:lnTo>
                    <a:pt x="61290" y="198005"/>
                  </a:lnTo>
                  <a:lnTo>
                    <a:pt x="51638" y="212991"/>
                  </a:lnTo>
                  <a:lnTo>
                    <a:pt x="51638" y="224688"/>
                  </a:lnTo>
                  <a:lnTo>
                    <a:pt x="52895" y="229844"/>
                  </a:lnTo>
                  <a:lnTo>
                    <a:pt x="57505" y="235673"/>
                  </a:lnTo>
                  <a:lnTo>
                    <a:pt x="60401" y="236994"/>
                  </a:lnTo>
                  <a:lnTo>
                    <a:pt x="66865" y="236994"/>
                  </a:lnTo>
                  <a:lnTo>
                    <a:pt x="69176" y="236220"/>
                  </a:lnTo>
                  <a:lnTo>
                    <a:pt x="72847" y="233260"/>
                  </a:lnTo>
                  <a:lnTo>
                    <a:pt x="74218" y="231114"/>
                  </a:lnTo>
                  <a:lnTo>
                    <a:pt x="76060" y="225628"/>
                  </a:lnTo>
                  <a:lnTo>
                    <a:pt x="76517" y="221996"/>
                  </a:lnTo>
                  <a:close/>
                </a:path>
                <a:path w="2657475" h="2432050">
                  <a:moveTo>
                    <a:pt x="76936" y="486968"/>
                  </a:moveTo>
                  <a:lnTo>
                    <a:pt x="75780" y="484009"/>
                  </a:lnTo>
                  <a:lnTo>
                    <a:pt x="74155" y="482358"/>
                  </a:lnTo>
                  <a:lnTo>
                    <a:pt x="72402" y="480606"/>
                  </a:lnTo>
                  <a:lnTo>
                    <a:pt x="71208" y="479386"/>
                  </a:lnTo>
                  <a:lnTo>
                    <a:pt x="68389" y="478243"/>
                  </a:lnTo>
                  <a:lnTo>
                    <a:pt x="62547" y="478243"/>
                  </a:lnTo>
                  <a:lnTo>
                    <a:pt x="60147" y="479005"/>
                  </a:lnTo>
                  <a:lnTo>
                    <a:pt x="57848" y="480606"/>
                  </a:lnTo>
                  <a:lnTo>
                    <a:pt x="59918" y="470382"/>
                  </a:lnTo>
                  <a:lnTo>
                    <a:pt x="75133" y="470382"/>
                  </a:lnTo>
                  <a:lnTo>
                    <a:pt x="75133" y="465886"/>
                  </a:lnTo>
                  <a:lnTo>
                    <a:pt x="56159" y="465886"/>
                  </a:lnTo>
                  <a:lnTo>
                    <a:pt x="52463" y="485482"/>
                  </a:lnTo>
                  <a:lnTo>
                    <a:pt x="56870" y="486041"/>
                  </a:lnTo>
                  <a:lnTo>
                    <a:pt x="57556" y="484936"/>
                  </a:lnTo>
                  <a:lnTo>
                    <a:pt x="58508" y="484060"/>
                  </a:lnTo>
                  <a:lnTo>
                    <a:pt x="59728" y="483400"/>
                  </a:lnTo>
                  <a:lnTo>
                    <a:pt x="60947" y="482688"/>
                  </a:lnTo>
                  <a:lnTo>
                    <a:pt x="62306" y="482358"/>
                  </a:lnTo>
                  <a:lnTo>
                    <a:pt x="66243" y="482358"/>
                  </a:lnTo>
                  <a:lnTo>
                    <a:pt x="68211" y="483120"/>
                  </a:lnTo>
                  <a:lnTo>
                    <a:pt x="71208" y="486206"/>
                  </a:lnTo>
                  <a:lnTo>
                    <a:pt x="71958" y="488340"/>
                  </a:lnTo>
                  <a:lnTo>
                    <a:pt x="71882" y="494055"/>
                  </a:lnTo>
                  <a:lnTo>
                    <a:pt x="71183" y="496087"/>
                  </a:lnTo>
                  <a:lnTo>
                    <a:pt x="68059" y="499491"/>
                  </a:lnTo>
                  <a:lnTo>
                    <a:pt x="66154" y="500316"/>
                  </a:lnTo>
                  <a:lnTo>
                    <a:pt x="62026" y="500316"/>
                  </a:lnTo>
                  <a:lnTo>
                    <a:pt x="60413" y="499706"/>
                  </a:lnTo>
                  <a:lnTo>
                    <a:pt x="57759" y="497293"/>
                  </a:lnTo>
                  <a:lnTo>
                    <a:pt x="56908" y="495477"/>
                  </a:lnTo>
                  <a:lnTo>
                    <a:pt x="56553" y="493115"/>
                  </a:lnTo>
                  <a:lnTo>
                    <a:pt x="51638" y="493496"/>
                  </a:lnTo>
                  <a:lnTo>
                    <a:pt x="51943" y="496747"/>
                  </a:lnTo>
                  <a:lnTo>
                    <a:pt x="53200" y="499325"/>
                  </a:lnTo>
                  <a:lnTo>
                    <a:pt x="55397" y="501243"/>
                  </a:lnTo>
                  <a:lnTo>
                    <a:pt x="57594" y="503224"/>
                  </a:lnTo>
                  <a:lnTo>
                    <a:pt x="60426" y="504151"/>
                  </a:lnTo>
                  <a:lnTo>
                    <a:pt x="68122" y="504151"/>
                  </a:lnTo>
                  <a:lnTo>
                    <a:pt x="71462" y="502615"/>
                  </a:lnTo>
                  <a:lnTo>
                    <a:pt x="73304" y="500316"/>
                  </a:lnTo>
                  <a:lnTo>
                    <a:pt x="75933" y="497014"/>
                  </a:lnTo>
                  <a:lnTo>
                    <a:pt x="76936" y="494055"/>
                  </a:lnTo>
                  <a:lnTo>
                    <a:pt x="76936" y="486968"/>
                  </a:lnTo>
                  <a:close/>
                </a:path>
                <a:path w="2657475" h="2432050">
                  <a:moveTo>
                    <a:pt x="77025" y="1555737"/>
                  </a:moveTo>
                  <a:lnTo>
                    <a:pt x="68491" y="1547012"/>
                  </a:lnTo>
                  <a:lnTo>
                    <a:pt x="62636" y="1547012"/>
                  </a:lnTo>
                  <a:lnTo>
                    <a:pt x="60236" y="1547787"/>
                  </a:lnTo>
                  <a:lnTo>
                    <a:pt x="57950" y="1549374"/>
                  </a:lnTo>
                  <a:lnTo>
                    <a:pt x="60007" y="1539100"/>
                  </a:lnTo>
                  <a:lnTo>
                    <a:pt x="75234" y="1539100"/>
                  </a:lnTo>
                  <a:lnTo>
                    <a:pt x="75234" y="1534655"/>
                  </a:lnTo>
                  <a:lnTo>
                    <a:pt x="56261" y="1534655"/>
                  </a:lnTo>
                  <a:lnTo>
                    <a:pt x="52565" y="1554264"/>
                  </a:lnTo>
                  <a:lnTo>
                    <a:pt x="56959" y="1554810"/>
                  </a:lnTo>
                  <a:lnTo>
                    <a:pt x="57658" y="1553705"/>
                  </a:lnTo>
                  <a:lnTo>
                    <a:pt x="58610" y="1552829"/>
                  </a:lnTo>
                  <a:lnTo>
                    <a:pt x="59829" y="1552168"/>
                  </a:lnTo>
                  <a:lnTo>
                    <a:pt x="61036" y="1551457"/>
                  </a:lnTo>
                  <a:lnTo>
                    <a:pt x="62395" y="1551127"/>
                  </a:lnTo>
                  <a:lnTo>
                    <a:pt x="66332" y="1551127"/>
                  </a:lnTo>
                  <a:lnTo>
                    <a:pt x="68300" y="1551901"/>
                  </a:lnTo>
                  <a:lnTo>
                    <a:pt x="71310" y="1554975"/>
                  </a:lnTo>
                  <a:lnTo>
                    <a:pt x="72059" y="1557108"/>
                  </a:lnTo>
                  <a:lnTo>
                    <a:pt x="71983" y="1562823"/>
                  </a:lnTo>
                  <a:lnTo>
                    <a:pt x="71272" y="1564855"/>
                  </a:lnTo>
                  <a:lnTo>
                    <a:pt x="68148" y="1568259"/>
                  </a:lnTo>
                  <a:lnTo>
                    <a:pt x="66243" y="1569085"/>
                  </a:lnTo>
                  <a:lnTo>
                    <a:pt x="62115" y="1569085"/>
                  </a:lnTo>
                  <a:lnTo>
                    <a:pt x="60515" y="1568475"/>
                  </a:lnTo>
                  <a:lnTo>
                    <a:pt x="57861" y="1566062"/>
                  </a:lnTo>
                  <a:lnTo>
                    <a:pt x="57010" y="1564246"/>
                  </a:lnTo>
                  <a:lnTo>
                    <a:pt x="56642" y="1561896"/>
                  </a:lnTo>
                  <a:lnTo>
                    <a:pt x="51727" y="1562277"/>
                  </a:lnTo>
                  <a:lnTo>
                    <a:pt x="52044" y="1565516"/>
                  </a:lnTo>
                  <a:lnTo>
                    <a:pt x="53289" y="1568094"/>
                  </a:lnTo>
                  <a:lnTo>
                    <a:pt x="55486" y="1570012"/>
                  </a:lnTo>
                  <a:lnTo>
                    <a:pt x="57683" y="1571993"/>
                  </a:lnTo>
                  <a:lnTo>
                    <a:pt x="60515" y="1572933"/>
                  </a:lnTo>
                  <a:lnTo>
                    <a:pt x="68224" y="1572933"/>
                  </a:lnTo>
                  <a:lnTo>
                    <a:pt x="71564" y="1571383"/>
                  </a:lnTo>
                  <a:lnTo>
                    <a:pt x="73393" y="1569085"/>
                  </a:lnTo>
                  <a:lnTo>
                    <a:pt x="76022" y="1565795"/>
                  </a:lnTo>
                  <a:lnTo>
                    <a:pt x="77025" y="1562823"/>
                  </a:lnTo>
                  <a:lnTo>
                    <a:pt x="77025" y="1555737"/>
                  </a:lnTo>
                  <a:close/>
                </a:path>
                <a:path w="2657475" h="2432050">
                  <a:moveTo>
                    <a:pt x="77520" y="2414663"/>
                  </a:moveTo>
                  <a:lnTo>
                    <a:pt x="63131" y="2414663"/>
                  </a:lnTo>
                  <a:lnTo>
                    <a:pt x="63131" y="2419375"/>
                  </a:lnTo>
                  <a:lnTo>
                    <a:pt x="77520" y="2419375"/>
                  </a:lnTo>
                  <a:lnTo>
                    <a:pt x="77520" y="2414663"/>
                  </a:lnTo>
                  <a:close/>
                </a:path>
                <a:path w="2657475" h="2432050">
                  <a:moveTo>
                    <a:pt x="106553" y="2426322"/>
                  </a:moveTo>
                  <a:lnTo>
                    <a:pt x="87833" y="2426322"/>
                  </a:lnTo>
                  <a:lnTo>
                    <a:pt x="88353" y="2425471"/>
                  </a:lnTo>
                  <a:lnTo>
                    <a:pt x="89014" y="2424633"/>
                  </a:lnTo>
                  <a:lnTo>
                    <a:pt x="90614" y="2422944"/>
                  </a:lnTo>
                  <a:lnTo>
                    <a:pt x="92417" y="2421344"/>
                  </a:lnTo>
                  <a:lnTo>
                    <a:pt x="98590" y="2416137"/>
                  </a:lnTo>
                  <a:lnTo>
                    <a:pt x="101003" y="2413901"/>
                  </a:lnTo>
                  <a:lnTo>
                    <a:pt x="103898" y="2410625"/>
                  </a:lnTo>
                  <a:lnTo>
                    <a:pt x="104940" y="2409088"/>
                  </a:lnTo>
                  <a:lnTo>
                    <a:pt x="106184" y="2406142"/>
                  </a:lnTo>
                  <a:lnTo>
                    <a:pt x="106464" y="2404770"/>
                  </a:lnTo>
                  <a:lnTo>
                    <a:pt x="106349" y="2399779"/>
                  </a:lnTo>
                  <a:lnTo>
                    <a:pt x="105422" y="2397595"/>
                  </a:lnTo>
                  <a:lnTo>
                    <a:pt x="104178" y="2396401"/>
                  </a:lnTo>
                  <a:lnTo>
                    <a:pt x="101168" y="2393531"/>
                  </a:lnTo>
                  <a:lnTo>
                    <a:pt x="98259" y="2392515"/>
                  </a:lnTo>
                  <a:lnTo>
                    <a:pt x="90970" y="2392515"/>
                  </a:lnTo>
                  <a:lnTo>
                    <a:pt x="88087" y="2393454"/>
                  </a:lnTo>
                  <a:lnTo>
                    <a:pt x="83781" y="2397226"/>
                  </a:lnTo>
                  <a:lnTo>
                    <a:pt x="82537" y="2399957"/>
                  </a:lnTo>
                  <a:lnTo>
                    <a:pt x="82207" y="2403551"/>
                  </a:lnTo>
                  <a:lnTo>
                    <a:pt x="87020" y="2404046"/>
                  </a:lnTo>
                  <a:lnTo>
                    <a:pt x="87045" y="2401646"/>
                  </a:lnTo>
                  <a:lnTo>
                    <a:pt x="87731" y="2399779"/>
                  </a:lnTo>
                  <a:lnTo>
                    <a:pt x="90436" y="2397074"/>
                  </a:lnTo>
                  <a:lnTo>
                    <a:pt x="92240" y="2396401"/>
                  </a:lnTo>
                  <a:lnTo>
                    <a:pt x="96634" y="2396401"/>
                  </a:lnTo>
                  <a:lnTo>
                    <a:pt x="98361" y="2397036"/>
                  </a:lnTo>
                  <a:lnTo>
                    <a:pt x="101015" y="2399576"/>
                  </a:lnTo>
                  <a:lnTo>
                    <a:pt x="101676" y="2401151"/>
                  </a:lnTo>
                  <a:lnTo>
                    <a:pt x="101676" y="2404770"/>
                  </a:lnTo>
                  <a:lnTo>
                    <a:pt x="100952" y="2406650"/>
                  </a:lnTo>
                  <a:lnTo>
                    <a:pt x="98031" y="2410637"/>
                  </a:lnTo>
                  <a:lnTo>
                    <a:pt x="95237" y="2413330"/>
                  </a:lnTo>
                  <a:lnTo>
                    <a:pt x="88417" y="2418905"/>
                  </a:lnTo>
                  <a:lnTo>
                    <a:pt x="86372" y="2420836"/>
                  </a:lnTo>
                  <a:lnTo>
                    <a:pt x="83540" y="2424163"/>
                  </a:lnTo>
                  <a:lnTo>
                    <a:pt x="82511" y="2425865"/>
                  </a:lnTo>
                  <a:lnTo>
                    <a:pt x="81470" y="2428621"/>
                  </a:lnTo>
                  <a:lnTo>
                    <a:pt x="81292" y="2429700"/>
                  </a:lnTo>
                  <a:lnTo>
                    <a:pt x="81330" y="2430830"/>
                  </a:lnTo>
                  <a:lnTo>
                    <a:pt x="106553" y="2430830"/>
                  </a:lnTo>
                  <a:lnTo>
                    <a:pt x="106553" y="2426322"/>
                  </a:lnTo>
                  <a:close/>
                </a:path>
                <a:path w="2657475" h="2432050">
                  <a:moveTo>
                    <a:pt x="137337" y="2416492"/>
                  </a:moveTo>
                  <a:lnTo>
                    <a:pt x="133515" y="2396401"/>
                  </a:lnTo>
                  <a:lnTo>
                    <a:pt x="133108" y="2395766"/>
                  </a:lnTo>
                  <a:lnTo>
                    <a:pt x="132524" y="2395220"/>
                  </a:lnTo>
                  <a:lnTo>
                    <a:pt x="132524" y="2418283"/>
                  </a:lnTo>
                  <a:lnTo>
                    <a:pt x="131775" y="2422448"/>
                  </a:lnTo>
                  <a:lnTo>
                    <a:pt x="128854" y="2426589"/>
                  </a:lnTo>
                  <a:lnTo>
                    <a:pt x="127050" y="2427630"/>
                  </a:lnTo>
                  <a:lnTo>
                    <a:pt x="122745" y="2427630"/>
                  </a:lnTo>
                  <a:lnTo>
                    <a:pt x="120942" y="2426589"/>
                  </a:lnTo>
                  <a:lnTo>
                    <a:pt x="118008" y="2422423"/>
                  </a:lnTo>
                  <a:lnTo>
                    <a:pt x="117271" y="2418283"/>
                  </a:lnTo>
                  <a:lnTo>
                    <a:pt x="117373" y="2405215"/>
                  </a:lnTo>
                  <a:lnTo>
                    <a:pt x="118084" y="2401455"/>
                  </a:lnTo>
                  <a:lnTo>
                    <a:pt x="120980" y="2397302"/>
                  </a:lnTo>
                  <a:lnTo>
                    <a:pt x="122694" y="2396401"/>
                  </a:lnTo>
                  <a:lnTo>
                    <a:pt x="127038" y="2396401"/>
                  </a:lnTo>
                  <a:lnTo>
                    <a:pt x="128854" y="2397429"/>
                  </a:lnTo>
                  <a:lnTo>
                    <a:pt x="131787" y="2401557"/>
                  </a:lnTo>
                  <a:lnTo>
                    <a:pt x="132435" y="2405215"/>
                  </a:lnTo>
                  <a:lnTo>
                    <a:pt x="132524" y="2418283"/>
                  </a:lnTo>
                  <a:lnTo>
                    <a:pt x="132524" y="2395220"/>
                  </a:lnTo>
                  <a:lnTo>
                    <a:pt x="131838" y="2394572"/>
                  </a:lnTo>
                  <a:lnTo>
                    <a:pt x="128739" y="2392921"/>
                  </a:lnTo>
                  <a:lnTo>
                    <a:pt x="126949" y="2392515"/>
                  </a:lnTo>
                  <a:lnTo>
                    <a:pt x="122123" y="2392515"/>
                  </a:lnTo>
                  <a:lnTo>
                    <a:pt x="112458" y="2407501"/>
                  </a:lnTo>
                  <a:lnTo>
                    <a:pt x="112458" y="2419172"/>
                  </a:lnTo>
                  <a:lnTo>
                    <a:pt x="113715" y="2424353"/>
                  </a:lnTo>
                  <a:lnTo>
                    <a:pt x="118325" y="2430157"/>
                  </a:lnTo>
                  <a:lnTo>
                    <a:pt x="121221" y="2431478"/>
                  </a:lnTo>
                  <a:lnTo>
                    <a:pt x="127698" y="2431478"/>
                  </a:lnTo>
                  <a:lnTo>
                    <a:pt x="130009" y="2430729"/>
                  </a:lnTo>
                  <a:lnTo>
                    <a:pt x="133667" y="2427732"/>
                  </a:lnTo>
                  <a:lnTo>
                    <a:pt x="135039" y="2425598"/>
                  </a:lnTo>
                  <a:lnTo>
                    <a:pt x="136880" y="2420099"/>
                  </a:lnTo>
                  <a:lnTo>
                    <a:pt x="137337" y="2416492"/>
                  </a:lnTo>
                  <a:close/>
                </a:path>
                <a:path w="2657475" h="2432050">
                  <a:moveTo>
                    <a:pt x="367652" y="2414663"/>
                  </a:moveTo>
                  <a:lnTo>
                    <a:pt x="353250" y="2414663"/>
                  </a:lnTo>
                  <a:lnTo>
                    <a:pt x="353250" y="2419375"/>
                  </a:lnTo>
                  <a:lnTo>
                    <a:pt x="367652" y="2419375"/>
                  </a:lnTo>
                  <a:lnTo>
                    <a:pt x="367652" y="2414663"/>
                  </a:lnTo>
                  <a:close/>
                </a:path>
                <a:path w="2657475" h="2432050">
                  <a:moveTo>
                    <a:pt x="389686" y="2392515"/>
                  </a:moveTo>
                  <a:lnTo>
                    <a:pt x="386676" y="2392515"/>
                  </a:lnTo>
                  <a:lnTo>
                    <a:pt x="385864" y="2394166"/>
                  </a:lnTo>
                  <a:lnTo>
                    <a:pt x="384467" y="2395867"/>
                  </a:lnTo>
                  <a:lnTo>
                    <a:pt x="380555" y="2399373"/>
                  </a:lnTo>
                  <a:lnTo>
                    <a:pt x="378256" y="2400858"/>
                  </a:lnTo>
                  <a:lnTo>
                    <a:pt x="375729" y="2402052"/>
                  </a:lnTo>
                  <a:lnTo>
                    <a:pt x="375640" y="2406624"/>
                  </a:lnTo>
                  <a:lnTo>
                    <a:pt x="385013" y="2400973"/>
                  </a:lnTo>
                  <a:lnTo>
                    <a:pt x="385013" y="2430830"/>
                  </a:lnTo>
                  <a:lnTo>
                    <a:pt x="389686" y="2430830"/>
                  </a:lnTo>
                  <a:lnTo>
                    <a:pt x="389686" y="2400973"/>
                  </a:lnTo>
                  <a:lnTo>
                    <a:pt x="389686" y="2392515"/>
                  </a:lnTo>
                  <a:close/>
                </a:path>
                <a:path w="2657475" h="2432050">
                  <a:moveTo>
                    <a:pt x="427875" y="2414270"/>
                  </a:moveTo>
                  <a:lnTo>
                    <a:pt x="426720" y="2411298"/>
                  </a:lnTo>
                  <a:lnTo>
                    <a:pt x="425094" y="2409672"/>
                  </a:lnTo>
                  <a:lnTo>
                    <a:pt x="423379" y="2407932"/>
                  </a:lnTo>
                  <a:lnTo>
                    <a:pt x="422160" y="2406688"/>
                  </a:lnTo>
                  <a:lnTo>
                    <a:pt x="419341" y="2405532"/>
                  </a:lnTo>
                  <a:lnTo>
                    <a:pt x="413499" y="2405532"/>
                  </a:lnTo>
                  <a:lnTo>
                    <a:pt x="411086" y="2406332"/>
                  </a:lnTo>
                  <a:lnTo>
                    <a:pt x="408800" y="2407932"/>
                  </a:lnTo>
                  <a:lnTo>
                    <a:pt x="410857" y="2397671"/>
                  </a:lnTo>
                  <a:lnTo>
                    <a:pt x="426059" y="2397671"/>
                  </a:lnTo>
                  <a:lnTo>
                    <a:pt x="426059" y="2393188"/>
                  </a:lnTo>
                  <a:lnTo>
                    <a:pt x="407111" y="2393188"/>
                  </a:lnTo>
                  <a:lnTo>
                    <a:pt x="403415" y="2412796"/>
                  </a:lnTo>
                  <a:lnTo>
                    <a:pt x="407809" y="2413368"/>
                  </a:lnTo>
                  <a:lnTo>
                    <a:pt x="408508" y="2412276"/>
                  </a:lnTo>
                  <a:lnTo>
                    <a:pt x="409460" y="2411387"/>
                  </a:lnTo>
                  <a:lnTo>
                    <a:pt x="411886" y="2410015"/>
                  </a:lnTo>
                  <a:lnTo>
                    <a:pt x="413258" y="2409672"/>
                  </a:lnTo>
                  <a:lnTo>
                    <a:pt x="417195" y="2409672"/>
                  </a:lnTo>
                  <a:lnTo>
                    <a:pt x="419150" y="2410447"/>
                  </a:lnTo>
                  <a:lnTo>
                    <a:pt x="420687" y="2411984"/>
                  </a:lnTo>
                  <a:lnTo>
                    <a:pt x="422160" y="2413533"/>
                  </a:lnTo>
                  <a:lnTo>
                    <a:pt x="422935" y="2415641"/>
                  </a:lnTo>
                  <a:lnTo>
                    <a:pt x="422846" y="2421344"/>
                  </a:lnTo>
                  <a:lnTo>
                    <a:pt x="422109" y="2423376"/>
                  </a:lnTo>
                  <a:lnTo>
                    <a:pt x="420573" y="2425077"/>
                  </a:lnTo>
                  <a:lnTo>
                    <a:pt x="418998" y="2426779"/>
                  </a:lnTo>
                  <a:lnTo>
                    <a:pt x="417093" y="2427630"/>
                  </a:lnTo>
                  <a:lnTo>
                    <a:pt x="412965" y="2427630"/>
                  </a:lnTo>
                  <a:lnTo>
                    <a:pt x="411365" y="2427020"/>
                  </a:lnTo>
                  <a:lnTo>
                    <a:pt x="408711" y="2424607"/>
                  </a:lnTo>
                  <a:lnTo>
                    <a:pt x="407860" y="2422817"/>
                  </a:lnTo>
                  <a:lnTo>
                    <a:pt x="407492" y="2420416"/>
                  </a:lnTo>
                  <a:lnTo>
                    <a:pt x="402577" y="2420836"/>
                  </a:lnTo>
                  <a:lnTo>
                    <a:pt x="402894" y="2424049"/>
                  </a:lnTo>
                  <a:lnTo>
                    <a:pt x="404139" y="2426627"/>
                  </a:lnTo>
                  <a:lnTo>
                    <a:pt x="408533" y="2430513"/>
                  </a:lnTo>
                  <a:lnTo>
                    <a:pt x="411365" y="2431478"/>
                  </a:lnTo>
                  <a:lnTo>
                    <a:pt x="419074" y="2431478"/>
                  </a:lnTo>
                  <a:lnTo>
                    <a:pt x="422440" y="2429941"/>
                  </a:lnTo>
                  <a:lnTo>
                    <a:pt x="424243" y="2427630"/>
                  </a:lnTo>
                  <a:lnTo>
                    <a:pt x="426885" y="2424328"/>
                  </a:lnTo>
                  <a:lnTo>
                    <a:pt x="427875" y="2421344"/>
                  </a:lnTo>
                  <a:lnTo>
                    <a:pt x="427875" y="2414270"/>
                  </a:lnTo>
                  <a:close/>
                </a:path>
                <a:path w="2657475" h="2432050">
                  <a:moveTo>
                    <a:pt x="657758" y="2414663"/>
                  </a:moveTo>
                  <a:lnTo>
                    <a:pt x="643369" y="2414663"/>
                  </a:lnTo>
                  <a:lnTo>
                    <a:pt x="643369" y="2419375"/>
                  </a:lnTo>
                  <a:lnTo>
                    <a:pt x="657758" y="2419375"/>
                  </a:lnTo>
                  <a:lnTo>
                    <a:pt x="657758" y="2414663"/>
                  </a:lnTo>
                  <a:close/>
                </a:path>
                <a:path w="2657475" h="2432050">
                  <a:moveTo>
                    <a:pt x="679831" y="2392515"/>
                  </a:moveTo>
                  <a:lnTo>
                    <a:pt x="676808" y="2392515"/>
                  </a:lnTo>
                  <a:lnTo>
                    <a:pt x="675982" y="2394166"/>
                  </a:lnTo>
                  <a:lnTo>
                    <a:pt x="674611" y="2395867"/>
                  </a:lnTo>
                  <a:lnTo>
                    <a:pt x="670661" y="2399373"/>
                  </a:lnTo>
                  <a:lnTo>
                    <a:pt x="668362" y="2400858"/>
                  </a:lnTo>
                  <a:lnTo>
                    <a:pt x="665873" y="2402052"/>
                  </a:lnTo>
                  <a:lnTo>
                    <a:pt x="665772" y="2406624"/>
                  </a:lnTo>
                  <a:lnTo>
                    <a:pt x="675106" y="2400973"/>
                  </a:lnTo>
                  <a:lnTo>
                    <a:pt x="675106" y="2430830"/>
                  </a:lnTo>
                  <a:lnTo>
                    <a:pt x="679831" y="2430830"/>
                  </a:lnTo>
                  <a:lnTo>
                    <a:pt x="679831" y="2400973"/>
                  </a:lnTo>
                  <a:lnTo>
                    <a:pt x="679831" y="2392515"/>
                  </a:lnTo>
                  <a:close/>
                </a:path>
                <a:path w="2657475" h="2432050">
                  <a:moveTo>
                    <a:pt x="717600" y="2416492"/>
                  </a:moveTo>
                  <a:lnTo>
                    <a:pt x="712774" y="2395258"/>
                  </a:lnTo>
                  <a:lnTo>
                    <a:pt x="712774" y="2418283"/>
                  </a:lnTo>
                  <a:lnTo>
                    <a:pt x="712050" y="2422448"/>
                  </a:lnTo>
                  <a:lnTo>
                    <a:pt x="709091" y="2426589"/>
                  </a:lnTo>
                  <a:lnTo>
                    <a:pt x="707288" y="2427630"/>
                  </a:lnTo>
                  <a:lnTo>
                    <a:pt x="702995" y="2427630"/>
                  </a:lnTo>
                  <a:lnTo>
                    <a:pt x="701192" y="2426589"/>
                  </a:lnTo>
                  <a:lnTo>
                    <a:pt x="698220" y="2422423"/>
                  </a:lnTo>
                  <a:lnTo>
                    <a:pt x="697509" y="2418283"/>
                  </a:lnTo>
                  <a:lnTo>
                    <a:pt x="697611" y="2405215"/>
                  </a:lnTo>
                  <a:lnTo>
                    <a:pt x="698334" y="2401455"/>
                  </a:lnTo>
                  <a:lnTo>
                    <a:pt x="699922" y="2399131"/>
                  </a:lnTo>
                  <a:lnTo>
                    <a:pt x="701243" y="2397302"/>
                  </a:lnTo>
                  <a:lnTo>
                    <a:pt x="702945" y="2396401"/>
                  </a:lnTo>
                  <a:lnTo>
                    <a:pt x="707288" y="2396401"/>
                  </a:lnTo>
                  <a:lnTo>
                    <a:pt x="709091" y="2397429"/>
                  </a:lnTo>
                  <a:lnTo>
                    <a:pt x="712063" y="2401557"/>
                  </a:lnTo>
                  <a:lnTo>
                    <a:pt x="712685" y="2405215"/>
                  </a:lnTo>
                  <a:lnTo>
                    <a:pt x="712774" y="2418283"/>
                  </a:lnTo>
                  <a:lnTo>
                    <a:pt x="712774" y="2395258"/>
                  </a:lnTo>
                  <a:lnTo>
                    <a:pt x="712063" y="2394572"/>
                  </a:lnTo>
                  <a:lnTo>
                    <a:pt x="708990" y="2392921"/>
                  </a:lnTo>
                  <a:lnTo>
                    <a:pt x="707174" y="2392515"/>
                  </a:lnTo>
                  <a:lnTo>
                    <a:pt x="702348" y="2392515"/>
                  </a:lnTo>
                  <a:lnTo>
                    <a:pt x="692683" y="2407501"/>
                  </a:lnTo>
                  <a:lnTo>
                    <a:pt x="692683" y="2419172"/>
                  </a:lnTo>
                  <a:lnTo>
                    <a:pt x="693940" y="2424353"/>
                  </a:lnTo>
                  <a:lnTo>
                    <a:pt x="698550" y="2430157"/>
                  </a:lnTo>
                  <a:lnTo>
                    <a:pt x="701459" y="2431478"/>
                  </a:lnTo>
                  <a:lnTo>
                    <a:pt x="707948" y="2431478"/>
                  </a:lnTo>
                  <a:lnTo>
                    <a:pt x="710247" y="2430729"/>
                  </a:lnTo>
                  <a:lnTo>
                    <a:pt x="712063" y="2429230"/>
                  </a:lnTo>
                  <a:lnTo>
                    <a:pt x="713930" y="2427732"/>
                  </a:lnTo>
                  <a:lnTo>
                    <a:pt x="715302" y="2425598"/>
                  </a:lnTo>
                  <a:lnTo>
                    <a:pt x="716318" y="2422423"/>
                  </a:lnTo>
                  <a:lnTo>
                    <a:pt x="717118" y="2420099"/>
                  </a:lnTo>
                  <a:lnTo>
                    <a:pt x="717600" y="2416492"/>
                  </a:lnTo>
                  <a:close/>
                </a:path>
                <a:path w="2657475" h="2432050">
                  <a:moveTo>
                    <a:pt x="964349" y="2414663"/>
                  </a:moveTo>
                  <a:lnTo>
                    <a:pt x="949960" y="2414663"/>
                  </a:lnTo>
                  <a:lnTo>
                    <a:pt x="949960" y="2419375"/>
                  </a:lnTo>
                  <a:lnTo>
                    <a:pt x="964349" y="2419375"/>
                  </a:lnTo>
                  <a:lnTo>
                    <a:pt x="964349" y="2414663"/>
                  </a:lnTo>
                  <a:close/>
                </a:path>
                <a:path w="2657475" h="2432050">
                  <a:moveTo>
                    <a:pt x="994054" y="2414270"/>
                  </a:moveTo>
                  <a:lnTo>
                    <a:pt x="985545" y="2405532"/>
                  </a:lnTo>
                  <a:lnTo>
                    <a:pt x="979665" y="2405532"/>
                  </a:lnTo>
                  <a:lnTo>
                    <a:pt x="977252" y="2406332"/>
                  </a:lnTo>
                  <a:lnTo>
                    <a:pt x="975004" y="2407932"/>
                  </a:lnTo>
                  <a:lnTo>
                    <a:pt x="977036" y="2397671"/>
                  </a:lnTo>
                  <a:lnTo>
                    <a:pt x="992238" y="2397671"/>
                  </a:lnTo>
                  <a:lnTo>
                    <a:pt x="992238" y="2393188"/>
                  </a:lnTo>
                  <a:lnTo>
                    <a:pt x="973302" y="2393188"/>
                  </a:lnTo>
                  <a:lnTo>
                    <a:pt x="969619" y="2412796"/>
                  </a:lnTo>
                  <a:lnTo>
                    <a:pt x="974013" y="2413368"/>
                  </a:lnTo>
                  <a:lnTo>
                    <a:pt x="974674" y="2412276"/>
                  </a:lnTo>
                  <a:lnTo>
                    <a:pt x="975664" y="2411387"/>
                  </a:lnTo>
                  <a:lnTo>
                    <a:pt x="978077" y="2410015"/>
                  </a:lnTo>
                  <a:lnTo>
                    <a:pt x="979449" y="2409672"/>
                  </a:lnTo>
                  <a:lnTo>
                    <a:pt x="983399" y="2409672"/>
                  </a:lnTo>
                  <a:lnTo>
                    <a:pt x="985316" y="2410447"/>
                  </a:lnTo>
                  <a:lnTo>
                    <a:pt x="986853" y="2411984"/>
                  </a:lnTo>
                  <a:lnTo>
                    <a:pt x="988339" y="2413533"/>
                  </a:lnTo>
                  <a:lnTo>
                    <a:pt x="989114" y="2415641"/>
                  </a:lnTo>
                  <a:lnTo>
                    <a:pt x="989025" y="2421344"/>
                  </a:lnTo>
                  <a:lnTo>
                    <a:pt x="988288" y="2423376"/>
                  </a:lnTo>
                  <a:lnTo>
                    <a:pt x="985215" y="2426779"/>
                  </a:lnTo>
                  <a:lnTo>
                    <a:pt x="983284" y="2427630"/>
                  </a:lnTo>
                  <a:lnTo>
                    <a:pt x="979170" y="2427630"/>
                  </a:lnTo>
                  <a:lnTo>
                    <a:pt x="977519" y="2427020"/>
                  </a:lnTo>
                  <a:lnTo>
                    <a:pt x="974890" y="2424607"/>
                  </a:lnTo>
                  <a:lnTo>
                    <a:pt x="974064" y="2422817"/>
                  </a:lnTo>
                  <a:lnTo>
                    <a:pt x="973683" y="2420416"/>
                  </a:lnTo>
                  <a:lnTo>
                    <a:pt x="968743" y="2420836"/>
                  </a:lnTo>
                  <a:lnTo>
                    <a:pt x="969073" y="2424049"/>
                  </a:lnTo>
                  <a:lnTo>
                    <a:pt x="970330" y="2426627"/>
                  </a:lnTo>
                  <a:lnTo>
                    <a:pt x="974725" y="2430513"/>
                  </a:lnTo>
                  <a:lnTo>
                    <a:pt x="977519" y="2431478"/>
                  </a:lnTo>
                  <a:lnTo>
                    <a:pt x="985266" y="2431478"/>
                  </a:lnTo>
                  <a:lnTo>
                    <a:pt x="988618" y="2429941"/>
                  </a:lnTo>
                  <a:lnTo>
                    <a:pt x="990422" y="2427630"/>
                  </a:lnTo>
                  <a:lnTo>
                    <a:pt x="993063" y="2424328"/>
                  </a:lnTo>
                  <a:lnTo>
                    <a:pt x="994054" y="2421344"/>
                  </a:lnTo>
                  <a:lnTo>
                    <a:pt x="994054" y="2414270"/>
                  </a:lnTo>
                  <a:close/>
                </a:path>
                <a:path w="2657475" h="2432050">
                  <a:moveTo>
                    <a:pt x="1273733" y="2416492"/>
                  </a:moveTo>
                  <a:lnTo>
                    <a:pt x="1273670" y="2407501"/>
                  </a:lnTo>
                  <a:lnTo>
                    <a:pt x="1273467" y="2405215"/>
                  </a:lnTo>
                  <a:lnTo>
                    <a:pt x="1272857" y="2402992"/>
                  </a:lnTo>
                  <a:lnTo>
                    <a:pt x="1272311" y="2400757"/>
                  </a:lnTo>
                  <a:lnTo>
                    <a:pt x="1271485" y="2398877"/>
                  </a:lnTo>
                  <a:lnTo>
                    <a:pt x="1269911" y="2396401"/>
                  </a:lnTo>
                  <a:lnTo>
                    <a:pt x="1269504" y="2395766"/>
                  </a:lnTo>
                  <a:lnTo>
                    <a:pt x="1268907" y="2395207"/>
                  </a:lnTo>
                  <a:lnTo>
                    <a:pt x="1268907" y="2418283"/>
                  </a:lnTo>
                  <a:lnTo>
                    <a:pt x="1268171" y="2422448"/>
                  </a:lnTo>
                  <a:lnTo>
                    <a:pt x="1265224" y="2426589"/>
                  </a:lnTo>
                  <a:lnTo>
                    <a:pt x="1263408" y="2427630"/>
                  </a:lnTo>
                  <a:lnTo>
                    <a:pt x="1259128" y="2427630"/>
                  </a:lnTo>
                  <a:lnTo>
                    <a:pt x="1257325" y="2426589"/>
                  </a:lnTo>
                  <a:lnTo>
                    <a:pt x="1255725" y="2424353"/>
                  </a:lnTo>
                  <a:lnTo>
                    <a:pt x="1254404" y="2422423"/>
                  </a:lnTo>
                  <a:lnTo>
                    <a:pt x="1253642" y="2418283"/>
                  </a:lnTo>
                  <a:lnTo>
                    <a:pt x="1253744" y="2405215"/>
                  </a:lnTo>
                  <a:lnTo>
                    <a:pt x="1254467" y="2401455"/>
                  </a:lnTo>
                  <a:lnTo>
                    <a:pt x="1256055" y="2399131"/>
                  </a:lnTo>
                  <a:lnTo>
                    <a:pt x="1257376" y="2397302"/>
                  </a:lnTo>
                  <a:lnTo>
                    <a:pt x="1259078" y="2396401"/>
                  </a:lnTo>
                  <a:lnTo>
                    <a:pt x="1263408" y="2396401"/>
                  </a:lnTo>
                  <a:lnTo>
                    <a:pt x="1265224" y="2397429"/>
                  </a:lnTo>
                  <a:lnTo>
                    <a:pt x="1268196" y="2401557"/>
                  </a:lnTo>
                  <a:lnTo>
                    <a:pt x="1268818" y="2405215"/>
                  </a:lnTo>
                  <a:lnTo>
                    <a:pt x="1268907" y="2418283"/>
                  </a:lnTo>
                  <a:lnTo>
                    <a:pt x="1268907" y="2395207"/>
                  </a:lnTo>
                  <a:lnTo>
                    <a:pt x="1268247" y="2394572"/>
                  </a:lnTo>
                  <a:lnTo>
                    <a:pt x="1266659" y="2393746"/>
                  </a:lnTo>
                  <a:lnTo>
                    <a:pt x="1265110" y="2392921"/>
                  </a:lnTo>
                  <a:lnTo>
                    <a:pt x="1263357" y="2392515"/>
                  </a:lnTo>
                  <a:lnTo>
                    <a:pt x="1258531" y="2392515"/>
                  </a:lnTo>
                  <a:lnTo>
                    <a:pt x="1248867" y="2407501"/>
                  </a:lnTo>
                  <a:lnTo>
                    <a:pt x="1248867" y="2419172"/>
                  </a:lnTo>
                  <a:lnTo>
                    <a:pt x="1250124" y="2424353"/>
                  </a:lnTo>
                  <a:lnTo>
                    <a:pt x="1252766" y="2427732"/>
                  </a:lnTo>
                  <a:lnTo>
                    <a:pt x="1254734" y="2430157"/>
                  </a:lnTo>
                  <a:lnTo>
                    <a:pt x="1257592" y="2431478"/>
                  </a:lnTo>
                  <a:lnTo>
                    <a:pt x="1264069" y="2431478"/>
                  </a:lnTo>
                  <a:lnTo>
                    <a:pt x="1266380" y="2430729"/>
                  </a:lnTo>
                  <a:lnTo>
                    <a:pt x="1268247" y="2429230"/>
                  </a:lnTo>
                  <a:lnTo>
                    <a:pt x="1270063" y="2427732"/>
                  </a:lnTo>
                  <a:lnTo>
                    <a:pt x="1271435" y="2425598"/>
                  </a:lnTo>
                  <a:lnTo>
                    <a:pt x="1273302" y="2420099"/>
                  </a:lnTo>
                  <a:lnTo>
                    <a:pt x="1273733" y="2416492"/>
                  </a:lnTo>
                  <a:close/>
                </a:path>
                <a:path w="2657475" h="2432050">
                  <a:moveTo>
                    <a:pt x="1564297" y="2414270"/>
                  </a:moveTo>
                  <a:lnTo>
                    <a:pt x="1563141" y="2411298"/>
                  </a:lnTo>
                  <a:lnTo>
                    <a:pt x="1558531" y="2406688"/>
                  </a:lnTo>
                  <a:lnTo>
                    <a:pt x="1555724" y="2405532"/>
                  </a:lnTo>
                  <a:lnTo>
                    <a:pt x="1549908" y="2405532"/>
                  </a:lnTo>
                  <a:lnTo>
                    <a:pt x="1547495" y="2406332"/>
                  </a:lnTo>
                  <a:lnTo>
                    <a:pt x="1545183" y="2407932"/>
                  </a:lnTo>
                  <a:lnTo>
                    <a:pt x="1547266" y="2397671"/>
                  </a:lnTo>
                  <a:lnTo>
                    <a:pt x="1562481" y="2397671"/>
                  </a:lnTo>
                  <a:lnTo>
                    <a:pt x="1562481" y="2393188"/>
                  </a:lnTo>
                  <a:lnTo>
                    <a:pt x="1543481" y="2393188"/>
                  </a:lnTo>
                  <a:lnTo>
                    <a:pt x="1539798" y="2412796"/>
                  </a:lnTo>
                  <a:lnTo>
                    <a:pt x="1544193" y="2413368"/>
                  </a:lnTo>
                  <a:lnTo>
                    <a:pt x="1544916" y="2412276"/>
                  </a:lnTo>
                  <a:lnTo>
                    <a:pt x="1545844" y="2411387"/>
                  </a:lnTo>
                  <a:lnTo>
                    <a:pt x="1548257" y="2410015"/>
                  </a:lnTo>
                  <a:lnTo>
                    <a:pt x="1549628" y="2409672"/>
                  </a:lnTo>
                  <a:lnTo>
                    <a:pt x="1553591" y="2409672"/>
                  </a:lnTo>
                  <a:lnTo>
                    <a:pt x="1555559" y="2410447"/>
                  </a:lnTo>
                  <a:lnTo>
                    <a:pt x="1558531" y="2413533"/>
                  </a:lnTo>
                  <a:lnTo>
                    <a:pt x="1559293" y="2415641"/>
                  </a:lnTo>
                  <a:lnTo>
                    <a:pt x="1559293" y="2421115"/>
                  </a:lnTo>
                  <a:lnTo>
                    <a:pt x="1558531" y="2423376"/>
                  </a:lnTo>
                  <a:lnTo>
                    <a:pt x="1555394" y="2426779"/>
                  </a:lnTo>
                  <a:lnTo>
                    <a:pt x="1553476" y="2427630"/>
                  </a:lnTo>
                  <a:lnTo>
                    <a:pt x="1549361" y="2427630"/>
                  </a:lnTo>
                  <a:lnTo>
                    <a:pt x="1547761" y="2427020"/>
                  </a:lnTo>
                  <a:lnTo>
                    <a:pt x="1545082" y="2424607"/>
                  </a:lnTo>
                  <a:lnTo>
                    <a:pt x="1544256" y="2422817"/>
                  </a:lnTo>
                  <a:lnTo>
                    <a:pt x="1543862" y="2420416"/>
                  </a:lnTo>
                  <a:lnTo>
                    <a:pt x="1538986" y="2420836"/>
                  </a:lnTo>
                  <a:lnTo>
                    <a:pt x="1539252" y="2424049"/>
                  </a:lnTo>
                  <a:lnTo>
                    <a:pt x="1540522" y="2426627"/>
                  </a:lnTo>
                  <a:lnTo>
                    <a:pt x="1544916" y="2430513"/>
                  </a:lnTo>
                  <a:lnTo>
                    <a:pt x="1547761" y="2431478"/>
                  </a:lnTo>
                  <a:lnTo>
                    <a:pt x="1555457" y="2431478"/>
                  </a:lnTo>
                  <a:lnTo>
                    <a:pt x="1558798" y="2429941"/>
                  </a:lnTo>
                  <a:lnTo>
                    <a:pt x="1563255" y="2424328"/>
                  </a:lnTo>
                  <a:lnTo>
                    <a:pt x="1564297" y="2421344"/>
                  </a:lnTo>
                  <a:lnTo>
                    <a:pt x="1564297" y="2414270"/>
                  </a:lnTo>
                  <a:close/>
                </a:path>
                <a:path w="2657475" h="2432050">
                  <a:moveTo>
                    <a:pt x="1832343" y="2392515"/>
                  </a:moveTo>
                  <a:lnTo>
                    <a:pt x="1829320" y="2392515"/>
                  </a:lnTo>
                  <a:lnTo>
                    <a:pt x="1828495" y="2394166"/>
                  </a:lnTo>
                  <a:lnTo>
                    <a:pt x="1827123" y="2395867"/>
                  </a:lnTo>
                  <a:lnTo>
                    <a:pt x="1823173" y="2399373"/>
                  </a:lnTo>
                  <a:lnTo>
                    <a:pt x="1820913" y="2400858"/>
                  </a:lnTo>
                  <a:lnTo>
                    <a:pt x="1818373" y="2402052"/>
                  </a:lnTo>
                  <a:lnTo>
                    <a:pt x="1818284" y="2406624"/>
                  </a:lnTo>
                  <a:lnTo>
                    <a:pt x="1827618" y="2400973"/>
                  </a:lnTo>
                  <a:lnTo>
                    <a:pt x="1827618" y="2430830"/>
                  </a:lnTo>
                  <a:lnTo>
                    <a:pt x="1832343" y="2430830"/>
                  </a:lnTo>
                  <a:lnTo>
                    <a:pt x="1832343" y="2400973"/>
                  </a:lnTo>
                  <a:lnTo>
                    <a:pt x="1832343" y="2392515"/>
                  </a:lnTo>
                  <a:close/>
                </a:path>
                <a:path w="2657475" h="2432050">
                  <a:moveTo>
                    <a:pt x="1870113" y="2416492"/>
                  </a:moveTo>
                  <a:lnTo>
                    <a:pt x="1865274" y="2395220"/>
                  </a:lnTo>
                  <a:lnTo>
                    <a:pt x="1865274" y="2418283"/>
                  </a:lnTo>
                  <a:lnTo>
                    <a:pt x="1864550" y="2422448"/>
                  </a:lnTo>
                  <a:lnTo>
                    <a:pt x="1861604" y="2426589"/>
                  </a:lnTo>
                  <a:lnTo>
                    <a:pt x="1859788" y="2427630"/>
                  </a:lnTo>
                  <a:lnTo>
                    <a:pt x="1855508" y="2427630"/>
                  </a:lnTo>
                  <a:lnTo>
                    <a:pt x="1853692" y="2426589"/>
                  </a:lnTo>
                  <a:lnTo>
                    <a:pt x="1852091" y="2424353"/>
                  </a:lnTo>
                  <a:lnTo>
                    <a:pt x="1850783" y="2422423"/>
                  </a:lnTo>
                  <a:lnTo>
                    <a:pt x="1850021" y="2418283"/>
                  </a:lnTo>
                  <a:lnTo>
                    <a:pt x="1850123" y="2405215"/>
                  </a:lnTo>
                  <a:lnTo>
                    <a:pt x="1850834" y="2401455"/>
                  </a:lnTo>
                  <a:lnTo>
                    <a:pt x="1852434" y="2399131"/>
                  </a:lnTo>
                  <a:lnTo>
                    <a:pt x="1853755" y="2397302"/>
                  </a:lnTo>
                  <a:lnTo>
                    <a:pt x="1855457" y="2396401"/>
                  </a:lnTo>
                  <a:lnTo>
                    <a:pt x="1859788" y="2396401"/>
                  </a:lnTo>
                  <a:lnTo>
                    <a:pt x="1861604" y="2397429"/>
                  </a:lnTo>
                  <a:lnTo>
                    <a:pt x="1864563" y="2401557"/>
                  </a:lnTo>
                  <a:lnTo>
                    <a:pt x="1865198" y="2405215"/>
                  </a:lnTo>
                  <a:lnTo>
                    <a:pt x="1865274" y="2418283"/>
                  </a:lnTo>
                  <a:lnTo>
                    <a:pt x="1865274" y="2395220"/>
                  </a:lnTo>
                  <a:lnTo>
                    <a:pt x="1864563" y="2394572"/>
                  </a:lnTo>
                  <a:lnTo>
                    <a:pt x="1861489" y="2392921"/>
                  </a:lnTo>
                  <a:lnTo>
                    <a:pt x="1859686" y="2392515"/>
                  </a:lnTo>
                  <a:lnTo>
                    <a:pt x="1854847" y="2392515"/>
                  </a:lnTo>
                  <a:lnTo>
                    <a:pt x="1845183" y="2407501"/>
                  </a:lnTo>
                  <a:lnTo>
                    <a:pt x="1845183" y="2419172"/>
                  </a:lnTo>
                  <a:lnTo>
                    <a:pt x="1846453" y="2424353"/>
                  </a:lnTo>
                  <a:lnTo>
                    <a:pt x="1851063" y="2430157"/>
                  </a:lnTo>
                  <a:lnTo>
                    <a:pt x="1853971" y="2431478"/>
                  </a:lnTo>
                  <a:lnTo>
                    <a:pt x="1860448" y="2431478"/>
                  </a:lnTo>
                  <a:lnTo>
                    <a:pt x="1862759" y="2430729"/>
                  </a:lnTo>
                  <a:lnTo>
                    <a:pt x="1864563" y="2429230"/>
                  </a:lnTo>
                  <a:lnTo>
                    <a:pt x="1866430" y="2427732"/>
                  </a:lnTo>
                  <a:lnTo>
                    <a:pt x="1867801" y="2425598"/>
                  </a:lnTo>
                  <a:lnTo>
                    <a:pt x="1868881" y="2422423"/>
                  </a:lnTo>
                  <a:lnTo>
                    <a:pt x="1869617" y="2420099"/>
                  </a:lnTo>
                  <a:lnTo>
                    <a:pt x="1870113" y="2416492"/>
                  </a:lnTo>
                  <a:close/>
                </a:path>
                <a:path w="2657475" h="2432050">
                  <a:moveTo>
                    <a:pt x="2122449" y="2392515"/>
                  </a:moveTo>
                  <a:lnTo>
                    <a:pt x="2119439" y="2392515"/>
                  </a:lnTo>
                  <a:lnTo>
                    <a:pt x="2118614" y="2394166"/>
                  </a:lnTo>
                  <a:lnTo>
                    <a:pt x="2117242" y="2395867"/>
                  </a:lnTo>
                  <a:lnTo>
                    <a:pt x="2113280" y="2399373"/>
                  </a:lnTo>
                  <a:lnTo>
                    <a:pt x="2111032" y="2400858"/>
                  </a:lnTo>
                  <a:lnTo>
                    <a:pt x="2108492" y="2402052"/>
                  </a:lnTo>
                  <a:lnTo>
                    <a:pt x="2108403" y="2406624"/>
                  </a:lnTo>
                  <a:lnTo>
                    <a:pt x="2117788" y="2400973"/>
                  </a:lnTo>
                  <a:lnTo>
                    <a:pt x="2117788" y="2430830"/>
                  </a:lnTo>
                  <a:lnTo>
                    <a:pt x="2122449" y="2430830"/>
                  </a:lnTo>
                  <a:lnTo>
                    <a:pt x="2122449" y="2400973"/>
                  </a:lnTo>
                  <a:lnTo>
                    <a:pt x="2122449" y="2392515"/>
                  </a:lnTo>
                  <a:close/>
                </a:path>
                <a:path w="2657475" h="2432050">
                  <a:moveTo>
                    <a:pt x="2160613" y="2414270"/>
                  </a:moveTo>
                  <a:lnTo>
                    <a:pt x="2152104" y="2405532"/>
                  </a:lnTo>
                  <a:lnTo>
                    <a:pt x="2146223" y="2405532"/>
                  </a:lnTo>
                  <a:lnTo>
                    <a:pt x="2143861" y="2406332"/>
                  </a:lnTo>
                  <a:lnTo>
                    <a:pt x="2141563" y="2407932"/>
                  </a:lnTo>
                  <a:lnTo>
                    <a:pt x="2143595" y="2397671"/>
                  </a:lnTo>
                  <a:lnTo>
                    <a:pt x="2158860" y="2397671"/>
                  </a:lnTo>
                  <a:lnTo>
                    <a:pt x="2158860" y="2393188"/>
                  </a:lnTo>
                  <a:lnTo>
                    <a:pt x="2139861" y="2393188"/>
                  </a:lnTo>
                  <a:lnTo>
                    <a:pt x="2136178" y="2412796"/>
                  </a:lnTo>
                  <a:lnTo>
                    <a:pt x="2140572" y="2413368"/>
                  </a:lnTo>
                  <a:lnTo>
                    <a:pt x="2141232" y="2412276"/>
                  </a:lnTo>
                  <a:lnTo>
                    <a:pt x="2142223" y="2411387"/>
                  </a:lnTo>
                  <a:lnTo>
                    <a:pt x="2144636" y="2410015"/>
                  </a:lnTo>
                  <a:lnTo>
                    <a:pt x="2146008" y="2409672"/>
                  </a:lnTo>
                  <a:lnTo>
                    <a:pt x="2149957" y="2409672"/>
                  </a:lnTo>
                  <a:lnTo>
                    <a:pt x="2151888" y="2410447"/>
                  </a:lnTo>
                  <a:lnTo>
                    <a:pt x="2153424" y="2411984"/>
                  </a:lnTo>
                  <a:lnTo>
                    <a:pt x="2154898" y="2413533"/>
                  </a:lnTo>
                  <a:lnTo>
                    <a:pt x="2155672" y="2415641"/>
                  </a:lnTo>
                  <a:lnTo>
                    <a:pt x="2155596" y="2421344"/>
                  </a:lnTo>
                  <a:lnTo>
                    <a:pt x="2154898" y="2423376"/>
                  </a:lnTo>
                  <a:lnTo>
                    <a:pt x="2153310" y="2425077"/>
                  </a:lnTo>
                  <a:lnTo>
                    <a:pt x="2151773" y="2426779"/>
                  </a:lnTo>
                  <a:lnTo>
                    <a:pt x="2149856" y="2427630"/>
                  </a:lnTo>
                  <a:lnTo>
                    <a:pt x="2145728" y="2427630"/>
                  </a:lnTo>
                  <a:lnTo>
                    <a:pt x="2140242" y="2420416"/>
                  </a:lnTo>
                  <a:lnTo>
                    <a:pt x="2135352" y="2420836"/>
                  </a:lnTo>
                  <a:lnTo>
                    <a:pt x="2135632" y="2424049"/>
                  </a:lnTo>
                  <a:lnTo>
                    <a:pt x="2136889" y="2426627"/>
                  </a:lnTo>
                  <a:lnTo>
                    <a:pt x="2141283" y="2430513"/>
                  </a:lnTo>
                  <a:lnTo>
                    <a:pt x="2144141" y="2431478"/>
                  </a:lnTo>
                  <a:lnTo>
                    <a:pt x="2151824" y="2431478"/>
                  </a:lnTo>
                  <a:lnTo>
                    <a:pt x="2155177" y="2429941"/>
                  </a:lnTo>
                  <a:lnTo>
                    <a:pt x="2156980" y="2427630"/>
                  </a:lnTo>
                  <a:lnTo>
                    <a:pt x="2159622" y="2424328"/>
                  </a:lnTo>
                  <a:lnTo>
                    <a:pt x="2160613" y="2421344"/>
                  </a:lnTo>
                  <a:lnTo>
                    <a:pt x="2160613" y="2414270"/>
                  </a:lnTo>
                  <a:close/>
                </a:path>
                <a:path w="2657475" h="2432050">
                  <a:moveTo>
                    <a:pt x="2419540" y="2426322"/>
                  </a:moveTo>
                  <a:lnTo>
                    <a:pt x="2400820" y="2426322"/>
                  </a:lnTo>
                  <a:lnTo>
                    <a:pt x="2401366" y="2425471"/>
                  </a:lnTo>
                  <a:lnTo>
                    <a:pt x="2411577" y="2416137"/>
                  </a:lnTo>
                  <a:lnTo>
                    <a:pt x="2414003" y="2413901"/>
                  </a:lnTo>
                  <a:lnTo>
                    <a:pt x="2415425" y="2412276"/>
                  </a:lnTo>
                  <a:lnTo>
                    <a:pt x="2416911" y="2410625"/>
                  </a:lnTo>
                  <a:lnTo>
                    <a:pt x="2417953" y="2409088"/>
                  </a:lnTo>
                  <a:lnTo>
                    <a:pt x="2419159" y="2406142"/>
                  </a:lnTo>
                  <a:lnTo>
                    <a:pt x="2419464" y="2404770"/>
                  </a:lnTo>
                  <a:lnTo>
                    <a:pt x="2419350" y="2399779"/>
                  </a:lnTo>
                  <a:lnTo>
                    <a:pt x="2418448" y="2397595"/>
                  </a:lnTo>
                  <a:lnTo>
                    <a:pt x="2417178" y="2396401"/>
                  </a:lnTo>
                  <a:lnTo>
                    <a:pt x="2414168" y="2393531"/>
                  </a:lnTo>
                  <a:lnTo>
                    <a:pt x="2411247" y="2392515"/>
                  </a:lnTo>
                  <a:lnTo>
                    <a:pt x="2403945" y="2392515"/>
                  </a:lnTo>
                  <a:lnTo>
                    <a:pt x="2401100" y="2393454"/>
                  </a:lnTo>
                  <a:lnTo>
                    <a:pt x="2398953" y="2395347"/>
                  </a:lnTo>
                  <a:lnTo>
                    <a:pt x="2396756" y="2397226"/>
                  </a:lnTo>
                  <a:lnTo>
                    <a:pt x="2395550" y="2399957"/>
                  </a:lnTo>
                  <a:lnTo>
                    <a:pt x="2395220" y="2403551"/>
                  </a:lnTo>
                  <a:lnTo>
                    <a:pt x="2399995" y="2404046"/>
                  </a:lnTo>
                  <a:lnTo>
                    <a:pt x="2400058" y="2401646"/>
                  </a:lnTo>
                  <a:lnTo>
                    <a:pt x="2400706" y="2399779"/>
                  </a:lnTo>
                  <a:lnTo>
                    <a:pt x="2403462" y="2397074"/>
                  </a:lnTo>
                  <a:lnTo>
                    <a:pt x="2405215" y="2396401"/>
                  </a:lnTo>
                  <a:lnTo>
                    <a:pt x="2409609" y="2396401"/>
                  </a:lnTo>
                  <a:lnTo>
                    <a:pt x="2411361" y="2397036"/>
                  </a:lnTo>
                  <a:lnTo>
                    <a:pt x="2414003" y="2399576"/>
                  </a:lnTo>
                  <a:lnTo>
                    <a:pt x="2414663" y="2401151"/>
                  </a:lnTo>
                  <a:lnTo>
                    <a:pt x="2414663" y="2404770"/>
                  </a:lnTo>
                  <a:lnTo>
                    <a:pt x="2404059" y="2416721"/>
                  </a:lnTo>
                  <a:lnTo>
                    <a:pt x="2401430" y="2418905"/>
                  </a:lnTo>
                  <a:lnTo>
                    <a:pt x="2399398" y="2420836"/>
                  </a:lnTo>
                  <a:lnTo>
                    <a:pt x="2396540" y="2424163"/>
                  </a:lnTo>
                  <a:lnTo>
                    <a:pt x="2395499" y="2425865"/>
                  </a:lnTo>
                  <a:lnTo>
                    <a:pt x="2394889" y="2427579"/>
                  </a:lnTo>
                  <a:lnTo>
                    <a:pt x="2394458" y="2428621"/>
                  </a:lnTo>
                  <a:lnTo>
                    <a:pt x="2394343" y="2430830"/>
                  </a:lnTo>
                  <a:lnTo>
                    <a:pt x="2419540" y="2430830"/>
                  </a:lnTo>
                  <a:lnTo>
                    <a:pt x="2419540" y="2426322"/>
                  </a:lnTo>
                  <a:close/>
                </a:path>
                <a:path w="2657475" h="2432050">
                  <a:moveTo>
                    <a:pt x="2450350" y="2416492"/>
                  </a:moveTo>
                  <a:lnTo>
                    <a:pt x="2450274" y="2407501"/>
                  </a:lnTo>
                  <a:lnTo>
                    <a:pt x="2450071" y="2405215"/>
                  </a:lnTo>
                  <a:lnTo>
                    <a:pt x="2449461" y="2402992"/>
                  </a:lnTo>
                  <a:lnTo>
                    <a:pt x="2448915" y="2400757"/>
                  </a:lnTo>
                  <a:lnTo>
                    <a:pt x="2448090" y="2398877"/>
                  </a:lnTo>
                  <a:lnTo>
                    <a:pt x="2446515" y="2396401"/>
                  </a:lnTo>
                  <a:lnTo>
                    <a:pt x="2446121" y="2395766"/>
                  </a:lnTo>
                  <a:lnTo>
                    <a:pt x="2445512" y="2395220"/>
                  </a:lnTo>
                  <a:lnTo>
                    <a:pt x="2445512" y="2418283"/>
                  </a:lnTo>
                  <a:lnTo>
                    <a:pt x="2444788" y="2422448"/>
                  </a:lnTo>
                  <a:lnTo>
                    <a:pt x="2441829" y="2426589"/>
                  </a:lnTo>
                  <a:lnTo>
                    <a:pt x="2440025" y="2427630"/>
                  </a:lnTo>
                  <a:lnTo>
                    <a:pt x="2435745" y="2427630"/>
                  </a:lnTo>
                  <a:lnTo>
                    <a:pt x="2433929" y="2426589"/>
                  </a:lnTo>
                  <a:lnTo>
                    <a:pt x="2432329" y="2424353"/>
                  </a:lnTo>
                  <a:lnTo>
                    <a:pt x="2431021" y="2422423"/>
                  </a:lnTo>
                  <a:lnTo>
                    <a:pt x="2430246" y="2418283"/>
                  </a:lnTo>
                  <a:lnTo>
                    <a:pt x="2430348" y="2405215"/>
                  </a:lnTo>
                  <a:lnTo>
                    <a:pt x="2431072" y="2401455"/>
                  </a:lnTo>
                  <a:lnTo>
                    <a:pt x="2432672" y="2399131"/>
                  </a:lnTo>
                  <a:lnTo>
                    <a:pt x="2433980" y="2397302"/>
                  </a:lnTo>
                  <a:lnTo>
                    <a:pt x="2435682" y="2396401"/>
                  </a:lnTo>
                  <a:lnTo>
                    <a:pt x="2440025" y="2396401"/>
                  </a:lnTo>
                  <a:lnTo>
                    <a:pt x="2441829" y="2397429"/>
                  </a:lnTo>
                  <a:lnTo>
                    <a:pt x="2444800" y="2401557"/>
                  </a:lnTo>
                  <a:lnTo>
                    <a:pt x="2445423" y="2405215"/>
                  </a:lnTo>
                  <a:lnTo>
                    <a:pt x="2445512" y="2418283"/>
                  </a:lnTo>
                  <a:lnTo>
                    <a:pt x="2445512" y="2395220"/>
                  </a:lnTo>
                  <a:lnTo>
                    <a:pt x="2444800" y="2394572"/>
                  </a:lnTo>
                  <a:lnTo>
                    <a:pt x="2441727" y="2392921"/>
                  </a:lnTo>
                  <a:lnTo>
                    <a:pt x="2439974" y="2392515"/>
                  </a:lnTo>
                  <a:lnTo>
                    <a:pt x="2435136" y="2392515"/>
                  </a:lnTo>
                  <a:lnTo>
                    <a:pt x="2425471" y="2407501"/>
                  </a:lnTo>
                  <a:lnTo>
                    <a:pt x="2425471" y="2419172"/>
                  </a:lnTo>
                  <a:lnTo>
                    <a:pt x="2426741" y="2424353"/>
                  </a:lnTo>
                  <a:lnTo>
                    <a:pt x="2429370" y="2427732"/>
                  </a:lnTo>
                  <a:lnTo>
                    <a:pt x="2431351" y="2430157"/>
                  </a:lnTo>
                  <a:lnTo>
                    <a:pt x="2434209" y="2431478"/>
                  </a:lnTo>
                  <a:lnTo>
                    <a:pt x="2440686" y="2431478"/>
                  </a:lnTo>
                  <a:lnTo>
                    <a:pt x="2442984" y="2430729"/>
                  </a:lnTo>
                  <a:lnTo>
                    <a:pt x="2444851" y="2429230"/>
                  </a:lnTo>
                  <a:lnTo>
                    <a:pt x="2446667" y="2427732"/>
                  </a:lnTo>
                  <a:lnTo>
                    <a:pt x="2448039" y="2425598"/>
                  </a:lnTo>
                  <a:lnTo>
                    <a:pt x="2449106" y="2422423"/>
                  </a:lnTo>
                  <a:lnTo>
                    <a:pt x="2449855" y="2420099"/>
                  </a:lnTo>
                  <a:lnTo>
                    <a:pt x="2450350" y="2416492"/>
                  </a:lnTo>
                  <a:close/>
                </a:path>
                <a:path w="2657475" h="2432050">
                  <a:moveTo>
                    <a:pt x="2657068" y="25"/>
                  </a:moveTo>
                  <a:lnTo>
                    <a:pt x="2654312" y="0"/>
                  </a:lnTo>
                  <a:lnTo>
                    <a:pt x="2654312" y="2768"/>
                  </a:lnTo>
                  <a:lnTo>
                    <a:pt x="2654312" y="213766"/>
                  </a:lnTo>
                  <a:lnTo>
                    <a:pt x="2628785" y="213766"/>
                  </a:lnTo>
                  <a:lnTo>
                    <a:pt x="2628785" y="216509"/>
                  </a:lnTo>
                  <a:lnTo>
                    <a:pt x="2654312" y="216509"/>
                  </a:lnTo>
                  <a:lnTo>
                    <a:pt x="2654312" y="480923"/>
                  </a:lnTo>
                  <a:lnTo>
                    <a:pt x="2628785" y="480923"/>
                  </a:lnTo>
                  <a:lnTo>
                    <a:pt x="2628785" y="483679"/>
                  </a:lnTo>
                  <a:lnTo>
                    <a:pt x="2654312" y="483679"/>
                  </a:lnTo>
                  <a:lnTo>
                    <a:pt x="2654312" y="748144"/>
                  </a:lnTo>
                  <a:lnTo>
                    <a:pt x="2628785" y="748144"/>
                  </a:lnTo>
                  <a:lnTo>
                    <a:pt x="2628785" y="750900"/>
                  </a:lnTo>
                  <a:lnTo>
                    <a:pt x="2654312" y="750900"/>
                  </a:lnTo>
                  <a:lnTo>
                    <a:pt x="2654312" y="1015314"/>
                  </a:lnTo>
                  <a:lnTo>
                    <a:pt x="2628785" y="1015314"/>
                  </a:lnTo>
                  <a:lnTo>
                    <a:pt x="2628785" y="1018057"/>
                  </a:lnTo>
                  <a:lnTo>
                    <a:pt x="2654312" y="1018057"/>
                  </a:lnTo>
                  <a:lnTo>
                    <a:pt x="2654312" y="1282534"/>
                  </a:lnTo>
                  <a:lnTo>
                    <a:pt x="2628785" y="1282534"/>
                  </a:lnTo>
                  <a:lnTo>
                    <a:pt x="2628785" y="1285278"/>
                  </a:lnTo>
                  <a:lnTo>
                    <a:pt x="2654312" y="1285278"/>
                  </a:lnTo>
                  <a:lnTo>
                    <a:pt x="2654312" y="1549704"/>
                  </a:lnTo>
                  <a:lnTo>
                    <a:pt x="2628785" y="1549704"/>
                  </a:lnTo>
                  <a:lnTo>
                    <a:pt x="2628785" y="1552448"/>
                  </a:lnTo>
                  <a:lnTo>
                    <a:pt x="2654312" y="1552448"/>
                  </a:lnTo>
                  <a:lnTo>
                    <a:pt x="2654312" y="1816925"/>
                  </a:lnTo>
                  <a:lnTo>
                    <a:pt x="2628785" y="1816925"/>
                  </a:lnTo>
                  <a:lnTo>
                    <a:pt x="2628785" y="1819668"/>
                  </a:lnTo>
                  <a:lnTo>
                    <a:pt x="2654312" y="1819668"/>
                  </a:lnTo>
                  <a:lnTo>
                    <a:pt x="2654312" y="2084095"/>
                  </a:lnTo>
                  <a:lnTo>
                    <a:pt x="2628785" y="2084095"/>
                  </a:lnTo>
                  <a:lnTo>
                    <a:pt x="2628785" y="2086851"/>
                  </a:lnTo>
                  <a:lnTo>
                    <a:pt x="2654312" y="2086851"/>
                  </a:lnTo>
                  <a:lnTo>
                    <a:pt x="2654312" y="2351290"/>
                  </a:lnTo>
                  <a:lnTo>
                    <a:pt x="2628785" y="2351290"/>
                  </a:lnTo>
                  <a:lnTo>
                    <a:pt x="2424976" y="2351290"/>
                  </a:lnTo>
                  <a:lnTo>
                    <a:pt x="2424976" y="2325763"/>
                  </a:lnTo>
                  <a:lnTo>
                    <a:pt x="2422233" y="2325763"/>
                  </a:lnTo>
                  <a:lnTo>
                    <a:pt x="2422233" y="2351290"/>
                  </a:lnTo>
                  <a:lnTo>
                    <a:pt x="2134857" y="2351290"/>
                  </a:lnTo>
                  <a:lnTo>
                    <a:pt x="2134857" y="2325763"/>
                  </a:lnTo>
                  <a:lnTo>
                    <a:pt x="2132114" y="2325763"/>
                  </a:lnTo>
                  <a:lnTo>
                    <a:pt x="2132114" y="2351290"/>
                  </a:lnTo>
                  <a:lnTo>
                    <a:pt x="1844751" y="2351290"/>
                  </a:lnTo>
                  <a:lnTo>
                    <a:pt x="1844751" y="2325763"/>
                  </a:lnTo>
                  <a:lnTo>
                    <a:pt x="1841995" y="2325763"/>
                  </a:lnTo>
                  <a:lnTo>
                    <a:pt x="1841995" y="2351290"/>
                  </a:lnTo>
                  <a:lnTo>
                    <a:pt x="1554632" y="2351290"/>
                  </a:lnTo>
                  <a:lnTo>
                    <a:pt x="1554632" y="2325763"/>
                  </a:lnTo>
                  <a:lnTo>
                    <a:pt x="1551889" y="2325763"/>
                  </a:lnTo>
                  <a:lnTo>
                    <a:pt x="1551889" y="2351290"/>
                  </a:lnTo>
                  <a:lnTo>
                    <a:pt x="1264513" y="2351290"/>
                  </a:lnTo>
                  <a:lnTo>
                    <a:pt x="1264513" y="2325763"/>
                  </a:lnTo>
                  <a:lnTo>
                    <a:pt x="1261770" y="2325763"/>
                  </a:lnTo>
                  <a:lnTo>
                    <a:pt x="1261770" y="2351290"/>
                  </a:lnTo>
                  <a:lnTo>
                    <a:pt x="974344" y="2351290"/>
                  </a:lnTo>
                  <a:lnTo>
                    <a:pt x="974344" y="2325763"/>
                  </a:lnTo>
                  <a:lnTo>
                    <a:pt x="971600" y="2325763"/>
                  </a:lnTo>
                  <a:lnTo>
                    <a:pt x="971600" y="2351290"/>
                  </a:lnTo>
                  <a:lnTo>
                    <a:pt x="684225" y="2351290"/>
                  </a:lnTo>
                  <a:lnTo>
                    <a:pt x="684225" y="2325763"/>
                  </a:lnTo>
                  <a:lnTo>
                    <a:pt x="681482" y="2325763"/>
                  </a:lnTo>
                  <a:lnTo>
                    <a:pt x="681482" y="2351290"/>
                  </a:lnTo>
                  <a:lnTo>
                    <a:pt x="394119" y="2351290"/>
                  </a:lnTo>
                  <a:lnTo>
                    <a:pt x="394119" y="2325763"/>
                  </a:lnTo>
                  <a:lnTo>
                    <a:pt x="391375" y="2325763"/>
                  </a:lnTo>
                  <a:lnTo>
                    <a:pt x="391375" y="2351290"/>
                  </a:lnTo>
                  <a:lnTo>
                    <a:pt x="129527" y="2351290"/>
                  </a:lnTo>
                  <a:lnTo>
                    <a:pt x="104000" y="2351290"/>
                  </a:lnTo>
                  <a:lnTo>
                    <a:pt x="104000" y="2325763"/>
                  </a:lnTo>
                  <a:lnTo>
                    <a:pt x="104000" y="2086851"/>
                  </a:lnTo>
                  <a:lnTo>
                    <a:pt x="129527" y="2086851"/>
                  </a:lnTo>
                  <a:lnTo>
                    <a:pt x="129527" y="2084095"/>
                  </a:lnTo>
                  <a:lnTo>
                    <a:pt x="104000" y="2084095"/>
                  </a:lnTo>
                  <a:lnTo>
                    <a:pt x="104000" y="1819668"/>
                  </a:lnTo>
                  <a:lnTo>
                    <a:pt x="129527" y="1819668"/>
                  </a:lnTo>
                  <a:lnTo>
                    <a:pt x="129527" y="1816925"/>
                  </a:lnTo>
                  <a:lnTo>
                    <a:pt x="104000" y="1816925"/>
                  </a:lnTo>
                  <a:lnTo>
                    <a:pt x="104000" y="1552448"/>
                  </a:lnTo>
                  <a:lnTo>
                    <a:pt x="129527" y="1552448"/>
                  </a:lnTo>
                  <a:lnTo>
                    <a:pt x="129527" y="1549704"/>
                  </a:lnTo>
                  <a:lnTo>
                    <a:pt x="104000" y="1549704"/>
                  </a:lnTo>
                  <a:lnTo>
                    <a:pt x="104000" y="1285278"/>
                  </a:lnTo>
                  <a:lnTo>
                    <a:pt x="129527" y="1285278"/>
                  </a:lnTo>
                  <a:lnTo>
                    <a:pt x="129527" y="1282534"/>
                  </a:lnTo>
                  <a:lnTo>
                    <a:pt x="104000" y="1282534"/>
                  </a:lnTo>
                  <a:lnTo>
                    <a:pt x="104000" y="1018057"/>
                  </a:lnTo>
                  <a:lnTo>
                    <a:pt x="129527" y="1018057"/>
                  </a:lnTo>
                  <a:lnTo>
                    <a:pt x="129527" y="1015314"/>
                  </a:lnTo>
                  <a:lnTo>
                    <a:pt x="104000" y="1015314"/>
                  </a:lnTo>
                  <a:lnTo>
                    <a:pt x="104000" y="750900"/>
                  </a:lnTo>
                  <a:lnTo>
                    <a:pt x="129527" y="750900"/>
                  </a:lnTo>
                  <a:lnTo>
                    <a:pt x="129527" y="748144"/>
                  </a:lnTo>
                  <a:lnTo>
                    <a:pt x="104000" y="748144"/>
                  </a:lnTo>
                  <a:lnTo>
                    <a:pt x="104000" y="483679"/>
                  </a:lnTo>
                  <a:lnTo>
                    <a:pt x="129527" y="483679"/>
                  </a:lnTo>
                  <a:lnTo>
                    <a:pt x="129527" y="480923"/>
                  </a:lnTo>
                  <a:lnTo>
                    <a:pt x="104000" y="480923"/>
                  </a:lnTo>
                  <a:lnTo>
                    <a:pt x="104000" y="216509"/>
                  </a:lnTo>
                  <a:lnTo>
                    <a:pt x="129527" y="216509"/>
                  </a:lnTo>
                  <a:lnTo>
                    <a:pt x="129527" y="213766"/>
                  </a:lnTo>
                  <a:lnTo>
                    <a:pt x="104000" y="213766"/>
                  </a:lnTo>
                  <a:lnTo>
                    <a:pt x="104000" y="28295"/>
                  </a:lnTo>
                  <a:lnTo>
                    <a:pt x="104000" y="2768"/>
                  </a:lnTo>
                  <a:lnTo>
                    <a:pt x="391375" y="2768"/>
                  </a:lnTo>
                  <a:lnTo>
                    <a:pt x="391375" y="28295"/>
                  </a:lnTo>
                  <a:lnTo>
                    <a:pt x="394119" y="28295"/>
                  </a:lnTo>
                  <a:lnTo>
                    <a:pt x="394119" y="2768"/>
                  </a:lnTo>
                  <a:lnTo>
                    <a:pt x="681482" y="2768"/>
                  </a:lnTo>
                  <a:lnTo>
                    <a:pt x="681482" y="28295"/>
                  </a:lnTo>
                  <a:lnTo>
                    <a:pt x="684225" y="28295"/>
                  </a:lnTo>
                  <a:lnTo>
                    <a:pt x="684225" y="2768"/>
                  </a:lnTo>
                  <a:lnTo>
                    <a:pt x="971600" y="2768"/>
                  </a:lnTo>
                  <a:lnTo>
                    <a:pt x="971600" y="28295"/>
                  </a:lnTo>
                  <a:lnTo>
                    <a:pt x="974344" y="28295"/>
                  </a:lnTo>
                  <a:lnTo>
                    <a:pt x="974344" y="2768"/>
                  </a:lnTo>
                  <a:lnTo>
                    <a:pt x="1261770" y="2768"/>
                  </a:lnTo>
                  <a:lnTo>
                    <a:pt x="1261770" y="28295"/>
                  </a:lnTo>
                  <a:lnTo>
                    <a:pt x="1264513" y="28295"/>
                  </a:lnTo>
                  <a:lnTo>
                    <a:pt x="1264513" y="2768"/>
                  </a:lnTo>
                  <a:lnTo>
                    <a:pt x="1551889" y="2768"/>
                  </a:lnTo>
                  <a:lnTo>
                    <a:pt x="1551889" y="28295"/>
                  </a:lnTo>
                  <a:lnTo>
                    <a:pt x="1554632" y="28295"/>
                  </a:lnTo>
                  <a:lnTo>
                    <a:pt x="1554632" y="2768"/>
                  </a:lnTo>
                  <a:lnTo>
                    <a:pt x="1841995" y="2768"/>
                  </a:lnTo>
                  <a:lnTo>
                    <a:pt x="1841995" y="28295"/>
                  </a:lnTo>
                  <a:lnTo>
                    <a:pt x="1844751" y="28295"/>
                  </a:lnTo>
                  <a:lnTo>
                    <a:pt x="1844751" y="2768"/>
                  </a:lnTo>
                  <a:lnTo>
                    <a:pt x="2132114" y="2768"/>
                  </a:lnTo>
                  <a:lnTo>
                    <a:pt x="2132114" y="28295"/>
                  </a:lnTo>
                  <a:lnTo>
                    <a:pt x="2134857" y="28295"/>
                  </a:lnTo>
                  <a:lnTo>
                    <a:pt x="2134857" y="2768"/>
                  </a:lnTo>
                  <a:lnTo>
                    <a:pt x="2422233" y="2768"/>
                  </a:lnTo>
                  <a:lnTo>
                    <a:pt x="2422233" y="28295"/>
                  </a:lnTo>
                  <a:lnTo>
                    <a:pt x="2424976" y="28295"/>
                  </a:lnTo>
                  <a:lnTo>
                    <a:pt x="2424976" y="2768"/>
                  </a:lnTo>
                  <a:lnTo>
                    <a:pt x="2654312" y="2768"/>
                  </a:lnTo>
                  <a:lnTo>
                    <a:pt x="2654312" y="25"/>
                  </a:lnTo>
                  <a:lnTo>
                    <a:pt x="104000" y="25"/>
                  </a:lnTo>
                  <a:lnTo>
                    <a:pt x="101257" y="0"/>
                  </a:lnTo>
                  <a:lnTo>
                    <a:pt x="101257" y="1397"/>
                  </a:lnTo>
                  <a:lnTo>
                    <a:pt x="101257" y="28295"/>
                  </a:lnTo>
                  <a:lnTo>
                    <a:pt x="101257" y="2325763"/>
                  </a:lnTo>
                  <a:lnTo>
                    <a:pt x="101257" y="2352662"/>
                  </a:lnTo>
                  <a:lnTo>
                    <a:pt x="102628" y="2352662"/>
                  </a:lnTo>
                  <a:lnTo>
                    <a:pt x="102628" y="2354034"/>
                  </a:lnTo>
                  <a:lnTo>
                    <a:pt x="129527" y="2354034"/>
                  </a:lnTo>
                  <a:lnTo>
                    <a:pt x="2628785" y="2354034"/>
                  </a:lnTo>
                  <a:lnTo>
                    <a:pt x="2655684" y="2354034"/>
                  </a:lnTo>
                  <a:lnTo>
                    <a:pt x="2657068" y="2354034"/>
                  </a:lnTo>
                  <a:lnTo>
                    <a:pt x="2657068" y="2351290"/>
                  </a:lnTo>
                  <a:lnTo>
                    <a:pt x="2657056" y="2768"/>
                  </a:lnTo>
                  <a:lnTo>
                    <a:pt x="2657068" y="25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67326" y="5385627"/>
              <a:ext cx="76929" cy="72693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19801" y="6732986"/>
            <a:ext cx="64842" cy="7704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645157" y="4480941"/>
            <a:ext cx="445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25" dirty="0">
                <a:solidFill>
                  <a:srgbClr val="FF0000"/>
                </a:solidFill>
                <a:latin typeface="Calibri"/>
                <a:cs typeface="Calibri"/>
              </a:rPr>
              <a:t>GDB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67705" y="4480941"/>
            <a:ext cx="428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25" dirty="0">
                <a:solidFill>
                  <a:srgbClr val="FF0000"/>
                </a:solidFill>
                <a:latin typeface="Calibri"/>
                <a:cs typeface="Calibri"/>
              </a:rPr>
              <a:t>GDE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53806" y="4480941"/>
            <a:ext cx="1045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FF0000"/>
                </a:solidFill>
                <a:latin typeface="Calibri"/>
                <a:cs typeface="Calibri"/>
              </a:rPr>
              <a:t>GDMB </a:t>
            </a:r>
            <a:r>
              <a:rPr sz="1800" b="1" i="1" spc="-25" dirty="0">
                <a:solidFill>
                  <a:srgbClr val="FF0000"/>
                </a:solidFill>
                <a:latin typeface="Calibri"/>
                <a:cs typeface="Calibri"/>
              </a:rPr>
              <a:t>100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Escolha</a:t>
            </a:r>
            <a:r>
              <a:rPr spc="-20" dirty="0"/>
              <a:t> </a:t>
            </a:r>
            <a:r>
              <a:rPr dirty="0"/>
              <a:t>do</a:t>
            </a:r>
            <a:r>
              <a:rPr spc="-10" dirty="0"/>
              <a:t> </a:t>
            </a:r>
            <a:r>
              <a:rPr dirty="0"/>
              <a:t>passo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aprendizagem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13019" y="1793493"/>
            <a:ext cx="6243955" cy="41636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8382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aprendizagem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controla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quão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"grande"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ou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"pequena"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a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atualização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aplicada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aos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pesos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iteração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treinamento.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determina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tamanho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passo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dado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na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direção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oposta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à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indicada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pelo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vetor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gradiente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1300" marR="325755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Porém,</a:t>
            </a:r>
            <a:r>
              <a:rPr sz="2800" b="1" i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qual</a:t>
            </a:r>
            <a:r>
              <a:rPr sz="2800" b="1" i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deve</a:t>
            </a:r>
            <a:r>
              <a:rPr sz="2800" b="1" i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ser</a:t>
            </a:r>
            <a:r>
              <a:rPr sz="2800"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800" b="1" i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tamanho</a:t>
            </a:r>
            <a:r>
              <a:rPr sz="2800" b="1" i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desse passo?</a:t>
            </a:r>
            <a:endParaRPr sz="2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92E0DF1-C36A-A5BD-A68B-90A9752171D7}"/>
                  </a:ext>
                </a:extLst>
              </p:cNvPr>
              <p:cNvSpPr txBox="1"/>
              <p:nvPr/>
            </p:nvSpPr>
            <p:spPr>
              <a:xfrm>
                <a:off x="1600200" y="3395272"/>
                <a:ext cx="2771336" cy="8361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92E0DF1-C36A-A5BD-A68B-90A975217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3395272"/>
                <a:ext cx="2771336" cy="8361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4981" y="2155698"/>
            <a:ext cx="10311130" cy="190373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 indent="-1270" algn="ctr">
              <a:lnSpc>
                <a:spcPts val="4750"/>
              </a:lnSpc>
              <a:spcBef>
                <a:spcPts val="705"/>
              </a:spcBef>
            </a:pPr>
            <a:r>
              <a:rPr b="1" i="1" spc="-10" dirty="0">
                <a:latin typeface="Calibri"/>
                <a:cs typeface="Calibri"/>
              </a:rPr>
              <a:t>Portanto,</a:t>
            </a:r>
            <a:r>
              <a:rPr b="1" i="1" spc="-6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como</a:t>
            </a:r>
            <a:r>
              <a:rPr b="1" i="1" spc="-3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veremos,</a:t>
            </a:r>
            <a:r>
              <a:rPr b="1" i="1" spc="-3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a</a:t>
            </a:r>
            <a:r>
              <a:rPr b="1" i="1" spc="-4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escolha</a:t>
            </a:r>
            <a:r>
              <a:rPr b="1" i="1" spc="-4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do</a:t>
            </a:r>
            <a:r>
              <a:rPr b="1" i="1" spc="-40" dirty="0">
                <a:latin typeface="Calibri"/>
                <a:cs typeface="Calibri"/>
              </a:rPr>
              <a:t> </a:t>
            </a:r>
            <a:r>
              <a:rPr b="1" i="1" spc="-10" dirty="0">
                <a:latin typeface="Calibri"/>
                <a:cs typeface="Calibri"/>
              </a:rPr>
              <a:t>passo </a:t>
            </a:r>
            <a:r>
              <a:rPr b="1" i="1" dirty="0">
                <a:latin typeface="Calibri"/>
                <a:cs typeface="Calibri"/>
              </a:rPr>
              <a:t>de</a:t>
            </a:r>
            <a:r>
              <a:rPr b="1" i="1" spc="-3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aprendizagem</a:t>
            </a:r>
            <a:r>
              <a:rPr b="1" i="1" spc="-3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é</a:t>
            </a:r>
            <a:r>
              <a:rPr b="1" i="1" spc="-3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muito</a:t>
            </a:r>
            <a:r>
              <a:rPr b="1" i="1" spc="-4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importante</a:t>
            </a:r>
            <a:r>
              <a:rPr b="1" i="1" spc="-3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para</a:t>
            </a:r>
            <a:r>
              <a:rPr b="1" i="1" spc="-35" dirty="0">
                <a:latin typeface="Calibri"/>
                <a:cs typeface="Calibri"/>
              </a:rPr>
              <a:t> </a:t>
            </a:r>
            <a:r>
              <a:rPr b="1" i="1" spc="-50" dirty="0">
                <a:latin typeface="Calibri"/>
                <a:cs typeface="Calibri"/>
              </a:rPr>
              <a:t>o </a:t>
            </a:r>
            <a:r>
              <a:rPr b="1" i="1" dirty="0">
                <a:latin typeface="Calibri"/>
                <a:cs typeface="Calibri"/>
              </a:rPr>
              <a:t>aprendizado</a:t>
            </a:r>
            <a:r>
              <a:rPr b="1" i="1" spc="-3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de</a:t>
            </a:r>
            <a:r>
              <a:rPr b="1" i="1" spc="-2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um</a:t>
            </a:r>
            <a:r>
              <a:rPr b="1" i="1" spc="-1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modelo</a:t>
            </a:r>
            <a:r>
              <a:rPr b="1" i="1" spc="-2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de</a:t>
            </a:r>
            <a:r>
              <a:rPr b="1" i="1" spc="-15" dirty="0">
                <a:latin typeface="Calibri"/>
                <a:cs typeface="Calibri"/>
              </a:rPr>
              <a:t> </a:t>
            </a:r>
            <a:r>
              <a:rPr b="1" i="1" spc="-25" dirty="0">
                <a:latin typeface="Calibri"/>
                <a:cs typeface="Calibri"/>
              </a:rPr>
              <a:t>ML.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Escolha</a:t>
            </a:r>
            <a:r>
              <a:rPr spc="-20" dirty="0"/>
              <a:t> </a:t>
            </a:r>
            <a:r>
              <a:rPr dirty="0"/>
              <a:t>do</a:t>
            </a:r>
            <a:r>
              <a:rPr spc="-10" dirty="0"/>
              <a:t> </a:t>
            </a:r>
            <a:r>
              <a:rPr dirty="0"/>
              <a:t>passo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aprendizagem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10999470" cy="459041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33401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aprendizagem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hiperparâmetro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influencia </a:t>
            </a:r>
            <a:r>
              <a:rPr sz="2800" spc="-20" dirty="0">
                <a:latin typeface="Calibri"/>
                <a:cs typeface="Calibri"/>
              </a:rPr>
              <a:t>diretamente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desempenho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convergência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 descendente.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535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Hiperparâmetros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parâmetros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4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são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aprendidos</a:t>
            </a:r>
            <a:r>
              <a:rPr sz="24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durante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treinamento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590"/>
              </a:lnSpc>
            </a:pP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influenciam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seu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aprendizado.</a:t>
            </a:r>
            <a:endParaRPr sz="2400" dirty="0">
              <a:latin typeface="Calibri"/>
              <a:cs typeface="Calibri"/>
            </a:endParaRPr>
          </a:p>
          <a:p>
            <a:pPr marL="241300" marR="86995" indent="-228600">
              <a:lnSpc>
                <a:spcPts val="269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Valores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muito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pequenos</a:t>
            </a:r>
            <a:r>
              <a:rPr sz="2800" b="1" i="1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resultar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treinamento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lento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enquanto valores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muito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grandes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causar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divergência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539240" indent="-228600">
              <a:lnSpc>
                <a:spcPts val="269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geral,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escolha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feita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empiricamente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meio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experimentação.</a:t>
            </a:r>
            <a:endParaRPr sz="2800" dirty="0">
              <a:latin typeface="Calibri"/>
              <a:cs typeface="Calibri"/>
            </a:endParaRPr>
          </a:p>
          <a:p>
            <a:pPr marL="241300" marR="346710" indent="-228600">
              <a:lnSpc>
                <a:spcPct val="80000"/>
              </a:lnSpc>
              <a:spcBef>
                <a:spcPts val="10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Uma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regra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empírica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exploração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aprendizagem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seguinte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sequência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b="1" i="1" spc="-10" dirty="0">
                <a:latin typeface="Calibri"/>
                <a:cs typeface="Calibri"/>
              </a:rPr>
              <a:t>ajuste</a:t>
            </a:r>
            <a:r>
              <a:rPr sz="2800" b="1" i="1" spc="-13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manual</a:t>
            </a:r>
            <a:r>
              <a:rPr sz="2800" spc="-10" dirty="0">
                <a:latin typeface="Calibri"/>
                <a:cs typeface="Calibri"/>
              </a:rPr>
              <a:t>):</a:t>
            </a:r>
            <a:endParaRPr sz="2800" dirty="0">
              <a:latin typeface="Calibri"/>
              <a:cs typeface="Calibri"/>
            </a:endParaRPr>
          </a:p>
          <a:p>
            <a:pPr marL="25400" algn="ctr">
              <a:lnSpc>
                <a:spcPts val="2965"/>
              </a:lnSpc>
            </a:pPr>
            <a:r>
              <a:rPr sz="2800" spc="-25" dirty="0">
                <a:latin typeface="Cambria Math"/>
                <a:cs typeface="Cambria Math"/>
              </a:rPr>
              <a:t>…</a:t>
            </a:r>
            <a:r>
              <a:rPr sz="2800" spc="-12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,</a:t>
            </a:r>
            <a:r>
              <a:rPr sz="2800" spc="-125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0.001,</a:t>
            </a:r>
            <a:r>
              <a:rPr sz="2800" spc="-125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0.003,</a:t>
            </a:r>
            <a:r>
              <a:rPr sz="2800" spc="-120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0.01,</a:t>
            </a:r>
            <a:r>
              <a:rPr sz="2800" spc="-135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0.03,</a:t>
            </a:r>
            <a:r>
              <a:rPr sz="2800" spc="-125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0.1,</a:t>
            </a:r>
            <a:r>
              <a:rPr sz="2800" spc="-125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0.3,</a:t>
            </a:r>
            <a:r>
              <a:rPr sz="2800" spc="-120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1.0,</a:t>
            </a:r>
            <a:r>
              <a:rPr sz="2800" spc="-125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…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57115" y="6305550"/>
            <a:ext cx="876935" cy="183515"/>
          </a:xfrm>
          <a:custGeom>
            <a:avLst/>
            <a:gdLst/>
            <a:ahLst/>
            <a:cxnLst/>
            <a:rect l="l" t="t" r="r" b="b"/>
            <a:pathLst>
              <a:path w="876935" h="183514">
                <a:moveTo>
                  <a:pt x="3683" y="9029"/>
                </a:moveTo>
                <a:lnTo>
                  <a:pt x="58928" y="54508"/>
                </a:lnTo>
                <a:lnTo>
                  <a:pt x="119634" y="89293"/>
                </a:lnTo>
                <a:lnTo>
                  <a:pt x="181450" y="118592"/>
                </a:lnTo>
                <a:lnTo>
                  <a:pt x="243586" y="142455"/>
                </a:lnTo>
                <a:lnTo>
                  <a:pt x="306070" y="160820"/>
                </a:lnTo>
                <a:lnTo>
                  <a:pt x="368300" y="173634"/>
                </a:lnTo>
                <a:lnTo>
                  <a:pt x="429768" y="181089"/>
                </a:lnTo>
                <a:lnTo>
                  <a:pt x="490220" y="183007"/>
                </a:lnTo>
                <a:lnTo>
                  <a:pt x="519938" y="181952"/>
                </a:lnTo>
                <a:lnTo>
                  <a:pt x="549021" y="179463"/>
                </a:lnTo>
                <a:lnTo>
                  <a:pt x="570024" y="176657"/>
                </a:lnTo>
                <a:lnTo>
                  <a:pt x="490093" y="176657"/>
                </a:lnTo>
                <a:lnTo>
                  <a:pt x="460375" y="176377"/>
                </a:lnTo>
                <a:lnTo>
                  <a:pt x="430276" y="174752"/>
                </a:lnTo>
                <a:lnTo>
                  <a:pt x="399923" y="171716"/>
                </a:lnTo>
                <a:lnTo>
                  <a:pt x="369494" y="167373"/>
                </a:lnTo>
                <a:lnTo>
                  <a:pt x="307635" y="154673"/>
                </a:lnTo>
                <a:lnTo>
                  <a:pt x="245779" y="136461"/>
                </a:lnTo>
                <a:lnTo>
                  <a:pt x="183783" y="112687"/>
                </a:lnTo>
                <a:lnTo>
                  <a:pt x="122439" y="83642"/>
                </a:lnTo>
                <a:lnTo>
                  <a:pt x="62484" y="49161"/>
                </a:lnTo>
                <a:lnTo>
                  <a:pt x="62357" y="49161"/>
                </a:lnTo>
                <a:lnTo>
                  <a:pt x="32862" y="29794"/>
                </a:lnTo>
                <a:lnTo>
                  <a:pt x="3683" y="9029"/>
                </a:lnTo>
                <a:close/>
              </a:path>
              <a:path w="876935" h="183514">
                <a:moveTo>
                  <a:pt x="490120" y="176656"/>
                </a:moveTo>
                <a:close/>
              </a:path>
              <a:path w="876935" h="183514">
                <a:moveTo>
                  <a:pt x="591300" y="173139"/>
                </a:moveTo>
                <a:lnTo>
                  <a:pt x="548513" y="173139"/>
                </a:lnTo>
                <a:lnTo>
                  <a:pt x="519430" y="175615"/>
                </a:lnTo>
                <a:lnTo>
                  <a:pt x="490120" y="176656"/>
                </a:lnTo>
                <a:lnTo>
                  <a:pt x="570032" y="176656"/>
                </a:lnTo>
                <a:lnTo>
                  <a:pt x="577792" y="175615"/>
                </a:lnTo>
                <a:lnTo>
                  <a:pt x="591300" y="173139"/>
                </a:lnTo>
                <a:close/>
              </a:path>
              <a:path w="876935" h="183514">
                <a:moveTo>
                  <a:pt x="460248" y="176364"/>
                </a:moveTo>
                <a:lnTo>
                  <a:pt x="461551" y="176377"/>
                </a:lnTo>
                <a:lnTo>
                  <a:pt x="460248" y="176364"/>
                </a:lnTo>
                <a:close/>
              </a:path>
              <a:path w="876935" h="183514">
                <a:moveTo>
                  <a:pt x="430276" y="174752"/>
                </a:moveTo>
                <a:lnTo>
                  <a:pt x="430511" y="174764"/>
                </a:lnTo>
                <a:lnTo>
                  <a:pt x="430276" y="174752"/>
                </a:lnTo>
                <a:close/>
              </a:path>
              <a:path w="876935" h="183514">
                <a:moveTo>
                  <a:pt x="610569" y="169354"/>
                </a:moveTo>
                <a:lnTo>
                  <a:pt x="576834" y="169354"/>
                </a:lnTo>
                <a:lnTo>
                  <a:pt x="548337" y="173154"/>
                </a:lnTo>
                <a:lnTo>
                  <a:pt x="548513" y="173139"/>
                </a:lnTo>
                <a:lnTo>
                  <a:pt x="591300" y="173139"/>
                </a:lnTo>
                <a:lnTo>
                  <a:pt x="605917" y="170459"/>
                </a:lnTo>
                <a:lnTo>
                  <a:pt x="610569" y="169354"/>
                </a:lnTo>
                <a:close/>
              </a:path>
              <a:path w="876935" h="183514">
                <a:moveTo>
                  <a:pt x="399960" y="171716"/>
                </a:moveTo>
                <a:close/>
              </a:path>
              <a:path w="876935" h="183514">
                <a:moveTo>
                  <a:pt x="632119" y="164236"/>
                </a:moveTo>
                <a:lnTo>
                  <a:pt x="604647" y="164236"/>
                </a:lnTo>
                <a:lnTo>
                  <a:pt x="576580" y="169379"/>
                </a:lnTo>
                <a:lnTo>
                  <a:pt x="576834" y="169354"/>
                </a:lnTo>
                <a:lnTo>
                  <a:pt x="610569" y="169354"/>
                </a:lnTo>
                <a:lnTo>
                  <a:pt x="632119" y="164236"/>
                </a:lnTo>
                <a:close/>
              </a:path>
              <a:path w="876935" h="183514">
                <a:moveTo>
                  <a:pt x="369316" y="167347"/>
                </a:moveTo>
                <a:lnTo>
                  <a:pt x="369494" y="167373"/>
                </a:lnTo>
                <a:lnTo>
                  <a:pt x="369316" y="167347"/>
                </a:lnTo>
                <a:close/>
              </a:path>
              <a:path w="876935" h="183514">
                <a:moveTo>
                  <a:pt x="677276" y="150025"/>
                </a:moveTo>
                <a:lnTo>
                  <a:pt x="658368" y="150025"/>
                </a:lnTo>
                <a:lnTo>
                  <a:pt x="631698" y="157835"/>
                </a:lnTo>
                <a:lnTo>
                  <a:pt x="604559" y="164252"/>
                </a:lnTo>
                <a:lnTo>
                  <a:pt x="632119" y="164236"/>
                </a:lnTo>
                <a:lnTo>
                  <a:pt x="633349" y="163944"/>
                </a:lnTo>
                <a:lnTo>
                  <a:pt x="660146" y="156083"/>
                </a:lnTo>
                <a:lnTo>
                  <a:pt x="677276" y="150025"/>
                </a:lnTo>
                <a:close/>
              </a:path>
              <a:path w="876935" h="183514">
                <a:moveTo>
                  <a:pt x="338535" y="161673"/>
                </a:moveTo>
                <a:close/>
              </a:path>
              <a:path w="876935" h="183514">
                <a:moveTo>
                  <a:pt x="338469" y="161658"/>
                </a:moveTo>
                <a:close/>
              </a:path>
              <a:path w="876935" h="183514">
                <a:moveTo>
                  <a:pt x="631825" y="157784"/>
                </a:moveTo>
                <a:lnTo>
                  <a:pt x="631610" y="157835"/>
                </a:lnTo>
                <a:lnTo>
                  <a:pt x="631825" y="157784"/>
                </a:lnTo>
                <a:close/>
              </a:path>
              <a:path w="876935" h="183514">
                <a:moveTo>
                  <a:pt x="307467" y="154635"/>
                </a:moveTo>
                <a:lnTo>
                  <a:pt x="307635" y="154673"/>
                </a:lnTo>
                <a:lnTo>
                  <a:pt x="307467" y="154635"/>
                </a:lnTo>
                <a:close/>
              </a:path>
              <a:path w="876935" h="183514">
                <a:moveTo>
                  <a:pt x="746059" y="118490"/>
                </a:moveTo>
                <a:lnTo>
                  <a:pt x="733298" y="118490"/>
                </a:lnTo>
                <a:lnTo>
                  <a:pt x="709041" y="130403"/>
                </a:lnTo>
                <a:lnTo>
                  <a:pt x="684022" y="140906"/>
                </a:lnTo>
                <a:lnTo>
                  <a:pt x="658113" y="150075"/>
                </a:lnTo>
                <a:lnTo>
                  <a:pt x="658368" y="150025"/>
                </a:lnTo>
                <a:lnTo>
                  <a:pt x="677276" y="150025"/>
                </a:lnTo>
                <a:lnTo>
                  <a:pt x="686435" y="146786"/>
                </a:lnTo>
                <a:lnTo>
                  <a:pt x="711708" y="136144"/>
                </a:lnTo>
                <a:lnTo>
                  <a:pt x="736092" y="124155"/>
                </a:lnTo>
                <a:lnTo>
                  <a:pt x="746059" y="118490"/>
                </a:lnTo>
                <a:close/>
              </a:path>
              <a:path w="876935" h="183514">
                <a:moveTo>
                  <a:pt x="276653" y="146202"/>
                </a:moveTo>
                <a:close/>
              </a:path>
              <a:path w="876935" h="183514">
                <a:moveTo>
                  <a:pt x="276612" y="146189"/>
                </a:moveTo>
                <a:close/>
              </a:path>
              <a:path w="876935" h="183514">
                <a:moveTo>
                  <a:pt x="684149" y="140830"/>
                </a:moveTo>
                <a:lnTo>
                  <a:pt x="683934" y="140906"/>
                </a:lnTo>
                <a:lnTo>
                  <a:pt x="684149" y="140830"/>
                </a:lnTo>
                <a:close/>
              </a:path>
              <a:path w="876935" h="183514">
                <a:moveTo>
                  <a:pt x="245618" y="136410"/>
                </a:moveTo>
                <a:lnTo>
                  <a:pt x="245779" y="136461"/>
                </a:lnTo>
                <a:lnTo>
                  <a:pt x="245618" y="136410"/>
                </a:lnTo>
                <a:close/>
              </a:path>
              <a:path w="876935" h="183514">
                <a:moveTo>
                  <a:pt x="709168" y="130327"/>
                </a:moveTo>
                <a:lnTo>
                  <a:pt x="708986" y="130403"/>
                </a:lnTo>
                <a:lnTo>
                  <a:pt x="709168" y="130327"/>
                </a:lnTo>
                <a:close/>
              </a:path>
              <a:path w="876935" h="183514">
                <a:moveTo>
                  <a:pt x="214663" y="125222"/>
                </a:moveTo>
                <a:close/>
              </a:path>
              <a:path w="876935" h="183514">
                <a:moveTo>
                  <a:pt x="827148" y="57683"/>
                </a:moveTo>
                <a:lnTo>
                  <a:pt x="820547" y="57683"/>
                </a:lnTo>
                <a:lnTo>
                  <a:pt x="820293" y="57937"/>
                </a:lnTo>
                <a:lnTo>
                  <a:pt x="800100" y="75018"/>
                </a:lnTo>
                <a:lnTo>
                  <a:pt x="778763" y="90893"/>
                </a:lnTo>
                <a:lnTo>
                  <a:pt x="756412" y="105346"/>
                </a:lnTo>
                <a:lnTo>
                  <a:pt x="733044" y="118592"/>
                </a:lnTo>
                <a:lnTo>
                  <a:pt x="733298" y="118490"/>
                </a:lnTo>
                <a:lnTo>
                  <a:pt x="746059" y="118490"/>
                </a:lnTo>
                <a:lnTo>
                  <a:pt x="782447" y="96050"/>
                </a:lnTo>
                <a:lnTo>
                  <a:pt x="824738" y="62407"/>
                </a:lnTo>
                <a:lnTo>
                  <a:pt x="828249" y="58669"/>
                </a:lnTo>
                <a:lnTo>
                  <a:pt x="827148" y="57683"/>
                </a:lnTo>
                <a:close/>
              </a:path>
              <a:path w="876935" h="183514">
                <a:moveTo>
                  <a:pt x="183783" y="112687"/>
                </a:moveTo>
                <a:close/>
              </a:path>
              <a:path w="876935" h="183514">
                <a:moveTo>
                  <a:pt x="756538" y="105257"/>
                </a:moveTo>
                <a:lnTo>
                  <a:pt x="756382" y="105346"/>
                </a:lnTo>
                <a:lnTo>
                  <a:pt x="756538" y="105257"/>
                </a:lnTo>
                <a:close/>
              </a:path>
              <a:path w="876935" h="183514">
                <a:moveTo>
                  <a:pt x="153059" y="98831"/>
                </a:moveTo>
                <a:close/>
              </a:path>
              <a:path w="876935" h="183514">
                <a:moveTo>
                  <a:pt x="778891" y="90766"/>
                </a:moveTo>
                <a:lnTo>
                  <a:pt x="778695" y="90893"/>
                </a:lnTo>
                <a:lnTo>
                  <a:pt x="778891" y="90766"/>
                </a:lnTo>
                <a:close/>
              </a:path>
              <a:path w="876935" h="183514">
                <a:moveTo>
                  <a:pt x="122545" y="83700"/>
                </a:moveTo>
                <a:close/>
              </a:path>
              <a:path w="876935" h="183514">
                <a:moveTo>
                  <a:pt x="122439" y="83642"/>
                </a:moveTo>
                <a:close/>
              </a:path>
              <a:path w="876935" h="183514">
                <a:moveTo>
                  <a:pt x="864595" y="45097"/>
                </a:moveTo>
                <a:lnTo>
                  <a:pt x="832231" y="45097"/>
                </a:lnTo>
                <a:lnTo>
                  <a:pt x="836930" y="49428"/>
                </a:lnTo>
                <a:lnTo>
                  <a:pt x="828249" y="58669"/>
                </a:lnTo>
                <a:lnTo>
                  <a:pt x="854456" y="82156"/>
                </a:lnTo>
                <a:lnTo>
                  <a:pt x="864595" y="45097"/>
                </a:lnTo>
                <a:close/>
              </a:path>
              <a:path w="876935" h="183514">
                <a:moveTo>
                  <a:pt x="800226" y="74891"/>
                </a:moveTo>
                <a:lnTo>
                  <a:pt x="800056" y="75018"/>
                </a:lnTo>
                <a:lnTo>
                  <a:pt x="800226" y="74891"/>
                </a:lnTo>
                <a:close/>
              </a:path>
              <a:path w="876935" h="183514">
                <a:moveTo>
                  <a:pt x="92349" y="67030"/>
                </a:moveTo>
                <a:close/>
              </a:path>
              <a:path w="876935" h="183514">
                <a:moveTo>
                  <a:pt x="832231" y="45097"/>
                </a:moveTo>
                <a:lnTo>
                  <a:pt x="823537" y="54447"/>
                </a:lnTo>
                <a:lnTo>
                  <a:pt x="828249" y="58669"/>
                </a:lnTo>
                <a:lnTo>
                  <a:pt x="836930" y="49428"/>
                </a:lnTo>
                <a:lnTo>
                  <a:pt x="832231" y="45097"/>
                </a:lnTo>
                <a:close/>
              </a:path>
              <a:path w="876935" h="183514">
                <a:moveTo>
                  <a:pt x="820462" y="57754"/>
                </a:moveTo>
                <a:lnTo>
                  <a:pt x="820247" y="57937"/>
                </a:lnTo>
                <a:lnTo>
                  <a:pt x="820462" y="57754"/>
                </a:lnTo>
                <a:close/>
              </a:path>
              <a:path w="876935" h="183514">
                <a:moveTo>
                  <a:pt x="823537" y="54447"/>
                </a:moveTo>
                <a:lnTo>
                  <a:pt x="820462" y="57754"/>
                </a:lnTo>
                <a:lnTo>
                  <a:pt x="827148" y="57683"/>
                </a:lnTo>
                <a:lnTo>
                  <a:pt x="823537" y="54447"/>
                </a:lnTo>
                <a:close/>
              </a:path>
              <a:path w="876935" h="183514">
                <a:moveTo>
                  <a:pt x="876935" y="0"/>
                </a:moveTo>
                <a:lnTo>
                  <a:pt x="797687" y="31280"/>
                </a:lnTo>
                <a:lnTo>
                  <a:pt x="823537" y="54447"/>
                </a:lnTo>
                <a:lnTo>
                  <a:pt x="832231" y="45097"/>
                </a:lnTo>
                <a:lnTo>
                  <a:pt x="864595" y="45097"/>
                </a:lnTo>
                <a:lnTo>
                  <a:pt x="876935" y="0"/>
                </a:lnTo>
                <a:close/>
              </a:path>
              <a:path w="876935" h="183514">
                <a:moveTo>
                  <a:pt x="62357" y="49085"/>
                </a:moveTo>
                <a:lnTo>
                  <a:pt x="62484" y="49161"/>
                </a:lnTo>
                <a:lnTo>
                  <a:pt x="62357" y="49085"/>
                </a:lnTo>
                <a:close/>
              </a:path>
              <a:path w="876935" h="183514">
                <a:moveTo>
                  <a:pt x="32803" y="29730"/>
                </a:move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88255" y="6520383"/>
            <a:ext cx="43821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2655" algn="l"/>
                <a:tab pos="1819275" algn="l"/>
                <a:tab pos="2477135" algn="l"/>
                <a:tab pos="3276600" algn="l"/>
                <a:tab pos="3796029" algn="l"/>
              </a:tabLst>
            </a:pPr>
            <a:r>
              <a:rPr sz="2700" baseline="4629" dirty="0">
                <a:latin typeface="Cambria Math"/>
                <a:cs typeface="Cambria Math"/>
              </a:rPr>
              <a:t>3</a:t>
            </a:r>
            <a:r>
              <a:rPr sz="2700" spc="-7" baseline="4629" dirty="0">
                <a:latin typeface="Cambria Math"/>
                <a:cs typeface="Cambria Math"/>
              </a:rPr>
              <a:t> </a:t>
            </a:r>
            <a:r>
              <a:rPr sz="2700" spc="-75" baseline="4629" dirty="0">
                <a:latin typeface="Cambria Math"/>
                <a:cs typeface="Cambria Math"/>
              </a:rPr>
              <a:t>×</a:t>
            </a:r>
            <a:r>
              <a:rPr sz="2700" baseline="4629" dirty="0">
                <a:latin typeface="Cambria Math"/>
                <a:cs typeface="Cambria Math"/>
              </a:rPr>
              <a:t>	</a:t>
            </a:r>
            <a:r>
              <a:rPr sz="1800" dirty="0">
                <a:latin typeface="Cambria Math"/>
                <a:cs typeface="Cambria Math"/>
              </a:rPr>
              <a:t>≈</a:t>
            </a:r>
            <a:r>
              <a:rPr sz="1800" spc="114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3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×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2700" baseline="3086" dirty="0">
                <a:latin typeface="Cambria Math"/>
                <a:cs typeface="Cambria Math"/>
              </a:rPr>
              <a:t>3</a:t>
            </a:r>
            <a:r>
              <a:rPr sz="2700" spc="-22" baseline="3086" dirty="0">
                <a:latin typeface="Cambria Math"/>
                <a:cs typeface="Cambria Math"/>
              </a:rPr>
              <a:t> </a:t>
            </a:r>
            <a:r>
              <a:rPr sz="2700" spc="-75" baseline="3086" dirty="0">
                <a:latin typeface="Cambria Math"/>
                <a:cs typeface="Cambria Math"/>
              </a:rPr>
              <a:t>×</a:t>
            </a:r>
            <a:r>
              <a:rPr sz="2700" baseline="3086" dirty="0">
                <a:latin typeface="Cambria Math"/>
                <a:cs typeface="Cambria Math"/>
              </a:rPr>
              <a:t>	</a:t>
            </a:r>
            <a:r>
              <a:rPr sz="2700" baseline="1543" dirty="0">
                <a:latin typeface="Cambria Math"/>
                <a:cs typeface="Cambria Math"/>
              </a:rPr>
              <a:t>≈</a:t>
            </a:r>
            <a:r>
              <a:rPr sz="2700" spc="157" baseline="1543" dirty="0">
                <a:latin typeface="Cambria Math"/>
                <a:cs typeface="Cambria Math"/>
              </a:rPr>
              <a:t> </a:t>
            </a:r>
            <a:r>
              <a:rPr sz="2700" baseline="1543" dirty="0">
                <a:latin typeface="Cambria Math"/>
                <a:cs typeface="Cambria Math"/>
              </a:rPr>
              <a:t>3</a:t>
            </a:r>
            <a:r>
              <a:rPr sz="2700" spc="-7" baseline="1543" dirty="0">
                <a:latin typeface="Cambria Math"/>
                <a:cs typeface="Cambria Math"/>
              </a:rPr>
              <a:t> </a:t>
            </a:r>
            <a:r>
              <a:rPr sz="2700" spc="-75" baseline="1543" dirty="0">
                <a:latin typeface="Cambria Math"/>
                <a:cs typeface="Cambria Math"/>
              </a:rPr>
              <a:t>×</a:t>
            </a:r>
            <a:r>
              <a:rPr sz="2700" baseline="1543" dirty="0">
                <a:latin typeface="Cambria Math"/>
                <a:cs typeface="Cambria Math"/>
              </a:rPr>
              <a:t>	</a:t>
            </a:r>
            <a:r>
              <a:rPr sz="2700" baseline="4629" dirty="0">
                <a:latin typeface="Cambria Math"/>
                <a:cs typeface="Cambria Math"/>
              </a:rPr>
              <a:t>3</a:t>
            </a:r>
            <a:r>
              <a:rPr sz="2700" spc="-22" baseline="4629" dirty="0">
                <a:latin typeface="Cambria Math"/>
                <a:cs typeface="Cambria Math"/>
              </a:rPr>
              <a:t> </a:t>
            </a:r>
            <a:r>
              <a:rPr sz="2700" spc="-75" baseline="4629" dirty="0">
                <a:latin typeface="Cambria Math"/>
                <a:cs typeface="Cambria Math"/>
              </a:rPr>
              <a:t>×</a:t>
            </a:r>
            <a:r>
              <a:rPr sz="2700" baseline="4629" dirty="0">
                <a:latin typeface="Cambria Math"/>
                <a:cs typeface="Cambria Math"/>
              </a:rPr>
              <a:t>	</a:t>
            </a:r>
            <a:r>
              <a:rPr sz="2700" baseline="1543" dirty="0">
                <a:latin typeface="Cambria Math"/>
                <a:cs typeface="Cambria Math"/>
              </a:rPr>
              <a:t>≈</a:t>
            </a:r>
            <a:r>
              <a:rPr sz="2700" spc="157" baseline="1543" dirty="0">
                <a:latin typeface="Cambria Math"/>
                <a:cs typeface="Cambria Math"/>
              </a:rPr>
              <a:t> </a:t>
            </a:r>
            <a:r>
              <a:rPr sz="2700" baseline="1543" dirty="0">
                <a:latin typeface="Cambria Math"/>
                <a:cs typeface="Cambria Math"/>
              </a:rPr>
              <a:t>3</a:t>
            </a:r>
            <a:r>
              <a:rPr sz="2700" spc="-7" baseline="1543" dirty="0">
                <a:latin typeface="Cambria Math"/>
                <a:cs typeface="Cambria Math"/>
              </a:rPr>
              <a:t> </a:t>
            </a:r>
            <a:r>
              <a:rPr sz="2700" spc="-75" baseline="1543" dirty="0">
                <a:latin typeface="Cambria Math"/>
                <a:cs typeface="Cambria Math"/>
              </a:rPr>
              <a:t>×</a:t>
            </a:r>
            <a:endParaRPr sz="2700" baseline="1543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33746" y="6331940"/>
            <a:ext cx="876935" cy="183515"/>
          </a:xfrm>
          <a:custGeom>
            <a:avLst/>
            <a:gdLst/>
            <a:ahLst/>
            <a:cxnLst/>
            <a:rect l="l" t="t" r="r" b="b"/>
            <a:pathLst>
              <a:path w="876935" h="183515">
                <a:moveTo>
                  <a:pt x="3555" y="9029"/>
                </a:moveTo>
                <a:lnTo>
                  <a:pt x="58927" y="54406"/>
                </a:lnTo>
                <a:lnTo>
                  <a:pt x="119506" y="89204"/>
                </a:lnTo>
                <a:lnTo>
                  <a:pt x="181228" y="118541"/>
                </a:lnTo>
                <a:lnTo>
                  <a:pt x="243586" y="142354"/>
                </a:lnTo>
                <a:lnTo>
                  <a:pt x="305942" y="160718"/>
                </a:lnTo>
                <a:lnTo>
                  <a:pt x="368173" y="173621"/>
                </a:lnTo>
                <a:lnTo>
                  <a:pt x="429640" y="180987"/>
                </a:lnTo>
                <a:lnTo>
                  <a:pt x="490092" y="183007"/>
                </a:lnTo>
                <a:lnTo>
                  <a:pt x="519811" y="181851"/>
                </a:lnTo>
                <a:lnTo>
                  <a:pt x="548893" y="179463"/>
                </a:lnTo>
                <a:lnTo>
                  <a:pt x="569897" y="176657"/>
                </a:lnTo>
                <a:lnTo>
                  <a:pt x="489965" y="176657"/>
                </a:lnTo>
                <a:lnTo>
                  <a:pt x="460248" y="176364"/>
                </a:lnTo>
                <a:lnTo>
                  <a:pt x="430372" y="174663"/>
                </a:lnTo>
                <a:lnTo>
                  <a:pt x="369367" y="167373"/>
                </a:lnTo>
                <a:lnTo>
                  <a:pt x="307632" y="154571"/>
                </a:lnTo>
                <a:lnTo>
                  <a:pt x="245511" y="136321"/>
                </a:lnTo>
                <a:lnTo>
                  <a:pt x="183656" y="112687"/>
                </a:lnTo>
                <a:lnTo>
                  <a:pt x="122529" y="83591"/>
                </a:lnTo>
                <a:lnTo>
                  <a:pt x="62335" y="49060"/>
                </a:lnTo>
                <a:lnTo>
                  <a:pt x="32785" y="29718"/>
                </a:lnTo>
                <a:lnTo>
                  <a:pt x="3555" y="9029"/>
                </a:lnTo>
                <a:close/>
              </a:path>
              <a:path w="876935" h="183515">
                <a:moveTo>
                  <a:pt x="591173" y="173139"/>
                </a:moveTo>
                <a:lnTo>
                  <a:pt x="548386" y="173139"/>
                </a:lnTo>
                <a:lnTo>
                  <a:pt x="519302" y="175514"/>
                </a:lnTo>
                <a:lnTo>
                  <a:pt x="489965" y="176657"/>
                </a:lnTo>
                <a:lnTo>
                  <a:pt x="569992" y="176644"/>
                </a:lnTo>
                <a:lnTo>
                  <a:pt x="577595" y="175628"/>
                </a:lnTo>
                <a:lnTo>
                  <a:pt x="591173" y="173139"/>
                </a:lnTo>
                <a:close/>
              </a:path>
              <a:path w="876935" h="183515">
                <a:moveTo>
                  <a:pt x="430149" y="174650"/>
                </a:moveTo>
                <a:lnTo>
                  <a:pt x="430372" y="174663"/>
                </a:lnTo>
                <a:lnTo>
                  <a:pt x="430149" y="174650"/>
                </a:lnTo>
                <a:close/>
              </a:path>
              <a:path w="876935" h="183515">
                <a:moveTo>
                  <a:pt x="610495" y="169341"/>
                </a:moveTo>
                <a:lnTo>
                  <a:pt x="576706" y="169341"/>
                </a:lnTo>
                <a:lnTo>
                  <a:pt x="548131" y="173151"/>
                </a:lnTo>
                <a:lnTo>
                  <a:pt x="548386" y="173139"/>
                </a:lnTo>
                <a:lnTo>
                  <a:pt x="591173" y="173139"/>
                </a:lnTo>
                <a:lnTo>
                  <a:pt x="605789" y="170459"/>
                </a:lnTo>
                <a:lnTo>
                  <a:pt x="610495" y="169341"/>
                </a:lnTo>
                <a:close/>
              </a:path>
              <a:path w="876935" h="183515">
                <a:moveTo>
                  <a:pt x="399913" y="171728"/>
                </a:moveTo>
                <a:close/>
              </a:path>
              <a:path w="876935" h="183515">
                <a:moveTo>
                  <a:pt x="399833" y="171716"/>
                </a:moveTo>
                <a:close/>
              </a:path>
              <a:path w="876935" h="183515">
                <a:moveTo>
                  <a:pt x="677194" y="149923"/>
                </a:moveTo>
                <a:lnTo>
                  <a:pt x="658240" y="149923"/>
                </a:lnTo>
                <a:lnTo>
                  <a:pt x="631570" y="157822"/>
                </a:lnTo>
                <a:lnTo>
                  <a:pt x="604392" y="164261"/>
                </a:lnTo>
                <a:lnTo>
                  <a:pt x="576452" y="169367"/>
                </a:lnTo>
                <a:lnTo>
                  <a:pt x="576706" y="169341"/>
                </a:lnTo>
                <a:lnTo>
                  <a:pt x="610495" y="169341"/>
                </a:lnTo>
                <a:lnTo>
                  <a:pt x="633221" y="163944"/>
                </a:lnTo>
                <a:lnTo>
                  <a:pt x="660145" y="155981"/>
                </a:lnTo>
                <a:lnTo>
                  <a:pt x="677194" y="149923"/>
                </a:lnTo>
                <a:close/>
              </a:path>
              <a:path w="876935" h="183515">
                <a:moveTo>
                  <a:pt x="369188" y="167347"/>
                </a:moveTo>
                <a:lnTo>
                  <a:pt x="369367" y="167373"/>
                </a:lnTo>
                <a:lnTo>
                  <a:pt x="369188" y="167347"/>
                </a:lnTo>
                <a:close/>
              </a:path>
              <a:path w="876935" h="183515">
                <a:moveTo>
                  <a:pt x="604519" y="164223"/>
                </a:moveTo>
                <a:lnTo>
                  <a:pt x="604312" y="164261"/>
                </a:lnTo>
                <a:lnTo>
                  <a:pt x="604519" y="164223"/>
                </a:lnTo>
                <a:close/>
              </a:path>
              <a:path w="876935" h="183515">
                <a:moveTo>
                  <a:pt x="338539" y="161674"/>
                </a:moveTo>
                <a:close/>
              </a:path>
              <a:path w="876935" h="183515">
                <a:moveTo>
                  <a:pt x="338471" y="161658"/>
                </a:moveTo>
                <a:close/>
              </a:path>
              <a:path w="876935" h="183515">
                <a:moveTo>
                  <a:pt x="307466" y="154533"/>
                </a:moveTo>
                <a:lnTo>
                  <a:pt x="307632" y="154571"/>
                </a:lnTo>
                <a:lnTo>
                  <a:pt x="307466" y="154533"/>
                </a:lnTo>
                <a:close/>
              </a:path>
              <a:path w="876935" h="183515">
                <a:moveTo>
                  <a:pt x="746125" y="118389"/>
                </a:moveTo>
                <a:lnTo>
                  <a:pt x="733298" y="118389"/>
                </a:lnTo>
                <a:lnTo>
                  <a:pt x="708913" y="130302"/>
                </a:lnTo>
                <a:lnTo>
                  <a:pt x="683894" y="140804"/>
                </a:lnTo>
                <a:lnTo>
                  <a:pt x="657987" y="149974"/>
                </a:lnTo>
                <a:lnTo>
                  <a:pt x="658240" y="149923"/>
                </a:lnTo>
                <a:lnTo>
                  <a:pt x="677194" y="149923"/>
                </a:lnTo>
                <a:lnTo>
                  <a:pt x="686307" y="146685"/>
                </a:lnTo>
                <a:lnTo>
                  <a:pt x="711580" y="136042"/>
                </a:lnTo>
                <a:lnTo>
                  <a:pt x="736091" y="124053"/>
                </a:lnTo>
                <a:lnTo>
                  <a:pt x="746125" y="118389"/>
                </a:lnTo>
                <a:close/>
              </a:path>
              <a:path w="876935" h="183515">
                <a:moveTo>
                  <a:pt x="276524" y="146100"/>
                </a:moveTo>
                <a:close/>
              </a:path>
              <a:path w="876935" h="183515">
                <a:moveTo>
                  <a:pt x="276485" y="146088"/>
                </a:moveTo>
                <a:close/>
              </a:path>
              <a:path w="876935" h="183515">
                <a:moveTo>
                  <a:pt x="684021" y="140728"/>
                </a:moveTo>
                <a:lnTo>
                  <a:pt x="683807" y="140804"/>
                </a:lnTo>
                <a:lnTo>
                  <a:pt x="684021" y="140728"/>
                </a:lnTo>
                <a:close/>
              </a:path>
              <a:path w="876935" h="183515">
                <a:moveTo>
                  <a:pt x="245511" y="136321"/>
                </a:moveTo>
                <a:close/>
              </a:path>
              <a:path w="876935" h="183515">
                <a:moveTo>
                  <a:pt x="709040" y="130225"/>
                </a:moveTo>
                <a:lnTo>
                  <a:pt x="708859" y="130302"/>
                </a:lnTo>
                <a:lnTo>
                  <a:pt x="709040" y="130225"/>
                </a:lnTo>
                <a:close/>
              </a:path>
              <a:path w="876935" h="183515">
                <a:moveTo>
                  <a:pt x="214518" y="125214"/>
                </a:moveTo>
                <a:close/>
              </a:path>
              <a:path w="876935" h="183515">
                <a:moveTo>
                  <a:pt x="214504" y="125209"/>
                </a:moveTo>
                <a:close/>
              </a:path>
              <a:path w="876935" h="183515">
                <a:moveTo>
                  <a:pt x="768091" y="105244"/>
                </a:moveTo>
                <a:lnTo>
                  <a:pt x="756538" y="105244"/>
                </a:lnTo>
                <a:lnTo>
                  <a:pt x="733043" y="118478"/>
                </a:lnTo>
                <a:lnTo>
                  <a:pt x="733298" y="118389"/>
                </a:lnTo>
                <a:lnTo>
                  <a:pt x="746125" y="118389"/>
                </a:lnTo>
                <a:lnTo>
                  <a:pt x="759713" y="110718"/>
                </a:lnTo>
                <a:lnTo>
                  <a:pt x="768091" y="105244"/>
                </a:lnTo>
                <a:close/>
              </a:path>
              <a:path w="876935" h="183515">
                <a:moveTo>
                  <a:pt x="183656" y="112687"/>
                </a:moveTo>
                <a:close/>
              </a:path>
              <a:path w="876935" h="183515">
                <a:moveTo>
                  <a:pt x="809955" y="74879"/>
                </a:moveTo>
                <a:lnTo>
                  <a:pt x="800226" y="74879"/>
                </a:lnTo>
                <a:lnTo>
                  <a:pt x="778637" y="90779"/>
                </a:lnTo>
                <a:lnTo>
                  <a:pt x="756284" y="105346"/>
                </a:lnTo>
                <a:lnTo>
                  <a:pt x="756538" y="105244"/>
                </a:lnTo>
                <a:lnTo>
                  <a:pt x="768091" y="105244"/>
                </a:lnTo>
                <a:lnTo>
                  <a:pt x="782319" y="95948"/>
                </a:lnTo>
                <a:lnTo>
                  <a:pt x="804037" y="79921"/>
                </a:lnTo>
                <a:lnTo>
                  <a:pt x="809955" y="74879"/>
                </a:lnTo>
                <a:close/>
              </a:path>
              <a:path w="876935" h="183515">
                <a:moveTo>
                  <a:pt x="152933" y="98831"/>
                </a:moveTo>
                <a:close/>
              </a:path>
              <a:path w="876935" h="183515">
                <a:moveTo>
                  <a:pt x="778763" y="90678"/>
                </a:moveTo>
                <a:lnTo>
                  <a:pt x="778608" y="90779"/>
                </a:lnTo>
                <a:lnTo>
                  <a:pt x="778763" y="90678"/>
                </a:lnTo>
                <a:close/>
              </a:path>
              <a:path w="876935" h="183515">
                <a:moveTo>
                  <a:pt x="122461" y="83540"/>
                </a:moveTo>
                <a:close/>
              </a:path>
              <a:path w="876935" h="183515">
                <a:moveTo>
                  <a:pt x="864532" y="45059"/>
                </a:moveTo>
                <a:lnTo>
                  <a:pt x="832230" y="45059"/>
                </a:lnTo>
                <a:lnTo>
                  <a:pt x="836802" y="49390"/>
                </a:lnTo>
                <a:lnTo>
                  <a:pt x="828163" y="58605"/>
                </a:lnTo>
                <a:lnTo>
                  <a:pt x="854328" y="82130"/>
                </a:lnTo>
                <a:lnTo>
                  <a:pt x="864532" y="45059"/>
                </a:lnTo>
                <a:close/>
              </a:path>
              <a:path w="876935" h="183515">
                <a:moveTo>
                  <a:pt x="827138" y="57683"/>
                </a:moveTo>
                <a:lnTo>
                  <a:pt x="820419" y="57683"/>
                </a:lnTo>
                <a:lnTo>
                  <a:pt x="820165" y="57924"/>
                </a:lnTo>
                <a:lnTo>
                  <a:pt x="799973" y="75018"/>
                </a:lnTo>
                <a:lnTo>
                  <a:pt x="800226" y="74879"/>
                </a:lnTo>
                <a:lnTo>
                  <a:pt x="809955" y="74879"/>
                </a:lnTo>
                <a:lnTo>
                  <a:pt x="824611" y="62395"/>
                </a:lnTo>
                <a:lnTo>
                  <a:pt x="828163" y="58605"/>
                </a:lnTo>
                <a:lnTo>
                  <a:pt x="827138" y="57683"/>
                </a:lnTo>
                <a:close/>
              </a:path>
              <a:path w="876935" h="183515">
                <a:moveTo>
                  <a:pt x="92204" y="67019"/>
                </a:moveTo>
                <a:lnTo>
                  <a:pt x="92341" y="67094"/>
                </a:lnTo>
                <a:lnTo>
                  <a:pt x="92204" y="67019"/>
                </a:lnTo>
                <a:close/>
              </a:path>
              <a:path w="876935" h="183515">
                <a:moveTo>
                  <a:pt x="92202" y="67017"/>
                </a:moveTo>
                <a:close/>
              </a:path>
              <a:path w="876935" h="183515">
                <a:moveTo>
                  <a:pt x="832230" y="45059"/>
                </a:moveTo>
                <a:lnTo>
                  <a:pt x="823478" y="54392"/>
                </a:lnTo>
                <a:lnTo>
                  <a:pt x="828163" y="58605"/>
                </a:lnTo>
                <a:lnTo>
                  <a:pt x="836802" y="49390"/>
                </a:lnTo>
                <a:lnTo>
                  <a:pt x="832230" y="45059"/>
                </a:lnTo>
                <a:close/>
              </a:path>
              <a:path w="876935" h="183515">
                <a:moveTo>
                  <a:pt x="820284" y="57798"/>
                </a:moveTo>
                <a:lnTo>
                  <a:pt x="820135" y="57924"/>
                </a:lnTo>
                <a:lnTo>
                  <a:pt x="820284" y="57798"/>
                </a:lnTo>
                <a:close/>
              </a:path>
              <a:path w="876935" h="183515">
                <a:moveTo>
                  <a:pt x="823478" y="54392"/>
                </a:moveTo>
                <a:lnTo>
                  <a:pt x="820284" y="57798"/>
                </a:lnTo>
                <a:lnTo>
                  <a:pt x="820419" y="57683"/>
                </a:lnTo>
                <a:lnTo>
                  <a:pt x="827138" y="57683"/>
                </a:lnTo>
                <a:lnTo>
                  <a:pt x="823478" y="54392"/>
                </a:lnTo>
                <a:close/>
              </a:path>
              <a:path w="876935" h="183515">
                <a:moveTo>
                  <a:pt x="876934" y="0"/>
                </a:moveTo>
                <a:lnTo>
                  <a:pt x="797687" y="31203"/>
                </a:lnTo>
                <a:lnTo>
                  <a:pt x="823478" y="54392"/>
                </a:lnTo>
                <a:lnTo>
                  <a:pt x="832230" y="45059"/>
                </a:lnTo>
                <a:lnTo>
                  <a:pt x="864532" y="45059"/>
                </a:lnTo>
                <a:lnTo>
                  <a:pt x="876934" y="0"/>
                </a:lnTo>
                <a:close/>
              </a:path>
              <a:path w="876935" h="183515">
                <a:moveTo>
                  <a:pt x="62259" y="48996"/>
                </a:moveTo>
                <a:close/>
              </a:path>
              <a:path w="876935" h="183515">
                <a:moveTo>
                  <a:pt x="32785" y="29718"/>
                </a:move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71259" y="6322224"/>
            <a:ext cx="709930" cy="154940"/>
          </a:xfrm>
          <a:custGeom>
            <a:avLst/>
            <a:gdLst/>
            <a:ahLst/>
            <a:cxnLst/>
            <a:rect l="l" t="t" r="r" b="b"/>
            <a:pathLst>
              <a:path w="709929" h="154939">
                <a:moveTo>
                  <a:pt x="3301" y="26644"/>
                </a:moveTo>
                <a:lnTo>
                  <a:pt x="50800" y="62496"/>
                </a:lnTo>
                <a:lnTo>
                  <a:pt x="102362" y="88696"/>
                </a:lnTo>
                <a:lnTo>
                  <a:pt x="154559" y="110502"/>
                </a:lnTo>
                <a:lnTo>
                  <a:pt x="206882" y="127914"/>
                </a:lnTo>
                <a:lnTo>
                  <a:pt x="258825" y="141020"/>
                </a:lnTo>
                <a:lnTo>
                  <a:pt x="310261" y="149733"/>
                </a:lnTo>
                <a:lnTo>
                  <a:pt x="360553" y="154228"/>
                </a:lnTo>
                <a:lnTo>
                  <a:pt x="385317" y="154813"/>
                </a:lnTo>
                <a:lnTo>
                  <a:pt x="409701" y="154330"/>
                </a:lnTo>
                <a:lnTo>
                  <a:pt x="433705" y="152793"/>
                </a:lnTo>
                <a:lnTo>
                  <a:pt x="457199" y="150202"/>
                </a:lnTo>
                <a:lnTo>
                  <a:pt x="468172" y="148463"/>
                </a:lnTo>
                <a:lnTo>
                  <a:pt x="385317" y="148463"/>
                </a:lnTo>
                <a:lnTo>
                  <a:pt x="360807" y="147891"/>
                </a:lnTo>
                <a:lnTo>
                  <a:pt x="336053" y="146177"/>
                </a:lnTo>
                <a:lnTo>
                  <a:pt x="311127" y="143446"/>
                </a:lnTo>
                <a:lnTo>
                  <a:pt x="285556" y="139636"/>
                </a:lnTo>
                <a:lnTo>
                  <a:pt x="260113" y="134797"/>
                </a:lnTo>
                <a:lnTo>
                  <a:pt x="234348" y="128828"/>
                </a:lnTo>
                <a:lnTo>
                  <a:pt x="208540" y="121805"/>
                </a:lnTo>
                <a:lnTo>
                  <a:pt x="182833" y="113677"/>
                </a:lnTo>
                <a:lnTo>
                  <a:pt x="130905" y="94234"/>
                </a:lnTo>
                <a:lnTo>
                  <a:pt x="79256" y="70472"/>
                </a:lnTo>
                <a:lnTo>
                  <a:pt x="53943" y="56959"/>
                </a:lnTo>
                <a:lnTo>
                  <a:pt x="28346" y="42291"/>
                </a:lnTo>
                <a:lnTo>
                  <a:pt x="3301" y="26644"/>
                </a:lnTo>
                <a:close/>
              </a:path>
              <a:path w="709929" h="154939">
                <a:moveTo>
                  <a:pt x="385386" y="148461"/>
                </a:moveTo>
                <a:close/>
              </a:path>
              <a:path w="709929" h="154939">
                <a:moveTo>
                  <a:pt x="409495" y="147981"/>
                </a:moveTo>
                <a:lnTo>
                  <a:pt x="385386" y="148461"/>
                </a:lnTo>
                <a:lnTo>
                  <a:pt x="468181" y="148461"/>
                </a:lnTo>
                <a:lnTo>
                  <a:pt x="471136" y="147993"/>
                </a:lnTo>
                <a:lnTo>
                  <a:pt x="409320" y="147993"/>
                </a:lnTo>
                <a:lnTo>
                  <a:pt x="409495" y="147981"/>
                </a:lnTo>
                <a:close/>
              </a:path>
              <a:path w="709929" h="154939">
                <a:moveTo>
                  <a:pt x="480604" y="146469"/>
                </a:moveTo>
                <a:lnTo>
                  <a:pt x="433069" y="146481"/>
                </a:lnTo>
                <a:lnTo>
                  <a:pt x="409495" y="147981"/>
                </a:lnTo>
                <a:lnTo>
                  <a:pt x="471216" y="147980"/>
                </a:lnTo>
                <a:lnTo>
                  <a:pt x="480187" y="146558"/>
                </a:lnTo>
                <a:lnTo>
                  <a:pt x="480604" y="146469"/>
                </a:lnTo>
                <a:close/>
              </a:path>
              <a:path w="709929" h="154939">
                <a:moveTo>
                  <a:pt x="492648" y="143903"/>
                </a:moveTo>
                <a:lnTo>
                  <a:pt x="456438" y="143903"/>
                </a:lnTo>
                <a:lnTo>
                  <a:pt x="433168" y="146470"/>
                </a:lnTo>
                <a:lnTo>
                  <a:pt x="480604" y="146469"/>
                </a:lnTo>
                <a:lnTo>
                  <a:pt x="492648" y="143903"/>
                </a:lnTo>
                <a:close/>
              </a:path>
              <a:path w="709929" h="154939">
                <a:moveTo>
                  <a:pt x="336071" y="146179"/>
                </a:moveTo>
                <a:lnTo>
                  <a:pt x="336226" y="146189"/>
                </a:lnTo>
                <a:lnTo>
                  <a:pt x="336071" y="146179"/>
                </a:lnTo>
                <a:close/>
              </a:path>
              <a:path w="709929" h="154939">
                <a:moveTo>
                  <a:pt x="336053" y="146177"/>
                </a:moveTo>
                <a:close/>
              </a:path>
              <a:path w="709929" h="154939">
                <a:moveTo>
                  <a:pt x="508083" y="140309"/>
                </a:moveTo>
                <a:lnTo>
                  <a:pt x="479043" y="140309"/>
                </a:lnTo>
                <a:lnTo>
                  <a:pt x="456184" y="143929"/>
                </a:lnTo>
                <a:lnTo>
                  <a:pt x="456438" y="143903"/>
                </a:lnTo>
                <a:lnTo>
                  <a:pt x="492648" y="143903"/>
                </a:lnTo>
                <a:lnTo>
                  <a:pt x="502665" y="141770"/>
                </a:lnTo>
                <a:lnTo>
                  <a:pt x="508083" y="140309"/>
                </a:lnTo>
                <a:close/>
              </a:path>
              <a:path w="709929" h="154939">
                <a:moveTo>
                  <a:pt x="310895" y="143421"/>
                </a:moveTo>
                <a:lnTo>
                  <a:pt x="311127" y="143446"/>
                </a:lnTo>
                <a:lnTo>
                  <a:pt x="310895" y="143421"/>
                </a:lnTo>
                <a:close/>
              </a:path>
              <a:path w="709929" h="154939">
                <a:moveTo>
                  <a:pt x="525449" y="135572"/>
                </a:moveTo>
                <a:lnTo>
                  <a:pt x="501268" y="135572"/>
                </a:lnTo>
                <a:lnTo>
                  <a:pt x="479013" y="140314"/>
                </a:lnTo>
                <a:lnTo>
                  <a:pt x="508083" y="140309"/>
                </a:lnTo>
                <a:lnTo>
                  <a:pt x="524383" y="135915"/>
                </a:lnTo>
                <a:lnTo>
                  <a:pt x="525449" y="135572"/>
                </a:lnTo>
                <a:close/>
              </a:path>
              <a:path w="709929" h="154939">
                <a:moveTo>
                  <a:pt x="285556" y="139636"/>
                </a:moveTo>
                <a:close/>
              </a:path>
              <a:path w="709929" h="154939">
                <a:moveTo>
                  <a:pt x="543380" y="129806"/>
                </a:moveTo>
                <a:lnTo>
                  <a:pt x="522732" y="129806"/>
                </a:lnTo>
                <a:lnTo>
                  <a:pt x="501014" y="135610"/>
                </a:lnTo>
                <a:lnTo>
                  <a:pt x="501268" y="135572"/>
                </a:lnTo>
                <a:lnTo>
                  <a:pt x="525449" y="135572"/>
                </a:lnTo>
                <a:lnTo>
                  <a:pt x="543380" y="129806"/>
                </a:lnTo>
                <a:close/>
              </a:path>
              <a:path w="709929" h="154939">
                <a:moveTo>
                  <a:pt x="260192" y="134816"/>
                </a:moveTo>
                <a:close/>
              </a:path>
              <a:path w="709929" h="154939">
                <a:moveTo>
                  <a:pt x="260113" y="134797"/>
                </a:moveTo>
                <a:close/>
              </a:path>
              <a:path w="709929" h="154939">
                <a:moveTo>
                  <a:pt x="596671" y="106362"/>
                </a:moveTo>
                <a:lnTo>
                  <a:pt x="583184" y="106362"/>
                </a:lnTo>
                <a:lnTo>
                  <a:pt x="563498" y="115316"/>
                </a:lnTo>
                <a:lnTo>
                  <a:pt x="543433" y="123151"/>
                </a:lnTo>
                <a:lnTo>
                  <a:pt x="522478" y="129844"/>
                </a:lnTo>
                <a:lnTo>
                  <a:pt x="522732" y="129806"/>
                </a:lnTo>
                <a:lnTo>
                  <a:pt x="543380" y="129806"/>
                </a:lnTo>
                <a:lnTo>
                  <a:pt x="545591" y="129095"/>
                </a:lnTo>
                <a:lnTo>
                  <a:pt x="566038" y="121119"/>
                </a:lnTo>
                <a:lnTo>
                  <a:pt x="585850" y="112090"/>
                </a:lnTo>
                <a:lnTo>
                  <a:pt x="596671" y="106362"/>
                </a:lnTo>
                <a:close/>
              </a:path>
              <a:path w="709929" h="154939">
                <a:moveTo>
                  <a:pt x="234348" y="128828"/>
                </a:moveTo>
                <a:close/>
              </a:path>
              <a:path w="709929" h="154939">
                <a:moveTo>
                  <a:pt x="543560" y="123088"/>
                </a:moveTo>
                <a:lnTo>
                  <a:pt x="543361" y="123151"/>
                </a:lnTo>
                <a:lnTo>
                  <a:pt x="543560" y="123088"/>
                </a:lnTo>
                <a:close/>
              </a:path>
              <a:path w="709929" h="154939">
                <a:moveTo>
                  <a:pt x="208580" y="121818"/>
                </a:moveTo>
                <a:close/>
              </a:path>
              <a:path w="709929" h="154939">
                <a:moveTo>
                  <a:pt x="208540" y="121805"/>
                </a:moveTo>
                <a:close/>
              </a:path>
              <a:path w="709929" h="154939">
                <a:moveTo>
                  <a:pt x="563625" y="115239"/>
                </a:moveTo>
                <a:lnTo>
                  <a:pt x="563431" y="115316"/>
                </a:lnTo>
                <a:lnTo>
                  <a:pt x="563625" y="115239"/>
                </a:lnTo>
                <a:close/>
              </a:path>
              <a:path w="709929" h="154939">
                <a:moveTo>
                  <a:pt x="182752" y="113652"/>
                </a:moveTo>
                <a:close/>
              </a:path>
              <a:path w="709929" h="154939">
                <a:moveTo>
                  <a:pt x="613950" y="96443"/>
                </a:moveTo>
                <a:lnTo>
                  <a:pt x="601853" y="96443"/>
                </a:lnTo>
                <a:lnTo>
                  <a:pt x="582930" y="106438"/>
                </a:lnTo>
                <a:lnTo>
                  <a:pt x="583184" y="106362"/>
                </a:lnTo>
                <a:lnTo>
                  <a:pt x="596671" y="106362"/>
                </a:lnTo>
                <a:lnTo>
                  <a:pt x="604900" y="102006"/>
                </a:lnTo>
                <a:lnTo>
                  <a:pt x="613950" y="96443"/>
                </a:lnTo>
                <a:close/>
              </a:path>
              <a:path w="709929" h="154939">
                <a:moveTo>
                  <a:pt x="156717" y="104533"/>
                </a:moveTo>
                <a:lnTo>
                  <a:pt x="156862" y="104584"/>
                </a:lnTo>
                <a:lnTo>
                  <a:pt x="156717" y="104533"/>
                </a:lnTo>
                <a:close/>
              </a:path>
              <a:path w="709929" h="154939">
                <a:moveTo>
                  <a:pt x="661308" y="60490"/>
                </a:moveTo>
                <a:lnTo>
                  <a:pt x="652653" y="60490"/>
                </a:lnTo>
                <a:lnTo>
                  <a:pt x="636523" y="73634"/>
                </a:lnTo>
                <a:lnTo>
                  <a:pt x="619506" y="85598"/>
                </a:lnTo>
                <a:lnTo>
                  <a:pt x="601598" y="96532"/>
                </a:lnTo>
                <a:lnTo>
                  <a:pt x="601853" y="96443"/>
                </a:lnTo>
                <a:lnTo>
                  <a:pt x="613950" y="96443"/>
                </a:lnTo>
                <a:lnTo>
                  <a:pt x="623062" y="90843"/>
                </a:lnTo>
                <a:lnTo>
                  <a:pt x="640334" y="78625"/>
                </a:lnTo>
                <a:lnTo>
                  <a:pt x="656843" y="65278"/>
                </a:lnTo>
                <a:lnTo>
                  <a:pt x="661308" y="60490"/>
                </a:lnTo>
                <a:close/>
              </a:path>
              <a:path w="709929" h="154939">
                <a:moveTo>
                  <a:pt x="130849" y="94195"/>
                </a:moveTo>
                <a:close/>
              </a:path>
              <a:path w="709929" h="154939">
                <a:moveTo>
                  <a:pt x="619633" y="85483"/>
                </a:moveTo>
                <a:lnTo>
                  <a:pt x="619446" y="85598"/>
                </a:lnTo>
                <a:lnTo>
                  <a:pt x="619633" y="85483"/>
                </a:lnTo>
                <a:close/>
              </a:path>
              <a:path w="709929" h="154939">
                <a:moveTo>
                  <a:pt x="105050" y="82905"/>
                </a:moveTo>
                <a:close/>
              </a:path>
              <a:path w="709929" h="154939">
                <a:moveTo>
                  <a:pt x="698203" y="46101"/>
                </a:moveTo>
                <a:lnTo>
                  <a:pt x="665988" y="46101"/>
                </a:lnTo>
                <a:lnTo>
                  <a:pt x="670687" y="50431"/>
                </a:lnTo>
                <a:lnTo>
                  <a:pt x="662126" y="59612"/>
                </a:lnTo>
                <a:lnTo>
                  <a:pt x="689101" y="82677"/>
                </a:lnTo>
                <a:lnTo>
                  <a:pt x="698203" y="46101"/>
                </a:lnTo>
                <a:close/>
              </a:path>
              <a:path w="709929" h="154939">
                <a:moveTo>
                  <a:pt x="636650" y="73507"/>
                </a:moveTo>
                <a:lnTo>
                  <a:pt x="636470" y="73634"/>
                </a:lnTo>
                <a:lnTo>
                  <a:pt x="636650" y="73507"/>
                </a:lnTo>
                <a:close/>
              </a:path>
              <a:path w="709929" h="154939">
                <a:moveTo>
                  <a:pt x="79330" y="70512"/>
                </a:moveTo>
                <a:close/>
              </a:path>
              <a:path w="709929" h="154939">
                <a:moveTo>
                  <a:pt x="79256" y="70472"/>
                </a:moveTo>
                <a:close/>
              </a:path>
              <a:path w="709929" h="154939">
                <a:moveTo>
                  <a:pt x="657260" y="55450"/>
                </a:moveTo>
                <a:lnTo>
                  <a:pt x="652271" y="60794"/>
                </a:lnTo>
                <a:lnTo>
                  <a:pt x="652653" y="60490"/>
                </a:lnTo>
                <a:lnTo>
                  <a:pt x="661308" y="60490"/>
                </a:lnTo>
                <a:lnTo>
                  <a:pt x="662126" y="59612"/>
                </a:lnTo>
                <a:lnTo>
                  <a:pt x="657260" y="55450"/>
                </a:lnTo>
                <a:close/>
              </a:path>
              <a:path w="709929" h="154939">
                <a:moveTo>
                  <a:pt x="665988" y="46101"/>
                </a:moveTo>
                <a:lnTo>
                  <a:pt x="657260" y="55450"/>
                </a:lnTo>
                <a:lnTo>
                  <a:pt x="662126" y="59612"/>
                </a:lnTo>
                <a:lnTo>
                  <a:pt x="670687" y="50431"/>
                </a:lnTo>
                <a:lnTo>
                  <a:pt x="665988" y="46101"/>
                </a:lnTo>
                <a:close/>
              </a:path>
              <a:path w="709929" h="154939">
                <a:moveTo>
                  <a:pt x="53848" y="56908"/>
                </a:moveTo>
                <a:close/>
              </a:path>
              <a:path w="709929" h="154939">
                <a:moveTo>
                  <a:pt x="709675" y="0"/>
                </a:moveTo>
                <a:lnTo>
                  <a:pt x="631189" y="33159"/>
                </a:lnTo>
                <a:lnTo>
                  <a:pt x="657260" y="55450"/>
                </a:lnTo>
                <a:lnTo>
                  <a:pt x="665988" y="46101"/>
                </a:lnTo>
                <a:lnTo>
                  <a:pt x="698203" y="46101"/>
                </a:lnTo>
                <a:lnTo>
                  <a:pt x="709675" y="0"/>
                </a:lnTo>
                <a:close/>
              </a:path>
              <a:path w="709929" h="154939">
                <a:moveTo>
                  <a:pt x="28346" y="42291"/>
                </a:move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62851" y="6314503"/>
            <a:ext cx="652780" cy="141605"/>
          </a:xfrm>
          <a:custGeom>
            <a:avLst/>
            <a:gdLst/>
            <a:ahLst/>
            <a:cxnLst/>
            <a:rect l="l" t="t" r="r" b="b"/>
            <a:pathLst>
              <a:path w="652779" h="141604">
                <a:moveTo>
                  <a:pt x="3175" y="27165"/>
                </a:moveTo>
                <a:lnTo>
                  <a:pt x="48132" y="59867"/>
                </a:lnTo>
                <a:lnTo>
                  <a:pt x="97027" y="83210"/>
                </a:lnTo>
                <a:lnTo>
                  <a:pt x="146050" y="102628"/>
                </a:lnTo>
                <a:lnTo>
                  <a:pt x="195072" y="118021"/>
                </a:lnTo>
                <a:lnTo>
                  <a:pt x="243585" y="129603"/>
                </a:lnTo>
                <a:lnTo>
                  <a:pt x="291338" y="137261"/>
                </a:lnTo>
                <a:lnTo>
                  <a:pt x="338074" y="140995"/>
                </a:lnTo>
                <a:lnTo>
                  <a:pt x="360806" y="141389"/>
                </a:lnTo>
                <a:lnTo>
                  <a:pt x="383285" y="140906"/>
                </a:lnTo>
                <a:lnTo>
                  <a:pt x="405383" y="139369"/>
                </a:lnTo>
                <a:lnTo>
                  <a:pt x="426847" y="136880"/>
                </a:lnTo>
                <a:lnTo>
                  <a:pt x="438312" y="135039"/>
                </a:lnTo>
                <a:lnTo>
                  <a:pt x="360806" y="135039"/>
                </a:lnTo>
                <a:lnTo>
                  <a:pt x="338200" y="134658"/>
                </a:lnTo>
                <a:lnTo>
                  <a:pt x="315418" y="133235"/>
                </a:lnTo>
                <a:lnTo>
                  <a:pt x="268534" y="127635"/>
                </a:lnTo>
                <a:lnTo>
                  <a:pt x="220901" y="118186"/>
                </a:lnTo>
                <a:lnTo>
                  <a:pt x="196820" y="111925"/>
                </a:lnTo>
                <a:lnTo>
                  <a:pt x="172551" y="104711"/>
                </a:lnTo>
                <a:lnTo>
                  <a:pt x="148108" y="96621"/>
                </a:lnTo>
                <a:lnTo>
                  <a:pt x="123859" y="87426"/>
                </a:lnTo>
                <a:lnTo>
                  <a:pt x="99660" y="77406"/>
                </a:lnTo>
                <a:lnTo>
                  <a:pt x="99528" y="77330"/>
                </a:lnTo>
                <a:lnTo>
                  <a:pt x="75394" y="66306"/>
                </a:lnTo>
                <a:lnTo>
                  <a:pt x="51155" y="54267"/>
                </a:lnTo>
                <a:lnTo>
                  <a:pt x="27144" y="41262"/>
                </a:lnTo>
                <a:lnTo>
                  <a:pt x="3175" y="27165"/>
                </a:lnTo>
                <a:close/>
              </a:path>
              <a:path w="652779" h="141604">
                <a:moveTo>
                  <a:pt x="383031" y="134556"/>
                </a:moveTo>
                <a:lnTo>
                  <a:pt x="360806" y="135039"/>
                </a:lnTo>
                <a:lnTo>
                  <a:pt x="438392" y="135026"/>
                </a:lnTo>
                <a:lnTo>
                  <a:pt x="441238" y="134569"/>
                </a:lnTo>
                <a:lnTo>
                  <a:pt x="382904" y="134569"/>
                </a:lnTo>
                <a:close/>
              </a:path>
              <a:path w="652779" h="141604">
                <a:moveTo>
                  <a:pt x="449982" y="133045"/>
                </a:moveTo>
                <a:lnTo>
                  <a:pt x="404875" y="133045"/>
                </a:lnTo>
                <a:lnTo>
                  <a:pt x="382904" y="134569"/>
                </a:lnTo>
                <a:lnTo>
                  <a:pt x="441317" y="134556"/>
                </a:lnTo>
                <a:lnTo>
                  <a:pt x="447801" y="133515"/>
                </a:lnTo>
                <a:lnTo>
                  <a:pt x="449982" y="133045"/>
                </a:lnTo>
                <a:close/>
              </a:path>
              <a:path w="652779" h="141604">
                <a:moveTo>
                  <a:pt x="315214" y="133223"/>
                </a:moveTo>
                <a:lnTo>
                  <a:pt x="315418" y="133235"/>
                </a:lnTo>
                <a:lnTo>
                  <a:pt x="315214" y="133223"/>
                </a:lnTo>
                <a:close/>
              </a:path>
              <a:path w="652779" h="141604">
                <a:moveTo>
                  <a:pt x="461413" y="130581"/>
                </a:moveTo>
                <a:lnTo>
                  <a:pt x="425848" y="130594"/>
                </a:lnTo>
                <a:lnTo>
                  <a:pt x="404622" y="133057"/>
                </a:lnTo>
                <a:lnTo>
                  <a:pt x="404875" y="133045"/>
                </a:lnTo>
                <a:lnTo>
                  <a:pt x="449982" y="133045"/>
                </a:lnTo>
                <a:lnTo>
                  <a:pt x="461413" y="130581"/>
                </a:lnTo>
                <a:close/>
              </a:path>
              <a:path w="652779" h="141604">
                <a:moveTo>
                  <a:pt x="292093" y="130961"/>
                </a:moveTo>
                <a:close/>
              </a:path>
              <a:path w="652779" h="141604">
                <a:moveTo>
                  <a:pt x="292009" y="130949"/>
                </a:moveTo>
                <a:close/>
              </a:path>
              <a:path w="652779" h="141604">
                <a:moveTo>
                  <a:pt x="475067" y="127266"/>
                </a:moveTo>
                <a:lnTo>
                  <a:pt x="446785" y="127266"/>
                </a:lnTo>
                <a:lnTo>
                  <a:pt x="425830" y="130594"/>
                </a:lnTo>
                <a:lnTo>
                  <a:pt x="461413" y="130581"/>
                </a:lnTo>
                <a:lnTo>
                  <a:pt x="468249" y="129108"/>
                </a:lnTo>
                <a:lnTo>
                  <a:pt x="475067" y="127266"/>
                </a:lnTo>
                <a:close/>
              </a:path>
              <a:path w="652779" h="141604">
                <a:moveTo>
                  <a:pt x="268534" y="127635"/>
                </a:moveTo>
                <a:close/>
              </a:path>
              <a:path w="652779" h="141604">
                <a:moveTo>
                  <a:pt x="522805" y="111379"/>
                </a:moveTo>
                <a:lnTo>
                  <a:pt x="505332" y="111379"/>
                </a:lnTo>
                <a:lnTo>
                  <a:pt x="486282" y="117665"/>
                </a:lnTo>
                <a:lnTo>
                  <a:pt x="466725" y="122948"/>
                </a:lnTo>
                <a:lnTo>
                  <a:pt x="446531" y="127292"/>
                </a:lnTo>
                <a:lnTo>
                  <a:pt x="446785" y="127266"/>
                </a:lnTo>
                <a:lnTo>
                  <a:pt x="475067" y="127266"/>
                </a:lnTo>
                <a:lnTo>
                  <a:pt x="488188" y="123723"/>
                </a:lnTo>
                <a:lnTo>
                  <a:pt x="507365" y="117386"/>
                </a:lnTo>
                <a:lnTo>
                  <a:pt x="522805" y="111379"/>
                </a:lnTo>
                <a:close/>
              </a:path>
              <a:path w="652779" h="141604">
                <a:moveTo>
                  <a:pt x="244786" y="123378"/>
                </a:moveTo>
                <a:close/>
              </a:path>
              <a:path w="652779" h="141604">
                <a:moveTo>
                  <a:pt x="244739" y="123367"/>
                </a:moveTo>
                <a:close/>
              </a:path>
              <a:path w="652779" h="141604">
                <a:moveTo>
                  <a:pt x="220725" y="118148"/>
                </a:moveTo>
                <a:lnTo>
                  <a:pt x="220901" y="118186"/>
                </a:lnTo>
                <a:lnTo>
                  <a:pt x="220725" y="118148"/>
                </a:lnTo>
                <a:close/>
              </a:path>
              <a:path w="652779" h="141604">
                <a:moveTo>
                  <a:pt x="486409" y="117614"/>
                </a:moveTo>
                <a:lnTo>
                  <a:pt x="486222" y="117665"/>
                </a:lnTo>
                <a:lnTo>
                  <a:pt x="486409" y="117614"/>
                </a:lnTo>
                <a:close/>
              </a:path>
              <a:path w="652779" h="141604">
                <a:moveTo>
                  <a:pt x="196723" y="111899"/>
                </a:moveTo>
                <a:close/>
              </a:path>
              <a:path w="652779" h="141604">
                <a:moveTo>
                  <a:pt x="569667" y="87210"/>
                </a:moveTo>
                <a:lnTo>
                  <a:pt x="557783" y="87210"/>
                </a:lnTo>
                <a:lnTo>
                  <a:pt x="540893" y="96266"/>
                </a:lnTo>
                <a:lnTo>
                  <a:pt x="523367" y="104368"/>
                </a:lnTo>
                <a:lnTo>
                  <a:pt x="505078" y="111429"/>
                </a:lnTo>
                <a:lnTo>
                  <a:pt x="505332" y="111379"/>
                </a:lnTo>
                <a:lnTo>
                  <a:pt x="522805" y="111379"/>
                </a:lnTo>
                <a:lnTo>
                  <a:pt x="525906" y="110172"/>
                </a:lnTo>
                <a:lnTo>
                  <a:pt x="543814" y="101904"/>
                </a:lnTo>
                <a:lnTo>
                  <a:pt x="560831" y="92760"/>
                </a:lnTo>
                <a:lnTo>
                  <a:pt x="569667" y="87210"/>
                </a:lnTo>
                <a:close/>
              </a:path>
              <a:path w="652779" h="141604">
                <a:moveTo>
                  <a:pt x="172516" y="104686"/>
                </a:moveTo>
                <a:close/>
              </a:path>
              <a:path w="652779" h="141604">
                <a:moveTo>
                  <a:pt x="523494" y="104292"/>
                </a:moveTo>
                <a:lnTo>
                  <a:pt x="523297" y="104368"/>
                </a:lnTo>
                <a:lnTo>
                  <a:pt x="523494" y="104292"/>
                </a:lnTo>
                <a:close/>
              </a:path>
              <a:path w="652779" h="141604">
                <a:moveTo>
                  <a:pt x="148108" y="96621"/>
                </a:moveTo>
                <a:close/>
              </a:path>
              <a:path w="652779" h="141604">
                <a:moveTo>
                  <a:pt x="541020" y="96177"/>
                </a:moveTo>
                <a:lnTo>
                  <a:pt x="540828" y="96266"/>
                </a:lnTo>
                <a:lnTo>
                  <a:pt x="541020" y="96177"/>
                </a:lnTo>
                <a:close/>
              </a:path>
              <a:path w="652779" h="141604">
                <a:moveTo>
                  <a:pt x="123859" y="87426"/>
                </a:moveTo>
                <a:close/>
              </a:path>
              <a:path w="652779" h="141604">
                <a:moveTo>
                  <a:pt x="597781" y="66382"/>
                </a:moveTo>
                <a:lnTo>
                  <a:pt x="588772" y="66382"/>
                </a:lnTo>
                <a:lnTo>
                  <a:pt x="588391" y="66675"/>
                </a:lnTo>
                <a:lnTo>
                  <a:pt x="573531" y="77330"/>
                </a:lnTo>
                <a:lnTo>
                  <a:pt x="557529" y="87325"/>
                </a:lnTo>
                <a:lnTo>
                  <a:pt x="557783" y="87210"/>
                </a:lnTo>
                <a:lnTo>
                  <a:pt x="569667" y="87210"/>
                </a:lnTo>
                <a:lnTo>
                  <a:pt x="577088" y="82550"/>
                </a:lnTo>
                <a:lnTo>
                  <a:pt x="592581" y="71399"/>
                </a:lnTo>
                <a:lnTo>
                  <a:pt x="597781" y="66382"/>
                </a:lnTo>
                <a:close/>
              </a:path>
              <a:path w="652779" h="141604">
                <a:moveTo>
                  <a:pt x="641518" y="46240"/>
                </a:moveTo>
                <a:lnTo>
                  <a:pt x="609473" y="46240"/>
                </a:lnTo>
                <a:lnTo>
                  <a:pt x="613918" y="50812"/>
                </a:lnTo>
                <a:lnTo>
                  <a:pt x="604989" y="59428"/>
                </a:lnTo>
                <a:lnTo>
                  <a:pt x="632714" y="82804"/>
                </a:lnTo>
                <a:lnTo>
                  <a:pt x="641518" y="46240"/>
                </a:lnTo>
                <a:close/>
              </a:path>
              <a:path w="652779" h="141604">
                <a:moveTo>
                  <a:pt x="99611" y="77368"/>
                </a:moveTo>
                <a:close/>
              </a:path>
              <a:path w="652779" h="141604">
                <a:moveTo>
                  <a:pt x="573658" y="77228"/>
                </a:moveTo>
                <a:lnTo>
                  <a:pt x="573496" y="77330"/>
                </a:lnTo>
                <a:lnTo>
                  <a:pt x="573658" y="77228"/>
                </a:lnTo>
                <a:close/>
              </a:path>
              <a:path w="652779" h="141604">
                <a:moveTo>
                  <a:pt x="588464" y="66603"/>
                </a:moveTo>
                <a:close/>
              </a:path>
              <a:path w="652779" h="141604">
                <a:moveTo>
                  <a:pt x="600110" y="55315"/>
                </a:moveTo>
                <a:lnTo>
                  <a:pt x="588464" y="66603"/>
                </a:lnTo>
                <a:lnTo>
                  <a:pt x="588772" y="66382"/>
                </a:lnTo>
                <a:lnTo>
                  <a:pt x="597781" y="66382"/>
                </a:lnTo>
                <a:lnTo>
                  <a:pt x="604989" y="59428"/>
                </a:lnTo>
                <a:lnTo>
                  <a:pt x="600110" y="55315"/>
                </a:lnTo>
                <a:close/>
              </a:path>
              <a:path w="652779" h="141604">
                <a:moveTo>
                  <a:pt x="75310" y="66268"/>
                </a:moveTo>
                <a:close/>
              </a:path>
              <a:path w="652779" h="141604">
                <a:moveTo>
                  <a:pt x="609473" y="46240"/>
                </a:moveTo>
                <a:lnTo>
                  <a:pt x="600110" y="55315"/>
                </a:lnTo>
                <a:lnTo>
                  <a:pt x="604989" y="59428"/>
                </a:lnTo>
                <a:lnTo>
                  <a:pt x="613918" y="50812"/>
                </a:lnTo>
                <a:lnTo>
                  <a:pt x="609473" y="46240"/>
                </a:lnTo>
                <a:close/>
              </a:path>
              <a:path w="652779" h="141604">
                <a:moveTo>
                  <a:pt x="652652" y="0"/>
                </a:moveTo>
                <a:lnTo>
                  <a:pt x="574421" y="33655"/>
                </a:lnTo>
                <a:lnTo>
                  <a:pt x="600110" y="55315"/>
                </a:lnTo>
                <a:lnTo>
                  <a:pt x="609473" y="46240"/>
                </a:lnTo>
                <a:lnTo>
                  <a:pt x="641518" y="46240"/>
                </a:lnTo>
                <a:lnTo>
                  <a:pt x="652652" y="0"/>
                </a:lnTo>
                <a:close/>
              </a:path>
              <a:path w="652779" h="141604">
                <a:moveTo>
                  <a:pt x="51087" y="54216"/>
                </a:moveTo>
                <a:close/>
              </a:path>
              <a:path w="652779" h="141604">
                <a:moveTo>
                  <a:pt x="27091" y="41211"/>
                </a:move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60081" y="6317843"/>
            <a:ext cx="541655" cy="123189"/>
          </a:xfrm>
          <a:custGeom>
            <a:avLst/>
            <a:gdLst/>
            <a:ahLst/>
            <a:cxnLst/>
            <a:rect l="l" t="t" r="r" b="b"/>
            <a:pathLst>
              <a:path w="541654" h="123189">
                <a:moveTo>
                  <a:pt x="2794" y="40766"/>
                </a:moveTo>
                <a:lnTo>
                  <a:pt x="42418" y="66814"/>
                </a:lnTo>
                <a:lnTo>
                  <a:pt x="85217" y="84035"/>
                </a:lnTo>
                <a:lnTo>
                  <a:pt x="127762" y="98094"/>
                </a:lnTo>
                <a:lnTo>
                  <a:pt x="169925" y="108915"/>
                </a:lnTo>
                <a:lnTo>
                  <a:pt x="211454" y="116763"/>
                </a:lnTo>
                <a:lnTo>
                  <a:pt x="251841" y="121462"/>
                </a:lnTo>
                <a:lnTo>
                  <a:pt x="291084" y="123088"/>
                </a:lnTo>
                <a:lnTo>
                  <a:pt x="310261" y="122707"/>
                </a:lnTo>
                <a:lnTo>
                  <a:pt x="328929" y="121551"/>
                </a:lnTo>
                <a:lnTo>
                  <a:pt x="347091" y="119735"/>
                </a:lnTo>
                <a:lnTo>
                  <a:pt x="364871" y="117043"/>
                </a:lnTo>
                <a:lnTo>
                  <a:pt x="366435" y="116738"/>
                </a:lnTo>
                <a:lnTo>
                  <a:pt x="291084" y="116738"/>
                </a:lnTo>
                <a:lnTo>
                  <a:pt x="271907" y="116268"/>
                </a:lnTo>
                <a:lnTo>
                  <a:pt x="252222" y="115125"/>
                </a:lnTo>
                <a:lnTo>
                  <a:pt x="232440" y="113131"/>
                </a:lnTo>
                <a:lnTo>
                  <a:pt x="212536" y="110502"/>
                </a:lnTo>
                <a:lnTo>
                  <a:pt x="212344" y="110502"/>
                </a:lnTo>
                <a:lnTo>
                  <a:pt x="191775" y="106972"/>
                </a:lnTo>
                <a:lnTo>
                  <a:pt x="171444" y="102730"/>
                </a:lnTo>
                <a:lnTo>
                  <a:pt x="150402" y="97777"/>
                </a:lnTo>
                <a:lnTo>
                  <a:pt x="129419" y="91986"/>
                </a:lnTo>
                <a:lnTo>
                  <a:pt x="108538" y="85382"/>
                </a:lnTo>
                <a:lnTo>
                  <a:pt x="87403" y="78054"/>
                </a:lnTo>
                <a:lnTo>
                  <a:pt x="66266" y="69938"/>
                </a:lnTo>
                <a:lnTo>
                  <a:pt x="45048" y="61023"/>
                </a:lnTo>
                <a:lnTo>
                  <a:pt x="23958" y="51257"/>
                </a:lnTo>
                <a:lnTo>
                  <a:pt x="2794" y="40766"/>
                </a:lnTo>
                <a:close/>
              </a:path>
              <a:path w="541654" h="123189">
                <a:moveTo>
                  <a:pt x="291153" y="116737"/>
                </a:moveTo>
                <a:close/>
              </a:path>
              <a:path w="541654" h="123189">
                <a:moveTo>
                  <a:pt x="383174" y="113423"/>
                </a:moveTo>
                <a:lnTo>
                  <a:pt x="346328" y="113436"/>
                </a:lnTo>
                <a:lnTo>
                  <a:pt x="328295" y="115227"/>
                </a:lnTo>
                <a:lnTo>
                  <a:pt x="309879" y="116357"/>
                </a:lnTo>
                <a:lnTo>
                  <a:pt x="310007" y="116357"/>
                </a:lnTo>
                <a:lnTo>
                  <a:pt x="291153" y="116737"/>
                </a:lnTo>
                <a:lnTo>
                  <a:pt x="366442" y="116737"/>
                </a:lnTo>
                <a:lnTo>
                  <a:pt x="382143" y="113677"/>
                </a:lnTo>
                <a:lnTo>
                  <a:pt x="383174" y="113423"/>
                </a:lnTo>
                <a:close/>
              </a:path>
              <a:path w="541654" h="123189">
                <a:moveTo>
                  <a:pt x="252223" y="115125"/>
                </a:moveTo>
                <a:lnTo>
                  <a:pt x="252440" y="115138"/>
                </a:lnTo>
                <a:lnTo>
                  <a:pt x="252223" y="115125"/>
                </a:lnTo>
                <a:close/>
              </a:path>
              <a:path w="541654" h="123189">
                <a:moveTo>
                  <a:pt x="252222" y="115125"/>
                </a:moveTo>
                <a:close/>
              </a:path>
              <a:path w="541654" h="123189">
                <a:moveTo>
                  <a:pt x="405742" y="107467"/>
                </a:moveTo>
                <a:lnTo>
                  <a:pt x="380873" y="107467"/>
                </a:lnTo>
                <a:lnTo>
                  <a:pt x="363727" y="110794"/>
                </a:lnTo>
                <a:lnTo>
                  <a:pt x="346330" y="113436"/>
                </a:lnTo>
                <a:lnTo>
                  <a:pt x="383174" y="113423"/>
                </a:lnTo>
                <a:lnTo>
                  <a:pt x="398907" y="109550"/>
                </a:lnTo>
                <a:lnTo>
                  <a:pt x="405742" y="107467"/>
                </a:lnTo>
                <a:close/>
              </a:path>
              <a:path w="541654" h="123189">
                <a:moveTo>
                  <a:pt x="232440" y="113131"/>
                </a:moveTo>
                <a:close/>
              </a:path>
              <a:path w="541654" h="123189">
                <a:moveTo>
                  <a:pt x="212344" y="110477"/>
                </a:moveTo>
                <a:lnTo>
                  <a:pt x="212536" y="110502"/>
                </a:lnTo>
                <a:lnTo>
                  <a:pt x="212344" y="110477"/>
                </a:lnTo>
                <a:close/>
              </a:path>
              <a:path w="541654" h="123189">
                <a:moveTo>
                  <a:pt x="418459" y="103403"/>
                </a:moveTo>
                <a:lnTo>
                  <a:pt x="397383" y="103403"/>
                </a:lnTo>
                <a:lnTo>
                  <a:pt x="380760" y="107489"/>
                </a:lnTo>
                <a:lnTo>
                  <a:pt x="405742" y="107467"/>
                </a:lnTo>
                <a:lnTo>
                  <a:pt x="415036" y="104635"/>
                </a:lnTo>
                <a:lnTo>
                  <a:pt x="418459" y="103403"/>
                </a:lnTo>
                <a:close/>
              </a:path>
              <a:path w="541654" h="123189">
                <a:moveTo>
                  <a:pt x="191799" y="106977"/>
                </a:moveTo>
                <a:close/>
              </a:path>
              <a:path w="541654" h="123189">
                <a:moveTo>
                  <a:pt x="191775" y="106972"/>
                </a:moveTo>
                <a:close/>
              </a:path>
              <a:path w="541654" h="123189">
                <a:moveTo>
                  <a:pt x="444192" y="93116"/>
                </a:moveTo>
                <a:lnTo>
                  <a:pt x="428371" y="93116"/>
                </a:lnTo>
                <a:lnTo>
                  <a:pt x="412876" y="98640"/>
                </a:lnTo>
                <a:lnTo>
                  <a:pt x="397128" y="103441"/>
                </a:lnTo>
                <a:lnTo>
                  <a:pt x="397383" y="103403"/>
                </a:lnTo>
                <a:lnTo>
                  <a:pt x="418459" y="103403"/>
                </a:lnTo>
                <a:lnTo>
                  <a:pt x="430529" y="99059"/>
                </a:lnTo>
                <a:lnTo>
                  <a:pt x="444192" y="93116"/>
                </a:lnTo>
                <a:close/>
              </a:path>
              <a:path w="541654" h="123189">
                <a:moveTo>
                  <a:pt x="171323" y="102704"/>
                </a:moveTo>
                <a:close/>
              </a:path>
              <a:path w="541654" h="123189">
                <a:moveTo>
                  <a:pt x="150402" y="97777"/>
                </a:moveTo>
                <a:close/>
              </a:path>
              <a:path w="541654" h="123189">
                <a:moveTo>
                  <a:pt x="469185" y="79832"/>
                </a:moveTo>
                <a:lnTo>
                  <a:pt x="456692" y="79832"/>
                </a:lnTo>
                <a:lnTo>
                  <a:pt x="442722" y="86880"/>
                </a:lnTo>
                <a:lnTo>
                  <a:pt x="428117" y="93192"/>
                </a:lnTo>
                <a:lnTo>
                  <a:pt x="428371" y="93116"/>
                </a:lnTo>
                <a:lnTo>
                  <a:pt x="444192" y="93116"/>
                </a:lnTo>
                <a:lnTo>
                  <a:pt x="445389" y="92595"/>
                </a:lnTo>
                <a:lnTo>
                  <a:pt x="459785" y="85356"/>
                </a:lnTo>
                <a:lnTo>
                  <a:pt x="469185" y="79832"/>
                </a:lnTo>
                <a:close/>
              </a:path>
              <a:path w="541654" h="123189">
                <a:moveTo>
                  <a:pt x="129464" y="92000"/>
                </a:moveTo>
                <a:close/>
              </a:path>
              <a:path w="541654" h="123189">
                <a:moveTo>
                  <a:pt x="129419" y="91986"/>
                </a:moveTo>
                <a:close/>
              </a:path>
              <a:path w="541654" h="123189">
                <a:moveTo>
                  <a:pt x="442849" y="86804"/>
                </a:moveTo>
                <a:lnTo>
                  <a:pt x="442673" y="86880"/>
                </a:lnTo>
                <a:lnTo>
                  <a:pt x="442849" y="86804"/>
                </a:lnTo>
                <a:close/>
              </a:path>
              <a:path w="541654" h="123189">
                <a:moveTo>
                  <a:pt x="108458" y="85356"/>
                </a:moveTo>
                <a:close/>
              </a:path>
              <a:path w="541654" h="123189">
                <a:moveTo>
                  <a:pt x="531053" y="46862"/>
                </a:moveTo>
                <a:lnTo>
                  <a:pt x="499110" y="46862"/>
                </a:lnTo>
                <a:lnTo>
                  <a:pt x="503682" y="51371"/>
                </a:lnTo>
                <a:lnTo>
                  <a:pt x="494812" y="60151"/>
                </a:lnTo>
                <a:lnTo>
                  <a:pt x="522859" y="83083"/>
                </a:lnTo>
                <a:lnTo>
                  <a:pt x="531053" y="46862"/>
                </a:lnTo>
                <a:close/>
              </a:path>
              <a:path w="541654" h="123189">
                <a:moveTo>
                  <a:pt x="491173" y="63753"/>
                </a:moveTo>
                <a:lnTo>
                  <a:pt x="482219" y="63753"/>
                </a:lnTo>
                <a:lnTo>
                  <a:pt x="481711" y="64134"/>
                </a:lnTo>
                <a:lnTo>
                  <a:pt x="469646" y="72224"/>
                </a:lnTo>
                <a:lnTo>
                  <a:pt x="456438" y="79933"/>
                </a:lnTo>
                <a:lnTo>
                  <a:pt x="456692" y="79832"/>
                </a:lnTo>
                <a:lnTo>
                  <a:pt x="469185" y="79832"/>
                </a:lnTo>
                <a:lnTo>
                  <a:pt x="473075" y="77546"/>
                </a:lnTo>
                <a:lnTo>
                  <a:pt x="486028" y="68846"/>
                </a:lnTo>
                <a:lnTo>
                  <a:pt x="491173" y="63753"/>
                </a:lnTo>
                <a:close/>
              </a:path>
              <a:path w="541654" h="123189">
                <a:moveTo>
                  <a:pt x="87403" y="78054"/>
                </a:moveTo>
                <a:close/>
              </a:path>
              <a:path w="541654" h="123189">
                <a:moveTo>
                  <a:pt x="469773" y="72123"/>
                </a:moveTo>
                <a:lnTo>
                  <a:pt x="469599" y="72224"/>
                </a:lnTo>
                <a:lnTo>
                  <a:pt x="469773" y="72123"/>
                </a:lnTo>
                <a:close/>
              </a:path>
              <a:path w="541654" h="123189">
                <a:moveTo>
                  <a:pt x="66167" y="69900"/>
                </a:moveTo>
                <a:close/>
              </a:path>
              <a:path w="541654" h="123189">
                <a:moveTo>
                  <a:pt x="481832" y="64014"/>
                </a:moveTo>
                <a:lnTo>
                  <a:pt x="481653" y="64134"/>
                </a:lnTo>
                <a:lnTo>
                  <a:pt x="481832" y="64014"/>
                </a:lnTo>
                <a:close/>
              </a:path>
              <a:path w="541654" h="123189">
                <a:moveTo>
                  <a:pt x="482219" y="63753"/>
                </a:moveTo>
                <a:lnTo>
                  <a:pt x="481832" y="64014"/>
                </a:lnTo>
                <a:lnTo>
                  <a:pt x="482219" y="63753"/>
                </a:lnTo>
                <a:close/>
              </a:path>
              <a:path w="541654" h="123189">
                <a:moveTo>
                  <a:pt x="489828" y="56076"/>
                </a:moveTo>
                <a:lnTo>
                  <a:pt x="481832" y="64014"/>
                </a:lnTo>
                <a:lnTo>
                  <a:pt x="482219" y="63753"/>
                </a:lnTo>
                <a:lnTo>
                  <a:pt x="491173" y="63753"/>
                </a:lnTo>
                <a:lnTo>
                  <a:pt x="494812" y="60151"/>
                </a:lnTo>
                <a:lnTo>
                  <a:pt x="489828" y="56076"/>
                </a:lnTo>
                <a:close/>
              </a:path>
              <a:path w="541654" h="123189">
                <a:moveTo>
                  <a:pt x="45002" y="60985"/>
                </a:moveTo>
                <a:close/>
              </a:path>
              <a:path w="541654" h="123189">
                <a:moveTo>
                  <a:pt x="499110" y="46862"/>
                </a:moveTo>
                <a:lnTo>
                  <a:pt x="489828" y="56076"/>
                </a:lnTo>
                <a:lnTo>
                  <a:pt x="494812" y="60151"/>
                </a:lnTo>
                <a:lnTo>
                  <a:pt x="503682" y="51371"/>
                </a:lnTo>
                <a:lnTo>
                  <a:pt x="499110" y="46862"/>
                </a:lnTo>
                <a:close/>
              </a:path>
              <a:path w="541654" h="123189">
                <a:moveTo>
                  <a:pt x="541654" y="0"/>
                </a:moveTo>
                <a:lnTo>
                  <a:pt x="463803" y="34797"/>
                </a:lnTo>
                <a:lnTo>
                  <a:pt x="489828" y="56076"/>
                </a:lnTo>
                <a:lnTo>
                  <a:pt x="499110" y="46862"/>
                </a:lnTo>
                <a:lnTo>
                  <a:pt x="531053" y="46862"/>
                </a:lnTo>
                <a:lnTo>
                  <a:pt x="541654" y="0"/>
                </a:lnTo>
                <a:close/>
              </a:path>
              <a:path w="541654" h="123189">
                <a:moveTo>
                  <a:pt x="23875" y="51219"/>
                </a:move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51139" y="6296405"/>
            <a:ext cx="475615" cy="153035"/>
          </a:xfrm>
          <a:custGeom>
            <a:avLst/>
            <a:gdLst/>
            <a:ahLst/>
            <a:cxnLst/>
            <a:rect l="l" t="t" r="r" b="b"/>
            <a:pathLst>
              <a:path w="475615" h="153035">
                <a:moveTo>
                  <a:pt x="3047" y="69303"/>
                </a:moveTo>
                <a:lnTo>
                  <a:pt x="33654" y="92951"/>
                </a:lnTo>
                <a:lnTo>
                  <a:pt x="86994" y="116687"/>
                </a:lnTo>
                <a:lnTo>
                  <a:pt x="124459" y="129997"/>
                </a:lnTo>
                <a:lnTo>
                  <a:pt x="179069" y="144272"/>
                </a:lnTo>
                <a:lnTo>
                  <a:pt x="231012" y="151663"/>
                </a:lnTo>
                <a:lnTo>
                  <a:pt x="263778" y="152908"/>
                </a:lnTo>
                <a:lnTo>
                  <a:pt x="279526" y="152527"/>
                </a:lnTo>
                <a:lnTo>
                  <a:pt x="294893" y="151269"/>
                </a:lnTo>
                <a:lnTo>
                  <a:pt x="309879" y="149440"/>
                </a:lnTo>
                <a:lnTo>
                  <a:pt x="324230" y="146837"/>
                </a:lnTo>
                <a:lnTo>
                  <a:pt x="325411" y="146558"/>
                </a:lnTo>
                <a:lnTo>
                  <a:pt x="263651" y="146558"/>
                </a:lnTo>
                <a:lnTo>
                  <a:pt x="247650" y="146278"/>
                </a:lnTo>
                <a:lnTo>
                  <a:pt x="231393" y="145326"/>
                </a:lnTo>
                <a:lnTo>
                  <a:pt x="231522" y="145326"/>
                </a:lnTo>
                <a:lnTo>
                  <a:pt x="214795" y="143624"/>
                </a:lnTo>
                <a:lnTo>
                  <a:pt x="197668" y="141160"/>
                </a:lnTo>
                <a:lnTo>
                  <a:pt x="144526" y="129413"/>
                </a:lnTo>
                <a:lnTo>
                  <a:pt x="126415" y="123926"/>
                </a:lnTo>
                <a:lnTo>
                  <a:pt x="107849" y="117767"/>
                </a:lnTo>
                <a:lnTo>
                  <a:pt x="89381" y="110794"/>
                </a:lnTo>
                <a:lnTo>
                  <a:pt x="70375" y="102984"/>
                </a:lnTo>
                <a:lnTo>
                  <a:pt x="36640" y="87312"/>
                </a:lnTo>
                <a:lnTo>
                  <a:pt x="3047" y="69303"/>
                </a:lnTo>
                <a:close/>
              </a:path>
              <a:path w="475615" h="153035">
                <a:moveTo>
                  <a:pt x="263704" y="146556"/>
                </a:moveTo>
                <a:close/>
              </a:path>
              <a:path w="475615" h="153035">
                <a:moveTo>
                  <a:pt x="279272" y="146177"/>
                </a:moveTo>
                <a:lnTo>
                  <a:pt x="263704" y="146556"/>
                </a:lnTo>
                <a:lnTo>
                  <a:pt x="325416" y="146556"/>
                </a:lnTo>
                <a:lnTo>
                  <a:pt x="326967" y="146189"/>
                </a:lnTo>
                <a:lnTo>
                  <a:pt x="279145" y="146189"/>
                </a:lnTo>
                <a:close/>
              </a:path>
              <a:path w="475615" h="153035">
                <a:moveTo>
                  <a:pt x="332225" y="144945"/>
                </a:moveTo>
                <a:lnTo>
                  <a:pt x="294258" y="144957"/>
                </a:lnTo>
                <a:lnTo>
                  <a:pt x="279145" y="146189"/>
                </a:lnTo>
                <a:lnTo>
                  <a:pt x="327021" y="146177"/>
                </a:lnTo>
                <a:lnTo>
                  <a:pt x="332225" y="144945"/>
                </a:lnTo>
                <a:close/>
              </a:path>
              <a:path w="475615" h="153035">
                <a:moveTo>
                  <a:pt x="231522" y="145326"/>
                </a:moveTo>
                <a:lnTo>
                  <a:pt x="231393" y="145326"/>
                </a:lnTo>
                <a:lnTo>
                  <a:pt x="231647" y="145338"/>
                </a:lnTo>
                <a:close/>
              </a:path>
              <a:path w="475615" h="153035">
                <a:moveTo>
                  <a:pt x="347772" y="140614"/>
                </a:moveTo>
                <a:lnTo>
                  <a:pt x="322960" y="140614"/>
                </a:lnTo>
                <a:lnTo>
                  <a:pt x="308863" y="143179"/>
                </a:lnTo>
                <a:lnTo>
                  <a:pt x="294316" y="144950"/>
                </a:lnTo>
                <a:lnTo>
                  <a:pt x="332225" y="144945"/>
                </a:lnTo>
                <a:lnTo>
                  <a:pt x="338074" y="143560"/>
                </a:lnTo>
                <a:lnTo>
                  <a:pt x="347772" y="140614"/>
                </a:lnTo>
                <a:close/>
              </a:path>
              <a:path w="475615" h="153035">
                <a:moveTo>
                  <a:pt x="214795" y="143624"/>
                </a:moveTo>
                <a:close/>
              </a:path>
              <a:path w="475615" h="153035">
                <a:moveTo>
                  <a:pt x="197668" y="141160"/>
                </a:moveTo>
                <a:close/>
              </a:path>
              <a:path w="475615" h="153035">
                <a:moveTo>
                  <a:pt x="357242" y="137401"/>
                </a:moveTo>
                <a:lnTo>
                  <a:pt x="336550" y="137401"/>
                </a:lnTo>
                <a:lnTo>
                  <a:pt x="322876" y="140629"/>
                </a:lnTo>
                <a:lnTo>
                  <a:pt x="347772" y="140614"/>
                </a:lnTo>
                <a:lnTo>
                  <a:pt x="351408" y="139509"/>
                </a:lnTo>
                <a:lnTo>
                  <a:pt x="357242" y="137401"/>
                </a:lnTo>
                <a:close/>
              </a:path>
              <a:path w="475615" h="153035">
                <a:moveTo>
                  <a:pt x="180281" y="138048"/>
                </a:moveTo>
                <a:close/>
              </a:path>
              <a:path w="475615" h="153035">
                <a:moveTo>
                  <a:pt x="180227" y="138036"/>
                </a:moveTo>
                <a:close/>
              </a:path>
              <a:path w="475615" h="153035">
                <a:moveTo>
                  <a:pt x="377547" y="128943"/>
                </a:moveTo>
                <a:lnTo>
                  <a:pt x="361950" y="128943"/>
                </a:lnTo>
                <a:lnTo>
                  <a:pt x="349376" y="133515"/>
                </a:lnTo>
                <a:lnTo>
                  <a:pt x="336295" y="137452"/>
                </a:lnTo>
                <a:lnTo>
                  <a:pt x="336550" y="137401"/>
                </a:lnTo>
                <a:lnTo>
                  <a:pt x="357242" y="137401"/>
                </a:lnTo>
                <a:lnTo>
                  <a:pt x="364235" y="134874"/>
                </a:lnTo>
                <a:lnTo>
                  <a:pt x="376427" y="129540"/>
                </a:lnTo>
                <a:lnTo>
                  <a:pt x="377547" y="128943"/>
                </a:lnTo>
                <a:close/>
              </a:path>
              <a:path w="475615" h="153035">
                <a:moveTo>
                  <a:pt x="162588" y="134061"/>
                </a:moveTo>
                <a:close/>
              </a:path>
              <a:path w="475615" h="153035">
                <a:moveTo>
                  <a:pt x="349503" y="133451"/>
                </a:moveTo>
                <a:lnTo>
                  <a:pt x="349294" y="133515"/>
                </a:lnTo>
                <a:lnTo>
                  <a:pt x="349503" y="133451"/>
                </a:lnTo>
                <a:close/>
              </a:path>
              <a:path w="475615" h="153035">
                <a:moveTo>
                  <a:pt x="144531" y="129414"/>
                </a:moveTo>
                <a:lnTo>
                  <a:pt x="144674" y="129451"/>
                </a:lnTo>
                <a:lnTo>
                  <a:pt x="144531" y="129414"/>
                </a:lnTo>
                <a:close/>
              </a:path>
              <a:path w="475615" h="153035">
                <a:moveTo>
                  <a:pt x="144526" y="129413"/>
                </a:moveTo>
                <a:close/>
              </a:path>
              <a:path w="475615" h="153035">
                <a:moveTo>
                  <a:pt x="387238" y="123774"/>
                </a:moveTo>
                <a:lnTo>
                  <a:pt x="373760" y="123774"/>
                </a:lnTo>
                <a:lnTo>
                  <a:pt x="361695" y="129006"/>
                </a:lnTo>
                <a:lnTo>
                  <a:pt x="361950" y="128943"/>
                </a:lnTo>
                <a:lnTo>
                  <a:pt x="377547" y="128943"/>
                </a:lnTo>
                <a:lnTo>
                  <a:pt x="387238" y="123774"/>
                </a:lnTo>
                <a:close/>
              </a:path>
              <a:path w="475615" h="153035">
                <a:moveTo>
                  <a:pt x="126415" y="123926"/>
                </a:moveTo>
                <a:close/>
              </a:path>
              <a:path w="475615" h="153035">
                <a:moveTo>
                  <a:pt x="406234" y="111404"/>
                </a:moveTo>
                <a:lnTo>
                  <a:pt x="395350" y="111404"/>
                </a:lnTo>
                <a:lnTo>
                  <a:pt x="384682" y="117983"/>
                </a:lnTo>
                <a:lnTo>
                  <a:pt x="373506" y="123875"/>
                </a:lnTo>
                <a:lnTo>
                  <a:pt x="373760" y="123774"/>
                </a:lnTo>
                <a:lnTo>
                  <a:pt x="387238" y="123774"/>
                </a:lnTo>
                <a:lnTo>
                  <a:pt x="387857" y="123444"/>
                </a:lnTo>
                <a:lnTo>
                  <a:pt x="398868" y="116687"/>
                </a:lnTo>
                <a:lnTo>
                  <a:pt x="406234" y="111404"/>
                </a:lnTo>
                <a:close/>
              </a:path>
              <a:path w="475615" h="153035">
                <a:moveTo>
                  <a:pt x="384809" y="117881"/>
                </a:moveTo>
                <a:lnTo>
                  <a:pt x="384618" y="117983"/>
                </a:lnTo>
                <a:lnTo>
                  <a:pt x="384809" y="117881"/>
                </a:lnTo>
                <a:close/>
              </a:path>
              <a:path w="475615" h="153035">
                <a:moveTo>
                  <a:pt x="107849" y="117767"/>
                </a:moveTo>
                <a:close/>
              </a:path>
              <a:path w="475615" h="153035">
                <a:moveTo>
                  <a:pt x="415066" y="104292"/>
                </a:moveTo>
                <a:lnTo>
                  <a:pt x="405256" y="104292"/>
                </a:lnTo>
                <a:lnTo>
                  <a:pt x="395096" y="111531"/>
                </a:lnTo>
                <a:lnTo>
                  <a:pt x="395350" y="111404"/>
                </a:lnTo>
                <a:lnTo>
                  <a:pt x="406234" y="111404"/>
                </a:lnTo>
                <a:lnTo>
                  <a:pt x="409066" y="109372"/>
                </a:lnTo>
                <a:lnTo>
                  <a:pt x="415066" y="104292"/>
                </a:lnTo>
                <a:close/>
              </a:path>
              <a:path w="475615" h="153035">
                <a:moveTo>
                  <a:pt x="89280" y="110756"/>
                </a:moveTo>
                <a:close/>
              </a:path>
              <a:path w="475615" h="153035">
                <a:moveTo>
                  <a:pt x="423361" y="96545"/>
                </a:moveTo>
                <a:lnTo>
                  <a:pt x="414400" y="96545"/>
                </a:lnTo>
                <a:lnTo>
                  <a:pt x="405002" y="104444"/>
                </a:lnTo>
                <a:lnTo>
                  <a:pt x="405256" y="104292"/>
                </a:lnTo>
                <a:lnTo>
                  <a:pt x="415066" y="104292"/>
                </a:lnTo>
                <a:lnTo>
                  <a:pt x="418591" y="101307"/>
                </a:lnTo>
                <a:lnTo>
                  <a:pt x="423361" y="96545"/>
                </a:lnTo>
                <a:close/>
              </a:path>
              <a:path w="475615" h="153035">
                <a:moveTo>
                  <a:pt x="70375" y="102984"/>
                </a:moveTo>
                <a:close/>
              </a:path>
              <a:path w="475615" h="153035">
                <a:moveTo>
                  <a:pt x="430391" y="79332"/>
                </a:moveTo>
                <a:lnTo>
                  <a:pt x="422655" y="88315"/>
                </a:lnTo>
                <a:lnTo>
                  <a:pt x="414146" y="96723"/>
                </a:lnTo>
                <a:lnTo>
                  <a:pt x="414400" y="96545"/>
                </a:lnTo>
                <a:lnTo>
                  <a:pt x="423361" y="96545"/>
                </a:lnTo>
                <a:lnTo>
                  <a:pt x="427354" y="92557"/>
                </a:lnTo>
                <a:lnTo>
                  <a:pt x="435609" y="83032"/>
                </a:lnTo>
                <a:lnTo>
                  <a:pt x="437254" y="79806"/>
                </a:lnTo>
                <a:lnTo>
                  <a:pt x="430149" y="79806"/>
                </a:lnTo>
                <a:lnTo>
                  <a:pt x="430391" y="79332"/>
                </a:lnTo>
                <a:close/>
              </a:path>
              <a:path w="475615" h="153035">
                <a:moveTo>
                  <a:pt x="422782" y="88150"/>
                </a:moveTo>
                <a:lnTo>
                  <a:pt x="422616" y="88315"/>
                </a:lnTo>
                <a:lnTo>
                  <a:pt x="422782" y="88150"/>
                </a:lnTo>
                <a:close/>
              </a:path>
              <a:path w="475615" h="153035">
                <a:moveTo>
                  <a:pt x="36449" y="87223"/>
                </a:moveTo>
                <a:lnTo>
                  <a:pt x="36640" y="87312"/>
                </a:lnTo>
                <a:lnTo>
                  <a:pt x="36449" y="87223"/>
                </a:lnTo>
                <a:close/>
              </a:path>
              <a:path w="475615" h="153035">
                <a:moveTo>
                  <a:pt x="472324" y="58458"/>
                </a:moveTo>
                <a:lnTo>
                  <a:pt x="441070" y="58458"/>
                </a:lnTo>
                <a:lnTo>
                  <a:pt x="446658" y="61353"/>
                </a:lnTo>
                <a:lnTo>
                  <a:pt x="441044" y="72370"/>
                </a:lnTo>
                <a:lnTo>
                  <a:pt x="475614" y="84531"/>
                </a:lnTo>
                <a:lnTo>
                  <a:pt x="472324" y="58458"/>
                </a:lnTo>
                <a:close/>
              </a:path>
              <a:path w="475615" h="153035">
                <a:moveTo>
                  <a:pt x="430529" y="79171"/>
                </a:moveTo>
                <a:lnTo>
                  <a:pt x="430391" y="79332"/>
                </a:lnTo>
                <a:lnTo>
                  <a:pt x="430149" y="79806"/>
                </a:lnTo>
                <a:lnTo>
                  <a:pt x="430529" y="79171"/>
                </a:lnTo>
                <a:close/>
              </a:path>
              <a:path w="475615" h="153035">
                <a:moveTo>
                  <a:pt x="437577" y="79171"/>
                </a:moveTo>
                <a:lnTo>
                  <a:pt x="430529" y="79171"/>
                </a:lnTo>
                <a:lnTo>
                  <a:pt x="430149" y="79806"/>
                </a:lnTo>
                <a:lnTo>
                  <a:pt x="437254" y="79806"/>
                </a:lnTo>
                <a:lnTo>
                  <a:pt x="437577" y="79171"/>
                </a:lnTo>
                <a:close/>
              </a:path>
              <a:path w="475615" h="153035">
                <a:moveTo>
                  <a:pt x="435034" y="70256"/>
                </a:moveTo>
                <a:lnTo>
                  <a:pt x="430391" y="79332"/>
                </a:lnTo>
                <a:lnTo>
                  <a:pt x="430529" y="79171"/>
                </a:lnTo>
                <a:lnTo>
                  <a:pt x="437577" y="79171"/>
                </a:lnTo>
                <a:lnTo>
                  <a:pt x="441044" y="72370"/>
                </a:lnTo>
                <a:lnTo>
                  <a:pt x="435034" y="70256"/>
                </a:lnTo>
                <a:close/>
              </a:path>
              <a:path w="475615" h="153035">
                <a:moveTo>
                  <a:pt x="441070" y="58458"/>
                </a:moveTo>
                <a:lnTo>
                  <a:pt x="435034" y="70256"/>
                </a:lnTo>
                <a:lnTo>
                  <a:pt x="441044" y="72370"/>
                </a:lnTo>
                <a:lnTo>
                  <a:pt x="446658" y="61353"/>
                </a:lnTo>
                <a:lnTo>
                  <a:pt x="441070" y="58458"/>
                </a:lnTo>
                <a:close/>
              </a:path>
              <a:path w="475615" h="153035">
                <a:moveTo>
                  <a:pt x="464946" y="0"/>
                </a:moveTo>
                <a:lnTo>
                  <a:pt x="403732" y="59245"/>
                </a:lnTo>
                <a:lnTo>
                  <a:pt x="435034" y="70256"/>
                </a:lnTo>
                <a:lnTo>
                  <a:pt x="441070" y="58458"/>
                </a:lnTo>
                <a:lnTo>
                  <a:pt x="472324" y="58458"/>
                </a:lnTo>
                <a:lnTo>
                  <a:pt x="46494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8739" y="6598107"/>
            <a:ext cx="360426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2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selecionando_o_passo_de_aprendizagem.ipynb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Passo</a:t>
            </a:r>
            <a:r>
              <a:rPr spc="-100" dirty="0"/>
              <a:t> </a:t>
            </a:r>
            <a:r>
              <a:rPr dirty="0"/>
              <a:t>de</a:t>
            </a:r>
            <a:r>
              <a:rPr spc="-85" dirty="0"/>
              <a:t> </a:t>
            </a:r>
            <a:r>
              <a:rPr dirty="0"/>
              <a:t>aprendizado</a:t>
            </a:r>
            <a:r>
              <a:rPr spc="-85" dirty="0"/>
              <a:t> </a:t>
            </a:r>
            <a:r>
              <a:rPr spc="-10" dirty="0"/>
              <a:t>pequeno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7026" y="1793493"/>
            <a:ext cx="10519410" cy="245681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66700" marR="304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Caso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aprendizagem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muito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pequeno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convergência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algoritmo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será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muito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lenta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marR="120014" indent="-228600">
              <a:lnSpc>
                <a:spcPts val="3000"/>
              </a:lnSpc>
              <a:spcBef>
                <a:spcPts val="1050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abaixo,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𝛼</a:t>
            </a:r>
            <a:r>
              <a:rPr sz="2800" spc="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9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2</a:t>
            </a:r>
            <a:r>
              <a:rPr sz="2800" spc="-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×</a:t>
            </a:r>
            <a:r>
              <a:rPr sz="2800" spc="-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10</a:t>
            </a:r>
            <a:r>
              <a:rPr sz="3075" baseline="27100" dirty="0">
                <a:latin typeface="Cambria Math"/>
                <a:cs typeface="Cambria Math"/>
              </a:rPr>
              <a:t>−6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atinge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mínimo,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i.e.,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converge,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após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250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épocas.</a:t>
            </a:r>
            <a:endParaRPr sz="2800" dirty="0">
              <a:latin typeface="Calibri"/>
              <a:cs typeface="Calibri"/>
            </a:endParaRPr>
          </a:p>
          <a:p>
            <a:pPr marL="723265" lvl="1" indent="-229235">
              <a:lnSpc>
                <a:spcPts val="2735"/>
              </a:lnSpc>
              <a:spcBef>
                <a:spcPts val="190"/>
              </a:spcBef>
              <a:buFont typeface="Wingdings"/>
              <a:buChar char=""/>
              <a:tabLst>
                <a:tab pos="723900" algn="l"/>
              </a:tabLst>
            </a:pP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Passos</a:t>
            </a:r>
            <a:r>
              <a:rPr sz="24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muito</a:t>
            </a:r>
            <a:r>
              <a:rPr sz="24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curtos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fazem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algoritmo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caminhe</a:t>
            </a:r>
            <a:r>
              <a:rPr sz="24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vagarosamente</a:t>
            </a:r>
            <a:r>
              <a:rPr sz="24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spc="-25" dirty="0">
                <a:solidFill>
                  <a:srgbClr val="6F2F9F"/>
                </a:solidFill>
                <a:latin typeface="Calibri"/>
                <a:cs typeface="Calibri"/>
              </a:rPr>
              <a:t>em</a:t>
            </a:r>
            <a:endParaRPr sz="2400" dirty="0">
              <a:latin typeface="Calibri"/>
              <a:cs typeface="Calibri"/>
            </a:endParaRPr>
          </a:p>
          <a:p>
            <a:pPr marL="723265">
              <a:lnSpc>
                <a:spcPts val="2735"/>
              </a:lnSpc>
            </a:pP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direção</a:t>
            </a:r>
            <a:r>
              <a:rPr sz="2400" b="1" i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ao</a:t>
            </a:r>
            <a:r>
              <a:rPr sz="24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mínimo</a:t>
            </a:r>
            <a:r>
              <a:rPr sz="24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global</a:t>
            </a:r>
            <a:r>
              <a:rPr sz="2400" b="1" i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da</a:t>
            </a:r>
            <a:r>
              <a:rPr sz="24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função</a:t>
            </a:r>
            <a:r>
              <a:rPr sz="2400" b="1" i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400" b="1" i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6F2F9F"/>
                </a:solidFill>
                <a:latin typeface="Calibri"/>
                <a:cs typeface="Calibri"/>
              </a:rPr>
              <a:t>erro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320" y="4557882"/>
            <a:ext cx="2737423" cy="220509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117591" y="4550398"/>
            <a:ext cx="2447925" cy="2212975"/>
            <a:chOff x="5117591" y="4550398"/>
            <a:chExt cx="2447925" cy="22129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1015" y="4550398"/>
              <a:ext cx="2434159" cy="218509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117591" y="6502654"/>
              <a:ext cx="305435" cy="260350"/>
            </a:xfrm>
            <a:custGeom>
              <a:avLst/>
              <a:gdLst/>
              <a:ahLst/>
              <a:cxnLst/>
              <a:rect l="l" t="t" r="r" b="b"/>
              <a:pathLst>
                <a:path w="305435" h="260350">
                  <a:moveTo>
                    <a:pt x="245090" y="46948"/>
                  </a:moveTo>
                  <a:lnTo>
                    <a:pt x="0" y="255399"/>
                  </a:lnTo>
                  <a:lnTo>
                    <a:pt x="4063" y="260236"/>
                  </a:lnTo>
                  <a:lnTo>
                    <a:pt x="249179" y="51765"/>
                  </a:lnTo>
                  <a:lnTo>
                    <a:pt x="245090" y="46948"/>
                  </a:lnTo>
                  <a:close/>
                </a:path>
                <a:path w="305435" h="260350">
                  <a:moveTo>
                    <a:pt x="288680" y="38722"/>
                  </a:moveTo>
                  <a:lnTo>
                    <a:pt x="254762" y="38722"/>
                  </a:lnTo>
                  <a:lnTo>
                    <a:pt x="258825" y="43561"/>
                  </a:lnTo>
                  <a:lnTo>
                    <a:pt x="249179" y="51765"/>
                  </a:lnTo>
                  <a:lnTo>
                    <a:pt x="271780" y="78384"/>
                  </a:lnTo>
                  <a:lnTo>
                    <a:pt x="288680" y="38722"/>
                  </a:lnTo>
                  <a:close/>
                </a:path>
                <a:path w="305435" h="260350">
                  <a:moveTo>
                    <a:pt x="254762" y="38722"/>
                  </a:moveTo>
                  <a:lnTo>
                    <a:pt x="245090" y="46948"/>
                  </a:lnTo>
                  <a:lnTo>
                    <a:pt x="249179" y="51765"/>
                  </a:lnTo>
                  <a:lnTo>
                    <a:pt x="258825" y="43561"/>
                  </a:lnTo>
                  <a:lnTo>
                    <a:pt x="254762" y="38722"/>
                  </a:lnTo>
                  <a:close/>
                </a:path>
                <a:path w="305435" h="260350">
                  <a:moveTo>
                    <a:pt x="305181" y="0"/>
                  </a:moveTo>
                  <a:lnTo>
                    <a:pt x="222504" y="20345"/>
                  </a:lnTo>
                  <a:lnTo>
                    <a:pt x="245090" y="46948"/>
                  </a:lnTo>
                  <a:lnTo>
                    <a:pt x="254762" y="38722"/>
                  </a:lnTo>
                  <a:lnTo>
                    <a:pt x="288680" y="38722"/>
                  </a:lnTo>
                  <a:lnTo>
                    <a:pt x="30518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538853" y="6574028"/>
            <a:ext cx="5943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𝒂</a:t>
            </a:r>
            <a:r>
              <a:rPr sz="1400" spc="5" dirty="0">
                <a:latin typeface="Cambria Math"/>
                <a:cs typeface="Cambria Math"/>
              </a:rPr>
              <a:t> </a:t>
            </a:r>
            <a:r>
              <a:rPr sz="1400" spc="-10" dirty="0">
                <a:latin typeface="Calibri"/>
                <a:cs typeface="Calibri"/>
              </a:rPr>
              <a:t>inicial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48346" y="4576455"/>
            <a:ext cx="1949734" cy="2141834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Passo</a:t>
            </a:r>
            <a:r>
              <a:rPr spc="-90" dirty="0"/>
              <a:t> </a:t>
            </a:r>
            <a:r>
              <a:rPr dirty="0"/>
              <a:t>de</a:t>
            </a:r>
            <a:r>
              <a:rPr spc="-85" dirty="0"/>
              <a:t> </a:t>
            </a:r>
            <a:r>
              <a:rPr dirty="0"/>
              <a:t>aprendizado</a:t>
            </a:r>
            <a:r>
              <a:rPr spc="-85" dirty="0"/>
              <a:t> </a:t>
            </a:r>
            <a:r>
              <a:rPr spc="-10" dirty="0"/>
              <a:t>grande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1539" y="1707159"/>
            <a:ext cx="10810875" cy="254317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66700" indent="-228600" algn="just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Caso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grande,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nunca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convergir.</a:t>
            </a:r>
            <a:endParaRPr sz="2800" dirty="0">
              <a:latin typeface="Calibri"/>
              <a:cs typeface="Calibri"/>
            </a:endParaRPr>
          </a:p>
          <a:p>
            <a:pPr marL="266700" marR="30480" indent="-228600" algn="just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grande,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mas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tão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grande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assim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ficar </a:t>
            </a:r>
            <a:r>
              <a:rPr sz="2800" dirty="0">
                <a:latin typeface="Calibri"/>
                <a:cs typeface="Calibri"/>
              </a:rPr>
              <a:t>“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pulando</a:t>
            </a:r>
            <a:r>
              <a:rPr sz="2800" dirty="0">
                <a:latin typeface="Calibri"/>
                <a:cs typeface="Calibri"/>
              </a:rPr>
              <a:t>”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“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oscilando</a:t>
            </a:r>
            <a:r>
              <a:rPr sz="2800" dirty="0">
                <a:latin typeface="Calibri"/>
                <a:cs typeface="Calibri"/>
              </a:rPr>
              <a:t>”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um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lado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para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outro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superfície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erro </a:t>
            </a:r>
            <a:r>
              <a:rPr sz="2800" dirty="0">
                <a:latin typeface="Calibri"/>
                <a:cs typeface="Calibri"/>
              </a:rPr>
              <a:t>até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sorte,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converge.</a:t>
            </a:r>
            <a:endParaRPr sz="2800" dirty="0">
              <a:latin typeface="Calibri"/>
              <a:cs typeface="Calibri"/>
            </a:endParaRPr>
          </a:p>
          <a:p>
            <a:pPr marL="723900" lvl="1" indent="-229235" algn="just">
              <a:lnSpc>
                <a:spcPts val="2725"/>
              </a:lnSpc>
              <a:spcBef>
                <a:spcPts val="219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No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abaixo,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𝛼</a:t>
            </a:r>
            <a:r>
              <a:rPr sz="2400" spc="17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1.8</a:t>
            </a:r>
            <a:r>
              <a:rPr sz="2400" spc="-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×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10</a:t>
            </a:r>
            <a:r>
              <a:rPr sz="2625" baseline="28571" dirty="0">
                <a:latin typeface="Cambria Math"/>
                <a:cs typeface="Cambria Math"/>
              </a:rPr>
              <a:t>−4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algoritmo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oscila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inicialmente,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mas</a:t>
            </a:r>
            <a:endParaRPr sz="2400" dirty="0">
              <a:latin typeface="Calibri"/>
              <a:cs typeface="Calibri"/>
            </a:endParaRPr>
          </a:p>
          <a:p>
            <a:pPr marL="723900" algn="just">
              <a:lnSpc>
                <a:spcPts val="2725"/>
              </a:lnSpc>
            </a:pPr>
            <a:r>
              <a:rPr sz="2400" dirty="0">
                <a:latin typeface="Calibri"/>
                <a:cs typeface="Calibri"/>
              </a:rPr>
              <a:t>acaba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convergindo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após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20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épocas.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895" y="4402085"/>
            <a:ext cx="2623740" cy="233971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383529" y="4395534"/>
            <a:ext cx="2389505" cy="2326005"/>
            <a:chOff x="5383529" y="4395534"/>
            <a:chExt cx="2389505" cy="232600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8280" y="4395534"/>
              <a:ext cx="2344306" cy="232551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383529" y="6533908"/>
              <a:ext cx="279400" cy="168910"/>
            </a:xfrm>
            <a:custGeom>
              <a:avLst/>
              <a:gdLst/>
              <a:ahLst/>
              <a:cxnLst/>
              <a:rect l="l" t="t" r="r" b="b"/>
              <a:pathLst>
                <a:path w="279400" h="168909">
                  <a:moveTo>
                    <a:pt x="212320" y="36336"/>
                  </a:moveTo>
                  <a:lnTo>
                    <a:pt x="0" y="162991"/>
                  </a:lnTo>
                  <a:lnTo>
                    <a:pt x="3302" y="168452"/>
                  </a:lnTo>
                  <a:lnTo>
                    <a:pt x="215550" y="41756"/>
                  </a:lnTo>
                  <a:lnTo>
                    <a:pt x="212320" y="36336"/>
                  </a:lnTo>
                  <a:close/>
                </a:path>
                <a:path w="279400" h="168909">
                  <a:moveTo>
                    <a:pt x="260302" y="29806"/>
                  </a:moveTo>
                  <a:lnTo>
                    <a:pt x="223266" y="29806"/>
                  </a:lnTo>
                  <a:lnTo>
                    <a:pt x="226441" y="35255"/>
                  </a:lnTo>
                  <a:lnTo>
                    <a:pt x="215550" y="41756"/>
                  </a:lnTo>
                  <a:lnTo>
                    <a:pt x="233425" y="71755"/>
                  </a:lnTo>
                  <a:lnTo>
                    <a:pt x="260302" y="29806"/>
                  </a:lnTo>
                  <a:close/>
                </a:path>
                <a:path w="279400" h="168909">
                  <a:moveTo>
                    <a:pt x="223266" y="29806"/>
                  </a:moveTo>
                  <a:lnTo>
                    <a:pt x="212320" y="36336"/>
                  </a:lnTo>
                  <a:lnTo>
                    <a:pt x="215550" y="41756"/>
                  </a:lnTo>
                  <a:lnTo>
                    <a:pt x="226441" y="35255"/>
                  </a:lnTo>
                  <a:lnTo>
                    <a:pt x="223266" y="29806"/>
                  </a:lnTo>
                  <a:close/>
                </a:path>
                <a:path w="279400" h="168909">
                  <a:moveTo>
                    <a:pt x="279400" y="0"/>
                  </a:moveTo>
                  <a:lnTo>
                    <a:pt x="194437" y="6324"/>
                  </a:lnTo>
                  <a:lnTo>
                    <a:pt x="212320" y="36336"/>
                  </a:lnTo>
                  <a:lnTo>
                    <a:pt x="223266" y="29806"/>
                  </a:lnTo>
                  <a:lnTo>
                    <a:pt x="260302" y="29806"/>
                  </a:lnTo>
                  <a:lnTo>
                    <a:pt x="279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673600" y="6552692"/>
            <a:ext cx="6756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mbria Math"/>
                <a:cs typeface="Cambria Math"/>
              </a:rPr>
              <a:t>𝒂 </a:t>
            </a:r>
            <a:r>
              <a:rPr sz="1600" spc="-10" dirty="0">
                <a:latin typeface="Calibri"/>
                <a:cs typeface="Calibri"/>
              </a:rPr>
              <a:t>inicial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67083" y="4425057"/>
            <a:ext cx="2065374" cy="2268885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Passo</a:t>
            </a:r>
            <a:r>
              <a:rPr spc="-90" dirty="0"/>
              <a:t> </a:t>
            </a:r>
            <a:r>
              <a:rPr dirty="0"/>
              <a:t>de</a:t>
            </a:r>
            <a:r>
              <a:rPr spc="-85" dirty="0"/>
              <a:t> </a:t>
            </a:r>
            <a:r>
              <a:rPr dirty="0"/>
              <a:t>aprendizado</a:t>
            </a:r>
            <a:r>
              <a:rPr spc="-85" dirty="0"/>
              <a:t> </a:t>
            </a:r>
            <a:r>
              <a:rPr spc="-10" dirty="0"/>
              <a:t>grande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42508" y="1795017"/>
            <a:ext cx="6132195" cy="288353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>
              <a:lnSpc>
                <a:spcPct val="899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é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muito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grande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época,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algoritmo </a:t>
            </a:r>
            <a:r>
              <a:rPr sz="2800" dirty="0">
                <a:latin typeface="Calibri"/>
                <a:cs typeface="Calibri"/>
              </a:rPr>
              <a:t>“pula”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spc="-10" dirty="0">
                <a:latin typeface="Calibri"/>
                <a:cs typeface="Calibri"/>
              </a:rPr>
              <a:t>anterior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assim,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acaba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divergindo.</a:t>
            </a:r>
            <a:endParaRPr sz="2800">
              <a:latin typeface="Calibri"/>
              <a:cs typeface="Calibri"/>
            </a:endParaRPr>
          </a:p>
          <a:p>
            <a:pPr marL="241300" marR="436245" indent="-228600">
              <a:lnSpc>
                <a:spcPts val="303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invés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aproximar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dirty="0">
                <a:latin typeface="Calibri"/>
                <a:cs typeface="Calibri"/>
              </a:rPr>
              <a:t>ponto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mínimo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época,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 </a:t>
            </a:r>
            <a:r>
              <a:rPr sz="2800" spc="-10" dirty="0">
                <a:latin typeface="Calibri"/>
                <a:cs typeface="Calibri"/>
              </a:rPr>
              <a:t>distancia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dele.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989" y="2954364"/>
            <a:ext cx="3748956" cy="23725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87017" y="2394331"/>
            <a:ext cx="3662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feedback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positivo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→</a:t>
            </a:r>
            <a:r>
              <a:rPr sz="1400" spc="-45" dirty="0">
                <a:latin typeface="Cambria Math"/>
                <a:cs typeface="Cambria Math"/>
              </a:rPr>
              <a:t> </a:t>
            </a:r>
            <a:r>
              <a:rPr sz="1400" dirty="0">
                <a:latin typeface="Calibri"/>
                <a:cs typeface="Calibri"/>
              </a:rPr>
              <a:t>estouro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precisão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numérica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Passo</a:t>
            </a:r>
            <a:r>
              <a:rPr spc="-90" dirty="0"/>
              <a:t> </a:t>
            </a:r>
            <a:r>
              <a:rPr dirty="0"/>
              <a:t>de</a:t>
            </a:r>
            <a:r>
              <a:rPr spc="-85" dirty="0"/>
              <a:t> </a:t>
            </a:r>
            <a:r>
              <a:rPr dirty="0"/>
              <a:t>aprendizado</a:t>
            </a:r>
            <a:r>
              <a:rPr spc="-85" dirty="0"/>
              <a:t> </a:t>
            </a:r>
            <a:r>
              <a:rPr spc="-10" dirty="0"/>
              <a:t>grande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22111" y="1793493"/>
            <a:ext cx="6102985" cy="37572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69215" indent="-229235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Nesse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ocorre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ciclo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feedback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positivo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cada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época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gradientes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consequentemente,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pesos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tornam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maiores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maiores </a:t>
            </a:r>
            <a:r>
              <a:rPr sz="2800" dirty="0">
                <a:latin typeface="Calibri"/>
                <a:cs typeface="Calibri"/>
              </a:rPr>
              <a:t>até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ocorra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estouro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da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representação</a:t>
            </a:r>
            <a:r>
              <a:rPr sz="2800" b="1" i="1" spc="-1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numérica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698500" marR="5080" lvl="1" indent="-228600">
              <a:lnSpc>
                <a:spcPct val="90000"/>
              </a:lnSpc>
              <a:spcBef>
                <a:spcPts val="53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Problema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ocorre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variável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valor,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pois </a:t>
            </a:r>
            <a:r>
              <a:rPr sz="2400" dirty="0">
                <a:latin typeface="Calibri"/>
                <a:cs typeface="Calibri"/>
              </a:rPr>
              <a:t>ele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intervalo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ela</a:t>
            </a:r>
            <a:r>
              <a:rPr sz="2400" spc="-20" dirty="0">
                <a:latin typeface="Calibri"/>
                <a:cs typeface="Calibri"/>
              </a:rPr>
              <a:t> pode </a:t>
            </a:r>
            <a:r>
              <a:rPr sz="2400" spc="-10" dirty="0">
                <a:latin typeface="Calibri"/>
                <a:cs typeface="Calibri"/>
              </a:rPr>
              <a:t>armazenar.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9962" y="2966302"/>
            <a:ext cx="3748956" cy="23725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74825" y="2406142"/>
            <a:ext cx="3662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feedback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positivo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→</a:t>
            </a:r>
            <a:r>
              <a:rPr sz="1400" spc="-40" dirty="0">
                <a:latin typeface="Cambria Math"/>
                <a:cs typeface="Cambria Math"/>
              </a:rPr>
              <a:t> </a:t>
            </a:r>
            <a:r>
              <a:rPr sz="1400" dirty="0">
                <a:latin typeface="Calibri"/>
                <a:cs typeface="Calibri"/>
              </a:rPr>
              <a:t>estouro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precisão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numérica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Passo</a:t>
            </a:r>
            <a:r>
              <a:rPr spc="-90" dirty="0"/>
              <a:t> </a:t>
            </a:r>
            <a:r>
              <a:rPr dirty="0"/>
              <a:t>de</a:t>
            </a:r>
            <a:r>
              <a:rPr spc="-85" dirty="0"/>
              <a:t> </a:t>
            </a:r>
            <a:r>
              <a:rPr dirty="0"/>
              <a:t>aprendizado</a:t>
            </a:r>
            <a:r>
              <a:rPr spc="-85" dirty="0"/>
              <a:t> </a:t>
            </a:r>
            <a:r>
              <a:rPr spc="-10" dirty="0"/>
              <a:t>ideal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1539" y="1793493"/>
            <a:ext cx="11050270" cy="211645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66700" marR="304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aprendizagem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explorado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valor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ideal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acelere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convergência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estável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ou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oscilações.</a:t>
            </a:r>
            <a:endParaRPr sz="2800">
              <a:latin typeface="Calibri"/>
              <a:cs typeface="Calibri"/>
            </a:endParaRPr>
          </a:p>
          <a:p>
            <a:pPr marL="266700" marR="196850" indent="-228600">
              <a:lnSpc>
                <a:spcPts val="3010"/>
              </a:lnSpc>
              <a:spcBef>
                <a:spcPts val="107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exemplo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abaixo,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𝛼</a:t>
            </a:r>
            <a:r>
              <a:rPr sz="2800" spc="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8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10</a:t>
            </a:r>
            <a:r>
              <a:rPr sz="3075" baseline="27100" dirty="0">
                <a:latin typeface="Cambria Math"/>
                <a:cs typeface="Cambria Math"/>
              </a:rPr>
              <a:t>−4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converge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estável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mínimo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global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épocas.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43" y="4500667"/>
            <a:ext cx="2817442" cy="215594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370448" y="4498436"/>
            <a:ext cx="2528570" cy="2150110"/>
            <a:chOff x="5370448" y="4498436"/>
            <a:chExt cx="2528570" cy="215011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85834" y="4498436"/>
              <a:ext cx="2512670" cy="21498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70448" y="6479400"/>
              <a:ext cx="232155" cy="8924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785105" y="6295440"/>
            <a:ext cx="50228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Cambria Math"/>
                <a:cs typeface="Cambria Math"/>
              </a:rPr>
              <a:t>𝒂</a:t>
            </a:r>
            <a:endParaRPr sz="16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inicial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07515" y="4515371"/>
            <a:ext cx="1948685" cy="209989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Analisando</a:t>
            </a:r>
            <a:r>
              <a:rPr spc="-45" dirty="0"/>
              <a:t> </a:t>
            </a:r>
            <a:r>
              <a:rPr dirty="0"/>
              <a:t>o</a:t>
            </a:r>
            <a:r>
              <a:rPr spc="-45" dirty="0"/>
              <a:t> </a:t>
            </a:r>
            <a:r>
              <a:rPr dirty="0"/>
              <a:t>treinamento</a:t>
            </a:r>
            <a:r>
              <a:rPr spc="-35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um</a:t>
            </a:r>
            <a:r>
              <a:rPr spc="-30" dirty="0"/>
              <a:t> </a:t>
            </a:r>
            <a:r>
              <a:rPr spc="-10" dirty="0"/>
              <a:t>modelo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9366" y="1793493"/>
            <a:ext cx="6627495" cy="49320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Nem</a:t>
            </a:r>
            <a:r>
              <a:rPr sz="2800" b="1" i="1" spc="-1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sempre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iremos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conseguir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plotar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superfície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contorno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para </a:t>
            </a:r>
            <a:r>
              <a:rPr sz="2800" dirty="0">
                <a:latin typeface="Calibri"/>
                <a:cs typeface="Calibri"/>
              </a:rPr>
              <a:t>analisarmos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desempenho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modelo.</a:t>
            </a:r>
            <a:endParaRPr sz="2800" dirty="0">
              <a:latin typeface="Calibri"/>
              <a:cs typeface="Calibri"/>
            </a:endParaRPr>
          </a:p>
          <a:p>
            <a:pPr marL="241300" marR="27940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exemplo,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tivermos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três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atributos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superfície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terá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quatro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dimensões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tornando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sua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análise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mais </a:t>
            </a:r>
            <a:r>
              <a:rPr sz="2800" spc="-10" dirty="0">
                <a:latin typeface="Calibri"/>
                <a:cs typeface="Calibri"/>
              </a:rPr>
              <a:t>difícil.</a:t>
            </a:r>
            <a:endParaRPr sz="2800" dirty="0">
              <a:latin typeface="Calibri"/>
              <a:cs typeface="Calibri"/>
            </a:endParaRPr>
          </a:p>
          <a:p>
            <a:pPr marL="241300" marR="70485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Assim,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geral,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usamos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curva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erro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(i.e.,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EQM)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em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das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iterações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20" dirty="0">
                <a:latin typeface="Calibri"/>
                <a:cs typeface="Calibri"/>
              </a:rPr>
              <a:t>treinamento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analisar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modelo.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993" y="2319330"/>
            <a:ext cx="3887209" cy="2974537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Analisando</a:t>
            </a:r>
            <a:r>
              <a:rPr spc="-45" dirty="0"/>
              <a:t> </a:t>
            </a:r>
            <a:r>
              <a:rPr dirty="0"/>
              <a:t>o</a:t>
            </a:r>
            <a:r>
              <a:rPr spc="-45" dirty="0"/>
              <a:t> </a:t>
            </a:r>
            <a:r>
              <a:rPr dirty="0"/>
              <a:t>treinamento</a:t>
            </a:r>
            <a:r>
              <a:rPr spc="-35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um</a:t>
            </a:r>
            <a:r>
              <a:rPr spc="-30" dirty="0"/>
              <a:t> </a:t>
            </a:r>
            <a:r>
              <a:rPr spc="-10" dirty="0"/>
              <a:t>modelo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128905" indent="-228600">
              <a:lnSpc>
                <a:spcPts val="2810"/>
              </a:lnSpc>
              <a:spcBef>
                <a:spcPts val="4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0" i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600" b="0" i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b="0" i="0" dirty="0">
                <a:solidFill>
                  <a:srgbClr val="000000"/>
                </a:solidFill>
                <a:latin typeface="Calibri"/>
                <a:cs typeface="Calibri"/>
              </a:rPr>
              <a:t>figura</a:t>
            </a:r>
            <a:r>
              <a:rPr sz="2600" b="0" i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b="0" i="0" dirty="0">
                <a:solidFill>
                  <a:srgbClr val="000000"/>
                </a:solidFill>
                <a:latin typeface="Calibri"/>
                <a:cs typeface="Calibri"/>
              </a:rPr>
              <a:t>ao</a:t>
            </a:r>
            <a:r>
              <a:rPr sz="2600" b="0" i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b="0" i="0" dirty="0">
                <a:solidFill>
                  <a:srgbClr val="000000"/>
                </a:solidFill>
                <a:latin typeface="Calibri"/>
                <a:cs typeface="Calibri"/>
              </a:rPr>
              <a:t>lado</a:t>
            </a:r>
            <a:r>
              <a:rPr sz="2600" b="0" i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b="0" i="0" dirty="0">
                <a:solidFill>
                  <a:srgbClr val="000000"/>
                </a:solidFill>
                <a:latin typeface="Calibri"/>
                <a:cs typeface="Calibri"/>
              </a:rPr>
              <a:t>mostra</a:t>
            </a:r>
            <a:r>
              <a:rPr sz="2600" b="0" i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b="0" i="0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z="2600" b="0" i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i="1" spc="-10" dirty="0">
                <a:solidFill>
                  <a:srgbClr val="00AF50"/>
                </a:solidFill>
              </a:rPr>
              <a:t>comportamento</a:t>
            </a:r>
            <a:r>
              <a:rPr sz="2600" spc="-10" dirty="0">
                <a:solidFill>
                  <a:srgbClr val="00AF50"/>
                </a:solidFill>
              </a:rPr>
              <a:t> </a:t>
            </a:r>
            <a:r>
              <a:rPr sz="2600" dirty="0">
                <a:solidFill>
                  <a:srgbClr val="00AF50"/>
                </a:solidFill>
              </a:rPr>
              <a:t>esperado</a:t>
            </a:r>
            <a:r>
              <a:rPr sz="2600" spc="-75" dirty="0">
                <a:solidFill>
                  <a:srgbClr val="00AF50"/>
                </a:solidFill>
              </a:rPr>
              <a:t> </a:t>
            </a:r>
            <a:r>
              <a:rPr sz="2600" b="0" i="0" dirty="0">
                <a:solidFill>
                  <a:srgbClr val="000000"/>
                </a:solidFill>
                <a:latin typeface="Calibri"/>
                <a:cs typeface="Calibri"/>
              </a:rPr>
              <a:t>quando</a:t>
            </a:r>
            <a:r>
              <a:rPr sz="2600" b="0" i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b="0" i="0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z="2600" b="0" i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i="1" dirty="0"/>
              <a:t>passo</a:t>
            </a:r>
            <a:r>
              <a:rPr sz="2600" i="1" spc="-40" dirty="0"/>
              <a:t> </a:t>
            </a:r>
            <a:r>
              <a:rPr sz="2600" i="1" dirty="0"/>
              <a:t>tem</a:t>
            </a:r>
            <a:r>
              <a:rPr sz="2600" i="1" spc="-30" dirty="0"/>
              <a:t> </a:t>
            </a:r>
            <a:r>
              <a:rPr sz="2600" i="1" dirty="0"/>
              <a:t>o</a:t>
            </a:r>
            <a:r>
              <a:rPr sz="2600" i="1" spc="-20" dirty="0"/>
              <a:t> </a:t>
            </a:r>
            <a:r>
              <a:rPr sz="2600" i="1" dirty="0"/>
              <a:t>tamanho</a:t>
            </a:r>
            <a:r>
              <a:rPr sz="2600" i="1" spc="-15" dirty="0"/>
              <a:t> </a:t>
            </a:r>
            <a:r>
              <a:rPr sz="2600" i="1" spc="-10" dirty="0"/>
              <a:t>ideal</a:t>
            </a:r>
            <a:r>
              <a:rPr sz="2600" b="0" i="0" spc="-10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0" i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600" b="0" i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00AF50"/>
                </a:solidFill>
              </a:rPr>
              <a:t>convergência</a:t>
            </a:r>
            <a:r>
              <a:rPr sz="2600" i="1" spc="-15" dirty="0">
                <a:solidFill>
                  <a:srgbClr val="00AF50"/>
                </a:solidFill>
              </a:rPr>
              <a:t> </a:t>
            </a:r>
            <a:r>
              <a:rPr sz="2600" b="0" i="0" dirty="0">
                <a:solidFill>
                  <a:srgbClr val="000000"/>
                </a:solidFill>
                <a:latin typeface="Calibri"/>
                <a:cs typeface="Calibri"/>
              </a:rPr>
              <a:t>nesse</a:t>
            </a:r>
            <a:r>
              <a:rPr sz="2600" b="0" i="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b="0" i="0" dirty="0">
                <a:solidFill>
                  <a:srgbClr val="000000"/>
                </a:solidFill>
                <a:latin typeface="Calibri"/>
                <a:cs typeface="Calibri"/>
              </a:rPr>
              <a:t>caso</a:t>
            </a:r>
            <a:r>
              <a:rPr sz="2600" b="0" i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b="0" i="0" dirty="0">
                <a:solidFill>
                  <a:srgbClr val="000000"/>
                </a:solidFill>
                <a:latin typeface="Calibri"/>
                <a:cs typeface="Calibri"/>
              </a:rPr>
              <a:t>é</a:t>
            </a:r>
            <a:r>
              <a:rPr sz="2600" b="0" i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i="1" spc="-10" dirty="0">
                <a:solidFill>
                  <a:srgbClr val="00AF50"/>
                </a:solidFill>
              </a:rPr>
              <a:t>rápida</a:t>
            </a:r>
            <a:r>
              <a:rPr sz="2600" b="0" i="0" spc="-10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7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diminui</a:t>
            </a:r>
            <a:r>
              <a:rPr sz="22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rapidamente</a:t>
            </a:r>
            <a:r>
              <a:rPr sz="22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nas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primeiras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iterações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510"/>
              </a:lnSpc>
              <a:spcBef>
                <a:spcPts val="229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Conforme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treinamento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continua,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se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estabiliza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510"/>
              </a:lnSpc>
            </a:pPr>
            <a:r>
              <a:rPr sz="2200" i="1" dirty="0">
                <a:solidFill>
                  <a:srgbClr val="00AF50"/>
                </a:solidFill>
              </a:rPr>
              <a:t>e</a:t>
            </a:r>
            <a:r>
              <a:rPr sz="2200" i="1" spc="-65" dirty="0">
                <a:solidFill>
                  <a:srgbClr val="00AF50"/>
                </a:solidFill>
              </a:rPr>
              <a:t> </a:t>
            </a:r>
            <a:r>
              <a:rPr sz="2200" i="1" dirty="0">
                <a:solidFill>
                  <a:srgbClr val="00AF50"/>
                </a:solidFill>
              </a:rPr>
              <a:t>exibe</a:t>
            </a:r>
            <a:r>
              <a:rPr sz="2200" i="1" spc="-60" dirty="0">
                <a:solidFill>
                  <a:srgbClr val="00AF50"/>
                </a:solidFill>
              </a:rPr>
              <a:t> </a:t>
            </a:r>
            <a:r>
              <a:rPr sz="2200" i="1" dirty="0">
                <a:solidFill>
                  <a:srgbClr val="00AF50"/>
                </a:solidFill>
              </a:rPr>
              <a:t>uma</a:t>
            </a:r>
            <a:r>
              <a:rPr sz="2200" i="1" spc="-60" dirty="0">
                <a:solidFill>
                  <a:srgbClr val="00AF50"/>
                </a:solidFill>
              </a:rPr>
              <a:t> </a:t>
            </a:r>
            <a:r>
              <a:rPr sz="2200" i="1" dirty="0">
                <a:solidFill>
                  <a:srgbClr val="00AF50"/>
                </a:solidFill>
              </a:rPr>
              <a:t>redução</a:t>
            </a:r>
            <a:r>
              <a:rPr sz="2200" i="1" spc="-55" dirty="0">
                <a:solidFill>
                  <a:srgbClr val="00AF50"/>
                </a:solidFill>
              </a:rPr>
              <a:t> </a:t>
            </a:r>
            <a:r>
              <a:rPr sz="2200" i="1" dirty="0">
                <a:solidFill>
                  <a:srgbClr val="00AF50"/>
                </a:solidFill>
              </a:rPr>
              <a:t>suave</a:t>
            </a:r>
            <a:r>
              <a:rPr sz="2200" i="1" spc="-65" dirty="0">
                <a:solidFill>
                  <a:srgbClr val="00AF50"/>
                </a:solidFill>
              </a:rPr>
              <a:t> </a:t>
            </a:r>
            <a:r>
              <a:rPr sz="2200" b="0" i="0" dirty="0">
                <a:solidFill>
                  <a:srgbClr val="000000"/>
                </a:solidFill>
                <a:latin typeface="Calibri"/>
                <a:cs typeface="Calibri"/>
              </a:rPr>
              <a:t>(i.e.,</a:t>
            </a:r>
            <a:r>
              <a:rPr sz="2200" b="0" i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i="0" dirty="0">
                <a:solidFill>
                  <a:srgbClr val="000000"/>
                </a:solidFill>
                <a:latin typeface="Calibri"/>
                <a:cs typeface="Calibri"/>
              </a:rPr>
              <a:t>mais</a:t>
            </a:r>
            <a:r>
              <a:rPr sz="2200" b="0" i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i="0" spc="-10" dirty="0">
                <a:solidFill>
                  <a:srgbClr val="000000"/>
                </a:solidFill>
                <a:latin typeface="Calibri"/>
                <a:cs typeface="Calibri"/>
              </a:rPr>
              <a:t>lenta).</a:t>
            </a:r>
            <a:endParaRPr sz="2200" dirty="0">
              <a:latin typeface="Calibri"/>
              <a:cs typeface="Calibri"/>
            </a:endParaRPr>
          </a:p>
          <a:p>
            <a:pPr marL="698500" marR="397510" lvl="1" indent="-228600">
              <a:lnSpc>
                <a:spcPct val="90000"/>
              </a:lnSpc>
              <a:spcBef>
                <a:spcPts val="50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convergência</a:t>
            </a:r>
            <a:r>
              <a:rPr sz="22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atingida</a:t>
            </a:r>
            <a:r>
              <a:rPr sz="22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quando</a:t>
            </a:r>
            <a:r>
              <a:rPr sz="22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2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se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torna praticamente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20" dirty="0">
                <a:solidFill>
                  <a:srgbClr val="00AF50"/>
                </a:solidFill>
                <a:latin typeface="Calibri"/>
                <a:cs typeface="Calibri"/>
              </a:rPr>
              <a:t>constante</a:t>
            </a:r>
            <a:r>
              <a:rPr sz="22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longo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iterações, indicando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pesos</a:t>
            </a:r>
            <a:r>
              <a:rPr sz="22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2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sofrem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grades atualizações</a:t>
            </a:r>
            <a:r>
              <a:rPr sz="2200" spc="-10" dirty="0">
                <a:latin typeface="Calibri"/>
                <a:cs typeface="Calibri"/>
              </a:rPr>
              <a:t>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mínimo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função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foi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atingido.</a:t>
            </a:r>
            <a:endParaRPr sz="2200" dirty="0">
              <a:latin typeface="Calibri"/>
              <a:cs typeface="Calibri"/>
            </a:endParaRPr>
          </a:p>
          <a:p>
            <a:pPr marL="698500" marR="534035" lvl="1" indent="-228600">
              <a:lnSpc>
                <a:spcPts val="2380"/>
              </a:lnSpc>
              <a:spcBef>
                <a:spcPts val="53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Por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treinamento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encerrado </a:t>
            </a:r>
            <a:r>
              <a:rPr sz="2200" dirty="0">
                <a:latin typeface="Calibri"/>
                <a:cs typeface="Calibri"/>
              </a:rPr>
              <a:t>quando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erro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entre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duas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épocas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consecutivas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for </a:t>
            </a:r>
            <a:r>
              <a:rPr sz="2200" dirty="0">
                <a:latin typeface="Calibri"/>
                <a:cs typeface="Calibri"/>
              </a:rPr>
              <a:t>menor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valor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pré-</a:t>
            </a:r>
            <a:r>
              <a:rPr sz="2200" spc="-10" dirty="0">
                <a:latin typeface="Calibri"/>
                <a:cs typeface="Calibri"/>
              </a:rPr>
              <a:t>definido.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401" y="1846438"/>
            <a:ext cx="2949560" cy="226452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7841" y="4850108"/>
            <a:ext cx="2949212" cy="168605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424429" y="4213225"/>
            <a:ext cx="421640" cy="511809"/>
          </a:xfrm>
          <a:custGeom>
            <a:avLst/>
            <a:gdLst/>
            <a:ahLst/>
            <a:cxnLst/>
            <a:rect l="l" t="t" r="r" b="b"/>
            <a:pathLst>
              <a:path w="421639" h="511810">
                <a:moveTo>
                  <a:pt x="315849" y="0"/>
                </a:moveTo>
                <a:lnTo>
                  <a:pt x="315849" y="300863"/>
                </a:lnTo>
                <a:lnTo>
                  <a:pt x="421131" y="300863"/>
                </a:lnTo>
                <a:lnTo>
                  <a:pt x="210565" y="511429"/>
                </a:lnTo>
                <a:lnTo>
                  <a:pt x="0" y="300863"/>
                </a:lnTo>
                <a:lnTo>
                  <a:pt x="105282" y="300863"/>
                </a:lnTo>
                <a:lnTo>
                  <a:pt x="105282" y="0"/>
                </a:lnTo>
                <a:lnTo>
                  <a:pt x="315849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Analisando</a:t>
            </a:r>
            <a:r>
              <a:rPr spc="-45" dirty="0"/>
              <a:t> </a:t>
            </a:r>
            <a:r>
              <a:rPr dirty="0"/>
              <a:t>o</a:t>
            </a:r>
            <a:r>
              <a:rPr spc="-45" dirty="0"/>
              <a:t> </a:t>
            </a:r>
            <a:r>
              <a:rPr dirty="0"/>
              <a:t>treinamento</a:t>
            </a:r>
            <a:r>
              <a:rPr spc="-35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um</a:t>
            </a:r>
            <a:r>
              <a:rPr spc="-30" dirty="0"/>
              <a:t> </a:t>
            </a:r>
            <a:r>
              <a:rPr spc="-10" dirty="0"/>
              <a:t>modelo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7571" y="1793493"/>
            <a:ext cx="6429375" cy="313753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2197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mostra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passo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aprendizagem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é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muito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pequeno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Nesse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convergência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muito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lenta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Após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várias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épocas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treinamento,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erro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ainda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estabilizou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363855" indent="-228600">
              <a:lnSpc>
                <a:spcPts val="3020"/>
              </a:lnSpc>
              <a:spcBef>
                <a:spcPts val="9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Levaria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muito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tempo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modelo </a:t>
            </a:r>
            <a:r>
              <a:rPr sz="2800" dirty="0">
                <a:latin typeface="Calibri"/>
                <a:cs typeface="Calibri"/>
              </a:rPr>
              <a:t>atingisse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ponto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mínimo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65514" y="1777956"/>
            <a:ext cx="3251835" cy="4908550"/>
            <a:chOff x="1365514" y="1777956"/>
            <a:chExt cx="3251835" cy="49085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3098" y="1777956"/>
              <a:ext cx="3130635" cy="245363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5514" y="4828170"/>
              <a:ext cx="3251393" cy="185783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777871" y="4277232"/>
              <a:ext cx="421640" cy="511809"/>
            </a:xfrm>
            <a:custGeom>
              <a:avLst/>
              <a:gdLst/>
              <a:ahLst/>
              <a:cxnLst/>
              <a:rect l="l" t="t" r="r" b="b"/>
              <a:pathLst>
                <a:path w="421639" h="511810">
                  <a:moveTo>
                    <a:pt x="315849" y="0"/>
                  </a:moveTo>
                  <a:lnTo>
                    <a:pt x="315849" y="300736"/>
                  </a:lnTo>
                  <a:lnTo>
                    <a:pt x="421131" y="300736"/>
                  </a:lnTo>
                  <a:lnTo>
                    <a:pt x="210566" y="511302"/>
                  </a:lnTo>
                  <a:lnTo>
                    <a:pt x="0" y="300736"/>
                  </a:lnTo>
                  <a:lnTo>
                    <a:pt x="105283" y="300736"/>
                  </a:lnTo>
                  <a:lnTo>
                    <a:pt x="105283" y="0"/>
                  </a:lnTo>
                  <a:lnTo>
                    <a:pt x="3158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Analisando</a:t>
            </a:r>
            <a:r>
              <a:rPr spc="-45" dirty="0"/>
              <a:t> </a:t>
            </a:r>
            <a:r>
              <a:rPr dirty="0"/>
              <a:t>o</a:t>
            </a:r>
            <a:r>
              <a:rPr spc="-45" dirty="0"/>
              <a:t> </a:t>
            </a:r>
            <a:r>
              <a:rPr dirty="0"/>
              <a:t>treinamento</a:t>
            </a:r>
            <a:r>
              <a:rPr spc="-35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um</a:t>
            </a:r>
            <a:r>
              <a:rPr spc="-30" dirty="0"/>
              <a:t> </a:t>
            </a:r>
            <a:r>
              <a:rPr spc="-10" dirty="0"/>
              <a:t>modelo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7571" y="1793493"/>
            <a:ext cx="6269355" cy="467423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36195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mostra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passo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aprendizagem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é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muito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grande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Nesse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caso,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ocorre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divergência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74625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aumenta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ao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longo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treinamento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indicando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está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distanciando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ponto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mínimo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continuar,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gradientes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tornar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grandes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 </a:t>
            </a:r>
            <a:r>
              <a:rPr sz="2800" dirty="0">
                <a:latin typeface="Calibri"/>
                <a:cs typeface="Calibri"/>
              </a:rPr>
              <a:t>ocorre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estouro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representação numérica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6938" y="1773706"/>
            <a:ext cx="3090489" cy="238031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328860" y="4201667"/>
            <a:ext cx="3195955" cy="2493010"/>
            <a:chOff x="1328860" y="4201667"/>
            <a:chExt cx="3195955" cy="249301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8860" y="4671157"/>
              <a:ext cx="3195466" cy="20229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718816" y="4208017"/>
              <a:ext cx="421640" cy="511809"/>
            </a:xfrm>
            <a:custGeom>
              <a:avLst/>
              <a:gdLst/>
              <a:ahLst/>
              <a:cxnLst/>
              <a:rect l="l" t="t" r="r" b="b"/>
              <a:pathLst>
                <a:path w="421639" h="511810">
                  <a:moveTo>
                    <a:pt x="315848" y="0"/>
                  </a:moveTo>
                  <a:lnTo>
                    <a:pt x="315848" y="300862"/>
                  </a:lnTo>
                  <a:lnTo>
                    <a:pt x="421131" y="300862"/>
                  </a:lnTo>
                  <a:lnTo>
                    <a:pt x="210565" y="511428"/>
                  </a:lnTo>
                  <a:lnTo>
                    <a:pt x="0" y="300862"/>
                  </a:lnTo>
                  <a:lnTo>
                    <a:pt x="105282" y="300862"/>
                  </a:lnTo>
                  <a:lnTo>
                    <a:pt x="105282" y="0"/>
                  </a:lnTo>
                  <a:lnTo>
                    <a:pt x="31584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Analisando</a:t>
            </a:r>
            <a:r>
              <a:rPr spc="-45" dirty="0"/>
              <a:t> </a:t>
            </a:r>
            <a:r>
              <a:rPr dirty="0"/>
              <a:t>o</a:t>
            </a:r>
            <a:r>
              <a:rPr spc="-45" dirty="0"/>
              <a:t> </a:t>
            </a:r>
            <a:r>
              <a:rPr dirty="0"/>
              <a:t>treinamento</a:t>
            </a:r>
            <a:r>
              <a:rPr spc="-35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um</a:t>
            </a:r>
            <a:r>
              <a:rPr spc="-30" dirty="0"/>
              <a:t> </a:t>
            </a:r>
            <a:r>
              <a:rPr spc="-10" dirty="0"/>
              <a:t>modelo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16025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1216025" algn="l"/>
              </a:tabLst>
            </a:pP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b="0" i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figura</a:t>
            </a:r>
            <a:r>
              <a:rPr b="0" i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spc="-10" dirty="0">
                <a:solidFill>
                  <a:srgbClr val="000000"/>
                </a:solidFill>
                <a:latin typeface="Calibri"/>
                <a:cs typeface="Calibri"/>
              </a:rPr>
              <a:t>mostra</a:t>
            </a:r>
            <a:r>
              <a:rPr b="0" i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b="0" i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caso</a:t>
            </a:r>
            <a:r>
              <a:rPr b="0" i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onde</a:t>
            </a:r>
            <a:r>
              <a:rPr b="0" i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b="0" i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i="1" dirty="0"/>
              <a:t>passo</a:t>
            </a:r>
            <a:r>
              <a:rPr i="1" spc="-70" dirty="0"/>
              <a:t> </a:t>
            </a:r>
            <a:r>
              <a:rPr i="1" spc="-25" dirty="0"/>
              <a:t>de</a:t>
            </a:r>
            <a:r>
              <a:rPr spc="-25" dirty="0"/>
              <a:t> </a:t>
            </a:r>
            <a:r>
              <a:rPr spc="-10" dirty="0"/>
              <a:t>aprendizagem</a:t>
            </a:r>
            <a:r>
              <a:rPr spc="-50" dirty="0"/>
              <a:t> </a:t>
            </a:r>
            <a:r>
              <a:rPr dirty="0"/>
              <a:t>é</a:t>
            </a:r>
            <a:r>
              <a:rPr spc="-55" dirty="0"/>
              <a:t> </a:t>
            </a:r>
            <a:r>
              <a:rPr dirty="0"/>
              <a:t>grande,</a:t>
            </a:r>
            <a:r>
              <a:rPr spc="-60" dirty="0"/>
              <a:t> </a:t>
            </a:r>
            <a:r>
              <a:rPr dirty="0"/>
              <a:t>mas</a:t>
            </a:r>
            <a:r>
              <a:rPr spc="-60" dirty="0"/>
              <a:t> </a:t>
            </a:r>
            <a:r>
              <a:rPr dirty="0"/>
              <a:t>não</a:t>
            </a:r>
            <a:r>
              <a:rPr spc="-55" dirty="0"/>
              <a:t> </a:t>
            </a:r>
            <a:r>
              <a:rPr spc="-25" dirty="0"/>
              <a:t>tão </a:t>
            </a:r>
            <a:r>
              <a:rPr dirty="0"/>
              <a:t>grande</a:t>
            </a:r>
            <a:r>
              <a:rPr spc="-75" dirty="0"/>
              <a:t> </a:t>
            </a:r>
            <a:r>
              <a:rPr spc="-10" dirty="0"/>
              <a:t>assim</a:t>
            </a:r>
            <a:r>
              <a:rPr b="0" i="0" spc="-10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</a:p>
          <a:p>
            <a:pPr marL="1216025" marR="147955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1216025" algn="l"/>
              </a:tabLst>
            </a:pP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Nesse</a:t>
            </a:r>
            <a:r>
              <a:rPr b="0" i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caso,</a:t>
            </a:r>
            <a:r>
              <a:rPr b="0" i="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b="0" i="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i="1" dirty="0">
                <a:solidFill>
                  <a:srgbClr val="00AF50"/>
                </a:solidFill>
              </a:rPr>
              <a:t>erro</a:t>
            </a:r>
            <a:r>
              <a:rPr i="1" spc="-75" dirty="0">
                <a:solidFill>
                  <a:srgbClr val="00AF50"/>
                </a:solidFill>
              </a:rPr>
              <a:t> </a:t>
            </a:r>
            <a:r>
              <a:rPr i="1" dirty="0">
                <a:solidFill>
                  <a:srgbClr val="00AF50"/>
                </a:solidFill>
              </a:rPr>
              <a:t>oscila</a:t>
            </a:r>
            <a:r>
              <a:rPr i="1" spc="-70" dirty="0">
                <a:solidFill>
                  <a:srgbClr val="00AF50"/>
                </a:solidFill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entre</a:t>
            </a:r>
            <a:r>
              <a:rPr b="0" i="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spc="-10" dirty="0">
                <a:solidFill>
                  <a:srgbClr val="000000"/>
                </a:solidFill>
                <a:latin typeface="Calibri"/>
                <a:cs typeface="Calibri"/>
              </a:rPr>
              <a:t>valores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grandes</a:t>
            </a:r>
            <a:r>
              <a:rPr b="0" i="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b="0" i="0" spc="-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spc="-10" dirty="0">
                <a:solidFill>
                  <a:srgbClr val="000000"/>
                </a:solidFill>
                <a:latin typeface="Calibri"/>
                <a:cs typeface="Calibri"/>
              </a:rPr>
              <a:t>pequenos.</a:t>
            </a:r>
          </a:p>
          <a:p>
            <a:pPr marL="1216025" marR="79629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1216025" algn="l"/>
              </a:tabLst>
            </a:pP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Por</a:t>
            </a:r>
            <a:r>
              <a:rPr b="0" i="0"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spc="-10" dirty="0">
                <a:solidFill>
                  <a:srgbClr val="000000"/>
                </a:solidFill>
                <a:latin typeface="Calibri"/>
                <a:cs typeface="Calibri"/>
              </a:rPr>
              <a:t>ventura,</a:t>
            </a:r>
            <a:r>
              <a:rPr b="0" i="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b="0" i="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i="1" spc="-10" dirty="0">
                <a:solidFill>
                  <a:srgbClr val="00AF50"/>
                </a:solidFill>
              </a:rPr>
              <a:t>convergência</a:t>
            </a:r>
            <a:r>
              <a:rPr i="1" spc="-95" dirty="0">
                <a:solidFill>
                  <a:srgbClr val="00AF50"/>
                </a:solidFill>
              </a:rPr>
              <a:t> </a:t>
            </a:r>
            <a:r>
              <a:rPr i="1" spc="-20" dirty="0">
                <a:solidFill>
                  <a:srgbClr val="00AF50"/>
                </a:solidFill>
              </a:rPr>
              <a:t>pode</a:t>
            </a:r>
            <a:r>
              <a:rPr spc="-2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ocorrer</a:t>
            </a:r>
            <a:r>
              <a:rPr spc="-9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após</a:t>
            </a:r>
            <a:r>
              <a:rPr spc="-9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algumas</a:t>
            </a:r>
            <a:r>
              <a:rPr spc="-100" dirty="0">
                <a:solidFill>
                  <a:srgbClr val="00AF50"/>
                </a:solidFill>
              </a:rPr>
              <a:t> </a:t>
            </a:r>
            <a:r>
              <a:rPr spc="-10" dirty="0">
                <a:solidFill>
                  <a:srgbClr val="00AF50"/>
                </a:solidFill>
              </a:rPr>
              <a:t>épocas</a:t>
            </a:r>
            <a:r>
              <a:rPr b="0" i="0" spc="-10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616858" y="1655588"/>
            <a:ext cx="3241675" cy="5062220"/>
            <a:chOff x="1616858" y="1655588"/>
            <a:chExt cx="3241675" cy="50622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5382" y="1655588"/>
              <a:ext cx="3098002" cy="24556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6858" y="4670347"/>
              <a:ext cx="3241446" cy="204688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24123" y="4141977"/>
              <a:ext cx="421640" cy="511809"/>
            </a:xfrm>
            <a:custGeom>
              <a:avLst/>
              <a:gdLst/>
              <a:ahLst/>
              <a:cxnLst/>
              <a:rect l="l" t="t" r="r" b="b"/>
              <a:pathLst>
                <a:path w="421639" h="511810">
                  <a:moveTo>
                    <a:pt x="315849" y="0"/>
                  </a:moveTo>
                  <a:lnTo>
                    <a:pt x="315849" y="300863"/>
                  </a:lnTo>
                  <a:lnTo>
                    <a:pt x="421131" y="300863"/>
                  </a:lnTo>
                  <a:lnTo>
                    <a:pt x="210565" y="511302"/>
                  </a:lnTo>
                  <a:lnTo>
                    <a:pt x="0" y="300863"/>
                  </a:lnTo>
                  <a:lnTo>
                    <a:pt x="105282" y="300863"/>
                  </a:lnTo>
                  <a:lnTo>
                    <a:pt x="105282" y="0"/>
                  </a:lnTo>
                  <a:lnTo>
                    <a:pt x="315849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Como</a:t>
            </a:r>
            <a:r>
              <a:rPr spc="-40" dirty="0"/>
              <a:t> </a:t>
            </a:r>
            <a:r>
              <a:rPr dirty="0"/>
              <a:t>configurar</a:t>
            </a:r>
            <a:r>
              <a:rPr spc="-35" dirty="0"/>
              <a:t> </a:t>
            </a:r>
            <a:r>
              <a:rPr dirty="0"/>
              <a:t>o</a:t>
            </a:r>
            <a:r>
              <a:rPr spc="-35" dirty="0"/>
              <a:t> </a:t>
            </a:r>
            <a:r>
              <a:rPr dirty="0"/>
              <a:t>passo</a:t>
            </a:r>
            <a:r>
              <a:rPr spc="-4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spc="-10" dirty="0"/>
              <a:t>aprendizagem?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887075" cy="492887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14350">
              <a:lnSpc>
                <a:spcPts val="3030"/>
              </a:lnSpc>
              <a:spcBef>
                <a:spcPts val="470"/>
              </a:spcBef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abordagens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usadas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configurar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aprendizagem </a:t>
            </a:r>
            <a:r>
              <a:rPr sz="2800" spc="-20" dirty="0">
                <a:latin typeface="Calibri"/>
                <a:cs typeface="Calibri"/>
              </a:rPr>
              <a:t>são: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Ajuste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manual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envolve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escolha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através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tentativa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Redução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programada</a:t>
            </a:r>
            <a:r>
              <a:rPr sz="2800" spc="-20" dirty="0">
                <a:latin typeface="Calibri"/>
                <a:cs typeface="Calibri"/>
              </a:rPr>
              <a:t>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diminuição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gradual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passo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aprendizagem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ao </a:t>
            </a:r>
            <a:r>
              <a:rPr sz="2800" dirty="0">
                <a:latin typeface="Calibri"/>
                <a:cs typeface="Calibri"/>
              </a:rPr>
              <a:t>longo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iterações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treinamento.</a:t>
            </a:r>
            <a:endParaRPr sz="2800" dirty="0">
              <a:latin typeface="Calibri"/>
              <a:cs typeface="Calibri"/>
            </a:endParaRPr>
          </a:p>
          <a:p>
            <a:pPr marL="241300" marR="31115" indent="-228600">
              <a:lnSpc>
                <a:spcPts val="3020"/>
              </a:lnSpc>
              <a:spcBef>
                <a:spcPts val="9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40" dirty="0">
                <a:latin typeface="Calibri"/>
                <a:cs typeface="Calibri"/>
              </a:rPr>
              <a:t>Termo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momentum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média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histórico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gradientes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atualizar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pesos.</a:t>
            </a:r>
            <a:endParaRPr sz="2800" dirty="0">
              <a:latin typeface="Calibri"/>
              <a:cs typeface="Calibri"/>
            </a:endParaRPr>
          </a:p>
          <a:p>
            <a:pPr marL="241300" marR="266700" indent="-228600">
              <a:lnSpc>
                <a:spcPts val="3020"/>
              </a:lnSpc>
              <a:spcBef>
                <a:spcPts val="10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20" dirty="0">
                <a:latin typeface="Calibri"/>
                <a:cs typeface="Calibri"/>
              </a:rPr>
              <a:t>Variação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adaptativa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adapta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os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passos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aprendizagem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acordo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com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estatísticas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vetor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gradiente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336550" indent="-228600">
              <a:lnSpc>
                <a:spcPts val="3030"/>
              </a:lnSpc>
              <a:spcBef>
                <a:spcPts val="9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últimas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abordagens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também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conhecidas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como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otimizações </a:t>
            </a:r>
            <a:r>
              <a:rPr sz="2800" b="1" i="1" dirty="0">
                <a:latin typeface="Calibri"/>
                <a:cs typeface="Calibri"/>
              </a:rPr>
              <a:t>do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algoritmo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gradiente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descendente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Ajuste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20" dirty="0"/>
              <a:t> </a:t>
            </a:r>
            <a:r>
              <a:rPr dirty="0"/>
              <a:t>do</a:t>
            </a:r>
            <a:r>
              <a:rPr spc="-20" dirty="0"/>
              <a:t> </a:t>
            </a:r>
            <a:r>
              <a:rPr dirty="0"/>
              <a:t>passo</a:t>
            </a:r>
            <a:r>
              <a:rPr spc="-2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spc="-10" dirty="0"/>
              <a:t>aprendizagem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978515" cy="335343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Como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valor</a:t>
            </a:r>
            <a:r>
              <a:rPr sz="2800" b="1" i="1" spc="1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ideal</a:t>
            </a:r>
            <a:r>
              <a:rPr sz="2800" b="1" i="1" spc="1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1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passo</a:t>
            </a:r>
            <a:r>
              <a:rPr sz="2800" b="1" i="1" spc="1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1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aprendizagem</a:t>
            </a:r>
            <a:r>
              <a:rPr sz="2800" b="1" i="1" spc="1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conhecido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priori,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encontrá-</a:t>
            </a:r>
            <a:r>
              <a:rPr sz="2800" dirty="0">
                <a:latin typeface="Calibri"/>
                <a:cs typeface="Calibri"/>
              </a:rPr>
              <a:t>lo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através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ajuste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manual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  <a:tab pos="633095" algn="l"/>
                <a:tab pos="1659889" algn="l"/>
                <a:tab pos="1993900" algn="l"/>
                <a:tab pos="2809240" algn="l"/>
                <a:tab pos="4005579" algn="l"/>
                <a:tab pos="4525645" algn="l"/>
                <a:tab pos="6034405" algn="l"/>
                <a:tab pos="6365240" algn="l"/>
                <a:tab pos="7134859" algn="l"/>
                <a:tab pos="7750809" algn="l"/>
                <a:tab pos="8458200" algn="l"/>
                <a:tab pos="9087485" algn="l"/>
                <a:tab pos="9962515" algn="l"/>
                <a:tab pos="10777855" algn="l"/>
              </a:tabLst>
            </a:pPr>
            <a:r>
              <a:rPr sz="2800" spc="-50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ajuste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é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feito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através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de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b="1" i="1" spc="-10" dirty="0">
                <a:latin typeface="Calibri"/>
                <a:cs typeface="Calibri"/>
              </a:rPr>
              <a:t>tentativa</a:t>
            </a:r>
            <a:r>
              <a:rPr sz="2800" b="1" i="1" dirty="0">
                <a:latin typeface="Calibri"/>
                <a:cs typeface="Calibri"/>
              </a:rPr>
              <a:t>	</a:t>
            </a:r>
            <a:r>
              <a:rPr sz="2800" b="1" i="1" spc="-50" dirty="0">
                <a:latin typeface="Calibri"/>
                <a:cs typeface="Calibri"/>
              </a:rPr>
              <a:t>e</a:t>
            </a:r>
            <a:r>
              <a:rPr sz="2800" b="1" i="1" dirty="0">
                <a:latin typeface="Calibri"/>
                <a:cs typeface="Calibri"/>
              </a:rPr>
              <a:t>	</a:t>
            </a:r>
            <a:r>
              <a:rPr sz="2800" b="1" i="1" spc="-20" dirty="0">
                <a:latin typeface="Calibri"/>
                <a:cs typeface="Calibri"/>
              </a:rPr>
              <a:t>erro</a:t>
            </a:r>
            <a:r>
              <a:rPr sz="2800" b="1" i="1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até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que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um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valor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bom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spc="-10" dirty="0">
                <a:latin typeface="Calibri"/>
                <a:cs typeface="Calibri"/>
              </a:rPr>
              <a:t>suficiente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encontrado.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19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programática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consiste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realizar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sz="2800" b="1" i="1" dirty="0">
                <a:latin typeface="Calibri"/>
                <a:cs typeface="Calibri"/>
              </a:rPr>
              <a:t>busca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em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grade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b="1" i="1" dirty="0">
                <a:latin typeface="Calibri"/>
                <a:cs typeface="Calibri"/>
              </a:rPr>
              <a:t>grid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search</a:t>
            </a:r>
            <a:r>
              <a:rPr sz="2800" spc="-10" dirty="0">
                <a:latin typeface="Calibri"/>
                <a:cs typeface="Calibri"/>
              </a:rPr>
              <a:t>).</a:t>
            </a:r>
            <a:endParaRPr sz="2800" dirty="0">
              <a:latin typeface="Calibri"/>
              <a:cs typeface="Calibri"/>
            </a:endParaRPr>
          </a:p>
          <a:p>
            <a:pPr marL="698500" marR="532130" lvl="1" indent="-228600">
              <a:lnSpc>
                <a:spcPts val="2590"/>
              </a:lnSpc>
              <a:spcBef>
                <a:spcPts val="57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dirty="0">
                <a:latin typeface="Calibri"/>
                <a:cs typeface="Calibri"/>
              </a:rPr>
              <a:t>Grid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search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método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faz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busca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exaustiva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pelo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ótimo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25" dirty="0">
                <a:latin typeface="Calibri"/>
                <a:cs typeface="Calibri"/>
              </a:rPr>
              <a:t> ou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hiperparâmetros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algoritmo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aprendizagem.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Ajuste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20" dirty="0"/>
              <a:t> </a:t>
            </a:r>
            <a:r>
              <a:rPr dirty="0"/>
              <a:t>do</a:t>
            </a:r>
            <a:r>
              <a:rPr spc="-20" dirty="0"/>
              <a:t> </a:t>
            </a:r>
            <a:r>
              <a:rPr dirty="0"/>
              <a:t>passo</a:t>
            </a:r>
            <a:r>
              <a:rPr spc="-2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spc="-10" dirty="0"/>
              <a:t>aprendizagem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6800" y="1981200"/>
            <a:ext cx="10825480" cy="369588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79400" marR="431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794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busca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em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grade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ajuda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ordem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magnitude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onde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residir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bons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aprendizagem.</a:t>
            </a:r>
            <a:endParaRPr sz="2800" dirty="0">
              <a:latin typeface="Calibri"/>
              <a:cs typeface="Calibri"/>
            </a:endParaRPr>
          </a:p>
          <a:p>
            <a:pPr marL="279400" indent="-228600">
              <a:lnSpc>
                <a:spcPts val="3190"/>
              </a:lnSpc>
              <a:spcBef>
                <a:spcPts val="625"/>
              </a:spcBef>
              <a:buFont typeface="Arial"/>
              <a:buChar char="•"/>
              <a:tabLst>
                <a:tab pos="279400" algn="l"/>
              </a:tabLst>
            </a:pPr>
            <a:r>
              <a:rPr sz="2800" spc="-10" dirty="0">
                <a:latin typeface="Calibri"/>
                <a:cs typeface="Calibri"/>
              </a:rPr>
              <a:t>Típicamente,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busca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em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grade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iniciada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escala</a:t>
            </a:r>
            <a:endParaRPr sz="2800" dirty="0">
              <a:latin typeface="Calibri"/>
              <a:cs typeface="Calibri"/>
            </a:endParaRPr>
          </a:p>
          <a:p>
            <a:pPr marL="279400">
              <a:lnSpc>
                <a:spcPts val="3190"/>
              </a:lnSpc>
            </a:pPr>
            <a:r>
              <a:rPr sz="2800" b="1" i="1" spc="-10" dirty="0">
                <a:latin typeface="Calibri"/>
                <a:cs typeface="Calibri"/>
              </a:rPr>
              <a:t>logarítmica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ajuste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grosso</a:t>
            </a:r>
            <a:r>
              <a:rPr sz="2800" dirty="0">
                <a:latin typeface="Calibri"/>
                <a:cs typeface="Calibri"/>
              </a:rPr>
              <a:t>),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 err="1">
                <a:latin typeface="Calibri"/>
                <a:cs typeface="Calibri"/>
              </a:rPr>
              <a:t>por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exemplo</a:t>
            </a:r>
            <a:endParaRPr lang="pt-BR" sz="2800" dirty="0">
              <a:latin typeface="Calibri"/>
              <a:cs typeface="Calibri"/>
            </a:endParaRPr>
          </a:p>
          <a:p>
            <a:pPr marL="364490" algn="ctr">
              <a:lnSpc>
                <a:spcPct val="100000"/>
              </a:lnSpc>
              <a:spcBef>
                <a:spcPts val="720"/>
              </a:spcBef>
              <a:tabLst>
                <a:tab pos="5101590" algn="l"/>
              </a:tabLst>
            </a:pPr>
            <a:r>
              <a:rPr lang="pt-BR" sz="2800" spc="-10" dirty="0">
                <a:latin typeface="Cambria Math"/>
                <a:cs typeface="Cambria Math"/>
              </a:rPr>
              <a:t>{1,</a:t>
            </a:r>
            <a:r>
              <a:rPr lang="pt-BR" sz="2800" spc="-100" dirty="0">
                <a:latin typeface="Cambria Math"/>
                <a:cs typeface="Cambria Math"/>
              </a:rPr>
              <a:t> </a:t>
            </a:r>
            <a:r>
              <a:rPr lang="pt-BR" sz="2800" dirty="0">
                <a:latin typeface="Cambria Math"/>
                <a:cs typeface="Cambria Math"/>
              </a:rPr>
              <a:t>10</a:t>
            </a:r>
            <a:r>
              <a:rPr lang="pt-BR" sz="3075" baseline="27100" dirty="0">
                <a:latin typeface="Cambria Math"/>
                <a:cs typeface="Cambria Math"/>
              </a:rPr>
              <a:t>−1</a:t>
            </a:r>
            <a:r>
              <a:rPr lang="pt-BR" sz="2800" dirty="0">
                <a:latin typeface="Cambria Math"/>
                <a:cs typeface="Cambria Math"/>
              </a:rPr>
              <a:t>,</a:t>
            </a:r>
            <a:r>
              <a:rPr lang="pt-BR" sz="2800" spc="-85" dirty="0">
                <a:latin typeface="Cambria Math"/>
                <a:cs typeface="Cambria Math"/>
              </a:rPr>
              <a:t> </a:t>
            </a:r>
            <a:r>
              <a:rPr lang="pt-BR" sz="2800" dirty="0">
                <a:latin typeface="Cambria Math"/>
                <a:cs typeface="Cambria Math"/>
              </a:rPr>
              <a:t>10</a:t>
            </a:r>
            <a:r>
              <a:rPr lang="pt-BR" sz="3075" baseline="27100" dirty="0">
                <a:latin typeface="Cambria Math"/>
                <a:cs typeface="Cambria Math"/>
              </a:rPr>
              <a:t>−2</a:t>
            </a:r>
            <a:r>
              <a:rPr lang="pt-BR" sz="2800" dirty="0">
                <a:latin typeface="Cambria Math"/>
                <a:cs typeface="Cambria Math"/>
              </a:rPr>
              <a:t>,</a:t>
            </a:r>
            <a:r>
              <a:rPr lang="pt-BR" sz="2800" spc="-80" dirty="0">
                <a:latin typeface="Cambria Math"/>
                <a:cs typeface="Cambria Math"/>
              </a:rPr>
              <a:t> </a:t>
            </a:r>
            <a:r>
              <a:rPr lang="pt-BR" sz="2800" dirty="0">
                <a:latin typeface="Cambria Math"/>
                <a:cs typeface="Cambria Math"/>
              </a:rPr>
              <a:t>10</a:t>
            </a:r>
            <a:r>
              <a:rPr lang="pt-BR" sz="3075" baseline="27100" dirty="0">
                <a:latin typeface="Cambria Math"/>
                <a:cs typeface="Cambria Math"/>
              </a:rPr>
              <a:t>−3</a:t>
            </a:r>
            <a:r>
              <a:rPr lang="pt-BR" sz="2800" dirty="0">
                <a:latin typeface="Cambria Math"/>
                <a:cs typeface="Cambria Math"/>
              </a:rPr>
              <a:t>,</a:t>
            </a:r>
            <a:r>
              <a:rPr lang="pt-BR" sz="2800" spc="-100" dirty="0">
                <a:latin typeface="Cambria Math"/>
                <a:cs typeface="Cambria Math"/>
              </a:rPr>
              <a:t> </a:t>
            </a:r>
            <a:r>
              <a:rPr lang="pt-BR" sz="2800" dirty="0">
                <a:latin typeface="Cambria Math"/>
                <a:cs typeface="Cambria Math"/>
              </a:rPr>
              <a:t>10</a:t>
            </a:r>
            <a:r>
              <a:rPr lang="pt-BR" sz="3075" baseline="27100" dirty="0">
                <a:latin typeface="Cambria Math"/>
                <a:cs typeface="Cambria Math"/>
              </a:rPr>
              <a:t>−4</a:t>
            </a:r>
            <a:r>
              <a:rPr lang="pt-BR" sz="2800" dirty="0">
                <a:latin typeface="Cambria Math"/>
                <a:cs typeface="Cambria Math"/>
              </a:rPr>
              <a:t>,</a:t>
            </a:r>
            <a:r>
              <a:rPr lang="pt-BR" sz="2800" spc="-85" dirty="0">
                <a:latin typeface="Cambria Math"/>
                <a:cs typeface="Cambria Math"/>
              </a:rPr>
              <a:t> </a:t>
            </a:r>
            <a:r>
              <a:rPr lang="pt-BR" sz="2800" spc="-20" dirty="0">
                <a:latin typeface="Cambria Math"/>
                <a:cs typeface="Cambria Math"/>
              </a:rPr>
              <a:t>10</a:t>
            </a:r>
            <a:r>
              <a:rPr lang="pt-BR" sz="3075" spc="-30" baseline="27100" dirty="0">
                <a:latin typeface="Cambria Math"/>
                <a:cs typeface="Cambria Math"/>
              </a:rPr>
              <a:t>−5</a:t>
            </a:r>
            <a:r>
              <a:rPr lang="pt-BR" sz="3075" spc="-30" dirty="0">
                <a:latin typeface="Cambria Math"/>
                <a:cs typeface="Cambria Math"/>
              </a:rPr>
              <a:t>}</a:t>
            </a:r>
            <a:r>
              <a:rPr lang="pt-BR" sz="3075" baseline="27100" dirty="0">
                <a:latin typeface="Cambria Math"/>
                <a:cs typeface="Cambria Math"/>
              </a:rPr>
              <a:t>	</a:t>
            </a:r>
            <a:r>
              <a:rPr lang="pt-BR" sz="2800" spc="-50" dirty="0">
                <a:latin typeface="Calibri"/>
                <a:cs typeface="Calibri"/>
              </a:rPr>
              <a:t>.</a:t>
            </a:r>
            <a:endParaRPr lang="pt-BR" sz="2800" dirty="0">
              <a:latin typeface="Calibri"/>
              <a:cs typeface="Calibri"/>
            </a:endParaRPr>
          </a:p>
          <a:p>
            <a:pPr marL="279400" marR="181610" indent="-228600">
              <a:lnSpc>
                <a:spcPts val="3020"/>
              </a:lnSpc>
              <a:spcBef>
                <a:spcPts val="1019"/>
              </a:spcBef>
              <a:buFont typeface="Arial"/>
              <a:buChar char="•"/>
              <a:tabLst>
                <a:tab pos="2794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seguida,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faz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ajuste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fino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torno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melhor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encontrado durante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busca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logarítmica.</a:t>
            </a:r>
            <a:endParaRPr sz="2800" dirty="0">
              <a:latin typeface="Calibri"/>
              <a:cs typeface="Calibri"/>
            </a:endParaRPr>
          </a:p>
          <a:p>
            <a:pPr marL="2794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79400" algn="l"/>
              </a:tabLst>
            </a:pPr>
            <a:r>
              <a:rPr sz="2800" dirty="0">
                <a:latin typeface="Calibri"/>
                <a:cs typeface="Calibri"/>
              </a:rPr>
              <a:t>Depois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escolhido,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sempre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constante.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6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Exemplo:</a:t>
            </a:r>
            <a:r>
              <a:rPr spc="-50" dirty="0"/>
              <a:t> </a:t>
            </a:r>
            <a:r>
              <a:rPr dirty="0"/>
              <a:t>ajuste</a:t>
            </a:r>
            <a:r>
              <a:rPr spc="-50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b="0" dirty="0">
                <a:latin typeface="Cambria Math"/>
                <a:cs typeface="Cambria Math"/>
              </a:rPr>
              <a:t>𝛼</a:t>
            </a:r>
            <a:r>
              <a:rPr b="0" spc="110" dirty="0">
                <a:latin typeface="Cambria Math"/>
                <a:cs typeface="Cambria Math"/>
              </a:rPr>
              <a:t> </a:t>
            </a:r>
            <a:r>
              <a:rPr dirty="0"/>
              <a:t>com</a:t>
            </a:r>
            <a:r>
              <a:rPr spc="-40" dirty="0"/>
              <a:t> </a:t>
            </a:r>
            <a:r>
              <a:rPr i="1" dirty="0">
                <a:latin typeface="Calibri Light"/>
                <a:cs typeface="Calibri Light"/>
              </a:rPr>
              <a:t>grid</a:t>
            </a:r>
            <a:r>
              <a:rPr i="1" spc="-55" dirty="0">
                <a:latin typeface="Calibri Light"/>
                <a:cs typeface="Calibri Light"/>
              </a:rPr>
              <a:t> </a:t>
            </a:r>
            <a:r>
              <a:rPr i="1" spc="-10" dirty="0">
                <a:latin typeface="Calibri Light"/>
                <a:cs typeface="Calibri Light"/>
              </a:rPr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38284" y="6606337"/>
            <a:ext cx="294576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200" b="1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linear_regression_grid_search.ipynb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63012" y="1412680"/>
            <a:ext cx="5417013" cy="23430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8854" y="4538543"/>
            <a:ext cx="5421170" cy="230282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252084" y="3859529"/>
            <a:ext cx="1979930" cy="523875"/>
            <a:chOff x="5252084" y="3859529"/>
            <a:chExt cx="1979930" cy="523875"/>
          </a:xfrm>
        </p:grpSpPr>
        <p:sp>
          <p:nvSpPr>
            <p:cNvPr id="7" name="object 7"/>
            <p:cNvSpPr/>
            <p:nvPr/>
          </p:nvSpPr>
          <p:spPr>
            <a:xfrm>
              <a:off x="5258434" y="3865879"/>
              <a:ext cx="1967230" cy="511175"/>
            </a:xfrm>
            <a:custGeom>
              <a:avLst/>
              <a:gdLst/>
              <a:ahLst/>
              <a:cxnLst/>
              <a:rect l="l" t="t" r="r" b="b"/>
              <a:pathLst>
                <a:path w="1967229" h="511175">
                  <a:moveTo>
                    <a:pt x="1475105" y="0"/>
                  </a:moveTo>
                  <a:lnTo>
                    <a:pt x="491743" y="0"/>
                  </a:lnTo>
                  <a:lnTo>
                    <a:pt x="491743" y="255397"/>
                  </a:lnTo>
                  <a:lnTo>
                    <a:pt x="0" y="255397"/>
                  </a:lnTo>
                  <a:lnTo>
                    <a:pt x="983488" y="510794"/>
                  </a:lnTo>
                  <a:lnTo>
                    <a:pt x="1966848" y="255397"/>
                  </a:lnTo>
                  <a:lnTo>
                    <a:pt x="1475105" y="255397"/>
                  </a:lnTo>
                  <a:lnTo>
                    <a:pt x="1475105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58434" y="3865879"/>
              <a:ext cx="1967230" cy="511175"/>
            </a:xfrm>
            <a:custGeom>
              <a:avLst/>
              <a:gdLst/>
              <a:ahLst/>
              <a:cxnLst/>
              <a:rect l="l" t="t" r="r" b="b"/>
              <a:pathLst>
                <a:path w="1967229" h="511175">
                  <a:moveTo>
                    <a:pt x="0" y="255397"/>
                  </a:moveTo>
                  <a:lnTo>
                    <a:pt x="491743" y="255397"/>
                  </a:lnTo>
                  <a:lnTo>
                    <a:pt x="491743" y="0"/>
                  </a:lnTo>
                  <a:lnTo>
                    <a:pt x="1475105" y="0"/>
                  </a:lnTo>
                  <a:lnTo>
                    <a:pt x="1475105" y="255397"/>
                  </a:lnTo>
                  <a:lnTo>
                    <a:pt x="1966848" y="255397"/>
                  </a:lnTo>
                  <a:lnTo>
                    <a:pt x="983488" y="510794"/>
                  </a:lnTo>
                  <a:lnTo>
                    <a:pt x="0" y="25539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297673" y="3875023"/>
            <a:ext cx="1542415" cy="4546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5240">
              <a:lnSpc>
                <a:spcPct val="100699"/>
              </a:lnSpc>
              <a:spcBef>
                <a:spcPts val="90"/>
              </a:spcBef>
            </a:pPr>
            <a:r>
              <a:rPr sz="1400" dirty="0">
                <a:latin typeface="Calibri"/>
                <a:cs typeface="Calibri"/>
              </a:rPr>
              <a:t>Ajuste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em</a:t>
            </a:r>
            <a:r>
              <a:rPr sz="1400" spc="-20" dirty="0">
                <a:latin typeface="Calibri"/>
                <a:cs typeface="Calibri"/>
              </a:rPr>
              <a:t> torno </a:t>
            </a:r>
            <a:r>
              <a:rPr sz="1400" dirty="0">
                <a:latin typeface="Calibri"/>
                <a:cs typeface="Calibri"/>
              </a:rPr>
              <a:t>do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melhor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valor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𝛼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99917" y="3918584"/>
            <a:ext cx="13163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escala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logarítmica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05657" y="3655440"/>
            <a:ext cx="765175" cy="290830"/>
          </a:xfrm>
          <a:custGeom>
            <a:avLst/>
            <a:gdLst/>
            <a:ahLst/>
            <a:cxnLst/>
            <a:rect l="l" t="t" r="r" b="b"/>
            <a:pathLst>
              <a:path w="765175" h="290829">
                <a:moveTo>
                  <a:pt x="692047" y="32910"/>
                </a:moveTo>
                <a:lnTo>
                  <a:pt x="0" y="284733"/>
                </a:lnTo>
                <a:lnTo>
                  <a:pt x="2158" y="290702"/>
                </a:lnTo>
                <a:lnTo>
                  <a:pt x="694215" y="38875"/>
                </a:lnTo>
                <a:lnTo>
                  <a:pt x="692047" y="32910"/>
                </a:lnTo>
                <a:close/>
              </a:path>
              <a:path w="765175" h="290829">
                <a:moveTo>
                  <a:pt x="746874" y="28574"/>
                </a:moveTo>
                <a:lnTo>
                  <a:pt x="703960" y="28574"/>
                </a:lnTo>
                <a:lnTo>
                  <a:pt x="706119" y="34543"/>
                </a:lnTo>
                <a:lnTo>
                  <a:pt x="694215" y="38875"/>
                </a:lnTo>
                <a:lnTo>
                  <a:pt x="706119" y="71627"/>
                </a:lnTo>
                <a:lnTo>
                  <a:pt x="746874" y="28574"/>
                </a:lnTo>
                <a:close/>
              </a:path>
              <a:path w="765175" h="290829">
                <a:moveTo>
                  <a:pt x="703960" y="28574"/>
                </a:moveTo>
                <a:lnTo>
                  <a:pt x="692047" y="32910"/>
                </a:lnTo>
                <a:lnTo>
                  <a:pt x="694215" y="38875"/>
                </a:lnTo>
                <a:lnTo>
                  <a:pt x="706119" y="34543"/>
                </a:lnTo>
                <a:lnTo>
                  <a:pt x="703960" y="28574"/>
                </a:lnTo>
                <a:close/>
              </a:path>
              <a:path w="765175" h="290829">
                <a:moveTo>
                  <a:pt x="680084" y="0"/>
                </a:moveTo>
                <a:lnTo>
                  <a:pt x="692047" y="32910"/>
                </a:lnTo>
                <a:lnTo>
                  <a:pt x="703960" y="28574"/>
                </a:lnTo>
                <a:lnTo>
                  <a:pt x="746874" y="28574"/>
                </a:lnTo>
                <a:lnTo>
                  <a:pt x="764666" y="9778"/>
                </a:lnTo>
                <a:lnTo>
                  <a:pt x="6800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485126" y="1748790"/>
            <a:ext cx="1129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256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Número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35" dirty="0">
                <a:latin typeface="Calibri"/>
                <a:cs typeface="Calibri"/>
              </a:rPr>
              <a:t>de </a:t>
            </a:r>
            <a:r>
              <a:rPr sz="1200" dirty="0">
                <a:latin typeface="Calibri"/>
                <a:cs typeface="Calibri"/>
              </a:rPr>
              <a:t>épocas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até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atingir </a:t>
            </a:r>
            <a:r>
              <a:rPr sz="1200" dirty="0">
                <a:latin typeface="Calibri"/>
                <a:cs typeface="Calibri"/>
              </a:rPr>
              <a:t>critério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10" dirty="0">
                <a:latin typeface="Calibri"/>
                <a:cs typeface="Calibri"/>
              </a:rPr>
              <a:t> parada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Melhorando</a:t>
            </a:r>
            <a:r>
              <a:rPr spc="-8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10" dirty="0"/>
              <a:t>convergência</a:t>
            </a:r>
            <a:r>
              <a:rPr spc="-45" dirty="0"/>
              <a:t> </a:t>
            </a:r>
            <a:r>
              <a:rPr dirty="0"/>
              <a:t>das</a:t>
            </a:r>
            <a:r>
              <a:rPr spc="-65" dirty="0"/>
              <a:t> </a:t>
            </a:r>
            <a:r>
              <a:rPr spc="-10" dirty="0"/>
              <a:t>versões estocásticas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528" y="2405633"/>
            <a:ext cx="3260771" cy="308867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8264" y="1793493"/>
            <a:ext cx="10484485" cy="36735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83025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3883025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versões</a:t>
            </a:r>
            <a:r>
              <a:rPr sz="2800" b="1" i="1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EC7C30"/>
                </a:solidFill>
                <a:latin typeface="Calibri"/>
                <a:cs typeface="Calibri"/>
              </a:rPr>
              <a:t>estocásticas</a:t>
            </a:r>
            <a:r>
              <a:rPr sz="2800" b="1" i="1" spc="-4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 descendente, </a:t>
            </a:r>
            <a:r>
              <a:rPr sz="2800" dirty="0">
                <a:latin typeface="Calibri"/>
                <a:cs typeface="Calibri"/>
              </a:rPr>
              <a:t>i.e.,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GDE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mini-</a:t>
            </a:r>
            <a:r>
              <a:rPr sz="2800" b="1" i="1" spc="-10" dirty="0">
                <a:latin typeface="Calibri"/>
                <a:cs typeface="Calibri"/>
              </a:rPr>
              <a:t>batch </a:t>
            </a:r>
            <a:r>
              <a:rPr sz="2800" spc="-10" dirty="0">
                <a:latin typeface="Calibri"/>
                <a:cs typeface="Calibri"/>
              </a:rPr>
              <a:t>(principalmente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𝑀𝐵</a:t>
            </a:r>
            <a:r>
              <a:rPr sz="2800" spc="1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pequeno),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têm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caminho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irregular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até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ponto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mínimo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3883025" marR="10160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3883025" algn="l"/>
              </a:tabLst>
            </a:pPr>
            <a:r>
              <a:rPr sz="2800" dirty="0">
                <a:latin typeface="Calibri"/>
                <a:cs typeface="Calibri"/>
              </a:rPr>
              <a:t>Além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disso,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amostras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estão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contaminadas</a:t>
            </a:r>
            <a:r>
              <a:rPr sz="2800" b="1" i="1" spc="-1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com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ruido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podem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convergir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dirty="0">
                <a:latin typeface="Calibri"/>
                <a:cs typeface="Calibri"/>
              </a:rPr>
              <a:t>mínimo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oscilam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dele).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F4D199-7556-6FC1-3883-3D5D51949F59}"/>
              </a:ext>
            </a:extLst>
          </p:cNvPr>
          <p:cNvSpPr txBox="1"/>
          <p:nvPr/>
        </p:nvSpPr>
        <p:spPr>
          <a:xfrm>
            <a:off x="701049" y="5494304"/>
            <a:ext cx="6093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lang="pt-BR" sz="1400" dirty="0">
                <a:latin typeface="Calibri"/>
                <a:cs typeface="Calibri"/>
              </a:rPr>
              <a:t>Gradiente</a:t>
            </a:r>
            <a:r>
              <a:rPr lang="pt-BR" sz="1400" spc="-80" dirty="0">
                <a:latin typeface="Calibri"/>
                <a:cs typeface="Calibri"/>
              </a:rPr>
              <a:t> </a:t>
            </a:r>
            <a:r>
              <a:rPr lang="pt-BR" sz="1400" dirty="0">
                <a:latin typeface="Calibri"/>
                <a:cs typeface="Calibri"/>
              </a:rPr>
              <a:t>descendente</a:t>
            </a:r>
            <a:r>
              <a:rPr lang="pt-BR" sz="1400" spc="-70" dirty="0">
                <a:latin typeface="Calibri"/>
                <a:cs typeface="Calibri"/>
              </a:rPr>
              <a:t> </a:t>
            </a:r>
            <a:r>
              <a:rPr lang="pt-BR" sz="1400" dirty="0">
                <a:latin typeface="Calibri"/>
                <a:cs typeface="Calibri"/>
              </a:rPr>
              <a:t>estocástico</a:t>
            </a:r>
            <a:r>
              <a:rPr lang="pt-BR" sz="1400" spc="-25" dirty="0">
                <a:latin typeface="Calibri"/>
                <a:cs typeface="Calibri"/>
              </a:rPr>
              <a:t> </a:t>
            </a:r>
            <a:r>
              <a:rPr lang="pt-BR" sz="1400" spc="-10" dirty="0">
                <a:latin typeface="Calibri"/>
                <a:cs typeface="Calibri"/>
              </a:rPr>
              <a:t>(SGD)</a:t>
            </a:r>
            <a:endParaRPr lang="pt-BR"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Melhorando</a:t>
            </a:r>
            <a:r>
              <a:rPr spc="-8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10" dirty="0"/>
              <a:t>convergência</a:t>
            </a:r>
            <a:r>
              <a:rPr spc="-45" dirty="0"/>
              <a:t> </a:t>
            </a:r>
            <a:r>
              <a:rPr dirty="0"/>
              <a:t>das</a:t>
            </a:r>
            <a:r>
              <a:rPr spc="-65" dirty="0"/>
              <a:t> </a:t>
            </a:r>
            <a:r>
              <a:rPr spc="-10" dirty="0"/>
              <a:t>versões estocásticas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528" y="2405633"/>
            <a:ext cx="3260771" cy="308867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8264" y="1793493"/>
            <a:ext cx="10385425" cy="396430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968115" marR="9144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3968115" algn="l"/>
              </a:tabLst>
            </a:pPr>
            <a:r>
              <a:rPr sz="2800" dirty="0">
                <a:latin typeface="Calibri"/>
                <a:cs typeface="Calibri"/>
              </a:rPr>
              <a:t>Esses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impactam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desempenho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modelo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deixam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treinamento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lento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e, </a:t>
            </a:r>
            <a:r>
              <a:rPr sz="2800" spc="-10" dirty="0">
                <a:latin typeface="Calibri"/>
                <a:cs typeface="Calibri"/>
              </a:rPr>
              <a:t>possivelmente,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instável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3968115" marR="5080" indent="-228600" algn="just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3968115" algn="l"/>
              </a:tabLst>
            </a:pPr>
            <a:r>
              <a:rPr sz="2800" spc="-25" dirty="0">
                <a:latin typeface="Calibri"/>
                <a:cs typeface="Calibri"/>
              </a:rPr>
              <a:t>Entretanto,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existem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técnicas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para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minimizar </a:t>
            </a:r>
            <a:r>
              <a:rPr sz="2800" dirty="0">
                <a:latin typeface="Calibri"/>
                <a:cs typeface="Calibri"/>
              </a:rPr>
              <a:t>esses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problemas,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deixando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versões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dirty="0">
                <a:latin typeface="Calibri"/>
                <a:cs typeface="Calibri"/>
              </a:rPr>
              <a:t>GD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comportadas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3968115" marR="298450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3968115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conhecidas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envolvem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ajuste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do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passo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aprendizagem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e/ou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termo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atualização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dos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pesos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dirty="0">
                <a:latin typeface="Calibri"/>
                <a:cs typeface="Calibri"/>
              </a:rPr>
              <a:t>Gradiente</a:t>
            </a:r>
            <a:r>
              <a:rPr sz="1200" spc="-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descendente</a:t>
            </a:r>
            <a:r>
              <a:rPr sz="1200" spc="-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estocástico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(SGD)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Ajuste</a:t>
            </a:r>
            <a:r>
              <a:rPr spc="-50" dirty="0"/>
              <a:t> </a:t>
            </a:r>
            <a:r>
              <a:rPr dirty="0"/>
              <a:t>do</a:t>
            </a:r>
            <a:r>
              <a:rPr spc="-20" dirty="0"/>
              <a:t> </a:t>
            </a:r>
            <a:r>
              <a:rPr dirty="0"/>
              <a:t>passo</a:t>
            </a:r>
            <a:r>
              <a:rPr spc="-30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10" dirty="0"/>
              <a:t>aprendizagem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10934700" cy="194437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marR="619125" indent="-228600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Redução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gradual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(ou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decaimento)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aprendizagem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diminui gradualmente</a:t>
            </a:r>
            <a:r>
              <a:rPr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passo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aprendizagem</a:t>
            </a:r>
            <a:r>
              <a:rPr sz="2800" b="1" i="1" spc="-1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longo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treinamento.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redução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taxa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aprendizagem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faz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15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atualizações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800" b="1" i="1" spc="7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pesos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tornem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cada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vez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menores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medida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progride,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melhorar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(ou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forçar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)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convergência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/>
              <p:cNvSpPr txBox="1"/>
              <p:nvPr/>
            </p:nvSpPr>
            <p:spPr>
              <a:xfrm>
                <a:off x="904239" y="4346828"/>
                <a:ext cx="9657080" cy="2413353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88900">
                  <a:lnSpc>
                    <a:spcPts val="3035"/>
                  </a:lnSpc>
                  <a:spcBef>
                    <a:spcPts val="95"/>
                  </a:spcBef>
                  <a:tabLst>
                    <a:tab pos="8204834" algn="l"/>
                    <a:tab pos="9073515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onde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𝑖</a:t>
                </a:r>
                <a:r>
                  <a:rPr lang="pt-BR" sz="2800" spc="1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número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iteração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atualização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atual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0" i="0" spc="-70" smtClean="0">
                        <a:latin typeface="Cambria Math" panose="02040503050406030204" pitchFamily="18" charset="0"/>
                        <a:cs typeface="Calibri"/>
                      </a:rPr>
                      <m:t>∇</m:t>
                    </m:r>
                    <m:sSub>
                      <m:sSubPr>
                        <m:ctrlPr>
                          <a:rPr lang="pt-BR" sz="2800" b="0" i="1" spc="-7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b="0" i="1" spc="-7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800" b="0" i="1" spc="-70" smtClean="0">
                                <a:latin typeface="Cambria Math" panose="02040503050406030204" pitchFamily="18" charset="0"/>
                                <a:cs typeface="Calibri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𝑒</m:t>
                        </m:r>
                      </m:sub>
                    </m:sSub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  <a:cs typeface="Calibri"/>
                      </a:rPr>
                      <m:t>𝒂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𝑖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))</m:t>
                    </m:r>
                  </m:oMath>
                </a14:m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15" dirty="0">
                    <a:latin typeface="Calibri"/>
                    <a:cs typeface="Calibri"/>
                  </a:rPr>
                  <a:t> </a:t>
                </a:r>
                <a:r>
                  <a:rPr lang="pt-BR" sz="2800" spc="-50" dirty="0">
                    <a:latin typeface="Calibri"/>
                    <a:cs typeface="Calibri"/>
                  </a:rPr>
                  <a:t>a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88900">
                  <a:lnSpc>
                    <a:spcPts val="3035"/>
                  </a:lnSpc>
                </a:pPr>
                <a:r>
                  <a:rPr lang="pt-BR"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estimativa</a:t>
                </a:r>
                <a:r>
                  <a:rPr lang="pt-BR" sz="2800" b="1" i="1" spc="-7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20" dirty="0">
                    <a:solidFill>
                      <a:srgbClr val="00AF50"/>
                    </a:solidFill>
                    <a:latin typeface="Calibri"/>
                    <a:cs typeface="Calibri"/>
                  </a:rPr>
                  <a:t>estocástica</a:t>
                </a:r>
                <a:r>
                  <a:rPr lang="pt-BR" sz="2800" b="1" i="1" spc="-7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do</a:t>
                </a:r>
                <a:r>
                  <a:rPr lang="pt-BR" sz="2800" b="1" i="1" spc="-8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vetor</a:t>
                </a:r>
                <a:r>
                  <a:rPr lang="pt-BR" sz="2800" b="1" i="1" spc="-7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gradiente</a:t>
                </a:r>
                <a:r>
                  <a:rPr lang="pt-BR" sz="2800" spc="-10" dirty="0">
                    <a:latin typeface="Calibri"/>
                    <a:cs typeface="Calibri"/>
                  </a:rPr>
                  <a:t>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317500" marR="17780" indent="-228600">
                  <a:lnSpc>
                    <a:spcPct val="80000"/>
                  </a:lnSpc>
                  <a:spcBef>
                    <a:spcPts val="1000"/>
                  </a:spcBef>
                  <a:buFont typeface="Arial"/>
                  <a:buChar char="•"/>
                  <a:tabLst>
                    <a:tab pos="3175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Essa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uma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técnica</a:t>
                </a:r>
                <a:r>
                  <a:rPr lang="pt-BR" sz="2800" b="1" i="1" spc="-75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muito</a:t>
                </a:r>
                <a:r>
                  <a:rPr lang="pt-BR" sz="2800" b="1" i="1" spc="-80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simples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mas</a:t>
                </a:r>
                <a:r>
                  <a:rPr lang="pt-BR" sz="2800" b="1" i="1" spc="-85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precisamos</a:t>
                </a:r>
                <a:r>
                  <a:rPr lang="pt-BR" sz="2800" b="1" i="1" spc="-75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EC7C30"/>
                    </a:solidFill>
                    <a:latin typeface="Calibri"/>
                    <a:cs typeface="Calibri"/>
                  </a:rPr>
                  <a:t>encontrar</a:t>
                </a:r>
                <a:r>
                  <a:rPr lang="pt-BR" sz="2800" b="1" i="1" spc="-75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25" dirty="0">
                    <a:solidFill>
                      <a:srgbClr val="EC7C30"/>
                    </a:solidFill>
                    <a:latin typeface="Calibri"/>
                    <a:cs typeface="Calibri"/>
                  </a:rPr>
                  <a:t>os </a:t>
                </a:r>
                <a:r>
                  <a:rPr lang="pt-BR" sz="2800" b="1" i="1" spc="-10" dirty="0">
                    <a:solidFill>
                      <a:srgbClr val="EC7C30"/>
                    </a:solidFill>
                    <a:latin typeface="Calibri"/>
                    <a:cs typeface="Calibri"/>
                  </a:rPr>
                  <a:t>hiperparâmetros</a:t>
                </a:r>
                <a:r>
                  <a:rPr lang="pt-BR" sz="2800" b="1" i="1" spc="-60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dão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taxa</a:t>
                </a:r>
                <a:r>
                  <a:rPr lang="pt-BR" sz="2800" b="1" i="1" spc="-60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ideal</a:t>
                </a:r>
                <a:r>
                  <a:rPr lang="pt-BR" sz="2800" b="1" i="1" spc="-50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de</a:t>
                </a:r>
                <a:r>
                  <a:rPr lang="pt-BR" sz="2800" b="1" i="1" spc="-75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redução</a:t>
                </a:r>
                <a:r>
                  <a:rPr lang="pt-BR" sz="2800" b="1" i="1" spc="-55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passo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de </a:t>
                </a:r>
                <a:r>
                  <a:rPr lang="pt-BR" sz="2800" spc="-10" dirty="0">
                    <a:latin typeface="Calibri"/>
                    <a:cs typeface="Calibri"/>
                  </a:rPr>
                  <a:t>aprendizagem.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317500" indent="-228600">
                  <a:lnSpc>
                    <a:spcPct val="100000"/>
                  </a:lnSpc>
                  <a:spcBef>
                    <a:spcPts val="325"/>
                  </a:spcBef>
                  <a:buFont typeface="Arial"/>
                  <a:buChar char="•"/>
                  <a:tabLst>
                    <a:tab pos="317500" algn="l"/>
                  </a:tabLst>
                </a:pPr>
                <a:r>
                  <a:rPr lang="pt-BR" sz="2800" spc="-25" dirty="0">
                    <a:latin typeface="Calibri"/>
                    <a:cs typeface="Calibri"/>
                  </a:rPr>
                  <a:t>Veremos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seguir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exemplo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como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ela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funciona.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39" y="4346828"/>
                <a:ext cx="9657080" cy="2413353"/>
              </a:xfrm>
              <a:prstGeom prst="rect">
                <a:avLst/>
              </a:prstGeom>
              <a:blipFill>
                <a:blip r:embed="rId2"/>
                <a:stretch>
                  <a:fillRect l="-1263" t="-6313" r="-1894" b="-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1DDAA7E-EAEC-9D7C-10DA-94F69E887264}"/>
                  </a:ext>
                </a:extLst>
              </p:cNvPr>
              <p:cNvSpPr txBox="1"/>
              <p:nvPr/>
            </p:nvSpPr>
            <p:spPr>
              <a:xfrm>
                <a:off x="3805314" y="3804271"/>
                <a:ext cx="5157950" cy="4426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d>
                        <m:dPr>
                          <m:ctrlPr>
                            <a:rPr lang="pt-BR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d>
                        <m:dPr>
                          <m:ctrlPr>
                            <a:rPr lang="pt-BR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pt-BR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))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1DDAA7E-EAEC-9D7C-10DA-94F69E887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314" y="3804271"/>
                <a:ext cx="5157950" cy="4426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tângulo 13">
            <a:extLst>
              <a:ext uri="{FF2B5EF4-FFF2-40B4-BE49-F238E27FC236}">
                <a16:creationId xmlns:a16="http://schemas.microsoft.com/office/drawing/2014/main" id="{4D8BF9A2-AA65-56AF-C8F6-B2947BA83BC4}"/>
              </a:ext>
            </a:extLst>
          </p:cNvPr>
          <p:cNvSpPr/>
          <p:nvPr/>
        </p:nvSpPr>
        <p:spPr>
          <a:xfrm>
            <a:off x="6629400" y="3855263"/>
            <a:ext cx="685800" cy="4915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Técnicas</a:t>
            </a:r>
            <a:r>
              <a:rPr spc="-60" dirty="0"/>
              <a:t> </a:t>
            </a:r>
            <a:r>
              <a:rPr dirty="0"/>
              <a:t>mais</a:t>
            </a:r>
            <a:r>
              <a:rPr spc="-70" dirty="0"/>
              <a:t> </a:t>
            </a:r>
            <a:r>
              <a:rPr dirty="0"/>
              <a:t>comuns</a:t>
            </a:r>
            <a:r>
              <a:rPr spc="-65" dirty="0"/>
              <a:t> </a:t>
            </a:r>
            <a:r>
              <a:rPr dirty="0"/>
              <a:t>para</a:t>
            </a:r>
            <a:r>
              <a:rPr spc="-7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redução</a:t>
            </a:r>
            <a:r>
              <a:rPr spc="-70" dirty="0"/>
              <a:t> </a:t>
            </a:r>
            <a:r>
              <a:rPr spc="-10" dirty="0"/>
              <a:t>gradual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1539" y="1793493"/>
            <a:ext cx="10919460" cy="295402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66700" marR="115951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três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técnicas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comuns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redução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gradual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aprendizagem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são:</a:t>
            </a:r>
            <a:endParaRPr sz="2800" dirty="0">
              <a:latin typeface="Calibri"/>
              <a:cs typeface="Calibri"/>
            </a:endParaRPr>
          </a:p>
          <a:p>
            <a:pPr marL="723900" marR="30480" lvl="1" indent="-228600">
              <a:lnSpc>
                <a:spcPts val="2590"/>
              </a:lnSpc>
              <a:spcBef>
                <a:spcPts val="535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b="1" dirty="0">
                <a:latin typeface="Calibri"/>
                <a:cs typeface="Calibri"/>
              </a:rPr>
              <a:t>Decaimento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por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etapas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ou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degraus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reduz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aprendizagem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inicial,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𝛼</a:t>
            </a:r>
            <a:r>
              <a:rPr sz="2625" baseline="-15873" dirty="0">
                <a:latin typeface="Cambria Math"/>
                <a:cs typeface="Cambria Math"/>
              </a:rPr>
              <a:t>0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fator,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𝜏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cada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número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pré-</a:t>
            </a:r>
            <a:r>
              <a:rPr sz="2400" dirty="0">
                <a:latin typeface="Calibri"/>
                <a:cs typeface="Calibri"/>
              </a:rPr>
              <a:t>definido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iterações,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𝛽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típico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para </a:t>
            </a:r>
            <a:r>
              <a:rPr sz="2400" dirty="0">
                <a:latin typeface="Calibri"/>
                <a:cs typeface="Calibri"/>
              </a:rPr>
              <a:t>reduzir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taxa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aprendizado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𝜏</a:t>
            </a:r>
            <a:r>
              <a:rPr sz="2400" spc="15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0.5</a:t>
            </a:r>
            <a:r>
              <a:rPr sz="2400" spc="-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𝛽</a:t>
            </a:r>
            <a:r>
              <a:rPr sz="2400" spc="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iterações.</a:t>
            </a:r>
            <a:endParaRPr sz="2400" dirty="0">
              <a:latin typeface="Calibri"/>
              <a:cs typeface="Calibri"/>
            </a:endParaRPr>
          </a:p>
          <a:p>
            <a:pPr marL="723900" marR="40005" lvl="1" indent="-228600" algn="just">
              <a:lnSpc>
                <a:spcPct val="89800"/>
              </a:lnSpc>
              <a:spcBef>
                <a:spcPts val="560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b="1" dirty="0">
                <a:latin typeface="Calibri"/>
                <a:cs typeface="Calibri"/>
              </a:rPr>
              <a:t>Decaimento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exponencial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dado pela equação </a:t>
            </a:r>
            <a:r>
              <a:rPr sz="2400" dirty="0">
                <a:latin typeface="Cambria Math"/>
                <a:cs typeface="Cambria Math"/>
              </a:rPr>
              <a:t>𝛼(𝑖)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45" dirty="0">
                <a:latin typeface="Cambria Math"/>
                <a:cs typeface="Cambria Math"/>
              </a:rPr>
              <a:t> </a:t>
            </a:r>
            <a:r>
              <a:rPr sz="2400" spc="70" dirty="0">
                <a:latin typeface="Cambria Math"/>
                <a:cs typeface="Cambria Math"/>
              </a:rPr>
              <a:t>𝛼</a:t>
            </a:r>
            <a:r>
              <a:rPr sz="2625" spc="104" baseline="-15873" dirty="0">
                <a:latin typeface="Cambria Math"/>
                <a:cs typeface="Cambria Math"/>
              </a:rPr>
              <a:t>0</a:t>
            </a:r>
            <a:r>
              <a:rPr sz="2400" spc="70" dirty="0">
                <a:latin typeface="Cambria Math"/>
                <a:cs typeface="Cambria Math"/>
              </a:rPr>
              <a:t>𝑒</a:t>
            </a:r>
            <a:r>
              <a:rPr sz="2625" spc="104" baseline="28571" dirty="0">
                <a:latin typeface="Cambria Math"/>
                <a:cs typeface="Cambria Math"/>
              </a:rPr>
              <a:t>−𝑘𝑖</a:t>
            </a:r>
            <a:r>
              <a:rPr sz="2400" spc="70" dirty="0">
                <a:latin typeface="Calibri"/>
                <a:cs typeface="Calibri"/>
              </a:rPr>
              <a:t>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onde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𝛼</a:t>
            </a:r>
            <a:r>
              <a:rPr sz="2625" baseline="-15873" dirty="0">
                <a:latin typeface="Cambria Math"/>
                <a:cs typeface="Cambria Math"/>
              </a:rPr>
              <a:t>0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𝑘</a:t>
            </a:r>
            <a:r>
              <a:rPr sz="2400" spc="8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𝑖</a:t>
            </a:r>
            <a:r>
              <a:rPr sz="2400" spc="10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libri"/>
                <a:cs typeface="Calibri"/>
              </a:rPr>
              <a:t>são </a:t>
            </a:r>
            <a:r>
              <a:rPr sz="2400" dirty="0">
                <a:latin typeface="Calibri"/>
                <a:cs typeface="Calibri"/>
              </a:rPr>
              <a:t>passo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aprendizagem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inicial,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taxa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decrescimento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número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iteração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atualização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atual,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respectivamente.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916939" y="4963045"/>
                <a:ext cx="10648950" cy="144911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723900" indent="-229235">
                  <a:lnSpc>
                    <a:spcPts val="2120"/>
                  </a:lnSpc>
                  <a:spcBef>
                    <a:spcPts val="100"/>
                  </a:spcBef>
                  <a:buFont typeface="Wingdings"/>
                  <a:buChar char=""/>
                  <a:tabLst>
                    <a:tab pos="724535" algn="l"/>
                  </a:tabLst>
                </a:pPr>
                <a:r>
                  <a:rPr lang="pt-BR" sz="2400" b="1" dirty="0">
                    <a:latin typeface="Calibri"/>
                    <a:cs typeface="Calibri"/>
                  </a:rPr>
                  <a:t>Decaimento</a:t>
                </a:r>
                <a:r>
                  <a:rPr lang="pt-BR" sz="2400" b="1" spc="-25" dirty="0">
                    <a:latin typeface="Calibri"/>
                    <a:cs typeface="Calibri"/>
                  </a:rPr>
                  <a:t> </a:t>
                </a:r>
                <a:r>
                  <a:rPr lang="pt-BR" sz="2400" b="1" dirty="0">
                    <a:latin typeface="Calibri"/>
                    <a:cs typeface="Calibri"/>
                  </a:rPr>
                  <a:t>temporal</a:t>
                </a:r>
                <a:r>
                  <a:rPr lang="pt-BR" sz="2400" dirty="0">
                    <a:latin typeface="Calibri"/>
                    <a:cs typeface="Calibri"/>
                  </a:rPr>
                  <a:t>: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dado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pela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equação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𝛼(𝑖)</a:t>
                </a:r>
                <a:r>
                  <a:rPr lang="pt-BR" sz="2400" spc="12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mbria Math"/>
                          </a:rPr>
                          <m:t>𝛼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mbria Math"/>
                          </a:rPr>
                          <m:t>0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  <a:cs typeface="Cambria Math"/>
                      </a:rPr>
                      <m:t>/(1+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cs typeface="Cambria Math"/>
                      </a:rPr>
                      <m:t>𝑘𝑖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</m:oMath>
                </a14:m>
                <a:r>
                  <a:rPr lang="pt-BR" sz="240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onde</a:t>
                </a:r>
                <a:r>
                  <a:rPr lang="pt-BR" sz="2400" spc="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𝛼</a:t>
                </a:r>
                <a:r>
                  <a:rPr lang="pt-BR" sz="2625" baseline="-15873" dirty="0">
                    <a:latin typeface="Cambria Math"/>
                    <a:cs typeface="Cambria Math"/>
                  </a:rPr>
                  <a:t>0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𝑘</a:t>
                </a:r>
                <a:r>
                  <a:rPr lang="pt-BR" sz="2400" spc="9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𝑖</a:t>
                </a:r>
                <a:r>
                  <a:rPr lang="pt-BR" sz="2400" spc="10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têm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spc="-50" dirty="0">
                    <a:latin typeface="Calibri"/>
                    <a:cs typeface="Calibri"/>
                  </a:rPr>
                  <a:t>o </a:t>
                </a:r>
                <a:r>
                  <a:rPr lang="pt-BR" sz="2400" dirty="0">
                    <a:latin typeface="Calibri"/>
                    <a:cs typeface="Calibri"/>
                  </a:rPr>
                  <a:t>mesmo</a:t>
                </a: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significado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que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no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decaimento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exponencial.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266700" marR="30480" indent="-228600">
                  <a:lnSpc>
                    <a:spcPts val="3040"/>
                  </a:lnSpc>
                  <a:spcBef>
                    <a:spcPts val="1015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lang="pt-BR" sz="2800" spc="-25" dirty="0">
                    <a:latin typeface="Calibri"/>
                    <a:cs typeface="Calibri"/>
                  </a:rPr>
                  <a:t>Entretanto,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percebam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ainda</a:t>
                </a:r>
                <a:r>
                  <a:rPr lang="pt-BR" sz="2800" b="1" i="1" spc="-8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temos</a:t>
                </a:r>
                <a:r>
                  <a:rPr lang="pt-BR" sz="2800" b="1" i="1" spc="-6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que</a:t>
                </a:r>
                <a:r>
                  <a:rPr lang="pt-BR" sz="2800" b="1" i="1" spc="-7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encontrar</a:t>
                </a:r>
                <a:r>
                  <a:rPr lang="pt-BR" sz="2800" b="1" i="1" spc="-8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os</a:t>
                </a:r>
                <a:r>
                  <a:rPr lang="pt-BR" sz="2800" b="1" i="1" spc="-7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valores</a:t>
                </a:r>
                <a:r>
                  <a:rPr lang="pt-BR" sz="2800" b="1" i="1" spc="-7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ideais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para</a:t>
                </a:r>
                <a:r>
                  <a:rPr lang="pt-BR" sz="2800" b="1" i="1" spc="-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os</a:t>
                </a:r>
                <a:r>
                  <a:rPr lang="pt-BR" sz="2800" b="1" i="1" spc="-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hiperparâmetros</a:t>
                </a:r>
                <a:r>
                  <a:rPr lang="pt-BR" sz="2800" b="1" i="1" spc="-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𝛼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0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𝜏</a:t>
                </a:r>
                <a:r>
                  <a:rPr lang="pt-BR" sz="2800" dirty="0">
                    <a:latin typeface="Calibri"/>
                    <a:cs typeface="Calibri"/>
                  </a:rPr>
                  <a:t>, </a:t>
                </a:r>
                <a:r>
                  <a:rPr lang="pt-BR" sz="2800" dirty="0">
                    <a:latin typeface="Cambria Math"/>
                    <a:cs typeface="Cambria Math"/>
                  </a:rPr>
                  <a:t>𝛽</a:t>
                </a:r>
                <a:r>
                  <a:rPr lang="pt-BR" sz="2800" spc="10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1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𝑘</a:t>
                </a:r>
                <a:r>
                  <a:rPr lang="pt-BR" sz="2800" spc="-25" dirty="0">
                    <a:latin typeface="Calibri"/>
                    <a:cs typeface="Calibri"/>
                  </a:rPr>
                  <a:t>.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4963045"/>
                <a:ext cx="10648950" cy="1449115"/>
              </a:xfrm>
              <a:prstGeom prst="rect">
                <a:avLst/>
              </a:prstGeom>
              <a:blipFill>
                <a:blip r:embed="rId2"/>
                <a:stretch>
                  <a:fillRect l="-1546" t="-12185" r="-1546" b="-142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Ajuste</a:t>
            </a:r>
            <a:r>
              <a:rPr spc="-50" dirty="0"/>
              <a:t> </a:t>
            </a:r>
            <a:r>
              <a:rPr dirty="0"/>
              <a:t>do</a:t>
            </a:r>
            <a:r>
              <a:rPr spc="-30" dirty="0"/>
              <a:t> </a:t>
            </a:r>
            <a:r>
              <a:rPr dirty="0"/>
              <a:t>passo</a:t>
            </a:r>
            <a:r>
              <a:rPr spc="-40" dirty="0"/>
              <a:t> </a:t>
            </a:r>
            <a:r>
              <a:rPr dirty="0"/>
              <a:t>por</a:t>
            </a:r>
            <a:r>
              <a:rPr spc="-35" dirty="0"/>
              <a:t> </a:t>
            </a:r>
            <a:r>
              <a:rPr dirty="0"/>
              <a:t>redução</a:t>
            </a:r>
            <a:r>
              <a:rPr spc="-40" dirty="0"/>
              <a:t> </a:t>
            </a:r>
            <a:r>
              <a:rPr spc="-10" dirty="0"/>
              <a:t>programada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603865" cy="3834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valores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hiperparâmetros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precisam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encontrados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evitar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b="1" i="1" spc="-10" dirty="0">
                <a:latin typeface="Calibri"/>
                <a:cs typeface="Calibri"/>
              </a:rPr>
              <a:t>diminuição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marR="5080" lvl="1" indent="-228600" algn="just">
              <a:lnSpc>
                <a:spcPts val="2590"/>
              </a:lnSpc>
              <a:spcBef>
                <a:spcPts val="57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dirty="0">
                <a:latin typeface="Calibri"/>
                <a:cs typeface="Calibri"/>
              </a:rPr>
              <a:t>lenta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um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passo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grande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algoritmo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perde</a:t>
            </a:r>
            <a:r>
              <a:rPr sz="24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tempo</a:t>
            </a:r>
            <a:r>
              <a:rPr sz="24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saltando</a:t>
            </a:r>
            <a:r>
              <a:rPr sz="24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caoticamente</a:t>
            </a:r>
            <a:r>
              <a:rPr sz="2400" b="1" i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outro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superfície,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pouca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melhoria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aprendizado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25" dirty="0">
                <a:latin typeface="Calibri"/>
                <a:cs typeface="Calibri"/>
              </a:rPr>
              <a:t> um </a:t>
            </a:r>
            <a:r>
              <a:rPr sz="2400" dirty="0">
                <a:latin typeface="Calibri"/>
                <a:cs typeface="Calibri"/>
              </a:rPr>
              <a:t>longo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tempo.</a:t>
            </a:r>
            <a:endParaRPr sz="2400" dirty="0">
              <a:latin typeface="Calibri"/>
              <a:cs typeface="Calibri"/>
            </a:endParaRPr>
          </a:p>
          <a:p>
            <a:pPr marL="698500" marR="33655" lvl="1" indent="-228600">
              <a:lnSpc>
                <a:spcPts val="2590"/>
              </a:lnSpc>
              <a:spcBef>
                <a:spcPts val="5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dirty="0">
                <a:latin typeface="Calibri"/>
                <a:cs typeface="Calibri"/>
              </a:rPr>
              <a:t>agressiva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passo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modelo</a:t>
            </a:r>
            <a:r>
              <a:rPr sz="2400" b="1" i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para</a:t>
            </a:r>
            <a:r>
              <a:rPr sz="2400" b="1" i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400" b="1" i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aprender</a:t>
            </a:r>
            <a:r>
              <a:rPr sz="2400" b="1" i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rapidamente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passo</a:t>
            </a:r>
            <a:r>
              <a:rPr sz="2400" spc="-20" dirty="0">
                <a:latin typeface="Calibri"/>
                <a:cs typeface="Calibri"/>
              </a:rPr>
              <a:t> fará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atualização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diminua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rapidamente,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incapacitando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algoritmo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alcançar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mínimo.</a:t>
            </a:r>
            <a:endParaRPr sz="2400" dirty="0">
              <a:latin typeface="Calibri"/>
              <a:cs typeface="Calibri"/>
            </a:endParaRPr>
          </a:p>
          <a:p>
            <a:pPr marL="241300" marR="273685" indent="-228600">
              <a:lnSpc>
                <a:spcPts val="3030"/>
              </a:lnSpc>
              <a:spcBef>
                <a:spcPts val="96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cai-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novamente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problema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tentativa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é </a:t>
            </a:r>
            <a:r>
              <a:rPr sz="2800" dirty="0">
                <a:latin typeface="Calibri"/>
                <a:cs typeface="Calibri"/>
              </a:rPr>
              <a:t>muitas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vezes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custoso.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Ajuste</a:t>
            </a:r>
            <a:r>
              <a:rPr spc="-50" dirty="0"/>
              <a:t> </a:t>
            </a:r>
            <a:r>
              <a:rPr dirty="0"/>
              <a:t>do</a:t>
            </a:r>
            <a:r>
              <a:rPr spc="-30" dirty="0"/>
              <a:t> </a:t>
            </a:r>
            <a:r>
              <a:rPr dirty="0"/>
              <a:t>passo</a:t>
            </a:r>
            <a:r>
              <a:rPr spc="-40" dirty="0"/>
              <a:t> </a:t>
            </a:r>
            <a:r>
              <a:rPr dirty="0"/>
              <a:t>por</a:t>
            </a:r>
            <a:r>
              <a:rPr spc="-35" dirty="0"/>
              <a:t> </a:t>
            </a:r>
            <a:r>
              <a:rPr dirty="0"/>
              <a:t>redução</a:t>
            </a:r>
            <a:r>
              <a:rPr spc="-40" dirty="0"/>
              <a:t> </a:t>
            </a:r>
            <a:r>
              <a:rPr spc="-10" dirty="0"/>
              <a:t>programada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257155" cy="294322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Outra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desvantagem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mesmo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passo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aprendizagem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50" dirty="0">
                <a:latin typeface="Calibri"/>
                <a:cs typeface="Calibri"/>
              </a:rPr>
              <a:t>é </a:t>
            </a:r>
            <a:r>
              <a:rPr sz="2800" b="1" i="1" dirty="0">
                <a:latin typeface="Calibri"/>
                <a:cs typeface="Calibri"/>
              </a:rPr>
              <a:t>aplicado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ajuste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todos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pesos</a:t>
            </a:r>
            <a:r>
              <a:rPr sz="2800" b="1" i="1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(assim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ajuste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manual).</a:t>
            </a:r>
            <a:endParaRPr sz="2800" dirty="0">
              <a:latin typeface="Calibri"/>
              <a:cs typeface="Calibri"/>
            </a:endParaRPr>
          </a:p>
          <a:p>
            <a:pPr marL="698500" marR="22225" lvl="1" indent="-228600">
              <a:lnSpc>
                <a:spcPts val="2590"/>
              </a:lnSpc>
              <a:spcBef>
                <a:spcPts val="52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inclinação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da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superfície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erro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é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muito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grande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direção,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o </a:t>
            </a:r>
            <a:r>
              <a:rPr sz="2400" dirty="0">
                <a:latin typeface="Calibri"/>
                <a:cs typeface="Calibri"/>
              </a:rPr>
              <a:t>elemento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correspondente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vetor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gradiente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terá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grande,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o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levar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algoritmo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grandes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divergir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(ou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oscilar).</a:t>
            </a:r>
            <a:endParaRPr sz="2400" dirty="0">
              <a:latin typeface="Calibri"/>
              <a:cs typeface="Calibri"/>
            </a:endParaRPr>
          </a:p>
          <a:p>
            <a:pPr marL="698500" marR="201930" lvl="1" indent="-228600">
              <a:lnSpc>
                <a:spcPts val="2590"/>
              </a:lnSpc>
              <a:spcBef>
                <a:spcPts val="50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Por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outro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lado,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inclinação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for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muito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pequena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gradiente </a:t>
            </a:r>
            <a:r>
              <a:rPr sz="2400" dirty="0">
                <a:latin typeface="Calibri"/>
                <a:cs typeface="Calibri"/>
              </a:rPr>
              <a:t>terá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pequeno,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levar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algoritmo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passos </a:t>
            </a:r>
            <a:r>
              <a:rPr sz="2400" dirty="0">
                <a:latin typeface="Calibri"/>
                <a:cs typeface="Calibri"/>
              </a:rPr>
              <a:t>muito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pequenos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demorar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convergir.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6424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95" dirty="0"/>
              <a:t> </a:t>
            </a:r>
            <a:r>
              <a:rPr dirty="0"/>
              <a:t>de</a:t>
            </a:r>
            <a:r>
              <a:rPr spc="-90" dirty="0"/>
              <a:t> </a:t>
            </a:r>
            <a:r>
              <a:rPr dirty="0"/>
              <a:t>redução</a:t>
            </a:r>
            <a:r>
              <a:rPr spc="-90" dirty="0"/>
              <a:t> </a:t>
            </a:r>
            <a:r>
              <a:rPr dirty="0"/>
              <a:t>programada</a:t>
            </a:r>
            <a:r>
              <a:rPr spc="-110" dirty="0"/>
              <a:t> </a:t>
            </a:r>
            <a:r>
              <a:rPr dirty="0"/>
              <a:t>com</a:t>
            </a:r>
            <a:r>
              <a:rPr spc="-85" dirty="0"/>
              <a:t> </a:t>
            </a:r>
            <a:r>
              <a:rPr spc="-25" dirty="0"/>
              <a:t>GDE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5826" y="1878670"/>
            <a:ext cx="7837170" cy="2408555"/>
            <a:chOff x="115826" y="1878670"/>
            <a:chExt cx="7837170" cy="24085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3774" y="1913165"/>
              <a:ext cx="2388982" cy="23737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8349" y="1898532"/>
              <a:ext cx="2452495" cy="236903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826" y="1878670"/>
              <a:ext cx="2418707" cy="240301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59938" y="2953385"/>
              <a:ext cx="230505" cy="2493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559938" y="2953385"/>
              <a:ext cx="230504" cy="249554"/>
            </a:xfrm>
            <a:custGeom>
              <a:avLst/>
              <a:gdLst/>
              <a:ahLst/>
              <a:cxnLst/>
              <a:rect l="l" t="t" r="r" b="b"/>
              <a:pathLst>
                <a:path w="230505" h="249555">
                  <a:moveTo>
                    <a:pt x="0" y="62356"/>
                  </a:moveTo>
                  <a:lnTo>
                    <a:pt x="115316" y="62356"/>
                  </a:lnTo>
                  <a:lnTo>
                    <a:pt x="115316" y="0"/>
                  </a:lnTo>
                  <a:lnTo>
                    <a:pt x="230505" y="124713"/>
                  </a:lnTo>
                  <a:lnTo>
                    <a:pt x="115316" y="249300"/>
                  </a:lnTo>
                  <a:lnTo>
                    <a:pt x="115316" y="187070"/>
                  </a:lnTo>
                  <a:lnTo>
                    <a:pt x="0" y="187070"/>
                  </a:lnTo>
                  <a:lnTo>
                    <a:pt x="0" y="62356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05171" y="2953385"/>
              <a:ext cx="230504" cy="249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05171" y="2953385"/>
              <a:ext cx="230504" cy="249554"/>
            </a:xfrm>
            <a:custGeom>
              <a:avLst/>
              <a:gdLst/>
              <a:ahLst/>
              <a:cxnLst/>
              <a:rect l="l" t="t" r="r" b="b"/>
              <a:pathLst>
                <a:path w="230504" h="249555">
                  <a:moveTo>
                    <a:pt x="0" y="62356"/>
                  </a:moveTo>
                  <a:lnTo>
                    <a:pt x="115315" y="62356"/>
                  </a:lnTo>
                  <a:lnTo>
                    <a:pt x="115315" y="0"/>
                  </a:lnTo>
                  <a:lnTo>
                    <a:pt x="230504" y="124713"/>
                  </a:lnTo>
                  <a:lnTo>
                    <a:pt x="115315" y="249300"/>
                  </a:lnTo>
                  <a:lnTo>
                    <a:pt x="115315" y="187070"/>
                  </a:lnTo>
                  <a:lnTo>
                    <a:pt x="0" y="187070"/>
                  </a:lnTo>
                  <a:lnTo>
                    <a:pt x="0" y="62356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63346" y="1532382"/>
            <a:ext cx="46170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60625" algn="l"/>
              </a:tabLst>
            </a:pPr>
            <a:r>
              <a:rPr sz="1400" b="1" dirty="0">
                <a:latin typeface="Calibri"/>
                <a:cs typeface="Calibri"/>
              </a:rPr>
              <a:t>Sem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redução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gradual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400" b="1" spc="-10" dirty="0">
                <a:latin typeface="Calibri"/>
                <a:cs typeface="Calibri"/>
              </a:rPr>
              <a:t>Redução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gradual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por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degraus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03111" y="1571370"/>
            <a:ext cx="15906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alibri"/>
                <a:cs typeface="Calibri"/>
              </a:rPr>
              <a:t>Com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redução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gradual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51073" y="4395030"/>
            <a:ext cx="2416209" cy="242062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4137" y="4428106"/>
            <a:ext cx="2410395" cy="236692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711323" y="5198491"/>
            <a:ext cx="26244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8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08000"/>
                </a:solidFill>
                <a:latin typeface="Calibri"/>
                <a:cs typeface="Calibri"/>
              </a:rPr>
              <a:t>learning</a:t>
            </a:r>
            <a:r>
              <a:rPr sz="8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08000"/>
                </a:solidFill>
                <a:latin typeface="Calibri"/>
                <a:cs typeface="Calibri"/>
              </a:rPr>
              <a:t>schedule:</a:t>
            </a:r>
            <a:r>
              <a:rPr sz="8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08000"/>
                </a:solidFill>
                <a:latin typeface="Calibri"/>
                <a:cs typeface="Calibri"/>
              </a:rPr>
              <a:t>Gradual</a:t>
            </a:r>
            <a:r>
              <a:rPr sz="800" spc="-10" dirty="0">
                <a:solidFill>
                  <a:srgbClr val="008000"/>
                </a:solidFill>
                <a:latin typeface="Calibri"/>
                <a:cs typeface="Calibri"/>
              </a:rPr>
              <a:t> decay.</a:t>
            </a:r>
            <a:endParaRPr sz="800">
              <a:latin typeface="Calibri"/>
              <a:cs typeface="Calibri"/>
            </a:endParaRPr>
          </a:p>
          <a:p>
            <a:pPr marL="100965" marR="586105" indent="-88900">
              <a:lnSpc>
                <a:spcPct val="100000"/>
              </a:lnSpc>
            </a:pPr>
            <a:r>
              <a:rPr sz="800" b="1" dirty="0">
                <a:solidFill>
                  <a:srgbClr val="0000FF"/>
                </a:solidFill>
                <a:latin typeface="Calibri"/>
                <a:cs typeface="Calibri"/>
              </a:rPr>
              <a:t>def</a:t>
            </a:r>
            <a:r>
              <a:rPr sz="80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00FF"/>
                </a:solidFill>
                <a:latin typeface="Calibri"/>
                <a:cs typeface="Calibri"/>
              </a:rPr>
              <a:t>stepDecay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800" spc="-10" dirty="0">
                <a:latin typeface="Calibri"/>
                <a:cs typeface="Calibri"/>
              </a:rPr>
              <a:t>alpha_init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800" b="1" spc="6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t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800" b="1" spc="2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beta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800" b="1" dirty="0">
                <a:solidFill>
                  <a:srgbClr val="FF0000"/>
                </a:solidFill>
                <a:latin typeface="Calibri"/>
                <a:cs typeface="Calibri"/>
              </a:rPr>
              <a:t>6</a:t>
            </a:r>
            <a:r>
              <a:rPr sz="800" dirty="0">
                <a:solidFill>
                  <a:srgbClr val="FF0000"/>
                </a:solidFill>
                <a:latin typeface="Calibri"/>
                <a:cs typeface="Calibri"/>
              </a:rPr>
              <a:t>.0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800" b="1" spc="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drop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800" spc="-10" dirty="0">
                <a:solidFill>
                  <a:srgbClr val="FF0000"/>
                </a:solidFill>
                <a:latin typeface="Calibri"/>
                <a:cs typeface="Calibri"/>
              </a:rPr>
              <a:t>0.5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):</a:t>
            </a:r>
            <a:r>
              <a:rPr sz="800" b="1" spc="50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8000"/>
                </a:solidFill>
                <a:latin typeface="Calibri"/>
                <a:cs typeface="Calibri"/>
              </a:rPr>
              <a:t>'''Gradual</a:t>
            </a:r>
            <a:r>
              <a:rPr sz="800" spc="-40" dirty="0">
                <a:solidFill>
                  <a:srgbClr val="FF8000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8000"/>
                </a:solidFill>
                <a:latin typeface="Calibri"/>
                <a:cs typeface="Calibri"/>
              </a:rPr>
              <a:t>decay.'''</a:t>
            </a:r>
            <a:endParaRPr sz="800">
              <a:latin typeface="Calibri"/>
              <a:cs typeface="Calibri"/>
            </a:endParaRPr>
          </a:p>
          <a:p>
            <a:pPr marL="100965" marR="5080">
              <a:lnSpc>
                <a:spcPct val="100000"/>
              </a:lnSpc>
            </a:pPr>
            <a:r>
              <a:rPr sz="800" dirty="0">
                <a:latin typeface="Calibri"/>
                <a:cs typeface="Calibri"/>
              </a:rPr>
              <a:t>alpha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800" b="1" spc="-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alpha_init</a:t>
            </a:r>
            <a:r>
              <a:rPr sz="800" spc="5" dirty="0"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*</a:t>
            </a:r>
            <a:r>
              <a:rPr sz="800" b="1" spc="-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math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800" b="1" dirty="0">
                <a:solidFill>
                  <a:srgbClr val="870087"/>
                </a:solidFill>
                <a:latin typeface="Calibri"/>
                <a:cs typeface="Calibri"/>
              </a:rPr>
              <a:t>pow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800" dirty="0">
                <a:latin typeface="Calibri"/>
                <a:cs typeface="Calibri"/>
              </a:rPr>
              <a:t>drop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800" b="1" spc="-2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math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800" spc="-10" dirty="0">
                <a:latin typeface="Calibri"/>
                <a:cs typeface="Calibri"/>
              </a:rPr>
              <a:t>floor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((</a:t>
            </a:r>
            <a:r>
              <a:rPr sz="800" spc="-1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+</a:t>
            </a:r>
            <a:r>
              <a:rPr sz="800" spc="-10" dirty="0">
                <a:latin typeface="Calibri"/>
                <a:cs typeface="Calibri"/>
              </a:rPr>
              <a:t>t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)/</a:t>
            </a:r>
            <a:r>
              <a:rPr sz="800" spc="-10" dirty="0">
                <a:latin typeface="Calibri"/>
                <a:cs typeface="Calibri"/>
              </a:rPr>
              <a:t>beta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))</a:t>
            </a:r>
            <a:r>
              <a:rPr sz="800" b="1" spc="50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000FF"/>
                </a:solidFill>
                <a:latin typeface="Calibri"/>
                <a:cs typeface="Calibri"/>
              </a:rPr>
              <a:t>return</a:t>
            </a:r>
            <a:r>
              <a:rPr sz="80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alpha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03183" y="1793493"/>
            <a:ext cx="3921760" cy="503745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46672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caminho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com </a:t>
            </a:r>
            <a:r>
              <a:rPr sz="2800" b="1" i="1" spc="-10" dirty="0">
                <a:latin typeface="Calibri"/>
                <a:cs typeface="Calibri"/>
              </a:rPr>
              <a:t>decaimento</a:t>
            </a:r>
            <a:r>
              <a:rPr sz="2800" b="1" i="1" spc="-12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gradual </a:t>
            </a:r>
            <a:r>
              <a:rPr sz="2800" dirty="0">
                <a:latin typeface="Calibri"/>
                <a:cs typeface="Calibri"/>
              </a:rPr>
              <a:t>também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regular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mínimo.</a:t>
            </a:r>
            <a:endParaRPr sz="2800" dirty="0">
              <a:latin typeface="Calibri"/>
              <a:cs typeface="Calibri"/>
            </a:endParaRPr>
          </a:p>
          <a:p>
            <a:pPr marL="241300" marR="379095" indent="-228600">
              <a:lnSpc>
                <a:spcPts val="3020"/>
              </a:lnSpc>
              <a:spcBef>
                <a:spcPts val="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Ele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apresenta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algumas </a:t>
            </a:r>
            <a:r>
              <a:rPr sz="2800" b="1" i="1" dirty="0">
                <a:latin typeface="Calibri"/>
                <a:cs typeface="Calibri"/>
              </a:rPr>
              <a:t>mudanças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direção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longo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caminho.</a:t>
            </a:r>
            <a:endParaRPr sz="2800" dirty="0">
              <a:latin typeface="Calibri"/>
              <a:cs typeface="Calibri"/>
            </a:endParaRPr>
          </a:p>
          <a:p>
            <a:pPr marL="241300" marR="347345" indent="-228600">
              <a:lnSpc>
                <a:spcPts val="3020"/>
              </a:lnSpc>
              <a:spcBef>
                <a:spcPts val="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passo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não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influencia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na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direção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no </a:t>
            </a:r>
            <a:r>
              <a:rPr sz="2800" dirty="0">
                <a:latin typeface="Calibri"/>
                <a:cs typeface="Calibri"/>
              </a:rPr>
              <a:t>tamanho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spc="-10" dirty="0">
                <a:latin typeface="Calibri"/>
                <a:cs typeface="Calibri"/>
              </a:rPr>
              <a:t>deslocamento.</a:t>
            </a:r>
            <a:endParaRPr sz="2800" dirty="0">
              <a:latin typeface="Calibri"/>
              <a:cs typeface="Calibri"/>
            </a:endParaRPr>
          </a:p>
          <a:p>
            <a:pPr marL="1230630">
              <a:lnSpc>
                <a:spcPct val="100000"/>
              </a:lnSpc>
              <a:spcBef>
                <a:spcPts val="1365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Exemplo:</a:t>
            </a:r>
            <a:r>
              <a:rPr sz="12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gde_com_redução_gradual.ipynb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6424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95" dirty="0"/>
              <a:t> </a:t>
            </a:r>
            <a:r>
              <a:rPr dirty="0"/>
              <a:t>de</a:t>
            </a:r>
            <a:r>
              <a:rPr spc="-90" dirty="0"/>
              <a:t> </a:t>
            </a:r>
            <a:r>
              <a:rPr dirty="0"/>
              <a:t>redução</a:t>
            </a:r>
            <a:r>
              <a:rPr spc="-90" dirty="0"/>
              <a:t> </a:t>
            </a:r>
            <a:r>
              <a:rPr dirty="0"/>
              <a:t>programada</a:t>
            </a:r>
            <a:r>
              <a:rPr spc="-110" dirty="0"/>
              <a:t> </a:t>
            </a:r>
            <a:r>
              <a:rPr dirty="0"/>
              <a:t>com</a:t>
            </a:r>
            <a:r>
              <a:rPr spc="-85" dirty="0"/>
              <a:t> </a:t>
            </a:r>
            <a:r>
              <a:rPr spc="-25" dirty="0"/>
              <a:t>GDE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5825" y="1878670"/>
            <a:ext cx="7837170" cy="2408555"/>
            <a:chOff x="115825" y="1878670"/>
            <a:chExt cx="7837170" cy="24085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3774" y="1913165"/>
              <a:ext cx="2388982" cy="23737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8349" y="1898532"/>
              <a:ext cx="2452495" cy="236903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825" y="1878670"/>
              <a:ext cx="2418707" cy="240301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59939" y="2953385"/>
              <a:ext cx="230505" cy="2493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559939" y="2953385"/>
              <a:ext cx="230504" cy="249554"/>
            </a:xfrm>
            <a:custGeom>
              <a:avLst/>
              <a:gdLst/>
              <a:ahLst/>
              <a:cxnLst/>
              <a:rect l="l" t="t" r="r" b="b"/>
              <a:pathLst>
                <a:path w="230505" h="249555">
                  <a:moveTo>
                    <a:pt x="0" y="62356"/>
                  </a:moveTo>
                  <a:lnTo>
                    <a:pt x="115316" y="62356"/>
                  </a:lnTo>
                  <a:lnTo>
                    <a:pt x="115316" y="0"/>
                  </a:lnTo>
                  <a:lnTo>
                    <a:pt x="230505" y="124713"/>
                  </a:lnTo>
                  <a:lnTo>
                    <a:pt x="115316" y="249300"/>
                  </a:lnTo>
                  <a:lnTo>
                    <a:pt x="115316" y="187070"/>
                  </a:lnTo>
                  <a:lnTo>
                    <a:pt x="0" y="187070"/>
                  </a:lnTo>
                  <a:lnTo>
                    <a:pt x="0" y="62356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05170" y="2953385"/>
              <a:ext cx="230504" cy="249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05170" y="2953385"/>
              <a:ext cx="230504" cy="249554"/>
            </a:xfrm>
            <a:custGeom>
              <a:avLst/>
              <a:gdLst/>
              <a:ahLst/>
              <a:cxnLst/>
              <a:rect l="l" t="t" r="r" b="b"/>
              <a:pathLst>
                <a:path w="230504" h="249555">
                  <a:moveTo>
                    <a:pt x="0" y="62356"/>
                  </a:moveTo>
                  <a:lnTo>
                    <a:pt x="115315" y="62356"/>
                  </a:lnTo>
                  <a:lnTo>
                    <a:pt x="115315" y="0"/>
                  </a:lnTo>
                  <a:lnTo>
                    <a:pt x="230504" y="124713"/>
                  </a:lnTo>
                  <a:lnTo>
                    <a:pt x="115315" y="249300"/>
                  </a:lnTo>
                  <a:lnTo>
                    <a:pt x="115315" y="187070"/>
                  </a:lnTo>
                  <a:lnTo>
                    <a:pt x="0" y="187070"/>
                  </a:lnTo>
                  <a:lnTo>
                    <a:pt x="0" y="62356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63346" y="1532382"/>
            <a:ext cx="46170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60625" algn="l"/>
              </a:tabLst>
            </a:pPr>
            <a:r>
              <a:rPr sz="1400" b="1" dirty="0">
                <a:latin typeface="Calibri"/>
                <a:cs typeface="Calibri"/>
              </a:rPr>
              <a:t>Sem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redução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gradual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400" b="1" spc="-10" dirty="0">
                <a:latin typeface="Calibri"/>
                <a:cs typeface="Calibri"/>
              </a:rPr>
              <a:t>Redução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gradual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por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degraus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03111" y="1571370"/>
            <a:ext cx="15906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alibri"/>
                <a:cs typeface="Calibri"/>
              </a:rPr>
              <a:t>Com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redução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gradual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51073" y="4395030"/>
            <a:ext cx="2416209" cy="242062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4137" y="4428106"/>
            <a:ext cx="2410395" cy="236692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711323" y="5198491"/>
            <a:ext cx="26244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8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08000"/>
                </a:solidFill>
                <a:latin typeface="Calibri"/>
                <a:cs typeface="Calibri"/>
              </a:rPr>
              <a:t>learning</a:t>
            </a:r>
            <a:r>
              <a:rPr sz="8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08000"/>
                </a:solidFill>
                <a:latin typeface="Calibri"/>
                <a:cs typeface="Calibri"/>
              </a:rPr>
              <a:t>schedule:</a:t>
            </a:r>
            <a:r>
              <a:rPr sz="8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08000"/>
                </a:solidFill>
                <a:latin typeface="Calibri"/>
                <a:cs typeface="Calibri"/>
              </a:rPr>
              <a:t>Gradual</a:t>
            </a:r>
            <a:r>
              <a:rPr sz="800" spc="-10" dirty="0">
                <a:solidFill>
                  <a:srgbClr val="008000"/>
                </a:solidFill>
                <a:latin typeface="Calibri"/>
                <a:cs typeface="Calibri"/>
              </a:rPr>
              <a:t> decay.</a:t>
            </a:r>
            <a:endParaRPr sz="800">
              <a:latin typeface="Calibri"/>
              <a:cs typeface="Calibri"/>
            </a:endParaRPr>
          </a:p>
          <a:p>
            <a:pPr marL="100965" marR="586105" indent="-88900">
              <a:lnSpc>
                <a:spcPct val="100000"/>
              </a:lnSpc>
            </a:pPr>
            <a:r>
              <a:rPr sz="800" b="1" dirty="0">
                <a:solidFill>
                  <a:srgbClr val="0000FF"/>
                </a:solidFill>
                <a:latin typeface="Calibri"/>
                <a:cs typeface="Calibri"/>
              </a:rPr>
              <a:t>def</a:t>
            </a:r>
            <a:r>
              <a:rPr sz="80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00FF"/>
                </a:solidFill>
                <a:latin typeface="Calibri"/>
                <a:cs typeface="Calibri"/>
              </a:rPr>
              <a:t>stepDecay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800" spc="-10" dirty="0">
                <a:latin typeface="Calibri"/>
                <a:cs typeface="Calibri"/>
              </a:rPr>
              <a:t>alpha_init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800" b="1" spc="6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t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800" b="1" spc="2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beta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800" b="1" dirty="0">
                <a:solidFill>
                  <a:srgbClr val="FF0000"/>
                </a:solidFill>
                <a:latin typeface="Calibri"/>
                <a:cs typeface="Calibri"/>
              </a:rPr>
              <a:t>6</a:t>
            </a:r>
            <a:r>
              <a:rPr sz="800" dirty="0">
                <a:solidFill>
                  <a:srgbClr val="FF0000"/>
                </a:solidFill>
                <a:latin typeface="Calibri"/>
                <a:cs typeface="Calibri"/>
              </a:rPr>
              <a:t>.0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800" b="1" spc="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drop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800" spc="-10" dirty="0">
                <a:solidFill>
                  <a:srgbClr val="FF0000"/>
                </a:solidFill>
                <a:latin typeface="Calibri"/>
                <a:cs typeface="Calibri"/>
              </a:rPr>
              <a:t>0.5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):</a:t>
            </a:r>
            <a:r>
              <a:rPr sz="800" b="1" spc="50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8000"/>
                </a:solidFill>
                <a:latin typeface="Calibri"/>
                <a:cs typeface="Calibri"/>
              </a:rPr>
              <a:t>'''Gradual</a:t>
            </a:r>
            <a:r>
              <a:rPr sz="800" spc="-40" dirty="0">
                <a:solidFill>
                  <a:srgbClr val="FF8000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8000"/>
                </a:solidFill>
                <a:latin typeface="Calibri"/>
                <a:cs typeface="Calibri"/>
              </a:rPr>
              <a:t>decay.'''</a:t>
            </a:r>
            <a:endParaRPr sz="800">
              <a:latin typeface="Calibri"/>
              <a:cs typeface="Calibri"/>
            </a:endParaRPr>
          </a:p>
          <a:p>
            <a:pPr marL="100965" marR="5080">
              <a:lnSpc>
                <a:spcPct val="100000"/>
              </a:lnSpc>
            </a:pPr>
            <a:r>
              <a:rPr sz="800" dirty="0">
                <a:latin typeface="Calibri"/>
                <a:cs typeface="Calibri"/>
              </a:rPr>
              <a:t>alpha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800" b="1" spc="-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alpha_init</a:t>
            </a:r>
            <a:r>
              <a:rPr sz="800" spc="5" dirty="0"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*</a:t>
            </a:r>
            <a:r>
              <a:rPr sz="800" b="1" spc="-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math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800" b="1" dirty="0">
                <a:solidFill>
                  <a:srgbClr val="870087"/>
                </a:solidFill>
                <a:latin typeface="Calibri"/>
                <a:cs typeface="Calibri"/>
              </a:rPr>
              <a:t>pow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800" dirty="0">
                <a:latin typeface="Calibri"/>
                <a:cs typeface="Calibri"/>
              </a:rPr>
              <a:t>drop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800" b="1" spc="-2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math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800" spc="-10" dirty="0">
                <a:latin typeface="Calibri"/>
                <a:cs typeface="Calibri"/>
              </a:rPr>
              <a:t>floor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((</a:t>
            </a:r>
            <a:r>
              <a:rPr sz="800" spc="-1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+</a:t>
            </a:r>
            <a:r>
              <a:rPr sz="800" spc="-10" dirty="0">
                <a:latin typeface="Calibri"/>
                <a:cs typeface="Calibri"/>
              </a:rPr>
              <a:t>t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)/</a:t>
            </a:r>
            <a:r>
              <a:rPr sz="800" spc="-10" dirty="0">
                <a:latin typeface="Calibri"/>
                <a:cs typeface="Calibri"/>
              </a:rPr>
              <a:t>beta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))</a:t>
            </a:r>
            <a:r>
              <a:rPr sz="800" b="1" spc="50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000FF"/>
                </a:solidFill>
                <a:latin typeface="Calibri"/>
                <a:cs typeface="Calibri"/>
              </a:rPr>
              <a:t>return</a:t>
            </a:r>
            <a:r>
              <a:rPr sz="80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alpha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298450" indent="-228600">
              <a:lnSpc>
                <a:spcPct val="9010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b="0" spc="-10" dirty="0">
                <a:latin typeface="Calibri"/>
                <a:cs typeface="Calibri"/>
              </a:rPr>
              <a:t>Porém,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i="1" dirty="0"/>
              <a:t>oscilação</a:t>
            </a:r>
            <a:r>
              <a:rPr i="1" spc="-100" dirty="0"/>
              <a:t> </a:t>
            </a:r>
            <a:r>
              <a:rPr i="1" spc="-35" dirty="0"/>
              <a:t>em </a:t>
            </a:r>
            <a:r>
              <a:rPr i="1" dirty="0"/>
              <a:t>torno</a:t>
            </a:r>
            <a:r>
              <a:rPr i="1" spc="-70" dirty="0"/>
              <a:t> </a:t>
            </a:r>
            <a:r>
              <a:rPr i="1" dirty="0"/>
              <a:t>do</a:t>
            </a:r>
            <a:r>
              <a:rPr i="1" spc="-80" dirty="0"/>
              <a:t> </a:t>
            </a:r>
            <a:r>
              <a:rPr i="1" dirty="0"/>
              <a:t>mínimo</a:t>
            </a:r>
            <a:r>
              <a:rPr i="1" spc="-70" dirty="0"/>
              <a:t> </a:t>
            </a:r>
            <a:r>
              <a:rPr i="1" spc="-50" dirty="0"/>
              <a:t>é </a:t>
            </a:r>
            <a:r>
              <a:rPr i="1" spc="-10" dirty="0"/>
              <a:t>bastante</a:t>
            </a:r>
            <a:r>
              <a:rPr i="1" spc="-140" dirty="0"/>
              <a:t> </a:t>
            </a:r>
            <a:r>
              <a:rPr i="1" spc="-10" dirty="0"/>
              <a:t>reduzida </a:t>
            </a:r>
            <a:r>
              <a:rPr b="0" dirty="0">
                <a:latin typeface="Calibri"/>
                <a:cs typeface="Calibri"/>
              </a:rPr>
              <a:t>devido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à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i="1" spc="-10" dirty="0"/>
              <a:t>diminuição </a:t>
            </a:r>
            <a:r>
              <a:rPr i="1" dirty="0"/>
              <a:t>gradual</a:t>
            </a:r>
            <a:r>
              <a:rPr i="1" spc="-80" dirty="0"/>
              <a:t> </a:t>
            </a:r>
            <a:r>
              <a:rPr b="0" dirty="0">
                <a:latin typeface="Calibri"/>
                <a:cs typeface="Calibri"/>
              </a:rPr>
              <a:t>do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passo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de </a:t>
            </a:r>
            <a:r>
              <a:rPr b="0" spc="-20" dirty="0">
                <a:latin typeface="Calibri"/>
                <a:cs typeface="Calibri"/>
              </a:rPr>
              <a:t>aprendizagem,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25" dirty="0">
                <a:latin typeface="Cambria Math"/>
                <a:cs typeface="Cambria Math"/>
              </a:rPr>
              <a:t>𝛼</a:t>
            </a:r>
            <a:r>
              <a:rPr b="0" spc="-25" dirty="0">
                <a:latin typeface="Calibri"/>
                <a:cs typeface="Calibri"/>
              </a:rPr>
              <a:t>.</a:t>
            </a:r>
          </a:p>
          <a:p>
            <a:pPr marL="241300" marR="222250" indent="-228600">
              <a:lnSpc>
                <a:spcPts val="3020"/>
              </a:lnSpc>
              <a:spcBef>
                <a:spcPts val="40"/>
              </a:spcBef>
              <a:buFont typeface="Arial"/>
              <a:buChar char="•"/>
              <a:tabLst>
                <a:tab pos="241300" algn="l"/>
              </a:tabLst>
            </a:pPr>
            <a:r>
              <a:rPr b="0" dirty="0">
                <a:latin typeface="Calibri"/>
                <a:cs typeface="Calibri"/>
              </a:rPr>
              <a:t>Conseguimos</a:t>
            </a:r>
            <a:r>
              <a:rPr b="0" spc="-16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visualizar </a:t>
            </a:r>
            <a:r>
              <a:rPr b="0" dirty="0">
                <a:latin typeface="Calibri"/>
                <a:cs typeface="Calibri"/>
              </a:rPr>
              <a:t>melhor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efeito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da</a:t>
            </a:r>
          </a:p>
          <a:p>
            <a:pPr marL="241300" marR="5080">
              <a:lnSpc>
                <a:spcPts val="3010"/>
              </a:lnSpc>
              <a:spcBef>
                <a:spcPts val="30"/>
              </a:spcBef>
            </a:pPr>
            <a:r>
              <a:rPr b="0" dirty="0">
                <a:latin typeface="Calibri"/>
                <a:cs typeface="Calibri"/>
              </a:rPr>
              <a:t>redução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mbria Math"/>
                <a:cs typeface="Cambria Math"/>
              </a:rPr>
              <a:t>𝛼</a:t>
            </a:r>
            <a:r>
              <a:rPr b="0" spc="35" dirty="0">
                <a:latin typeface="Cambria Math"/>
                <a:cs typeface="Cambria Math"/>
              </a:rPr>
              <a:t> </a:t>
            </a:r>
            <a:r>
              <a:rPr b="0" dirty="0">
                <a:latin typeface="Calibri"/>
                <a:cs typeface="Calibri"/>
              </a:rPr>
              <a:t>nas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figuras </a:t>
            </a:r>
            <a:r>
              <a:rPr b="0" dirty="0">
                <a:latin typeface="Calibri"/>
                <a:cs typeface="Calibri"/>
              </a:rPr>
              <a:t>que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mostram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os</a:t>
            </a:r>
          </a:p>
          <a:p>
            <a:pPr marL="241300" marR="740410">
              <a:lnSpc>
                <a:spcPts val="3020"/>
              </a:lnSpc>
              <a:spcBef>
                <a:spcPts val="5"/>
              </a:spcBef>
            </a:pPr>
            <a:r>
              <a:rPr b="0" spc="-10" dirty="0">
                <a:latin typeface="Calibri"/>
                <a:cs typeface="Calibri"/>
              </a:rPr>
              <a:t>elementos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do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vetor </a:t>
            </a:r>
            <a:r>
              <a:rPr b="0" spc="-10" dirty="0">
                <a:latin typeface="Calibri"/>
                <a:cs typeface="Calibri"/>
              </a:rPr>
              <a:t>gradiente.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6424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95" dirty="0"/>
              <a:t> </a:t>
            </a:r>
            <a:r>
              <a:rPr dirty="0"/>
              <a:t>de</a:t>
            </a:r>
            <a:r>
              <a:rPr spc="-90" dirty="0"/>
              <a:t> </a:t>
            </a:r>
            <a:r>
              <a:rPr dirty="0"/>
              <a:t>redução</a:t>
            </a:r>
            <a:r>
              <a:rPr spc="-90" dirty="0"/>
              <a:t> </a:t>
            </a:r>
            <a:r>
              <a:rPr dirty="0"/>
              <a:t>programada</a:t>
            </a:r>
            <a:r>
              <a:rPr spc="-110" dirty="0"/>
              <a:t> </a:t>
            </a:r>
            <a:r>
              <a:rPr dirty="0"/>
              <a:t>com</a:t>
            </a:r>
            <a:r>
              <a:rPr spc="-85" dirty="0"/>
              <a:t> </a:t>
            </a:r>
            <a:r>
              <a:rPr spc="-25" dirty="0"/>
              <a:t>GDE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5826" y="1878670"/>
            <a:ext cx="7837170" cy="2408555"/>
            <a:chOff x="115826" y="1878670"/>
            <a:chExt cx="7837170" cy="24085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3774" y="1913165"/>
              <a:ext cx="2388982" cy="23737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8349" y="1898532"/>
              <a:ext cx="2452495" cy="236903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826" y="1878670"/>
              <a:ext cx="2418707" cy="240301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59938" y="2953385"/>
              <a:ext cx="230505" cy="2493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559938" y="2953385"/>
              <a:ext cx="230504" cy="249554"/>
            </a:xfrm>
            <a:custGeom>
              <a:avLst/>
              <a:gdLst/>
              <a:ahLst/>
              <a:cxnLst/>
              <a:rect l="l" t="t" r="r" b="b"/>
              <a:pathLst>
                <a:path w="230505" h="249555">
                  <a:moveTo>
                    <a:pt x="0" y="62356"/>
                  </a:moveTo>
                  <a:lnTo>
                    <a:pt x="115316" y="62356"/>
                  </a:lnTo>
                  <a:lnTo>
                    <a:pt x="115316" y="0"/>
                  </a:lnTo>
                  <a:lnTo>
                    <a:pt x="230505" y="124713"/>
                  </a:lnTo>
                  <a:lnTo>
                    <a:pt x="115316" y="249300"/>
                  </a:lnTo>
                  <a:lnTo>
                    <a:pt x="115316" y="187070"/>
                  </a:lnTo>
                  <a:lnTo>
                    <a:pt x="0" y="187070"/>
                  </a:lnTo>
                  <a:lnTo>
                    <a:pt x="0" y="62356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05171" y="2953385"/>
              <a:ext cx="230504" cy="249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05171" y="2953385"/>
              <a:ext cx="230504" cy="249554"/>
            </a:xfrm>
            <a:custGeom>
              <a:avLst/>
              <a:gdLst/>
              <a:ahLst/>
              <a:cxnLst/>
              <a:rect l="l" t="t" r="r" b="b"/>
              <a:pathLst>
                <a:path w="230504" h="249555">
                  <a:moveTo>
                    <a:pt x="0" y="62356"/>
                  </a:moveTo>
                  <a:lnTo>
                    <a:pt x="115315" y="62356"/>
                  </a:lnTo>
                  <a:lnTo>
                    <a:pt x="115315" y="0"/>
                  </a:lnTo>
                  <a:lnTo>
                    <a:pt x="230504" y="124713"/>
                  </a:lnTo>
                  <a:lnTo>
                    <a:pt x="115315" y="249300"/>
                  </a:lnTo>
                  <a:lnTo>
                    <a:pt x="115315" y="187070"/>
                  </a:lnTo>
                  <a:lnTo>
                    <a:pt x="0" y="187070"/>
                  </a:lnTo>
                  <a:lnTo>
                    <a:pt x="0" y="62356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63346" y="1532382"/>
            <a:ext cx="46170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60625" algn="l"/>
              </a:tabLst>
            </a:pPr>
            <a:r>
              <a:rPr sz="1400" b="1" dirty="0">
                <a:latin typeface="Calibri"/>
                <a:cs typeface="Calibri"/>
              </a:rPr>
              <a:t>Sem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redução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gradual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400" b="1" spc="-10" dirty="0">
                <a:latin typeface="Calibri"/>
                <a:cs typeface="Calibri"/>
              </a:rPr>
              <a:t>Redução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gradual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por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degraus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03111" y="1571370"/>
            <a:ext cx="15906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alibri"/>
                <a:cs typeface="Calibri"/>
              </a:rPr>
              <a:t>Com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redução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gradual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51073" y="4395030"/>
            <a:ext cx="2416209" cy="242062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4137" y="4428106"/>
            <a:ext cx="2410395" cy="236692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711323" y="5198491"/>
            <a:ext cx="26244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8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08000"/>
                </a:solidFill>
                <a:latin typeface="Calibri"/>
                <a:cs typeface="Calibri"/>
              </a:rPr>
              <a:t>learning</a:t>
            </a:r>
            <a:r>
              <a:rPr sz="8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08000"/>
                </a:solidFill>
                <a:latin typeface="Calibri"/>
                <a:cs typeface="Calibri"/>
              </a:rPr>
              <a:t>schedule:</a:t>
            </a:r>
            <a:r>
              <a:rPr sz="8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08000"/>
                </a:solidFill>
                <a:latin typeface="Calibri"/>
                <a:cs typeface="Calibri"/>
              </a:rPr>
              <a:t>Gradual</a:t>
            </a:r>
            <a:r>
              <a:rPr sz="800" spc="-10" dirty="0">
                <a:solidFill>
                  <a:srgbClr val="008000"/>
                </a:solidFill>
                <a:latin typeface="Calibri"/>
                <a:cs typeface="Calibri"/>
              </a:rPr>
              <a:t> decay.</a:t>
            </a:r>
            <a:endParaRPr sz="800">
              <a:latin typeface="Calibri"/>
              <a:cs typeface="Calibri"/>
            </a:endParaRPr>
          </a:p>
          <a:p>
            <a:pPr marL="100965" marR="586105" indent="-88900">
              <a:lnSpc>
                <a:spcPct val="100000"/>
              </a:lnSpc>
            </a:pPr>
            <a:r>
              <a:rPr sz="800" b="1" dirty="0">
                <a:solidFill>
                  <a:srgbClr val="0000FF"/>
                </a:solidFill>
                <a:latin typeface="Calibri"/>
                <a:cs typeface="Calibri"/>
              </a:rPr>
              <a:t>def</a:t>
            </a:r>
            <a:r>
              <a:rPr sz="80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00FF"/>
                </a:solidFill>
                <a:latin typeface="Calibri"/>
                <a:cs typeface="Calibri"/>
              </a:rPr>
              <a:t>stepDecay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800" spc="-10" dirty="0">
                <a:latin typeface="Calibri"/>
                <a:cs typeface="Calibri"/>
              </a:rPr>
              <a:t>alpha_init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800" b="1" spc="6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t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800" b="1" spc="2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beta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800" b="1" dirty="0">
                <a:solidFill>
                  <a:srgbClr val="FF0000"/>
                </a:solidFill>
                <a:latin typeface="Calibri"/>
                <a:cs typeface="Calibri"/>
              </a:rPr>
              <a:t>6</a:t>
            </a:r>
            <a:r>
              <a:rPr sz="800" dirty="0">
                <a:solidFill>
                  <a:srgbClr val="FF0000"/>
                </a:solidFill>
                <a:latin typeface="Calibri"/>
                <a:cs typeface="Calibri"/>
              </a:rPr>
              <a:t>.0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800" b="1" spc="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drop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800" spc="-10" dirty="0">
                <a:solidFill>
                  <a:srgbClr val="FF0000"/>
                </a:solidFill>
                <a:latin typeface="Calibri"/>
                <a:cs typeface="Calibri"/>
              </a:rPr>
              <a:t>0.5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):</a:t>
            </a:r>
            <a:r>
              <a:rPr sz="800" b="1" spc="50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8000"/>
                </a:solidFill>
                <a:latin typeface="Calibri"/>
                <a:cs typeface="Calibri"/>
              </a:rPr>
              <a:t>'''Gradual</a:t>
            </a:r>
            <a:r>
              <a:rPr sz="800" spc="-40" dirty="0">
                <a:solidFill>
                  <a:srgbClr val="FF8000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8000"/>
                </a:solidFill>
                <a:latin typeface="Calibri"/>
                <a:cs typeface="Calibri"/>
              </a:rPr>
              <a:t>decay.'''</a:t>
            </a:r>
            <a:endParaRPr sz="800">
              <a:latin typeface="Calibri"/>
              <a:cs typeface="Calibri"/>
            </a:endParaRPr>
          </a:p>
          <a:p>
            <a:pPr marL="100965" marR="5080">
              <a:lnSpc>
                <a:spcPct val="100000"/>
              </a:lnSpc>
            </a:pPr>
            <a:r>
              <a:rPr sz="800" dirty="0">
                <a:latin typeface="Calibri"/>
                <a:cs typeface="Calibri"/>
              </a:rPr>
              <a:t>alpha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800" b="1" spc="-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alpha_init</a:t>
            </a:r>
            <a:r>
              <a:rPr sz="800" spc="5" dirty="0"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*</a:t>
            </a:r>
            <a:r>
              <a:rPr sz="800" b="1" spc="-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math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800" b="1" dirty="0">
                <a:solidFill>
                  <a:srgbClr val="870087"/>
                </a:solidFill>
                <a:latin typeface="Calibri"/>
                <a:cs typeface="Calibri"/>
              </a:rPr>
              <a:t>pow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800" dirty="0">
                <a:latin typeface="Calibri"/>
                <a:cs typeface="Calibri"/>
              </a:rPr>
              <a:t>drop</a:t>
            </a:r>
            <a:r>
              <a:rPr sz="8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800" b="1" spc="-2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math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800" spc="-10" dirty="0">
                <a:latin typeface="Calibri"/>
                <a:cs typeface="Calibri"/>
              </a:rPr>
              <a:t>floor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((</a:t>
            </a:r>
            <a:r>
              <a:rPr sz="800" spc="-1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+</a:t>
            </a:r>
            <a:r>
              <a:rPr sz="800" spc="-10" dirty="0">
                <a:latin typeface="Calibri"/>
                <a:cs typeface="Calibri"/>
              </a:rPr>
              <a:t>t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)/</a:t>
            </a:r>
            <a:r>
              <a:rPr sz="800" spc="-10" dirty="0">
                <a:latin typeface="Calibri"/>
                <a:cs typeface="Calibri"/>
              </a:rPr>
              <a:t>beta</a:t>
            </a:r>
            <a:r>
              <a:rPr sz="800" b="1" spc="-10" dirty="0">
                <a:solidFill>
                  <a:srgbClr val="000080"/>
                </a:solidFill>
                <a:latin typeface="Calibri"/>
                <a:cs typeface="Calibri"/>
              </a:rPr>
              <a:t>))</a:t>
            </a:r>
            <a:r>
              <a:rPr sz="800" b="1" spc="50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000FF"/>
                </a:solidFill>
                <a:latin typeface="Calibri"/>
                <a:cs typeface="Calibri"/>
              </a:rPr>
              <a:t>return</a:t>
            </a:r>
            <a:r>
              <a:rPr sz="80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alpha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03183" y="1835861"/>
            <a:ext cx="3755390" cy="51956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Conclusão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de </a:t>
            </a:r>
            <a:r>
              <a:rPr sz="2800" spc="-20" dirty="0">
                <a:latin typeface="Calibri"/>
                <a:cs typeface="Calibri"/>
              </a:rPr>
              <a:t>aprendizagem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tem </a:t>
            </a:r>
            <a:r>
              <a:rPr sz="2800" dirty="0">
                <a:latin typeface="Calibri"/>
                <a:cs typeface="Calibri"/>
              </a:rPr>
              <a:t>seu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reduzido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ao </a:t>
            </a:r>
            <a:r>
              <a:rPr sz="2800" dirty="0">
                <a:latin typeface="Calibri"/>
                <a:cs typeface="Calibri"/>
              </a:rPr>
              <a:t>longo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iterações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permite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versões </a:t>
            </a:r>
            <a:r>
              <a:rPr sz="2800" spc="-10" dirty="0" err="1">
                <a:latin typeface="Calibri"/>
                <a:cs typeface="Calibri"/>
              </a:rPr>
              <a:t>estocásticas</a:t>
            </a:r>
            <a:r>
              <a:rPr sz="2800" spc="-1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</a:t>
            </a:r>
            <a:r>
              <a:rPr lang="pt-BR" sz="2800" spc="-25" dirty="0">
                <a:latin typeface="Calibri"/>
                <a:cs typeface="Calibri"/>
              </a:rPr>
              <a:t> </a:t>
            </a:r>
            <a:r>
              <a:rPr lang="pt-BR" sz="2800" spc="-20" dirty="0">
                <a:latin typeface="Calibri"/>
                <a:cs typeface="Calibri"/>
              </a:rPr>
              <a:t>gradiente</a:t>
            </a:r>
            <a:r>
              <a:rPr lang="pt-BR" sz="2800" spc="-75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descendente </a:t>
            </a:r>
            <a:r>
              <a:rPr lang="pt-BR" sz="2800" dirty="0">
                <a:latin typeface="Calibri"/>
                <a:cs typeface="Calibri"/>
              </a:rPr>
              <a:t>se</a:t>
            </a:r>
            <a:r>
              <a:rPr lang="pt-BR" sz="2800" spc="-55" dirty="0">
                <a:latin typeface="Calibri"/>
                <a:cs typeface="Calibri"/>
              </a:rPr>
              <a:t> </a:t>
            </a:r>
            <a:r>
              <a:rPr lang="pt-BR" sz="2800" spc="-20" dirty="0">
                <a:latin typeface="Calibri"/>
                <a:cs typeface="Calibri"/>
              </a:rPr>
              <a:t>estabilizem</a:t>
            </a:r>
            <a:r>
              <a:rPr lang="pt-BR" sz="2800" spc="-35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próximo </a:t>
            </a:r>
            <a:r>
              <a:rPr lang="pt-BR" sz="2800" dirty="0">
                <a:latin typeface="Calibri"/>
                <a:cs typeface="Calibri"/>
              </a:rPr>
              <a:t>ao</a:t>
            </a:r>
            <a:r>
              <a:rPr lang="pt-BR" sz="2800" spc="-7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ponto</a:t>
            </a:r>
            <a:r>
              <a:rPr lang="pt-BR" sz="2800" spc="-5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de</a:t>
            </a:r>
            <a:r>
              <a:rPr lang="pt-BR" sz="2800" spc="-65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mínimo global.</a:t>
            </a:r>
            <a:endParaRPr lang="pt-BR"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Para</a:t>
            </a:r>
            <a:r>
              <a:rPr spc="-195" dirty="0"/>
              <a:t> </a:t>
            </a:r>
            <a:r>
              <a:rPr spc="-20" dirty="0"/>
              <a:t>casa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9989820" cy="123317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Exercício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sobre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descendente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estocástico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decaimento exponencial.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9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 err="1">
                <a:latin typeface="Calibri"/>
                <a:cs typeface="Calibri"/>
              </a:rPr>
              <a:t>Exercício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#</a:t>
            </a:r>
            <a:r>
              <a:rPr lang="pt-BR" sz="2400" dirty="0">
                <a:latin typeface="Calibri"/>
                <a:cs typeface="Calibri"/>
              </a:rPr>
              <a:t>8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#2.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Ajuste</a:t>
            </a:r>
            <a:r>
              <a:rPr spc="-65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dirty="0"/>
              <a:t>termo</a:t>
            </a:r>
            <a:r>
              <a:rPr spc="-5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atualização</a:t>
            </a:r>
            <a:r>
              <a:rPr spc="-25" dirty="0"/>
              <a:t> </a:t>
            </a:r>
            <a:r>
              <a:rPr dirty="0"/>
              <a:t>dos</a:t>
            </a:r>
            <a:r>
              <a:rPr spc="-50" dirty="0"/>
              <a:t> </a:t>
            </a:r>
            <a:r>
              <a:rPr spc="-10" dirty="0"/>
              <a:t>pesos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91990" y="1793493"/>
            <a:ext cx="7244715" cy="28848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Versões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aproximação </a:t>
            </a:r>
            <a:r>
              <a:rPr sz="2800" b="1" i="1" spc="-20" dirty="0">
                <a:solidFill>
                  <a:srgbClr val="6F2F9F"/>
                </a:solidFill>
                <a:latin typeface="Calibri"/>
                <a:cs typeface="Calibri"/>
              </a:rPr>
              <a:t>estocástica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do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vetor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gradiente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têm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amostras corrompidas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por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ruído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apresentam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atualizações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ruidosas</a:t>
            </a:r>
            <a:r>
              <a:rPr sz="2800"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dos</a:t>
            </a:r>
            <a:r>
              <a:rPr sz="2800"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pesos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941069" indent="-228600" algn="just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Ou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direção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caminho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mínimo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pode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variar bastante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cada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atualização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pesos.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671" y="2427657"/>
            <a:ext cx="3200890" cy="3180092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Ajuste</a:t>
            </a:r>
            <a:r>
              <a:rPr spc="-65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dirty="0"/>
              <a:t>termo</a:t>
            </a:r>
            <a:r>
              <a:rPr spc="-5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atualização</a:t>
            </a:r>
            <a:r>
              <a:rPr spc="-25" dirty="0"/>
              <a:t> </a:t>
            </a:r>
            <a:r>
              <a:rPr dirty="0"/>
              <a:t>dos</a:t>
            </a:r>
            <a:r>
              <a:rPr spc="-50" dirty="0"/>
              <a:t> </a:t>
            </a:r>
            <a:r>
              <a:rPr spc="-10" dirty="0"/>
              <a:t>pesos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07789" y="1793493"/>
            <a:ext cx="7489825" cy="450215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6921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  <a:tab pos="6779259" algn="l"/>
              </a:tabLst>
            </a:pPr>
            <a:r>
              <a:rPr sz="2800" dirty="0">
                <a:latin typeface="Calibri"/>
                <a:cs typeface="Calibri"/>
              </a:rPr>
              <a:t>Esse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aproximações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“</a:t>
            </a:r>
            <a:r>
              <a:rPr sz="2800" b="1" i="1" spc="-10" dirty="0">
                <a:latin typeface="Calibri"/>
                <a:cs typeface="Calibri"/>
              </a:rPr>
              <a:t>ruidosas</a:t>
            </a:r>
            <a:r>
              <a:rPr sz="2800" spc="-10" dirty="0">
                <a:latin typeface="Calibri"/>
                <a:cs typeface="Calibri"/>
              </a:rPr>
              <a:t>”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spc="-20" dirty="0">
                <a:latin typeface="Calibri"/>
                <a:cs typeface="Calibri"/>
              </a:rPr>
              <a:t>gradiente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torna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acentuado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superfícies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assemelham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ravinas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698500" marR="130175" lvl="1" indent="-228600">
              <a:lnSpc>
                <a:spcPts val="2590"/>
              </a:lnSpc>
              <a:spcBef>
                <a:spcPts val="57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b="1" i="1" dirty="0">
                <a:latin typeface="Calibri"/>
                <a:cs typeface="Calibri"/>
              </a:rPr>
              <a:t>Ravinas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possuem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grande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declividade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direção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bastante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planas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outra.</a:t>
            </a:r>
            <a:endParaRPr sz="2400">
              <a:latin typeface="Calibri"/>
              <a:cs typeface="Calibri"/>
            </a:endParaRPr>
          </a:p>
          <a:p>
            <a:pPr marL="241300" marR="751840" indent="-228600">
              <a:lnSpc>
                <a:spcPts val="302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versões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GDMB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têm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para </a:t>
            </a:r>
            <a:r>
              <a:rPr sz="2800" dirty="0">
                <a:latin typeface="Calibri"/>
                <a:cs typeface="Calibri"/>
              </a:rPr>
              <a:t>caminhar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superfícies.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Nessas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superfícies,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versões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oscilam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longo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encostas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ravina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(movimento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zig-</a:t>
            </a:r>
            <a:r>
              <a:rPr sz="2800" b="1" i="1" spc="-10" dirty="0">
                <a:latin typeface="Calibri"/>
                <a:cs typeface="Calibri"/>
              </a:rPr>
              <a:t>zag</a:t>
            </a:r>
            <a:r>
              <a:rPr sz="2800" spc="-10" dirty="0">
                <a:latin typeface="Calibri"/>
                <a:cs typeface="Calibri"/>
              </a:rPr>
              <a:t>), </a:t>
            </a:r>
            <a:r>
              <a:rPr sz="2800" spc="-20" dirty="0">
                <a:latin typeface="Calibri"/>
                <a:cs typeface="Calibri"/>
              </a:rPr>
              <a:t>fazendo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progresso</a:t>
            </a:r>
            <a:r>
              <a:rPr sz="2800" b="1" i="1" spc="-9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lento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em</a:t>
            </a:r>
            <a:r>
              <a:rPr sz="2800"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direção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EC7C30"/>
                </a:solidFill>
                <a:latin typeface="Calibri"/>
                <a:cs typeface="Calibri"/>
              </a:rPr>
              <a:t>ao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mínimo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lado.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558" y="1455674"/>
            <a:ext cx="3217799" cy="241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8909" y="4467275"/>
            <a:ext cx="3422877" cy="235711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09903" y="4146295"/>
            <a:ext cx="22155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4360" marR="5080" indent="-58229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Gradiente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Descendente Estocástico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0345" y="2887726"/>
            <a:ext cx="98177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i="1" dirty="0">
                <a:latin typeface="Calibri"/>
                <a:cs typeface="Calibri"/>
              </a:rPr>
              <a:t>Como poderíamos mitigar esse</a:t>
            </a:r>
            <a:r>
              <a:rPr b="1" i="1" spc="10" dirty="0">
                <a:latin typeface="Calibri"/>
                <a:cs typeface="Calibri"/>
              </a:rPr>
              <a:t> </a:t>
            </a:r>
            <a:r>
              <a:rPr b="1" i="1" spc="-10" dirty="0">
                <a:latin typeface="Calibri"/>
                <a:cs typeface="Calibri"/>
              </a:rPr>
              <a:t>problema?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Ajuste</a:t>
            </a:r>
            <a:r>
              <a:rPr spc="-75" dirty="0"/>
              <a:t> </a:t>
            </a:r>
            <a:r>
              <a:rPr dirty="0"/>
              <a:t>do</a:t>
            </a:r>
            <a:r>
              <a:rPr spc="-50" dirty="0"/>
              <a:t> </a:t>
            </a:r>
            <a:r>
              <a:rPr dirty="0"/>
              <a:t>passo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dirty="0"/>
              <a:t>aprendizagem</a:t>
            </a:r>
            <a:r>
              <a:rPr spc="-75" dirty="0"/>
              <a:t> </a:t>
            </a:r>
            <a:r>
              <a:rPr dirty="0"/>
              <a:t>com</a:t>
            </a:r>
            <a:r>
              <a:rPr spc="-55" dirty="0"/>
              <a:t> </a:t>
            </a:r>
            <a:r>
              <a:rPr spc="-10" dirty="0"/>
              <a:t>termo momentum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901680" cy="16046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termo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(vetor)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momentum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adiciona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média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histórico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estimativas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vetor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gradientes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𝝂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atualização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tornando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EC7C30"/>
                </a:solidFill>
                <a:latin typeface="Calibri"/>
                <a:cs typeface="Calibri"/>
              </a:rPr>
              <a:t>as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atualizações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menos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ruidosas</a:t>
            </a:r>
            <a:r>
              <a:rPr sz="2800" b="1" i="1" spc="-10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amortece</a:t>
            </a:r>
            <a:r>
              <a:rPr sz="2800" b="1" i="1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as</a:t>
            </a:r>
            <a:r>
              <a:rPr sz="2800" b="1" i="1" spc="-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oscilações</a:t>
            </a:r>
            <a:r>
              <a:rPr sz="2800" spc="-10" dirty="0">
                <a:latin typeface="Calibri"/>
                <a:cs typeface="Calibri"/>
              </a:rPr>
              <a:t>),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e, </a:t>
            </a:r>
            <a:r>
              <a:rPr sz="2800" spc="-20" dirty="0">
                <a:latin typeface="Calibri"/>
                <a:cs typeface="Calibri"/>
              </a:rPr>
              <a:t>consequentemente,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acelerando</a:t>
            </a:r>
            <a:r>
              <a:rPr sz="2800" b="1" i="1" spc="-4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convergência</a:t>
            </a:r>
            <a:r>
              <a:rPr sz="2800" b="1" i="1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algoritmo.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/>
              <p:cNvSpPr txBox="1"/>
              <p:nvPr/>
            </p:nvSpPr>
            <p:spPr>
              <a:xfrm>
                <a:off x="916939" y="4662935"/>
                <a:ext cx="9926955" cy="1230401"/>
              </a:xfrm>
              <a:prstGeom prst="rect">
                <a:avLst/>
              </a:prstGeom>
            </p:spPr>
            <p:txBody>
              <a:bodyPr vert="horz" wrap="square" lIns="0" tIns="55880" rIns="0" bIns="0" rtlCol="0">
                <a:spAutoFit/>
              </a:bodyPr>
              <a:lstStyle/>
              <a:p>
                <a:pPr marL="76200" marR="43180">
                  <a:lnSpc>
                    <a:spcPct val="89700"/>
                  </a:lnSpc>
                  <a:spcBef>
                    <a:spcPts val="440"/>
                  </a:spcBef>
                  <a:tabLst>
                    <a:tab pos="1627505" algn="l"/>
                    <a:tab pos="2497455" algn="l"/>
                  </a:tabLst>
                </a:pPr>
                <a:r>
                  <a:rPr sz="2800" dirty="0" err="1">
                    <a:latin typeface="Calibri"/>
                    <a:cs typeface="Calibri"/>
                  </a:rPr>
                  <a:t>onde</a:t>
                </a:r>
                <a:r>
                  <a:rPr sz="2800" spc="-6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0" i="1" dirty="0" smtClean="0">
                        <a:latin typeface="Cambria Math"/>
                        <a:cs typeface="Cambria Math"/>
                      </a:rPr>
                      <m:t>∇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nor/>
                      </m:rPr>
                      <a:rPr lang="pt-BR" sz="2800" b="0" i="0" spc="15" dirty="0" smtClean="0">
                        <a:latin typeface="Cambria Math"/>
                        <a:cs typeface="Cambria Math"/>
                      </a:rPr>
                      <m:t> (</m:t>
                    </m:r>
                    <m:r>
                      <m:rPr>
                        <m:nor/>
                      </m:rPr>
                      <a:rPr lang="pt-BR" sz="3075" b="0" i="0" baseline="-16260" dirty="0" smtClean="0">
                        <a:latin typeface="Cambria Math"/>
                        <a:cs typeface="Cambria Math"/>
                      </a:rPr>
                      <m:t> </m:t>
                    </m:r>
                    <m:r>
                      <m:rPr>
                        <m:nor/>
                      </m:rPr>
                      <a:rPr lang="pt-BR" sz="2800" spc="-20" dirty="0" smtClean="0">
                        <a:latin typeface="Cambria Math"/>
                        <a:cs typeface="Cambria Math"/>
                      </a:rPr>
                      <m:t>𝒂</m:t>
                    </m:r>
                    <m:r>
                      <m:rPr>
                        <m:nor/>
                      </m:rPr>
                      <a:rPr lang="pt-BR" sz="2800" spc="-20" dirty="0" smtClean="0">
                        <a:latin typeface="Cambria Math"/>
                        <a:cs typeface="Cambria Math"/>
                      </a:rPr>
                      <m:t>(</m:t>
                    </m:r>
                    <m:r>
                      <m:rPr>
                        <m:nor/>
                      </m:rPr>
                      <a:rPr lang="pt-BR" sz="2800" spc="-20" dirty="0" smtClean="0">
                        <a:latin typeface="Cambria Math"/>
                        <a:cs typeface="Cambria Math"/>
                      </a:rPr>
                      <m:t>𝑖</m:t>
                    </m:r>
                    <m:r>
                      <m:rPr>
                        <m:nor/>
                      </m:rPr>
                      <a:rPr lang="pt-BR" sz="2800" spc="-20" dirty="0" smtClean="0">
                        <a:latin typeface="Cambria Math"/>
                        <a:cs typeface="Cambria Math"/>
                      </a:rPr>
                      <m:t>))</m:t>
                    </m:r>
                    <m:r>
                      <a:rPr lang="pt-BR" sz="2800" i="1" spc="-20" dirty="0" smtClean="0">
                        <a:latin typeface="Cambria Math"/>
                        <a:cs typeface="Cambria Math"/>
                      </a:rPr>
                      <m:t> </m:t>
                    </m:r>
                  </m:oMath>
                </a14:m>
                <a:r>
                  <a:rPr sz="2800" dirty="0">
                    <a:latin typeface="Calibri"/>
                    <a:cs typeface="Calibri"/>
                  </a:rPr>
                  <a:t>é</a:t>
                </a:r>
                <a:r>
                  <a:rPr sz="2800" spc="-6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a</a:t>
                </a:r>
                <a:r>
                  <a:rPr sz="2800" spc="-55" dirty="0">
                    <a:latin typeface="Calibri"/>
                    <a:cs typeface="Calibri"/>
                  </a:rPr>
                  <a:t> </a:t>
                </a:r>
                <a:r>
                  <a:rPr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estimativa</a:t>
                </a:r>
                <a:r>
                  <a:rPr sz="2800" b="1" i="1" spc="-3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do</a:t>
                </a:r>
                <a:r>
                  <a:rPr sz="2800" b="1" i="1" spc="-6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vetor</a:t>
                </a:r>
                <a:r>
                  <a:rPr sz="2800" b="1" i="1" spc="-3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gradiente</a:t>
                </a:r>
                <a:r>
                  <a:rPr sz="2800" b="1" i="1" spc="-5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e</a:t>
                </a:r>
                <a:r>
                  <a:rPr sz="2800" spc="-5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mbria Math"/>
                    <a:cs typeface="Cambria Math"/>
                  </a:rPr>
                  <a:t>𝜇</a:t>
                </a:r>
                <a:r>
                  <a:rPr sz="2800" dirty="0">
                    <a:latin typeface="Calibri"/>
                    <a:cs typeface="Calibri"/>
                  </a:rPr>
                  <a:t>,</a:t>
                </a:r>
                <a:r>
                  <a:rPr sz="2800" spc="-5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chamado</a:t>
                </a:r>
                <a:r>
                  <a:rPr sz="2800" spc="-55" dirty="0">
                    <a:latin typeface="Calibri"/>
                    <a:cs typeface="Calibri"/>
                  </a:rPr>
                  <a:t> </a:t>
                </a:r>
                <a:r>
                  <a:rPr sz="2800" spc="-25" dirty="0">
                    <a:latin typeface="Calibri"/>
                    <a:cs typeface="Calibri"/>
                  </a:rPr>
                  <a:t>de </a:t>
                </a:r>
                <a:r>
                  <a:rPr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coeficiente</a:t>
                </a:r>
                <a:r>
                  <a:rPr sz="2800" b="1" i="1" spc="-7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de</a:t>
                </a:r>
                <a:r>
                  <a:rPr sz="2800" b="1" i="1" spc="-7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momentum</a:t>
                </a:r>
                <a:r>
                  <a:rPr sz="2800" dirty="0">
                    <a:latin typeface="Calibri"/>
                    <a:cs typeface="Calibri"/>
                  </a:rPr>
                  <a:t>,</a:t>
                </a:r>
                <a:r>
                  <a:rPr sz="2800" spc="-65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determina</a:t>
                </a:r>
                <a:r>
                  <a:rPr sz="2800" spc="-7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a</a:t>
                </a:r>
                <a:r>
                  <a:rPr sz="2800" spc="-85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quantidade</a:t>
                </a:r>
                <a:r>
                  <a:rPr sz="2800" spc="-5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de</a:t>
                </a:r>
                <a:r>
                  <a:rPr sz="2800" spc="-75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estimativas anteriores</a:t>
                </a:r>
                <a:r>
                  <a:rPr sz="2800" spc="-8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que</a:t>
                </a:r>
                <a:r>
                  <a:rPr sz="2800" spc="-6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são</a:t>
                </a:r>
                <a:r>
                  <a:rPr sz="2800" spc="-75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consideradas</a:t>
                </a:r>
                <a:r>
                  <a:rPr sz="2800" spc="-4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no</a:t>
                </a:r>
                <a:r>
                  <a:rPr sz="2800" spc="-7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cálculo</a:t>
                </a:r>
                <a:r>
                  <a:rPr sz="2800" spc="-7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da</a:t>
                </a:r>
                <a:r>
                  <a:rPr sz="2800" spc="-70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média.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4662935"/>
                <a:ext cx="9926955" cy="1230401"/>
              </a:xfrm>
              <a:prstGeom prst="rect">
                <a:avLst/>
              </a:prstGeom>
              <a:blipFill>
                <a:blip r:embed="rId2"/>
                <a:stretch>
                  <a:fillRect l="-1351" t="-7921" b="-168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bject 12"/>
          <p:cNvSpPr txBox="1"/>
          <p:nvPr/>
        </p:nvSpPr>
        <p:spPr>
          <a:xfrm>
            <a:off x="1034592" y="3830777"/>
            <a:ext cx="240601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μ</a:t>
            </a:r>
            <a:r>
              <a:rPr sz="1200" spc="-5" dirty="0">
                <a:latin typeface="Cambria Math"/>
                <a:cs typeface="Cambria Math"/>
              </a:rPr>
              <a:t> </a:t>
            </a:r>
            <a:r>
              <a:rPr sz="1200" dirty="0">
                <a:latin typeface="Calibri"/>
                <a:cs typeface="Calibri"/>
              </a:rPr>
              <a:t>(]0,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1[)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determina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rapidez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que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contribuições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gradientes </a:t>
            </a:r>
            <a:r>
              <a:rPr sz="1200" dirty="0">
                <a:latin typeface="Calibri"/>
                <a:cs typeface="Calibri"/>
              </a:rPr>
              <a:t>anteriores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decaem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exponencialmente.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29380" y="4023486"/>
            <a:ext cx="1123315" cy="250190"/>
          </a:xfrm>
          <a:custGeom>
            <a:avLst/>
            <a:gdLst/>
            <a:ahLst/>
            <a:cxnLst/>
            <a:rect l="l" t="t" r="r" b="b"/>
            <a:pathLst>
              <a:path w="1123314" h="250189">
                <a:moveTo>
                  <a:pt x="1047496" y="34235"/>
                </a:moveTo>
                <a:lnTo>
                  <a:pt x="0" y="243458"/>
                </a:lnTo>
                <a:lnTo>
                  <a:pt x="1270" y="249681"/>
                </a:lnTo>
                <a:lnTo>
                  <a:pt x="1048744" y="40463"/>
                </a:lnTo>
                <a:lnTo>
                  <a:pt x="1047496" y="34235"/>
                </a:lnTo>
                <a:close/>
              </a:path>
              <a:path w="1123314" h="250189">
                <a:moveTo>
                  <a:pt x="1110903" y="31750"/>
                </a:moveTo>
                <a:lnTo>
                  <a:pt x="1059942" y="31750"/>
                </a:lnTo>
                <a:lnTo>
                  <a:pt x="1061212" y="37973"/>
                </a:lnTo>
                <a:lnTo>
                  <a:pt x="1048744" y="40463"/>
                </a:lnTo>
                <a:lnTo>
                  <a:pt x="1055624" y="74802"/>
                </a:lnTo>
                <a:lnTo>
                  <a:pt x="1110903" y="31750"/>
                </a:lnTo>
                <a:close/>
              </a:path>
              <a:path w="1123314" h="250189">
                <a:moveTo>
                  <a:pt x="1059942" y="31750"/>
                </a:moveTo>
                <a:lnTo>
                  <a:pt x="1047496" y="34235"/>
                </a:lnTo>
                <a:lnTo>
                  <a:pt x="1048744" y="40463"/>
                </a:lnTo>
                <a:lnTo>
                  <a:pt x="1061212" y="37973"/>
                </a:lnTo>
                <a:lnTo>
                  <a:pt x="1059942" y="31750"/>
                </a:lnTo>
                <a:close/>
              </a:path>
              <a:path w="1123314" h="250189">
                <a:moveTo>
                  <a:pt x="1040638" y="0"/>
                </a:moveTo>
                <a:lnTo>
                  <a:pt x="1047496" y="34235"/>
                </a:lnTo>
                <a:lnTo>
                  <a:pt x="1059942" y="31750"/>
                </a:lnTo>
                <a:lnTo>
                  <a:pt x="1110903" y="31750"/>
                </a:lnTo>
                <a:lnTo>
                  <a:pt x="1122807" y="22479"/>
                </a:lnTo>
                <a:lnTo>
                  <a:pt x="104063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8F76507B-F522-6E58-7C62-96BAE58822CB}"/>
                  </a:ext>
                </a:extLst>
              </p:cNvPr>
              <p:cNvSpPr txBox="1"/>
              <p:nvPr/>
            </p:nvSpPr>
            <p:spPr>
              <a:xfrm>
                <a:off x="3554378" y="3398138"/>
                <a:ext cx="5626802" cy="10720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R="5080" algn="ctr">
                  <a:lnSpc>
                    <a:spcPts val="3145"/>
                  </a:lnSpc>
                  <a:spcBef>
                    <a:spcPts val="95"/>
                  </a:spcBef>
                  <a:tabLst>
                    <a:tab pos="349250" algn="l"/>
                    <a:tab pos="719455" algn="l"/>
                    <a:tab pos="3091180" algn="l"/>
                    <a:tab pos="4061460" algn="l"/>
                    <a:tab pos="4796155" algn="l"/>
                    <a:tab pos="55848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800" spc="-50" dirty="0" smtClean="0">
                          <a:latin typeface="Cambria Math"/>
                          <a:cs typeface="Cambria Math"/>
                        </a:rPr>
                        <m:t>𝝂</m:t>
                      </m:r>
                      <m:r>
                        <m:rPr>
                          <m:nor/>
                        </m:rPr>
                        <a:rPr lang="pt-BR" sz="2800" b="0" i="0" spc="-50" dirty="0" smtClean="0">
                          <a:latin typeface="Cambria Math"/>
                          <a:cs typeface="Cambria Math"/>
                        </a:rPr>
                        <m:t>(</m:t>
                      </m:r>
                      <m:r>
                        <m:rPr>
                          <m:nor/>
                        </m:rPr>
                        <a:rPr lang="pt-BR" sz="2800" dirty="0" smtClean="0">
                          <a:latin typeface="Cambria Math"/>
                          <a:cs typeface="Cambria Math"/>
                        </a:rPr>
                        <m:t>	</m:t>
                      </m:r>
                      <m:r>
                        <m:rPr>
                          <m:nor/>
                        </m:rPr>
                        <a:rPr lang="pt-BR" sz="2800" spc="-50" dirty="0" smtClean="0">
                          <a:latin typeface="Cambria Math"/>
                          <a:cs typeface="Cambria Math"/>
                        </a:rPr>
                        <m:t>𝑖</m:t>
                      </m:r>
                      <m:r>
                        <m:rPr>
                          <m:nor/>
                        </m:rPr>
                        <a:rPr lang="pt-BR" sz="2800" b="0" i="0" spc="-50" dirty="0" smtClean="0">
                          <a:latin typeface="Cambria Math"/>
                          <a:cs typeface="Cambria Math"/>
                        </a:rPr>
                        <m:t>)</m:t>
                      </m:r>
                      <m:r>
                        <m:rPr>
                          <m:nor/>
                        </m:rPr>
                        <a:rPr lang="pt-BR" sz="2800" dirty="0" smtClean="0">
                          <a:latin typeface="Cambria Math"/>
                          <a:cs typeface="Cambria Math"/>
                        </a:rPr>
                        <m:t>	= </m:t>
                      </m:r>
                      <m:r>
                        <m:rPr>
                          <m:nor/>
                        </m:rPr>
                        <a:rPr lang="pt-BR" sz="2800" dirty="0" smtClean="0">
                          <a:latin typeface="Cambria Math"/>
                          <a:cs typeface="Cambria Math"/>
                        </a:rPr>
                        <m:t>𝜇</m:t>
                      </m:r>
                      <m:r>
                        <m:rPr>
                          <m:nor/>
                        </m:rPr>
                        <a:rPr lang="pt-BR" sz="2800" dirty="0" smtClean="0">
                          <a:latin typeface="Cambria Math"/>
                          <a:cs typeface="Cambria Math"/>
                        </a:rPr>
                        <m:t>𝝂</m:t>
                      </m:r>
                      <m:r>
                        <m:rPr>
                          <m:nor/>
                        </m:rPr>
                        <a:rPr lang="pt-BR" sz="2800" dirty="0" smtClean="0">
                          <a:latin typeface="Cambria Math"/>
                          <a:cs typeface="Cambria Math"/>
                        </a:rPr>
                        <m:t>(</m:t>
                      </m:r>
                      <m:r>
                        <m:rPr>
                          <m:nor/>
                        </m:rPr>
                        <a:rPr lang="pt-BR" sz="2800" dirty="0" smtClean="0">
                          <a:latin typeface="Cambria Math"/>
                          <a:cs typeface="Cambria Math"/>
                        </a:rPr>
                        <m:t>𝑖</m:t>
                      </m:r>
                      <m:r>
                        <m:rPr>
                          <m:nor/>
                        </m:rPr>
                        <a:rPr lang="pt-BR" sz="2800" spc="55" dirty="0" smtClean="0">
                          <a:latin typeface="Cambria Math"/>
                          <a:cs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 dirty="0" smtClean="0">
                          <a:latin typeface="Cambria Math"/>
                          <a:cs typeface="Cambria Math"/>
                        </a:rPr>
                        <m:t>−</m:t>
                      </m:r>
                      <m:r>
                        <m:rPr>
                          <m:nor/>
                        </m:rPr>
                        <a:rPr lang="pt-BR" sz="2800" spc="-25" dirty="0" smtClean="0">
                          <a:latin typeface="Cambria Math"/>
                          <a:cs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 dirty="0" smtClean="0">
                          <a:latin typeface="Cambria Math"/>
                          <a:cs typeface="Cambria Math"/>
                        </a:rPr>
                        <m:t>1) +(	1 − </m:t>
                      </m:r>
                      <m:r>
                        <m:rPr>
                          <m:nor/>
                        </m:rPr>
                        <a:rPr lang="pt-BR" sz="2800" spc="-50" dirty="0" smtClean="0">
                          <a:latin typeface="Cambria Math"/>
                          <a:cs typeface="Cambria Math"/>
                        </a:rPr>
                        <m:t>𝜇</m:t>
                      </m:r>
                      <m:r>
                        <m:rPr>
                          <m:nor/>
                        </m:rPr>
                        <a:rPr lang="pt-BR" sz="2800" b="0" i="0" spc="-50" dirty="0" smtClean="0">
                          <a:latin typeface="Cambria Math"/>
                          <a:cs typeface="Cambria Math"/>
                        </a:rPr>
                        <m:t>)</m:t>
                      </m:r>
                      <m:r>
                        <m:rPr>
                          <m:nor/>
                        </m:rPr>
                        <a:rPr lang="pt-BR" sz="2800" dirty="0" smtClean="0">
                          <a:latin typeface="Cambria Math"/>
                          <a:cs typeface="Cambria Math"/>
                        </a:rPr>
                        <m:t>	</m:t>
                      </m:r>
                      <m:r>
                        <m:rPr>
                          <m:sty m:val="p"/>
                        </m:rPr>
                        <a:rPr lang="pt-BR" sz="2800" b="0" i="1" dirty="0" smtClean="0">
                          <a:latin typeface="Cambria Math"/>
                          <a:cs typeface="Cambria Math"/>
                        </a:rPr>
                        <m:t>∇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sSub>
                        <m:sSub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m:rPr>
                          <m:nor/>
                        </m:rPr>
                        <a:rPr lang="pt-BR" sz="2800" b="0" i="0" spc="15" dirty="0" smtClean="0">
                          <a:latin typeface="Cambria Math"/>
                          <a:cs typeface="Cambria Math"/>
                        </a:rPr>
                        <m:t> (</m:t>
                      </m:r>
                      <m:r>
                        <m:rPr>
                          <m:nor/>
                        </m:rPr>
                        <a:rPr lang="pt-BR" sz="3075" b="0" i="0" baseline="-16260" dirty="0" smtClean="0">
                          <a:latin typeface="Cambria Math"/>
                          <a:cs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 spc="-20" dirty="0" smtClean="0">
                          <a:latin typeface="Cambria Math"/>
                          <a:cs typeface="Cambria Math"/>
                        </a:rPr>
                        <m:t>𝒂</m:t>
                      </m:r>
                      <m:r>
                        <m:rPr>
                          <m:nor/>
                        </m:rPr>
                        <a:rPr lang="pt-BR" sz="2800" spc="-20" dirty="0" smtClean="0">
                          <a:latin typeface="Cambria Math"/>
                          <a:cs typeface="Cambria Math"/>
                        </a:rPr>
                        <m:t>(</m:t>
                      </m:r>
                      <m:r>
                        <m:rPr>
                          <m:nor/>
                        </m:rPr>
                        <a:rPr lang="pt-BR" sz="2800" spc="-20" dirty="0" smtClean="0">
                          <a:latin typeface="Cambria Math"/>
                          <a:cs typeface="Cambria Math"/>
                        </a:rPr>
                        <m:t>𝑖</m:t>
                      </m:r>
                      <m:r>
                        <m:rPr>
                          <m:nor/>
                        </m:rPr>
                        <a:rPr lang="pt-BR" sz="2800" spc="-20" dirty="0" smtClean="0">
                          <a:latin typeface="Cambria Math"/>
                          <a:cs typeface="Cambria Math"/>
                        </a:rPr>
                        <m:t>))	,</m:t>
                      </m:r>
                    </m:oMath>
                  </m:oMathPara>
                </a14:m>
                <a:endParaRPr lang="pt-BR" sz="2800" dirty="0">
                  <a:latin typeface="Cambria Math"/>
                  <a:cs typeface="Cambria Math"/>
                </a:endParaRPr>
              </a:p>
              <a:p>
                <a:pPr marL="62865" algn="ctr">
                  <a:lnSpc>
                    <a:spcPts val="3145"/>
                  </a:lnSpc>
                  <a:tabLst>
                    <a:tab pos="431800" algn="l"/>
                    <a:tab pos="1421130" algn="l"/>
                    <a:tab pos="2154555" algn="l"/>
                    <a:tab pos="2505075" algn="l"/>
                    <a:tab pos="3409950" algn="l"/>
                    <a:tab pos="368109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800" spc="-50" dirty="0">
                          <a:latin typeface="Cambria Math"/>
                          <a:cs typeface="Cambria Math"/>
                        </a:rPr>
                        <m:t>𝒂</m:t>
                      </m:r>
                      <m:r>
                        <m:rPr>
                          <m:nor/>
                        </m:rPr>
                        <a:rPr lang="pt-BR" sz="2800" dirty="0">
                          <a:latin typeface="Cambria Math"/>
                          <a:cs typeface="Cambria Math"/>
                        </a:rPr>
                        <m:t>	</m:t>
                      </m:r>
                      <m:r>
                        <m:rPr>
                          <m:nor/>
                        </m:rPr>
                        <a:rPr lang="pt-BR" sz="2800" b="0" i="0" dirty="0" smtClean="0">
                          <a:latin typeface="Cambria Math"/>
                          <a:cs typeface="Cambria Math"/>
                        </a:rPr>
                        <m:t>(</m:t>
                      </m:r>
                      <m:r>
                        <m:rPr>
                          <m:nor/>
                        </m:rPr>
                        <a:rPr lang="pt-BR" sz="2800" dirty="0">
                          <a:latin typeface="Cambria Math"/>
                          <a:cs typeface="Cambria Math"/>
                        </a:rPr>
                        <m:t>𝑖</m:t>
                      </m:r>
                      <m:r>
                        <m:rPr>
                          <m:nor/>
                        </m:rPr>
                        <a:rPr lang="pt-BR" sz="2800" spc="70" dirty="0">
                          <a:latin typeface="Cambria Math"/>
                          <a:cs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 dirty="0">
                          <a:latin typeface="Cambria Math"/>
                          <a:cs typeface="Cambria Math"/>
                        </a:rPr>
                        <m:t>+</m:t>
                      </m:r>
                      <m:r>
                        <m:rPr>
                          <m:nor/>
                        </m:rPr>
                        <a:rPr lang="pt-BR" sz="2800" spc="-20" dirty="0">
                          <a:latin typeface="Cambria Math"/>
                          <a:cs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 spc="-50" dirty="0">
                          <a:latin typeface="Cambria Math"/>
                          <a:cs typeface="Cambria Math"/>
                        </a:rPr>
                        <m:t>1</m:t>
                      </m:r>
                      <m:r>
                        <m:rPr>
                          <m:nor/>
                        </m:rPr>
                        <a:rPr lang="pt-BR" sz="2800" b="0" i="0" spc="-50" dirty="0" smtClean="0">
                          <a:latin typeface="Cambria Math"/>
                          <a:cs typeface="Cambria Math"/>
                        </a:rPr>
                        <m:t>)</m:t>
                      </m:r>
                      <m:r>
                        <m:rPr>
                          <m:nor/>
                        </m:rPr>
                        <a:rPr lang="pt-BR" sz="2800" dirty="0">
                          <a:latin typeface="Cambria Math"/>
                          <a:cs typeface="Cambria Math"/>
                        </a:rPr>
                        <m:t>	= </m:t>
                      </m:r>
                      <m:r>
                        <m:rPr>
                          <m:nor/>
                        </m:rPr>
                        <a:rPr lang="pt-BR" sz="2800" spc="-50" dirty="0">
                          <a:latin typeface="Cambria Math"/>
                          <a:cs typeface="Cambria Math"/>
                        </a:rPr>
                        <m:t>𝒂</m:t>
                      </m:r>
                      <m:r>
                        <m:rPr>
                          <m:nor/>
                        </m:rPr>
                        <a:rPr lang="pt-BR" sz="2800" dirty="0">
                          <a:latin typeface="Cambria Math"/>
                          <a:cs typeface="Cambria Math"/>
                        </a:rPr>
                        <m:t>	</m:t>
                      </m:r>
                      <m:r>
                        <m:rPr>
                          <m:nor/>
                        </m:rPr>
                        <a:rPr lang="pt-BR" sz="2800" b="0" i="0" dirty="0" smtClean="0">
                          <a:latin typeface="Cambria Math"/>
                          <a:cs typeface="Cambria Math"/>
                        </a:rPr>
                        <m:t>(</m:t>
                      </m:r>
                      <m:r>
                        <m:rPr>
                          <m:nor/>
                        </m:rPr>
                        <a:rPr lang="pt-BR" sz="2800" spc="-50" dirty="0">
                          <a:latin typeface="Cambria Math"/>
                          <a:cs typeface="Cambria Math"/>
                        </a:rPr>
                        <m:t>𝑖</m:t>
                      </m:r>
                      <m:r>
                        <m:rPr>
                          <m:nor/>
                        </m:rPr>
                        <a:rPr lang="pt-BR" sz="2800" b="0" i="0" spc="-50" dirty="0" smtClean="0">
                          <a:latin typeface="Cambria Math"/>
                          <a:cs typeface="Cambria Math"/>
                        </a:rPr>
                        <m:t>)</m:t>
                      </m:r>
                      <m:r>
                        <m:rPr>
                          <m:nor/>
                        </m:rPr>
                        <a:rPr lang="pt-BR" sz="2800" dirty="0">
                          <a:latin typeface="Cambria Math"/>
                          <a:cs typeface="Cambria Math"/>
                        </a:rPr>
                        <m:t>	− </m:t>
                      </m:r>
                      <m:r>
                        <m:rPr>
                          <m:nor/>
                        </m:rPr>
                        <a:rPr lang="pt-BR" sz="2800" spc="-25" dirty="0">
                          <a:latin typeface="Cambria Math"/>
                          <a:cs typeface="Cambria Math"/>
                        </a:rPr>
                        <m:t>𝛼</m:t>
                      </m:r>
                      <m:r>
                        <m:rPr>
                          <m:nor/>
                        </m:rPr>
                        <a:rPr lang="pt-BR" sz="2800" spc="-25" dirty="0">
                          <a:latin typeface="Cambria Math"/>
                          <a:cs typeface="Cambria Math"/>
                        </a:rPr>
                        <m:t>𝝂</m:t>
                      </m:r>
                      <m:r>
                        <m:rPr>
                          <m:nor/>
                        </m:rPr>
                        <a:rPr lang="pt-BR" sz="2800" dirty="0">
                          <a:latin typeface="Cambria Math"/>
                          <a:cs typeface="Cambria Math"/>
                        </a:rPr>
                        <m:t>	</m:t>
                      </m:r>
                      <m:r>
                        <m:rPr>
                          <m:nor/>
                        </m:rPr>
                        <a:rPr lang="pt-BR" sz="2800" b="0" i="0" dirty="0" smtClean="0">
                          <a:latin typeface="Cambria Math"/>
                          <a:cs typeface="Cambria Math"/>
                        </a:rPr>
                        <m:t>(</m:t>
                      </m:r>
                      <m:r>
                        <m:rPr>
                          <m:nor/>
                        </m:rPr>
                        <a:rPr lang="pt-BR" sz="2800" spc="-60" dirty="0">
                          <a:latin typeface="Cambria Math"/>
                          <a:cs typeface="Cambria Math"/>
                        </a:rPr>
                        <m:t>𝑖</m:t>
                      </m:r>
                      <m:r>
                        <m:rPr>
                          <m:nor/>
                        </m:rPr>
                        <a:rPr lang="pt-BR" sz="2800" b="0" i="0" spc="-60" dirty="0" smtClean="0">
                          <a:latin typeface="Cambria Math"/>
                          <a:cs typeface="Cambria Math"/>
                        </a:rPr>
                        <m:t>)</m:t>
                      </m:r>
                      <m:r>
                        <m:rPr>
                          <m:nor/>
                        </m:rPr>
                        <a:rPr lang="pt-BR" sz="2800" dirty="0">
                          <a:latin typeface="Cambria Math"/>
                          <a:cs typeface="Cambria Math"/>
                        </a:rPr>
                        <m:t>	</m:t>
                      </m:r>
                      <m:r>
                        <m:rPr>
                          <m:nor/>
                        </m:rPr>
                        <a:rPr lang="pt-BR" sz="2800" spc="-50" dirty="0">
                          <a:latin typeface="Cambria Math"/>
                          <a:cs typeface="Cambria Math"/>
                        </a:rPr>
                        <m:t>.</m:t>
                      </m:r>
                    </m:oMath>
                  </m:oMathPara>
                </a14:m>
                <a:endParaRPr lang="pt-BR" sz="2800" dirty="0">
                  <a:latin typeface="Cambria Math"/>
                  <a:cs typeface="Cambria Math"/>
                </a:endParaRP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8F76507B-F522-6E58-7C62-96BAE5882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378" y="3398138"/>
                <a:ext cx="5626802" cy="10720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Ajuste</a:t>
            </a:r>
            <a:r>
              <a:rPr spc="-75" dirty="0"/>
              <a:t> </a:t>
            </a:r>
            <a:r>
              <a:rPr dirty="0"/>
              <a:t>do</a:t>
            </a:r>
            <a:r>
              <a:rPr spc="-50" dirty="0"/>
              <a:t> </a:t>
            </a:r>
            <a:r>
              <a:rPr dirty="0"/>
              <a:t>passo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dirty="0"/>
              <a:t>aprendizagem</a:t>
            </a:r>
            <a:r>
              <a:rPr spc="-75" dirty="0"/>
              <a:t> </a:t>
            </a:r>
            <a:r>
              <a:rPr dirty="0"/>
              <a:t>com</a:t>
            </a:r>
            <a:r>
              <a:rPr spc="-55" dirty="0"/>
              <a:t> </a:t>
            </a:r>
            <a:r>
              <a:rPr spc="-10" dirty="0"/>
              <a:t>termo momentum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04239" y="1793493"/>
            <a:ext cx="10078720" cy="229780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54000" marR="59563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540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média</a:t>
            </a:r>
            <a:r>
              <a:rPr sz="2800" b="1" i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móvel</a:t>
            </a:r>
            <a:r>
              <a:rPr sz="2800" b="1" i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EF"/>
                </a:solidFill>
                <a:latin typeface="Calibri"/>
                <a:cs typeface="Calibri"/>
              </a:rPr>
              <a:t>exponencialmente</a:t>
            </a:r>
            <a:r>
              <a:rPr sz="2800" b="1" i="1" spc="-4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decrescente</a:t>
            </a:r>
            <a:r>
              <a:rPr sz="2800" b="1" i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estimativas</a:t>
            </a:r>
            <a:r>
              <a:rPr sz="2800" b="1" i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anteriores</a:t>
            </a:r>
            <a:r>
              <a:rPr sz="2800" b="1" i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do</a:t>
            </a:r>
            <a:r>
              <a:rPr sz="2800" b="1" i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gradiente</a:t>
            </a:r>
            <a:r>
              <a:rPr sz="2800" b="1" i="1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54000" marR="177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54000" algn="l"/>
              </a:tabLst>
            </a:pP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fornece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estimativa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melhor,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está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mais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próxima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gradiente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real</a:t>
            </a:r>
            <a:r>
              <a:rPr sz="2800" b="1" i="1" spc="-1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que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cálculos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“ruidosos”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com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as </a:t>
            </a:r>
            <a:r>
              <a:rPr sz="2800" b="1" i="1" spc="-10" dirty="0">
                <a:latin typeface="Calibri"/>
                <a:cs typeface="Calibri"/>
              </a:rPr>
              <a:t>aproximações</a:t>
            </a:r>
            <a:r>
              <a:rPr sz="2800" b="1" i="1" spc="-12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estocásticas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R="2042795" algn="ctr">
              <a:lnSpc>
                <a:spcPts val="1400"/>
              </a:lnSpc>
            </a:pPr>
            <a:endParaRPr sz="1750" dirty="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51710" y="4664202"/>
            <a:ext cx="5264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iteração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atual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692654" y="4504309"/>
            <a:ext cx="380365" cy="364490"/>
          </a:xfrm>
          <a:custGeom>
            <a:avLst/>
            <a:gdLst/>
            <a:ahLst/>
            <a:cxnLst/>
            <a:rect l="l" t="t" r="r" b="b"/>
            <a:pathLst>
              <a:path w="380364" h="364489">
                <a:moveTo>
                  <a:pt x="322910" y="50460"/>
                </a:moveTo>
                <a:lnTo>
                  <a:pt x="0" y="359664"/>
                </a:lnTo>
                <a:lnTo>
                  <a:pt x="4444" y="364236"/>
                </a:lnTo>
                <a:lnTo>
                  <a:pt x="327317" y="55069"/>
                </a:lnTo>
                <a:lnTo>
                  <a:pt x="322910" y="50460"/>
                </a:lnTo>
                <a:close/>
              </a:path>
              <a:path w="380364" h="364489">
                <a:moveTo>
                  <a:pt x="365215" y="41656"/>
                </a:moveTo>
                <a:lnTo>
                  <a:pt x="332104" y="41656"/>
                </a:lnTo>
                <a:lnTo>
                  <a:pt x="336550" y="46228"/>
                </a:lnTo>
                <a:lnTo>
                  <a:pt x="327317" y="55069"/>
                </a:lnTo>
                <a:lnTo>
                  <a:pt x="351408" y="80264"/>
                </a:lnTo>
                <a:lnTo>
                  <a:pt x="365215" y="41656"/>
                </a:lnTo>
                <a:close/>
              </a:path>
              <a:path w="380364" h="364489">
                <a:moveTo>
                  <a:pt x="332104" y="41656"/>
                </a:moveTo>
                <a:lnTo>
                  <a:pt x="322910" y="50460"/>
                </a:lnTo>
                <a:lnTo>
                  <a:pt x="327317" y="55069"/>
                </a:lnTo>
                <a:lnTo>
                  <a:pt x="336550" y="46228"/>
                </a:lnTo>
                <a:lnTo>
                  <a:pt x="332104" y="41656"/>
                </a:lnTo>
                <a:close/>
              </a:path>
              <a:path w="380364" h="364489">
                <a:moveTo>
                  <a:pt x="380110" y="0"/>
                </a:moveTo>
                <a:lnTo>
                  <a:pt x="298703" y="25146"/>
                </a:lnTo>
                <a:lnTo>
                  <a:pt x="322910" y="50460"/>
                </a:lnTo>
                <a:lnTo>
                  <a:pt x="332104" y="41656"/>
                </a:lnTo>
                <a:lnTo>
                  <a:pt x="365215" y="41656"/>
                </a:lnTo>
                <a:lnTo>
                  <a:pt x="38011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11294" y="5273166"/>
            <a:ext cx="1121410" cy="207010"/>
          </a:xfrm>
          <a:custGeom>
            <a:avLst/>
            <a:gdLst/>
            <a:ahLst/>
            <a:cxnLst/>
            <a:rect l="l" t="t" r="r" b="b"/>
            <a:pathLst>
              <a:path w="1121410" h="207010">
                <a:moveTo>
                  <a:pt x="1121155" y="0"/>
                </a:moveTo>
                <a:lnTo>
                  <a:pt x="1119796" y="40262"/>
                </a:lnTo>
                <a:lnTo>
                  <a:pt x="1116091" y="73120"/>
                </a:lnTo>
                <a:lnTo>
                  <a:pt x="1110601" y="95261"/>
                </a:lnTo>
                <a:lnTo>
                  <a:pt x="1103883" y="103378"/>
                </a:lnTo>
                <a:lnTo>
                  <a:pt x="577850" y="103378"/>
                </a:lnTo>
                <a:lnTo>
                  <a:pt x="571132" y="111513"/>
                </a:lnTo>
                <a:lnTo>
                  <a:pt x="565642" y="133699"/>
                </a:lnTo>
                <a:lnTo>
                  <a:pt x="561937" y="166600"/>
                </a:lnTo>
                <a:lnTo>
                  <a:pt x="560577" y="206883"/>
                </a:lnTo>
                <a:lnTo>
                  <a:pt x="559218" y="166600"/>
                </a:lnTo>
                <a:lnTo>
                  <a:pt x="555513" y="133699"/>
                </a:lnTo>
                <a:lnTo>
                  <a:pt x="550023" y="111513"/>
                </a:lnTo>
                <a:lnTo>
                  <a:pt x="543305" y="103378"/>
                </a:lnTo>
                <a:lnTo>
                  <a:pt x="17144" y="103378"/>
                </a:lnTo>
                <a:lnTo>
                  <a:pt x="10447" y="95261"/>
                </a:lnTo>
                <a:lnTo>
                  <a:pt x="5000" y="73120"/>
                </a:lnTo>
                <a:lnTo>
                  <a:pt x="1339" y="40262"/>
                </a:lnTo>
                <a:lnTo>
                  <a:pt x="0" y="0"/>
                </a:lnTo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824341" y="5273166"/>
            <a:ext cx="1121410" cy="207010"/>
          </a:xfrm>
          <a:custGeom>
            <a:avLst/>
            <a:gdLst/>
            <a:ahLst/>
            <a:cxnLst/>
            <a:rect l="l" t="t" r="r" b="b"/>
            <a:pathLst>
              <a:path w="1121409" h="207010">
                <a:moveTo>
                  <a:pt x="1121282" y="0"/>
                </a:moveTo>
                <a:lnTo>
                  <a:pt x="1119923" y="40262"/>
                </a:lnTo>
                <a:lnTo>
                  <a:pt x="1116218" y="73120"/>
                </a:lnTo>
                <a:lnTo>
                  <a:pt x="1110728" y="95261"/>
                </a:lnTo>
                <a:lnTo>
                  <a:pt x="1104010" y="103378"/>
                </a:lnTo>
                <a:lnTo>
                  <a:pt x="577850" y="103378"/>
                </a:lnTo>
                <a:lnTo>
                  <a:pt x="571132" y="111513"/>
                </a:lnTo>
                <a:lnTo>
                  <a:pt x="565642" y="133699"/>
                </a:lnTo>
                <a:lnTo>
                  <a:pt x="561937" y="166600"/>
                </a:lnTo>
                <a:lnTo>
                  <a:pt x="560577" y="206883"/>
                </a:lnTo>
                <a:lnTo>
                  <a:pt x="559238" y="166600"/>
                </a:lnTo>
                <a:lnTo>
                  <a:pt x="555577" y="133699"/>
                </a:lnTo>
                <a:lnTo>
                  <a:pt x="550130" y="111513"/>
                </a:lnTo>
                <a:lnTo>
                  <a:pt x="543432" y="103378"/>
                </a:lnTo>
                <a:lnTo>
                  <a:pt x="17272" y="103378"/>
                </a:lnTo>
                <a:lnTo>
                  <a:pt x="10554" y="95261"/>
                </a:lnTo>
                <a:lnTo>
                  <a:pt x="5064" y="73120"/>
                </a:lnTo>
                <a:lnTo>
                  <a:pt x="1359" y="40262"/>
                </a:lnTo>
                <a:lnTo>
                  <a:pt x="0" y="0"/>
                </a:lnTo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16939" y="5443273"/>
            <a:ext cx="10527030" cy="122618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481070">
              <a:lnSpc>
                <a:spcPct val="100000"/>
              </a:lnSpc>
              <a:spcBef>
                <a:spcPts val="565"/>
              </a:spcBef>
              <a:tabLst>
                <a:tab pos="7874634" algn="l"/>
              </a:tabLst>
            </a:pPr>
            <a:r>
              <a:rPr sz="1400" dirty="0">
                <a:latin typeface="Calibri"/>
                <a:cs typeface="Calibri"/>
              </a:rPr>
              <a:t>termo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mais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antigo</a:t>
            </a:r>
            <a:r>
              <a:rPr sz="1400" dirty="0">
                <a:latin typeface="Calibri"/>
                <a:cs typeface="Calibri"/>
              </a:rPr>
              <a:t>	termo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mais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novo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Quanto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maior</a:t>
            </a:r>
            <a:r>
              <a:rPr sz="2800" b="1" i="1" spc="-8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μ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será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influência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gradientes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anteriores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na </a:t>
            </a:r>
            <a:r>
              <a:rPr sz="2800" dirty="0">
                <a:latin typeface="Calibri"/>
                <a:cs typeface="Calibri"/>
              </a:rPr>
              <a:t>direção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atual.</a:t>
            </a:r>
            <a:endParaRPr sz="2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45CB3FE3-4D76-378E-BC7C-249FD6386DFE}"/>
                  </a:ext>
                </a:extLst>
              </p:cNvPr>
              <p:cNvSpPr txBox="1"/>
              <p:nvPr/>
            </p:nvSpPr>
            <p:spPr>
              <a:xfrm>
                <a:off x="990600" y="4261409"/>
                <a:ext cx="7708964" cy="10720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R="5080" algn="ctr">
                  <a:lnSpc>
                    <a:spcPts val="3145"/>
                  </a:lnSpc>
                  <a:spcBef>
                    <a:spcPts val="95"/>
                  </a:spcBef>
                  <a:tabLst>
                    <a:tab pos="349250" algn="l"/>
                    <a:tab pos="719455" algn="l"/>
                    <a:tab pos="3091180" algn="l"/>
                    <a:tab pos="4061460" algn="l"/>
                    <a:tab pos="4796155" algn="l"/>
                    <a:tab pos="55848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400" spc="-50" dirty="0" smtClean="0">
                          <a:latin typeface="Cambria Math"/>
                          <a:cs typeface="Cambria Math"/>
                        </a:rPr>
                        <m:t>𝝂</m:t>
                      </m:r>
                      <m:r>
                        <m:rPr>
                          <m:nor/>
                        </m:rPr>
                        <a:rPr lang="pt-BR" sz="2400" b="0" i="0" spc="-50" dirty="0" smtClean="0">
                          <a:latin typeface="Cambria Math"/>
                          <a:cs typeface="Cambria Math"/>
                        </a:rPr>
                        <m:t>(</m:t>
                      </m:r>
                      <m:r>
                        <m:rPr>
                          <m:nor/>
                        </m:rPr>
                        <a:rPr lang="pt-BR" sz="2400" dirty="0" smtClean="0">
                          <a:latin typeface="Cambria Math"/>
                          <a:cs typeface="Cambria Math"/>
                        </a:rPr>
                        <m:t>	</m:t>
                      </m:r>
                      <m:r>
                        <m:rPr>
                          <m:nor/>
                        </m:rPr>
                        <a:rPr lang="pt-BR" sz="2400" spc="-50" dirty="0" smtClean="0">
                          <a:latin typeface="Cambria Math"/>
                          <a:cs typeface="Cambria Math"/>
                        </a:rPr>
                        <m:t>𝑖</m:t>
                      </m:r>
                      <m:r>
                        <m:rPr>
                          <m:nor/>
                        </m:rPr>
                        <a:rPr lang="pt-BR" sz="2400" b="0" i="0" spc="-50" dirty="0" smtClean="0">
                          <a:latin typeface="Cambria Math"/>
                          <a:cs typeface="Cambria Math"/>
                        </a:rPr>
                        <m:t>)</m:t>
                      </m:r>
                      <m:r>
                        <m:rPr>
                          <m:nor/>
                        </m:rPr>
                        <a:rPr lang="pt-BR" sz="2400" dirty="0" smtClean="0">
                          <a:latin typeface="Cambria Math"/>
                          <a:cs typeface="Cambria Math"/>
                        </a:rPr>
                        <m:t>	= (</m:t>
                      </m:r>
                      <m:r>
                        <m:rPr>
                          <m:nor/>
                        </m:rPr>
                        <a:rPr lang="pt-BR" sz="2400" b="0" i="0" dirty="0" smtClean="0">
                          <a:latin typeface="Cambria Math"/>
                          <a:cs typeface="Cambria Math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pt-BR" sz="2400" b="0" i="1" dirty="0" smtClean="0">
                          <a:latin typeface="Cambria Math"/>
                          <a:cs typeface="Cambria Math"/>
                        </a:rPr>
                        <m:t>μ</m:t>
                      </m:r>
                      <m:r>
                        <m:rPr>
                          <m:nor/>
                        </m:rPr>
                        <a:rPr lang="pt-BR" sz="2400" b="0" i="0" dirty="0" smtClean="0">
                          <a:latin typeface="Cambria Math"/>
                          <a:cs typeface="Cambria Math"/>
                        </a:rPr>
                        <m:t>) </m:t>
                      </m:r>
                      <m:nary>
                        <m:naryPr>
                          <m:chr m:val="∑"/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nary>
                      <m:sSup>
                        <m:sSup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d>
                            <m:dPr>
                              <m:ctrlP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BR" sz="2400" b="0" i="1" spc="-5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pt-BR" sz="2400" b="0" i="1" spc="-50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sz="2400" b="0" i="1" spc="-5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1" i="1" spc="-50" dirty="0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0" i="1" spc="-50" dirty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pt-BR" sz="2400" dirty="0">
                  <a:latin typeface="Cambria Math"/>
                  <a:cs typeface="Cambria Math"/>
                </a:endParaRPr>
              </a:p>
              <a:p>
                <a:pPr marL="62865" algn="ctr">
                  <a:lnSpc>
                    <a:spcPts val="3145"/>
                  </a:lnSpc>
                  <a:tabLst>
                    <a:tab pos="431800" algn="l"/>
                    <a:tab pos="1421130" algn="l"/>
                    <a:tab pos="2154555" algn="l"/>
                    <a:tab pos="2505075" algn="l"/>
                    <a:tab pos="3409950" algn="l"/>
                    <a:tab pos="3681095" algn="l"/>
                  </a:tabLst>
                </a:pPr>
                <a:endParaRPr lang="pt-BR" sz="2800" dirty="0">
                  <a:latin typeface="Cambria Math"/>
                  <a:cs typeface="Cambria Math"/>
                </a:endParaRP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45CB3FE3-4D76-378E-BC7C-249FD6386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261409"/>
                <a:ext cx="7708964" cy="1072088"/>
              </a:xfrm>
              <a:prstGeom prst="rect">
                <a:avLst/>
              </a:prstGeom>
              <a:blipFill>
                <a:blip r:embed="rId2"/>
                <a:stretch>
                  <a:fillRect t="-157386" b="-1210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8EB3C319-78D3-A244-616B-B782CECFC11C}"/>
                  </a:ext>
                </a:extLst>
              </p:cNvPr>
              <p:cNvSpPr txBox="1"/>
              <p:nvPr/>
            </p:nvSpPr>
            <p:spPr>
              <a:xfrm>
                <a:off x="2692654" y="4889167"/>
                <a:ext cx="7494744" cy="4239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=(1−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sup>
                          </m:s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8EB3C319-78D3-A244-616B-B782CECFC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654" y="4889167"/>
                <a:ext cx="7494744" cy="4239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Ajuste</a:t>
            </a:r>
            <a:r>
              <a:rPr spc="-75" dirty="0"/>
              <a:t> </a:t>
            </a:r>
            <a:r>
              <a:rPr dirty="0"/>
              <a:t>do</a:t>
            </a:r>
            <a:r>
              <a:rPr spc="-50" dirty="0"/>
              <a:t> </a:t>
            </a:r>
            <a:r>
              <a:rPr dirty="0"/>
              <a:t>passo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dirty="0"/>
              <a:t>aprendizagem</a:t>
            </a:r>
            <a:r>
              <a:rPr spc="-75" dirty="0"/>
              <a:t> </a:t>
            </a:r>
            <a:r>
              <a:rPr dirty="0"/>
              <a:t>com</a:t>
            </a:r>
            <a:r>
              <a:rPr spc="-55" dirty="0"/>
              <a:t> </a:t>
            </a:r>
            <a:r>
              <a:rPr spc="-10" dirty="0"/>
              <a:t>termo momentum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916939" y="1905000"/>
                <a:ext cx="10953115" cy="3606800"/>
              </a:xfrm>
              <a:prstGeom prst="rect">
                <a:avLst/>
              </a:prstGeom>
            </p:spPr>
            <p:txBody>
              <a:bodyPr vert="horz" wrap="square" lIns="0" tIns="96520" rIns="0" bIns="0" rtlCol="0">
                <a:spAutoFit/>
              </a:bodyPr>
              <a:lstStyle/>
              <a:p>
                <a:pPr marL="1905" algn="ctr">
                  <a:lnSpc>
                    <a:spcPct val="100000"/>
                  </a:lnSpc>
                  <a:spcBef>
                    <a:spcPts val="760"/>
                  </a:spcBef>
                  <a:tabLst>
                    <a:tab pos="370840" algn="l"/>
                    <a:tab pos="135953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𝒂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𝑖</m:t>
                          </m: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+</m:t>
                          </m:r>
                          <m:r>
                            <a:rPr lang="pt-BR" sz="2800" i="1" spc="-5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a:rPr lang="pt-BR" sz="2800" b="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𝒂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𝑖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)−</m:t>
                      </m:r>
                      <m:r>
                        <a:rPr lang="pt-BR" sz="2800" i="1" spc="-10" dirty="0">
                          <a:latin typeface="Cambria Math" panose="02040503050406030204" pitchFamily="18" charset="0"/>
                          <a:cs typeface="Cambria Math"/>
                        </a:rPr>
                        <m:t>𝛼</m:t>
                      </m:r>
                      <m:r>
                        <a:rPr lang="pt-BR" sz="2800" i="1" spc="-10" dirty="0">
                          <a:latin typeface="Cambria Math" panose="02040503050406030204" pitchFamily="18" charset="0"/>
                          <a:cs typeface="Cambria Math"/>
                        </a:rPr>
                        <m:t>𝝂</m:t>
                      </m:r>
                      <m:r>
                        <a:rPr lang="pt-BR" sz="2800" i="1" spc="-10" dirty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i="1" spc="-10" dirty="0">
                          <a:latin typeface="Cambria Math" panose="02040503050406030204" pitchFamily="18" charset="0"/>
                          <a:cs typeface="Cambria Math"/>
                        </a:rPr>
                        <m:t>𝑖</m:t>
                      </m:r>
                      <m:r>
                        <a:rPr lang="pt-BR" sz="2800" i="1" spc="-10" dirty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lang="pt-BR" sz="2800" dirty="0">
                  <a:latin typeface="Cambria Math"/>
                  <a:cs typeface="Cambria Math"/>
                </a:endParaRPr>
              </a:p>
              <a:p>
                <a:pPr marL="241300" marR="5080" indent="-228600">
                  <a:lnSpc>
                    <a:spcPts val="3020"/>
                  </a:lnSpc>
                  <a:spcBef>
                    <a:spcPts val="105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4471C4"/>
                    </a:solidFill>
                    <a:latin typeface="Calibri"/>
                    <a:cs typeface="Calibri"/>
                  </a:rPr>
                  <a:t>vetor</a:t>
                </a:r>
                <a:r>
                  <a:rPr lang="pt-BR" sz="2800" b="1" i="1" spc="-70" dirty="0">
                    <a:solidFill>
                      <a:srgbClr val="4471C4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momentum,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𝝂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desempenha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papel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4471C4"/>
                    </a:solidFill>
                    <a:latin typeface="Calibri"/>
                    <a:cs typeface="Calibri"/>
                  </a:rPr>
                  <a:t>velocidade</a:t>
                </a:r>
                <a:r>
                  <a:rPr lang="pt-BR" sz="2800" b="1" i="1" spc="-95" dirty="0">
                    <a:solidFill>
                      <a:srgbClr val="4471C4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4471C4"/>
                    </a:solidFill>
                    <a:latin typeface="Calibri"/>
                    <a:cs typeface="Calibri"/>
                  </a:rPr>
                  <a:t>vetorial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ou </a:t>
                </a:r>
                <a:r>
                  <a:rPr lang="pt-BR" sz="2800" dirty="0">
                    <a:latin typeface="Calibri"/>
                    <a:cs typeface="Calibri"/>
                  </a:rPr>
                  <a:t>seja,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ele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dita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direção</a:t>
                </a:r>
                <a:r>
                  <a:rPr lang="pt-BR" sz="2800" b="1" i="1" spc="-3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rapidez</a:t>
                </a:r>
                <a:r>
                  <a:rPr lang="pt-BR" sz="2800" b="1" i="1" spc="-5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os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pesos</a:t>
                </a:r>
                <a:r>
                  <a:rPr lang="pt-BR" sz="2800" b="1" i="1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movem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através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do </a:t>
                </a:r>
                <a:r>
                  <a:rPr lang="pt-BR" sz="2800" b="1" i="1" dirty="0">
                    <a:latin typeface="Calibri"/>
                    <a:cs typeface="Calibri"/>
                  </a:rPr>
                  <a:t>espaço</a:t>
                </a:r>
                <a:r>
                  <a:rPr lang="pt-BR" sz="2800" b="1" i="1" spc="-7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de</a:t>
                </a:r>
                <a:r>
                  <a:rPr lang="pt-BR" sz="2800" b="1" i="1" spc="-7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pesos</a:t>
                </a:r>
                <a:r>
                  <a:rPr lang="pt-BR" sz="2800" spc="-10" dirty="0">
                    <a:latin typeface="Calibri"/>
                    <a:cs typeface="Calibri"/>
                  </a:rPr>
                  <a:t>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41300" marR="750570" indent="-228600">
                  <a:lnSpc>
                    <a:spcPts val="3010"/>
                  </a:lnSpc>
                  <a:spcBef>
                    <a:spcPts val="103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Em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geral,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passo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aprendizagem,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𝛼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constante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quando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usamos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spc="-50" dirty="0">
                    <a:latin typeface="Calibri"/>
                    <a:cs typeface="Calibri"/>
                  </a:rPr>
                  <a:t>o </a:t>
                </a:r>
                <a:r>
                  <a:rPr lang="pt-BR" sz="2800" dirty="0">
                    <a:latin typeface="Calibri"/>
                    <a:cs typeface="Calibri"/>
                  </a:rPr>
                  <a:t>termo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momentum.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41300" indent="-228600">
                  <a:lnSpc>
                    <a:spcPts val="3200"/>
                  </a:lnSpc>
                  <a:spcBef>
                    <a:spcPts val="62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FF0000"/>
                    </a:solidFill>
                    <a:latin typeface="Calibri"/>
                    <a:cs typeface="Calibri"/>
                  </a:rPr>
                  <a:t>desvantagem</a:t>
                </a:r>
                <a:r>
                  <a:rPr lang="pt-BR" sz="2800" b="1" i="1" spc="-75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nós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precisamos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encontrar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as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valores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ideais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dos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41300">
                  <a:lnSpc>
                    <a:spcPts val="3200"/>
                  </a:lnSpc>
                </a:pPr>
                <a:r>
                  <a:rPr lang="pt-BR" sz="2800" b="1" i="1" spc="-10" dirty="0">
                    <a:solidFill>
                      <a:srgbClr val="FF0000"/>
                    </a:solidFill>
                    <a:latin typeface="Calibri"/>
                    <a:cs typeface="Calibri"/>
                  </a:rPr>
                  <a:t>hiperparâmetros</a:t>
                </a:r>
                <a:r>
                  <a:rPr lang="pt-BR" sz="2800" b="1" i="1" spc="-30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𝛼</a:t>
                </a:r>
                <a:r>
                  <a:rPr lang="pt-BR" sz="2800" spc="6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𝜇</a:t>
                </a:r>
                <a:r>
                  <a:rPr lang="pt-BR" sz="2800" spc="-25" dirty="0">
                    <a:latin typeface="Calibri"/>
                    <a:cs typeface="Calibri"/>
                  </a:rPr>
                  <a:t>.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1905000"/>
                <a:ext cx="10953115" cy="3606800"/>
              </a:xfrm>
              <a:prstGeom prst="rect">
                <a:avLst/>
              </a:prstGeom>
              <a:blipFill>
                <a:blip r:embed="rId2"/>
                <a:stretch>
                  <a:fillRect l="-1725" r="-1669" b="-55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5"/>
          <p:cNvSpPr txBox="1"/>
          <p:nvPr/>
        </p:nvSpPr>
        <p:spPr>
          <a:xfrm>
            <a:off x="8009635" y="6592316"/>
            <a:ext cx="40640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Exemplo:</a:t>
            </a:r>
            <a:r>
              <a:rPr sz="1200" b="1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momentum_com_superficie_circular_e_eliptica.ipynb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7924"/>
            <a:ext cx="10133965" cy="13011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Ajuste</a:t>
            </a:r>
            <a:r>
              <a:rPr spc="-75" dirty="0"/>
              <a:t> </a:t>
            </a:r>
            <a:r>
              <a:rPr dirty="0"/>
              <a:t>do</a:t>
            </a:r>
            <a:r>
              <a:rPr spc="-50" dirty="0"/>
              <a:t> </a:t>
            </a:r>
            <a:r>
              <a:rPr dirty="0"/>
              <a:t>passo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dirty="0"/>
              <a:t>aprendizagem</a:t>
            </a:r>
            <a:r>
              <a:rPr spc="-75" dirty="0"/>
              <a:t> </a:t>
            </a:r>
            <a:r>
              <a:rPr dirty="0"/>
              <a:t>com</a:t>
            </a:r>
            <a:r>
              <a:rPr spc="-55" dirty="0"/>
              <a:t> </a:t>
            </a:r>
            <a:r>
              <a:rPr spc="-10" dirty="0"/>
              <a:t>termo momentum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8281" y="2073910"/>
            <a:ext cx="4462145" cy="2915285"/>
            <a:chOff x="328281" y="2073910"/>
            <a:chExt cx="4462145" cy="2915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8281" y="2266536"/>
              <a:ext cx="4461536" cy="27222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7700" y="2077085"/>
              <a:ext cx="830580" cy="772795"/>
            </a:xfrm>
            <a:custGeom>
              <a:avLst/>
              <a:gdLst/>
              <a:ahLst/>
              <a:cxnLst/>
              <a:rect l="l" t="t" r="r" b="b"/>
              <a:pathLst>
                <a:path w="830580" h="772794">
                  <a:moveTo>
                    <a:pt x="830199" y="772413"/>
                  </a:moveTo>
                  <a:lnTo>
                    <a:pt x="828682" y="727200"/>
                  </a:lnTo>
                  <a:lnTo>
                    <a:pt x="824547" y="690260"/>
                  </a:lnTo>
                  <a:lnTo>
                    <a:pt x="818411" y="665347"/>
                  </a:lnTo>
                  <a:lnTo>
                    <a:pt x="810894" y="656209"/>
                  </a:lnTo>
                  <a:lnTo>
                    <a:pt x="591058" y="656209"/>
                  </a:lnTo>
                  <a:lnTo>
                    <a:pt x="583520" y="647070"/>
                  </a:lnTo>
                  <a:lnTo>
                    <a:pt x="577364" y="622157"/>
                  </a:lnTo>
                  <a:lnTo>
                    <a:pt x="573212" y="585217"/>
                  </a:lnTo>
                  <a:lnTo>
                    <a:pt x="571690" y="540003"/>
                  </a:lnTo>
                  <a:lnTo>
                    <a:pt x="570168" y="585217"/>
                  </a:lnTo>
                  <a:lnTo>
                    <a:pt x="566016" y="622157"/>
                  </a:lnTo>
                  <a:lnTo>
                    <a:pt x="559860" y="647070"/>
                  </a:lnTo>
                  <a:lnTo>
                    <a:pt x="552322" y="656209"/>
                  </a:lnTo>
                  <a:lnTo>
                    <a:pt x="332524" y="656209"/>
                  </a:lnTo>
                  <a:lnTo>
                    <a:pt x="324986" y="665347"/>
                  </a:lnTo>
                  <a:lnTo>
                    <a:pt x="318830" y="690260"/>
                  </a:lnTo>
                  <a:lnTo>
                    <a:pt x="314679" y="727200"/>
                  </a:lnTo>
                  <a:lnTo>
                    <a:pt x="313156" y="772413"/>
                  </a:lnTo>
                </a:path>
                <a:path w="830580" h="772794">
                  <a:moveTo>
                    <a:pt x="313156" y="151764"/>
                  </a:moveTo>
                  <a:lnTo>
                    <a:pt x="312162" y="122237"/>
                  </a:lnTo>
                  <a:lnTo>
                    <a:pt x="309451" y="98139"/>
                  </a:lnTo>
                  <a:lnTo>
                    <a:pt x="305430" y="81899"/>
                  </a:lnTo>
                  <a:lnTo>
                    <a:pt x="300507" y="75945"/>
                  </a:lnTo>
                  <a:lnTo>
                    <a:pt x="169214" y="75945"/>
                  </a:lnTo>
                  <a:lnTo>
                    <a:pt x="164298" y="69973"/>
                  </a:lnTo>
                  <a:lnTo>
                    <a:pt x="160281" y="53689"/>
                  </a:lnTo>
                  <a:lnTo>
                    <a:pt x="157572" y="29547"/>
                  </a:lnTo>
                  <a:lnTo>
                    <a:pt x="156578" y="0"/>
                  </a:lnTo>
                  <a:lnTo>
                    <a:pt x="155584" y="29547"/>
                  </a:lnTo>
                  <a:lnTo>
                    <a:pt x="152873" y="53689"/>
                  </a:lnTo>
                  <a:lnTo>
                    <a:pt x="148852" y="69973"/>
                  </a:lnTo>
                  <a:lnTo>
                    <a:pt x="143929" y="75945"/>
                  </a:lnTo>
                  <a:lnTo>
                    <a:pt x="12636" y="75945"/>
                  </a:lnTo>
                  <a:lnTo>
                    <a:pt x="7720" y="81899"/>
                  </a:lnTo>
                  <a:lnTo>
                    <a:pt x="3703" y="98139"/>
                  </a:lnTo>
                  <a:lnTo>
                    <a:pt x="993" y="122237"/>
                  </a:lnTo>
                  <a:lnTo>
                    <a:pt x="0" y="151764"/>
                  </a:lnTo>
                </a:path>
              </a:pathLst>
            </a:custGeom>
            <a:ln w="63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96548" y="2196989"/>
            <a:ext cx="6679911" cy="288308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83944" y="5518810"/>
            <a:ext cx="100076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spc="-10" dirty="0">
                <a:latin typeface="Calibri"/>
                <a:cs typeface="Calibri"/>
              </a:rPr>
              <a:t>Atualização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vetores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gradiente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anteriores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mudam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direção.</a:t>
            </a:r>
            <a:endParaRPr sz="2400" dirty="0">
              <a:latin typeface="Calibri"/>
              <a:cs typeface="Calibri"/>
            </a:endParaRPr>
          </a:p>
          <a:p>
            <a:pPr marL="299085" marR="39370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spc="-10" dirty="0">
                <a:latin typeface="Calibri"/>
                <a:cs typeface="Calibri"/>
              </a:rPr>
              <a:t>Atualização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vetores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gradiente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anteriores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apontam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mesma direção.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8520" y="1793189"/>
            <a:ext cx="32835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03500" algn="l"/>
              </a:tabLst>
            </a:pPr>
            <a:r>
              <a:rPr sz="1400" dirty="0">
                <a:latin typeface="Calibri"/>
                <a:cs typeface="Calibri"/>
              </a:rPr>
              <a:t>iteração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i</a:t>
            </a:r>
            <a:r>
              <a:rPr sz="1400" dirty="0">
                <a:latin typeface="Calibri"/>
                <a:cs typeface="Calibri"/>
              </a:rPr>
              <a:t>	iteração</a:t>
            </a:r>
            <a:r>
              <a:rPr sz="1400" spc="-60" dirty="0">
                <a:latin typeface="Calibri"/>
                <a:cs typeface="Calibri"/>
              </a:rPr>
              <a:t> i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4656" y="2384551"/>
            <a:ext cx="87121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iteração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i+1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38754" y="2080132"/>
            <a:ext cx="1062355" cy="1334770"/>
          </a:xfrm>
          <a:custGeom>
            <a:avLst/>
            <a:gdLst/>
            <a:ahLst/>
            <a:cxnLst/>
            <a:rect l="l" t="t" r="r" b="b"/>
            <a:pathLst>
              <a:path w="1062354" h="1334770">
                <a:moveTo>
                  <a:pt x="313181" y="151764"/>
                </a:moveTo>
                <a:lnTo>
                  <a:pt x="312179" y="122217"/>
                </a:lnTo>
                <a:lnTo>
                  <a:pt x="309451" y="98075"/>
                </a:lnTo>
                <a:lnTo>
                  <a:pt x="305413" y="81791"/>
                </a:lnTo>
                <a:lnTo>
                  <a:pt x="300481" y="75818"/>
                </a:lnTo>
                <a:lnTo>
                  <a:pt x="169291" y="75818"/>
                </a:lnTo>
                <a:lnTo>
                  <a:pt x="164359" y="69865"/>
                </a:lnTo>
                <a:lnTo>
                  <a:pt x="160321" y="53625"/>
                </a:lnTo>
                <a:lnTo>
                  <a:pt x="157593" y="29527"/>
                </a:lnTo>
                <a:lnTo>
                  <a:pt x="156591" y="0"/>
                </a:lnTo>
                <a:lnTo>
                  <a:pt x="155608" y="29527"/>
                </a:lnTo>
                <a:lnTo>
                  <a:pt x="152923" y="53625"/>
                </a:lnTo>
                <a:lnTo>
                  <a:pt x="148929" y="69865"/>
                </a:lnTo>
                <a:lnTo>
                  <a:pt x="144018" y="75818"/>
                </a:lnTo>
                <a:lnTo>
                  <a:pt x="12699" y="75818"/>
                </a:lnTo>
                <a:lnTo>
                  <a:pt x="7768" y="81791"/>
                </a:lnTo>
                <a:lnTo>
                  <a:pt x="3730" y="98075"/>
                </a:lnTo>
                <a:lnTo>
                  <a:pt x="1002" y="122217"/>
                </a:lnTo>
                <a:lnTo>
                  <a:pt x="0" y="151764"/>
                </a:lnTo>
              </a:path>
              <a:path w="1062354" h="1334770">
                <a:moveTo>
                  <a:pt x="1062228" y="1334769"/>
                </a:moveTo>
                <a:lnTo>
                  <a:pt x="1060692" y="1289482"/>
                </a:lnTo>
                <a:lnTo>
                  <a:pt x="1056512" y="1252505"/>
                </a:lnTo>
                <a:lnTo>
                  <a:pt x="1050333" y="1227578"/>
                </a:lnTo>
                <a:lnTo>
                  <a:pt x="1042796" y="1218438"/>
                </a:lnTo>
                <a:lnTo>
                  <a:pt x="686688" y="1218438"/>
                </a:lnTo>
                <a:lnTo>
                  <a:pt x="679172" y="1209317"/>
                </a:lnTo>
                <a:lnTo>
                  <a:pt x="673036" y="1184433"/>
                </a:lnTo>
                <a:lnTo>
                  <a:pt x="668901" y="1147500"/>
                </a:lnTo>
                <a:lnTo>
                  <a:pt x="667384" y="1102232"/>
                </a:lnTo>
                <a:lnTo>
                  <a:pt x="665866" y="1147500"/>
                </a:lnTo>
                <a:lnTo>
                  <a:pt x="661717" y="1184433"/>
                </a:lnTo>
                <a:lnTo>
                  <a:pt x="655544" y="1209317"/>
                </a:lnTo>
                <a:lnTo>
                  <a:pt x="647954" y="1218438"/>
                </a:lnTo>
                <a:lnTo>
                  <a:pt x="291972" y="1218438"/>
                </a:lnTo>
                <a:lnTo>
                  <a:pt x="284436" y="1227578"/>
                </a:lnTo>
                <a:lnTo>
                  <a:pt x="278256" y="1252505"/>
                </a:lnTo>
                <a:lnTo>
                  <a:pt x="274077" y="1289482"/>
                </a:lnTo>
                <a:lnTo>
                  <a:pt x="272542" y="1334769"/>
                </a:lnTo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545840" y="2898394"/>
            <a:ext cx="87121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iteração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i+1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6120" y="5031485"/>
            <a:ext cx="63341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0850" algn="l"/>
                <a:tab pos="5117465" algn="l"/>
              </a:tabLst>
            </a:pPr>
            <a:r>
              <a:rPr sz="2100" baseline="1984" dirty="0">
                <a:latin typeface="Calibri"/>
                <a:cs typeface="Calibri"/>
              </a:rPr>
              <a:t>Sem</a:t>
            </a:r>
            <a:r>
              <a:rPr sz="2100" spc="-52" baseline="1984" dirty="0">
                <a:latin typeface="Calibri"/>
                <a:cs typeface="Calibri"/>
              </a:rPr>
              <a:t> </a:t>
            </a:r>
            <a:r>
              <a:rPr sz="2100" spc="-15" baseline="1984" dirty="0">
                <a:latin typeface="Calibri"/>
                <a:cs typeface="Calibri"/>
              </a:rPr>
              <a:t>momentum</a:t>
            </a:r>
            <a:r>
              <a:rPr sz="2100" baseline="1984" dirty="0">
                <a:latin typeface="Calibri"/>
                <a:cs typeface="Calibri"/>
              </a:rPr>
              <a:t>	Com</a:t>
            </a:r>
            <a:r>
              <a:rPr sz="2100" spc="-44" baseline="1984" dirty="0">
                <a:latin typeface="Calibri"/>
                <a:cs typeface="Calibri"/>
              </a:rPr>
              <a:t> </a:t>
            </a:r>
            <a:r>
              <a:rPr sz="2100" spc="-15" baseline="1984" dirty="0">
                <a:latin typeface="Calibri"/>
                <a:cs typeface="Calibri"/>
              </a:rPr>
              <a:t>momentum</a:t>
            </a:r>
            <a:r>
              <a:rPr sz="2100" baseline="1984" dirty="0">
                <a:latin typeface="Calibri"/>
                <a:cs typeface="Calibri"/>
              </a:rPr>
              <a:t>	</a:t>
            </a:r>
            <a:r>
              <a:rPr sz="1400" dirty="0">
                <a:latin typeface="Calibri"/>
                <a:cs typeface="Calibri"/>
              </a:rPr>
              <a:t>Sem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momentum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48645" y="5139944"/>
            <a:ext cx="12484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Com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momentum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302884" y="2401189"/>
            <a:ext cx="5639435" cy="703580"/>
          </a:xfrm>
          <a:custGeom>
            <a:avLst/>
            <a:gdLst/>
            <a:ahLst/>
            <a:cxnLst/>
            <a:rect l="l" t="t" r="r" b="b"/>
            <a:pathLst>
              <a:path w="5639434" h="703580">
                <a:moveTo>
                  <a:pt x="1933320" y="178308"/>
                </a:moveTo>
                <a:lnTo>
                  <a:pt x="1932160" y="143589"/>
                </a:lnTo>
                <a:lnTo>
                  <a:pt x="1928987" y="115252"/>
                </a:lnTo>
                <a:lnTo>
                  <a:pt x="1924266" y="96154"/>
                </a:lnTo>
                <a:lnTo>
                  <a:pt x="1918462" y="89153"/>
                </a:lnTo>
                <a:lnTo>
                  <a:pt x="1652142" y="89153"/>
                </a:lnTo>
                <a:lnTo>
                  <a:pt x="1646392" y="82135"/>
                </a:lnTo>
                <a:lnTo>
                  <a:pt x="1641665" y="63007"/>
                </a:lnTo>
                <a:lnTo>
                  <a:pt x="1638462" y="34665"/>
                </a:lnTo>
                <a:lnTo>
                  <a:pt x="1637284" y="0"/>
                </a:lnTo>
                <a:lnTo>
                  <a:pt x="1636123" y="34665"/>
                </a:lnTo>
                <a:lnTo>
                  <a:pt x="1632950" y="63007"/>
                </a:lnTo>
                <a:lnTo>
                  <a:pt x="1628229" y="82135"/>
                </a:lnTo>
                <a:lnTo>
                  <a:pt x="1622424" y="89153"/>
                </a:lnTo>
                <a:lnTo>
                  <a:pt x="1356233" y="89153"/>
                </a:lnTo>
                <a:lnTo>
                  <a:pt x="1350428" y="96154"/>
                </a:lnTo>
                <a:lnTo>
                  <a:pt x="1345707" y="115252"/>
                </a:lnTo>
                <a:lnTo>
                  <a:pt x="1342534" y="143589"/>
                </a:lnTo>
                <a:lnTo>
                  <a:pt x="1341373" y="178308"/>
                </a:lnTo>
              </a:path>
              <a:path w="5639434" h="703580">
                <a:moveTo>
                  <a:pt x="1245615" y="430784"/>
                </a:moveTo>
                <a:lnTo>
                  <a:pt x="1244459" y="396678"/>
                </a:lnTo>
                <a:lnTo>
                  <a:pt x="1241313" y="368823"/>
                </a:lnTo>
                <a:lnTo>
                  <a:pt x="1236668" y="350041"/>
                </a:lnTo>
                <a:lnTo>
                  <a:pt x="1231011" y="343153"/>
                </a:lnTo>
                <a:lnTo>
                  <a:pt x="637413" y="343153"/>
                </a:lnTo>
                <a:lnTo>
                  <a:pt x="631701" y="336264"/>
                </a:lnTo>
                <a:lnTo>
                  <a:pt x="627062" y="317468"/>
                </a:lnTo>
                <a:lnTo>
                  <a:pt x="623947" y="289575"/>
                </a:lnTo>
                <a:lnTo>
                  <a:pt x="622807" y="255397"/>
                </a:lnTo>
                <a:lnTo>
                  <a:pt x="621651" y="289575"/>
                </a:lnTo>
                <a:lnTo>
                  <a:pt x="618505" y="317468"/>
                </a:lnTo>
                <a:lnTo>
                  <a:pt x="613860" y="336264"/>
                </a:lnTo>
                <a:lnTo>
                  <a:pt x="608202" y="343153"/>
                </a:lnTo>
                <a:lnTo>
                  <a:pt x="14604" y="343153"/>
                </a:lnTo>
                <a:lnTo>
                  <a:pt x="8893" y="350041"/>
                </a:lnTo>
                <a:lnTo>
                  <a:pt x="4254" y="368823"/>
                </a:lnTo>
                <a:lnTo>
                  <a:pt x="1139" y="396678"/>
                </a:lnTo>
                <a:lnTo>
                  <a:pt x="0" y="430784"/>
                </a:lnTo>
              </a:path>
              <a:path w="5639434" h="703580">
                <a:moveTo>
                  <a:pt x="5639435" y="703326"/>
                </a:moveTo>
                <a:lnTo>
                  <a:pt x="5637942" y="659004"/>
                </a:lnTo>
                <a:lnTo>
                  <a:pt x="5633878" y="622792"/>
                </a:lnTo>
                <a:lnTo>
                  <a:pt x="5627862" y="598366"/>
                </a:lnTo>
                <a:lnTo>
                  <a:pt x="5620512" y="589407"/>
                </a:lnTo>
                <a:lnTo>
                  <a:pt x="5043550" y="589407"/>
                </a:lnTo>
                <a:lnTo>
                  <a:pt x="5036200" y="580467"/>
                </a:lnTo>
                <a:lnTo>
                  <a:pt x="5030184" y="556085"/>
                </a:lnTo>
                <a:lnTo>
                  <a:pt x="5026120" y="519916"/>
                </a:lnTo>
                <a:lnTo>
                  <a:pt x="5024628" y="475614"/>
                </a:lnTo>
                <a:lnTo>
                  <a:pt x="5023135" y="519916"/>
                </a:lnTo>
                <a:lnTo>
                  <a:pt x="5019071" y="556085"/>
                </a:lnTo>
                <a:lnTo>
                  <a:pt x="5013055" y="580467"/>
                </a:lnTo>
                <a:lnTo>
                  <a:pt x="5005705" y="589407"/>
                </a:lnTo>
                <a:lnTo>
                  <a:pt x="4428744" y="589407"/>
                </a:lnTo>
                <a:lnTo>
                  <a:pt x="4421393" y="598366"/>
                </a:lnTo>
                <a:lnTo>
                  <a:pt x="4415377" y="622792"/>
                </a:lnTo>
                <a:lnTo>
                  <a:pt x="4411313" y="659004"/>
                </a:lnTo>
                <a:lnTo>
                  <a:pt x="4409820" y="703326"/>
                </a:lnTo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535548" y="2370201"/>
            <a:ext cx="6927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iteração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i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93002" y="2082749"/>
            <a:ext cx="87185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iteração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i+1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008741" y="1830070"/>
            <a:ext cx="1005840" cy="241300"/>
          </a:xfrm>
          <a:custGeom>
            <a:avLst/>
            <a:gdLst/>
            <a:ahLst/>
            <a:cxnLst/>
            <a:rect l="l" t="t" r="r" b="b"/>
            <a:pathLst>
              <a:path w="1005840" h="241300">
                <a:moveTo>
                  <a:pt x="1005458" y="241045"/>
                </a:moveTo>
                <a:lnTo>
                  <a:pt x="1003877" y="194085"/>
                </a:lnTo>
                <a:lnTo>
                  <a:pt x="999569" y="155781"/>
                </a:lnTo>
                <a:lnTo>
                  <a:pt x="993189" y="129978"/>
                </a:lnTo>
                <a:lnTo>
                  <a:pt x="985392" y="120522"/>
                </a:lnTo>
                <a:lnTo>
                  <a:pt x="522731" y="120522"/>
                </a:lnTo>
                <a:lnTo>
                  <a:pt x="514935" y="111049"/>
                </a:lnTo>
                <a:lnTo>
                  <a:pt x="508555" y="85216"/>
                </a:lnTo>
                <a:lnTo>
                  <a:pt x="504247" y="46906"/>
                </a:lnTo>
                <a:lnTo>
                  <a:pt x="502665" y="0"/>
                </a:lnTo>
                <a:lnTo>
                  <a:pt x="501084" y="46906"/>
                </a:lnTo>
                <a:lnTo>
                  <a:pt x="496776" y="85216"/>
                </a:lnTo>
                <a:lnTo>
                  <a:pt x="490396" y="111049"/>
                </a:lnTo>
                <a:lnTo>
                  <a:pt x="482600" y="120522"/>
                </a:lnTo>
                <a:lnTo>
                  <a:pt x="20065" y="120522"/>
                </a:lnTo>
                <a:lnTo>
                  <a:pt x="12215" y="129978"/>
                </a:lnTo>
                <a:lnTo>
                  <a:pt x="5842" y="155781"/>
                </a:lnTo>
                <a:lnTo>
                  <a:pt x="1563" y="194085"/>
                </a:lnTo>
                <a:lnTo>
                  <a:pt x="0" y="241045"/>
                </a:lnTo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982961" y="2572004"/>
            <a:ext cx="6927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iteração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i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106404" y="1543557"/>
            <a:ext cx="87121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iteração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i+1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Ajuste</a:t>
            </a:r>
            <a:r>
              <a:rPr spc="-75" dirty="0"/>
              <a:t> </a:t>
            </a:r>
            <a:r>
              <a:rPr dirty="0"/>
              <a:t>do</a:t>
            </a:r>
            <a:r>
              <a:rPr spc="-50" dirty="0"/>
              <a:t> </a:t>
            </a:r>
            <a:r>
              <a:rPr dirty="0"/>
              <a:t>passo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dirty="0"/>
              <a:t>aprendizagem</a:t>
            </a:r>
            <a:r>
              <a:rPr spc="-75" dirty="0"/>
              <a:t> </a:t>
            </a:r>
            <a:r>
              <a:rPr dirty="0"/>
              <a:t>com</a:t>
            </a:r>
            <a:r>
              <a:rPr spc="-55" dirty="0"/>
              <a:t> </a:t>
            </a:r>
            <a:r>
              <a:rPr spc="-10" dirty="0"/>
              <a:t>termo momentum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95800" y="2133600"/>
            <a:ext cx="7366634" cy="39948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79400" algn="l"/>
              </a:tabLst>
            </a:pPr>
            <a:endParaRPr lang="pt-BR" sz="2800" dirty="0">
              <a:latin typeface="Calibri"/>
              <a:cs typeface="Calibri"/>
            </a:endParaRPr>
          </a:p>
          <a:p>
            <a:pPr marL="2794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794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termo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momentum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𝝂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faz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</a:t>
            </a:r>
            <a:endParaRPr sz="2800" dirty="0">
              <a:latin typeface="Calibri"/>
              <a:cs typeface="Calibri"/>
            </a:endParaRPr>
          </a:p>
          <a:p>
            <a:pPr marL="736600" marR="43180" lvl="1" indent="-228600">
              <a:lnSpc>
                <a:spcPct val="90000"/>
              </a:lnSpc>
              <a:spcBef>
                <a:spcPts val="520"/>
              </a:spcBef>
              <a:buFont typeface="Wingdings"/>
              <a:buChar char=""/>
              <a:tabLst>
                <a:tab pos="7366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atualização</a:t>
            </a:r>
            <a:r>
              <a:rPr sz="24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seja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maior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aproximações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do </a:t>
            </a:r>
            <a:r>
              <a:rPr sz="2400" dirty="0">
                <a:latin typeface="Calibri"/>
                <a:cs typeface="Calibri"/>
              </a:rPr>
              <a:t>vetor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gradiente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anteriores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apontam</a:t>
            </a:r>
            <a:r>
              <a:rPr sz="24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na</a:t>
            </a:r>
            <a:r>
              <a:rPr sz="24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mesma direção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736600" marR="353695" lvl="1" indent="-228600">
              <a:lnSpc>
                <a:spcPts val="2590"/>
              </a:lnSpc>
              <a:spcBef>
                <a:spcPts val="545"/>
              </a:spcBef>
              <a:buFont typeface="Wingdings"/>
              <a:buChar char=""/>
              <a:tabLst>
                <a:tab pos="7366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atualização</a:t>
            </a:r>
            <a:r>
              <a:rPr sz="24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seja</a:t>
            </a:r>
            <a:r>
              <a:rPr sz="2400" b="1" i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menor</a:t>
            </a:r>
            <a:r>
              <a:rPr sz="2400" b="1" i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aproximações </a:t>
            </a:r>
            <a:r>
              <a:rPr sz="2400" dirty="0">
                <a:latin typeface="Calibri"/>
                <a:cs typeface="Calibri"/>
              </a:rPr>
              <a:t>anteriores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mudam</a:t>
            </a:r>
            <a:r>
              <a:rPr sz="24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4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6F2F9F"/>
                </a:solidFill>
                <a:latin typeface="Calibri"/>
                <a:cs typeface="Calibri"/>
              </a:rPr>
              <a:t>direção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736600" marR="267970" lvl="1" indent="-228600">
              <a:lnSpc>
                <a:spcPts val="2590"/>
              </a:lnSpc>
              <a:spcBef>
                <a:spcPts val="495"/>
              </a:spcBef>
              <a:buFont typeface="Wingdings"/>
              <a:buChar char=""/>
              <a:tabLst>
                <a:tab pos="736600" algn="l"/>
              </a:tabLst>
            </a:pPr>
            <a:r>
              <a:rPr sz="2400" dirty="0">
                <a:latin typeface="Calibri"/>
                <a:cs typeface="Calibri"/>
              </a:rPr>
              <a:t>como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resultado,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temos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convergência</a:t>
            </a:r>
            <a:r>
              <a:rPr sz="24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mais</a:t>
            </a:r>
            <a:r>
              <a:rPr sz="24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rápida</a:t>
            </a:r>
            <a:r>
              <a:rPr sz="2400"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spc="-50" dirty="0">
                <a:solidFill>
                  <a:srgbClr val="EC7C30"/>
                </a:solidFill>
                <a:latin typeface="Calibri"/>
                <a:cs typeface="Calibri"/>
              </a:rPr>
              <a:t>e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oscilação</a:t>
            </a:r>
            <a:r>
              <a:rPr sz="2400" b="1" i="1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EC7C30"/>
                </a:solidFill>
                <a:latin typeface="Calibri"/>
                <a:cs typeface="Calibri"/>
              </a:rPr>
              <a:t>reduzida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79400" indent="-228600">
              <a:lnSpc>
                <a:spcPct val="100000"/>
              </a:lnSpc>
              <a:spcBef>
                <a:spcPts val="610"/>
              </a:spcBef>
              <a:buFont typeface="Arial"/>
              <a:buChar char="•"/>
              <a:tabLst>
                <a:tab pos="2794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ilustra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efeito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termo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momentum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689" y="1940854"/>
            <a:ext cx="2980692" cy="46877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EF5CA68-8A55-ADFA-DA7B-6D785163F17C}"/>
                  </a:ext>
                </a:extLst>
              </p:cNvPr>
              <p:cNvSpPr txBox="1"/>
              <p:nvPr/>
            </p:nvSpPr>
            <p:spPr>
              <a:xfrm>
                <a:off x="5715000" y="1594320"/>
                <a:ext cx="3941335" cy="8735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pt-BR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</m:oMath>
                  </m:oMathPara>
                </a14:m>
                <a:endParaRPr lang="pt-BR" sz="2800" b="0" dirty="0"/>
              </a:p>
              <a:p>
                <a:r>
                  <a:rPr lang="pt-BR" sz="2800" b="1" dirty="0"/>
                  <a:t>           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EF5CA68-8A55-ADFA-DA7B-6D785163F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1594320"/>
                <a:ext cx="3941335" cy="8735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44D82CFE-8D76-0FC9-0CE4-B2A391A259D4}"/>
                  </a:ext>
                </a:extLst>
              </p:cNvPr>
              <p:cNvSpPr txBox="1"/>
              <p:nvPr/>
            </p:nvSpPr>
            <p:spPr>
              <a:xfrm>
                <a:off x="6269465" y="2174491"/>
                <a:ext cx="1992340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pt-BR" sz="2800" b="1" dirty="0"/>
              </a:p>
              <a:p>
                <a:r>
                  <a:rPr lang="pt-BR" sz="2800" b="1" dirty="0"/>
                  <a:t>           </a:t>
                </a: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44D82CFE-8D76-0FC9-0CE4-B2A391A25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9465" y="2174491"/>
                <a:ext cx="1992340" cy="8617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Exemplo:</a:t>
            </a:r>
            <a:r>
              <a:rPr spc="-105" dirty="0"/>
              <a:t> </a:t>
            </a:r>
            <a:r>
              <a:rPr dirty="0"/>
              <a:t>Aceleração</a:t>
            </a:r>
            <a:r>
              <a:rPr spc="-110" dirty="0"/>
              <a:t> </a:t>
            </a:r>
            <a:r>
              <a:rPr dirty="0"/>
              <a:t>da</a:t>
            </a:r>
            <a:r>
              <a:rPr spc="-105" dirty="0"/>
              <a:t> </a:t>
            </a:r>
            <a:r>
              <a:rPr spc="-10" dirty="0"/>
              <a:t>convergência</a:t>
            </a:r>
            <a:r>
              <a:rPr spc="-90" dirty="0"/>
              <a:t> </a:t>
            </a:r>
            <a:r>
              <a:rPr spc="-25" dirty="0"/>
              <a:t>com </a:t>
            </a:r>
            <a:r>
              <a:rPr dirty="0"/>
              <a:t>termo</a:t>
            </a:r>
            <a:r>
              <a:rPr spc="-60" dirty="0"/>
              <a:t> </a:t>
            </a:r>
            <a:r>
              <a:rPr spc="-10" dirty="0"/>
              <a:t>momentum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9933940" cy="173228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32004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gradientes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anteriores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apontam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na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mesma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direção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dirty="0">
                <a:latin typeface="Calibri"/>
                <a:cs typeface="Calibri"/>
              </a:rPr>
              <a:t>termo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momentum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faz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atualização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fiquem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maiores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Consequentemente,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algoritmo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dará</a:t>
            </a:r>
            <a:r>
              <a:rPr sz="28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passos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maiores</a:t>
            </a:r>
            <a:r>
              <a:rPr sz="28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convergirá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rapidamente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10702" y="6554520"/>
            <a:ext cx="360934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2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momentum_aceleração_da_convergencia.ipynb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74740" y="3598851"/>
            <a:ext cx="3752550" cy="280424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1154" y="3727817"/>
            <a:ext cx="2660104" cy="267191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09408" y="3727817"/>
            <a:ext cx="2660104" cy="267191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412239" y="6448450"/>
            <a:ext cx="19564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Sem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termo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momentum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61434" y="6448450"/>
            <a:ext cx="19792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Com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termo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momentum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Ajuste</a:t>
            </a:r>
            <a:r>
              <a:rPr spc="-75" dirty="0"/>
              <a:t> </a:t>
            </a:r>
            <a:r>
              <a:rPr dirty="0"/>
              <a:t>do</a:t>
            </a:r>
            <a:r>
              <a:rPr spc="-50" dirty="0"/>
              <a:t> </a:t>
            </a:r>
            <a:r>
              <a:rPr dirty="0"/>
              <a:t>passo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dirty="0"/>
              <a:t>aprendizagem</a:t>
            </a:r>
            <a:r>
              <a:rPr spc="-75" dirty="0"/>
              <a:t> </a:t>
            </a:r>
            <a:r>
              <a:rPr dirty="0"/>
              <a:t>com</a:t>
            </a:r>
            <a:r>
              <a:rPr spc="-55" dirty="0"/>
              <a:t> </a:t>
            </a:r>
            <a:r>
              <a:rPr spc="-10" dirty="0"/>
              <a:t>termo momentum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14542" y="1793493"/>
            <a:ext cx="6213475" cy="5246308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981075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Imaginem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foi </a:t>
            </a:r>
            <a:r>
              <a:rPr sz="2800" spc="-10" dirty="0">
                <a:latin typeface="Calibri"/>
                <a:cs typeface="Calibri"/>
              </a:rPr>
              <a:t>inicializado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A.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Ele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começa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atualizado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lentamente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dirty="0">
                <a:latin typeface="Calibri"/>
                <a:cs typeface="Calibri"/>
              </a:rPr>
              <a:t>ganha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algum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momento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através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 </a:t>
            </a:r>
            <a:r>
              <a:rPr sz="2800" spc="-10" dirty="0">
                <a:latin typeface="Calibri"/>
                <a:cs typeface="Calibri"/>
              </a:rPr>
              <a:t>inclinação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AB.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Gradientes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apontando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mesma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direção.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atinge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 err="1">
                <a:latin typeface="Calibri"/>
                <a:cs typeface="Calibri"/>
              </a:rPr>
              <a:t>ele</a:t>
            </a:r>
            <a:r>
              <a:rPr lang="pt-BR" sz="2800" spc="-2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acumula</a:t>
            </a:r>
            <a:r>
              <a:rPr lang="pt-BR" sz="2800" spc="-12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momento</a:t>
            </a:r>
            <a:r>
              <a:rPr lang="pt-BR" sz="2800" spc="-110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suficiente</a:t>
            </a:r>
            <a:r>
              <a:rPr lang="pt-BR" sz="2800" spc="-12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para</a:t>
            </a:r>
            <a:r>
              <a:rPr lang="pt-BR" sz="2800" spc="-120" dirty="0">
                <a:latin typeface="Calibri"/>
                <a:cs typeface="Calibri"/>
              </a:rPr>
              <a:t> </a:t>
            </a:r>
            <a:r>
              <a:rPr lang="pt-BR" sz="2800" b="1" i="1" spc="-25" dirty="0">
                <a:solidFill>
                  <a:srgbClr val="FF0000"/>
                </a:solidFill>
                <a:latin typeface="Calibri"/>
                <a:cs typeface="Calibri"/>
              </a:rPr>
              <a:t>se </a:t>
            </a:r>
            <a:r>
              <a:rPr lang="pt-BR" sz="2800" b="1" i="1" dirty="0">
                <a:solidFill>
                  <a:srgbClr val="FF0000"/>
                </a:solidFill>
                <a:latin typeface="Calibri"/>
                <a:cs typeface="Calibri"/>
              </a:rPr>
              <a:t>empurrar</a:t>
            </a:r>
            <a:r>
              <a:rPr lang="pt-BR" sz="2800"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FF0000"/>
                </a:solidFill>
                <a:latin typeface="Calibri"/>
                <a:cs typeface="Calibri"/>
              </a:rPr>
              <a:t>através</a:t>
            </a:r>
            <a:r>
              <a:rPr lang="pt-BR" sz="2800" b="1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FF0000"/>
                </a:solidFill>
                <a:latin typeface="Calibri"/>
                <a:cs typeface="Calibri"/>
              </a:rPr>
              <a:t>da</a:t>
            </a:r>
            <a:r>
              <a:rPr lang="pt-BR" sz="2800" b="1" i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FF0000"/>
                </a:solidFill>
                <a:latin typeface="Calibri"/>
                <a:cs typeface="Calibri"/>
              </a:rPr>
              <a:t>região</a:t>
            </a:r>
            <a:r>
              <a:rPr lang="pt-BR" sz="2800" b="1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FF0000"/>
                </a:solidFill>
                <a:latin typeface="Calibri"/>
                <a:cs typeface="Calibri"/>
              </a:rPr>
              <a:t>do</a:t>
            </a:r>
            <a:r>
              <a:rPr lang="pt-BR" sz="2800" b="1" i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FF0000"/>
                </a:solidFill>
                <a:latin typeface="Calibri"/>
                <a:cs typeface="Calibri"/>
              </a:rPr>
              <a:t>platô</a:t>
            </a:r>
            <a:r>
              <a:rPr lang="pt-BR" sz="2800" b="1" i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FF0000"/>
                </a:solidFill>
                <a:latin typeface="Calibri"/>
                <a:cs typeface="Calibri"/>
              </a:rPr>
              <a:t>B</a:t>
            </a:r>
            <a:r>
              <a:rPr lang="pt-BR" sz="28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800" spc="-50" dirty="0">
                <a:latin typeface="Calibri"/>
                <a:cs typeface="Calibri"/>
              </a:rPr>
              <a:t>e </a:t>
            </a:r>
            <a:r>
              <a:rPr lang="pt-BR" sz="2800" spc="-10" dirty="0">
                <a:latin typeface="Calibri"/>
                <a:cs typeface="Calibri"/>
              </a:rPr>
              <a:t>finalmente</a:t>
            </a:r>
            <a:r>
              <a:rPr lang="pt-BR" sz="2800" spc="-7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seguir</a:t>
            </a:r>
            <a:r>
              <a:rPr lang="pt-BR" sz="2800" spc="-7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a</a:t>
            </a:r>
            <a:r>
              <a:rPr lang="pt-BR" sz="2800" spc="-8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inclinação</a:t>
            </a:r>
            <a:r>
              <a:rPr lang="pt-BR" sz="2800" spc="-5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BC</a:t>
            </a:r>
            <a:r>
              <a:rPr lang="pt-BR" sz="2800" spc="-90" dirty="0">
                <a:latin typeface="Calibri"/>
                <a:cs typeface="Calibri"/>
              </a:rPr>
              <a:t> </a:t>
            </a:r>
            <a:r>
              <a:rPr lang="pt-BR" sz="2800" spc="-20" dirty="0">
                <a:latin typeface="Calibri"/>
                <a:cs typeface="Calibri"/>
              </a:rPr>
              <a:t>para convergir</a:t>
            </a:r>
            <a:r>
              <a:rPr lang="pt-BR" sz="2800" spc="-9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para</a:t>
            </a:r>
            <a:r>
              <a:rPr lang="pt-BR" sz="2800" spc="-7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o</a:t>
            </a:r>
            <a:r>
              <a:rPr lang="pt-BR" sz="2800" spc="-8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mínimo</a:t>
            </a:r>
            <a:r>
              <a:rPr lang="pt-BR" sz="2800" spc="-6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global</a:t>
            </a:r>
            <a:r>
              <a:rPr lang="pt-BR" sz="2800" spc="-80" dirty="0">
                <a:latin typeface="Calibri"/>
                <a:cs typeface="Calibri"/>
              </a:rPr>
              <a:t> </a:t>
            </a:r>
            <a:r>
              <a:rPr lang="pt-BR" sz="2800" spc="-25" dirty="0">
                <a:latin typeface="Calibri"/>
                <a:cs typeface="Calibri"/>
              </a:rPr>
              <a:t>C.</a:t>
            </a:r>
            <a:endParaRPr lang="pt-BR"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endParaRPr sz="28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184" y="2865010"/>
            <a:ext cx="4932807" cy="20294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83919" y="5023484"/>
            <a:ext cx="24466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69290" marR="5080" indent="-657225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Superfície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muito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comum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com </a:t>
            </a:r>
            <a:r>
              <a:rPr sz="1600" dirty="0">
                <a:latin typeface="Calibri"/>
                <a:cs typeface="Calibri"/>
              </a:rPr>
              <a:t>redes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neurais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0953" y="2097151"/>
            <a:ext cx="10747375" cy="250761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 marR="5080" indent="1905" algn="ctr">
              <a:lnSpc>
                <a:spcPct val="90000"/>
              </a:lnSpc>
              <a:spcBef>
                <a:spcPts val="630"/>
              </a:spcBef>
            </a:pPr>
            <a:r>
              <a:rPr b="0" dirty="0">
                <a:latin typeface="Calibri"/>
                <a:cs typeface="Calibri"/>
              </a:rPr>
              <a:t>A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dificuldade</a:t>
            </a:r>
            <a:r>
              <a:rPr b="0" spc="-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em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escolher</a:t>
            </a:r>
            <a:r>
              <a:rPr b="1" i="1" spc="-1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o</a:t>
            </a:r>
            <a:r>
              <a:rPr b="1" i="1" spc="-1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passo</a:t>
            </a:r>
            <a:r>
              <a:rPr b="1" i="1" spc="-15" dirty="0">
                <a:latin typeface="Calibri"/>
                <a:cs typeface="Calibri"/>
              </a:rPr>
              <a:t> </a:t>
            </a:r>
            <a:r>
              <a:rPr b="1" i="1" spc="-25" dirty="0">
                <a:latin typeface="Calibri"/>
                <a:cs typeface="Calibri"/>
              </a:rPr>
              <a:t>de </a:t>
            </a:r>
            <a:r>
              <a:rPr b="1" i="1" dirty="0">
                <a:latin typeface="Calibri"/>
                <a:cs typeface="Calibri"/>
              </a:rPr>
              <a:t>aprendizagem</a:t>
            </a:r>
            <a:r>
              <a:rPr b="1" i="1" spc="-8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ideal</a:t>
            </a:r>
            <a:r>
              <a:rPr b="1" i="1" spc="-7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a</a:t>
            </a:r>
            <a:r>
              <a:rPr b="1" i="1" spc="-5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priori</a:t>
            </a:r>
            <a:r>
              <a:rPr b="1" i="1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fez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surgir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1" i="1" spc="-10" dirty="0">
                <a:latin typeface="Calibri"/>
                <a:cs typeface="Calibri"/>
              </a:rPr>
              <a:t>métodos </a:t>
            </a:r>
            <a:r>
              <a:rPr b="0" dirty="0">
                <a:latin typeface="Calibri"/>
                <a:cs typeface="Calibri"/>
              </a:rPr>
              <a:t>que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ajustam</a:t>
            </a:r>
            <a:r>
              <a:rPr b="1" i="1" spc="-4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o</a:t>
            </a:r>
            <a:r>
              <a:rPr b="1" i="1" spc="-1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passo</a:t>
            </a:r>
            <a:r>
              <a:rPr b="1" i="1" spc="-2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de</a:t>
            </a:r>
            <a:r>
              <a:rPr b="1" i="1" spc="-20" dirty="0">
                <a:latin typeface="Calibri"/>
                <a:cs typeface="Calibri"/>
              </a:rPr>
              <a:t> </a:t>
            </a:r>
            <a:r>
              <a:rPr b="1" i="1" spc="-10" dirty="0">
                <a:latin typeface="Calibri"/>
                <a:cs typeface="Calibri"/>
              </a:rPr>
              <a:t>aprendizagem </a:t>
            </a:r>
            <a:r>
              <a:rPr b="1" i="1" spc="-10" dirty="0">
                <a:solidFill>
                  <a:srgbClr val="00AF50"/>
                </a:solidFill>
                <a:latin typeface="Calibri"/>
                <a:cs typeface="Calibri"/>
              </a:rPr>
              <a:t>adaptativamente</a:t>
            </a:r>
            <a:r>
              <a:rPr b="0" spc="-10" dirty="0">
                <a:latin typeface="Calibri"/>
                <a:cs typeface="Calibri"/>
              </a:rPr>
              <a:t>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Taxa</a:t>
            </a:r>
            <a:r>
              <a:rPr spc="-130" dirty="0"/>
              <a:t> </a:t>
            </a:r>
            <a:r>
              <a:rPr dirty="0"/>
              <a:t>de</a:t>
            </a:r>
            <a:r>
              <a:rPr spc="-120" dirty="0"/>
              <a:t> </a:t>
            </a:r>
            <a:r>
              <a:rPr dirty="0"/>
              <a:t>aprendizagem</a:t>
            </a:r>
            <a:r>
              <a:rPr spc="-130" dirty="0"/>
              <a:t> </a:t>
            </a:r>
            <a:r>
              <a:rPr spc="-10" dirty="0"/>
              <a:t>adaptativa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017"/>
            <a:ext cx="10542905" cy="390461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4825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variação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adaptativa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aprendizagem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ajustado adaptativamente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acordo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inclinação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da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superfície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erro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3810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Além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disso,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passos</a:t>
            </a:r>
            <a:r>
              <a:rPr sz="2800" b="1" i="1" spc="-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de</a:t>
            </a:r>
            <a:r>
              <a:rPr sz="2800" b="1" i="1" spc="-8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aprendizagem</a:t>
            </a:r>
            <a:r>
              <a:rPr sz="2800" b="1" i="1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diferentes</a:t>
            </a:r>
            <a:r>
              <a:rPr sz="2800" b="1" i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para</a:t>
            </a:r>
            <a:r>
              <a:rPr sz="2800" b="1" i="1" spc="-8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cada</a:t>
            </a:r>
            <a:r>
              <a:rPr sz="2800" b="1" i="1" spc="-8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peso</a:t>
            </a:r>
            <a:r>
              <a:rPr sz="2800" b="1" i="1" spc="-7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dirty="0">
                <a:latin typeface="Calibri"/>
                <a:cs typeface="Calibri"/>
              </a:rPr>
              <a:t>modelo,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os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atualizando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forma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independente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acordo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inclinação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superfície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direção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pesos.</a:t>
            </a:r>
            <a:endParaRPr sz="2800" dirty="0">
              <a:latin typeface="Calibri"/>
              <a:cs typeface="Calibri"/>
            </a:endParaRPr>
          </a:p>
          <a:p>
            <a:pPr marL="241300" marR="109855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combinado</a:t>
            </a:r>
            <a:r>
              <a:rPr sz="2800" b="1" i="1" spc="-9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com</a:t>
            </a:r>
            <a:r>
              <a:rPr sz="2800" b="1" i="1" spc="-10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o</a:t>
            </a:r>
            <a:r>
              <a:rPr sz="2800" b="1" i="1" spc="-9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termo</a:t>
            </a:r>
            <a:r>
              <a:rPr sz="2800"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momentum</a:t>
            </a:r>
            <a:r>
              <a:rPr sz="2800" b="1" i="1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ajustar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termo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atualização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pesos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melhorando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ainda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convergência.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Faz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atualizações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pesos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sigam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mais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diretamente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para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50" dirty="0">
                <a:latin typeface="Calibri"/>
                <a:cs typeface="Calibri"/>
              </a:rPr>
              <a:t>o </a:t>
            </a:r>
            <a:r>
              <a:rPr sz="2800" b="1" i="1" dirty="0">
                <a:latin typeface="Calibri"/>
                <a:cs typeface="Calibri"/>
              </a:rPr>
              <a:t>ponto</a:t>
            </a:r>
            <a:r>
              <a:rPr sz="2800" b="1" i="1" spc="-11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ótimo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Taxa</a:t>
            </a:r>
            <a:r>
              <a:rPr spc="-130" dirty="0"/>
              <a:t> </a:t>
            </a:r>
            <a:r>
              <a:rPr dirty="0"/>
              <a:t>de</a:t>
            </a:r>
            <a:r>
              <a:rPr spc="-120" dirty="0"/>
              <a:t> </a:t>
            </a:r>
            <a:r>
              <a:rPr dirty="0"/>
              <a:t>aprendizagem</a:t>
            </a:r>
            <a:r>
              <a:rPr spc="-130" dirty="0"/>
              <a:t> </a:t>
            </a:r>
            <a:r>
              <a:rPr spc="-10" dirty="0"/>
              <a:t>adaptativa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24271" y="1793493"/>
            <a:ext cx="6116955" cy="365315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vantagem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maioria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dos </a:t>
            </a:r>
            <a:r>
              <a:rPr sz="2800" dirty="0">
                <a:latin typeface="Calibri"/>
                <a:cs typeface="Calibri"/>
              </a:rPr>
              <a:t>casos,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necessário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ajustar manualmente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nenhum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hiperparâmetro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técnicas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redução gradual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momentum.</a:t>
            </a:r>
            <a:endParaRPr sz="2800" dirty="0">
              <a:latin typeface="Calibri"/>
              <a:cs typeface="Calibri"/>
            </a:endParaRPr>
          </a:p>
          <a:p>
            <a:pPr marL="241300" marR="6985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existe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hiperparâmetro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ajustado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esquema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normalmente </a:t>
            </a:r>
            <a:r>
              <a:rPr sz="2800" dirty="0">
                <a:latin typeface="Calibri"/>
                <a:cs typeface="Calibri"/>
              </a:rPr>
              <a:t>funciona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grande </a:t>
            </a:r>
            <a:r>
              <a:rPr sz="2800" dirty="0">
                <a:latin typeface="Calibri"/>
                <a:cs typeface="Calibri"/>
              </a:rPr>
              <a:t>gama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" y="2414016"/>
            <a:ext cx="4947920" cy="3121151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Taxa</a:t>
            </a:r>
            <a:r>
              <a:rPr spc="-130" dirty="0"/>
              <a:t> </a:t>
            </a:r>
            <a:r>
              <a:rPr dirty="0"/>
              <a:t>de</a:t>
            </a:r>
            <a:r>
              <a:rPr spc="-120" dirty="0"/>
              <a:t> </a:t>
            </a:r>
            <a:r>
              <a:rPr dirty="0"/>
              <a:t>aprendizagem</a:t>
            </a:r>
            <a:r>
              <a:rPr spc="-130" dirty="0"/>
              <a:t> </a:t>
            </a:r>
            <a:r>
              <a:rPr spc="-10" dirty="0"/>
              <a:t>adaptativa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27065" y="1756830"/>
            <a:ext cx="6436360" cy="259588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ajuste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adaptativo:</a:t>
            </a:r>
            <a:endParaRPr sz="28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7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derivada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parcial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grande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uma </a:t>
            </a:r>
            <a:r>
              <a:rPr sz="2400" b="1" i="1" dirty="0">
                <a:latin typeface="Calibri"/>
                <a:cs typeface="Calibri"/>
              </a:rPr>
              <a:t>diminuição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rápida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seu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passo</a:t>
            </a:r>
            <a:r>
              <a:rPr sz="2400" spc="-25" dirty="0">
                <a:latin typeface="Calibri"/>
                <a:cs typeface="Calibri"/>
              </a:rPr>
              <a:t> de </a:t>
            </a:r>
            <a:r>
              <a:rPr sz="2400" spc="-10" dirty="0">
                <a:latin typeface="Calibri"/>
                <a:cs typeface="Calibri"/>
              </a:rPr>
              <a:t>aprendizagem.</a:t>
            </a:r>
            <a:endParaRPr sz="2400" dirty="0">
              <a:latin typeface="Calibri"/>
              <a:cs typeface="Calibri"/>
            </a:endParaRPr>
          </a:p>
          <a:p>
            <a:pPr marL="698500" marR="193675" lvl="1" indent="-228600">
              <a:lnSpc>
                <a:spcPct val="90000"/>
              </a:lnSpc>
              <a:spcBef>
                <a:spcPts val="470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Por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outro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lado,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derivada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parcial </a:t>
            </a:r>
            <a:r>
              <a:rPr sz="2400" b="1" i="1" dirty="0">
                <a:latin typeface="Calibri"/>
                <a:cs typeface="Calibri"/>
              </a:rPr>
              <a:t>pequena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diminuição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pequena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em </a:t>
            </a:r>
            <a:r>
              <a:rPr sz="2400" dirty="0">
                <a:latin typeface="Calibri"/>
                <a:cs typeface="Calibri"/>
              </a:rPr>
              <a:t>seu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aprendizagem.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585" y="1854786"/>
            <a:ext cx="4358280" cy="2784975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Taxa</a:t>
            </a:r>
            <a:r>
              <a:rPr spc="-130" dirty="0"/>
              <a:t> </a:t>
            </a:r>
            <a:r>
              <a:rPr dirty="0"/>
              <a:t>de</a:t>
            </a:r>
            <a:r>
              <a:rPr spc="-120" dirty="0"/>
              <a:t> </a:t>
            </a:r>
            <a:r>
              <a:rPr dirty="0"/>
              <a:t>aprendizagem</a:t>
            </a:r>
            <a:r>
              <a:rPr spc="-130" dirty="0"/>
              <a:t> </a:t>
            </a:r>
            <a:r>
              <a:rPr spc="-10" dirty="0"/>
              <a:t>adaptativa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41519" y="1759966"/>
            <a:ext cx="6899275" cy="458914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99085" marR="5080" indent="-28702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palavras,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esses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métodos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diminuem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taxa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aprendizagem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mais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rapidamente </a:t>
            </a:r>
            <a:r>
              <a:rPr sz="2800" b="1" i="1" dirty="0">
                <a:latin typeface="Calibri"/>
                <a:cs typeface="Calibri"/>
              </a:rPr>
              <a:t>para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dimensões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íngremes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que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para </a:t>
            </a:r>
            <a:r>
              <a:rPr sz="2800" b="1" i="1" dirty="0">
                <a:latin typeface="Calibri"/>
                <a:cs typeface="Calibri"/>
              </a:rPr>
              <a:t>dimensões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com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inclinações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mais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suaves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99085" marR="360680" indent="-287020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vetor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gradiente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apontar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mais</a:t>
            </a:r>
            <a:r>
              <a:rPr sz="2800"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EC7C30"/>
                </a:solidFill>
                <a:latin typeface="Calibri"/>
                <a:cs typeface="Calibri"/>
              </a:rPr>
              <a:t>na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direção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do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ponto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mínimo</a:t>
            </a:r>
            <a:r>
              <a:rPr sz="28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na </a:t>
            </a:r>
            <a:r>
              <a:rPr sz="2800" dirty="0">
                <a:latin typeface="Calibri"/>
                <a:cs typeface="Calibri"/>
              </a:rPr>
              <a:t>direção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máxima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declividade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99085" marR="331470" indent="-287020">
              <a:lnSpc>
                <a:spcPct val="80000"/>
              </a:lnSpc>
              <a:spcBef>
                <a:spcPts val="102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efeito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líquido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progresso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maior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nas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direções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menor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inclinação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espaço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pesos.</a:t>
            </a:r>
            <a:endParaRPr sz="2800" dirty="0">
              <a:latin typeface="Calibri"/>
              <a:cs typeface="Calibri"/>
            </a:endParaRPr>
          </a:p>
          <a:p>
            <a:pPr marL="299085" marR="539115" indent="-287020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técnicas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conhecidas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AdaGrad, </a:t>
            </a:r>
            <a:r>
              <a:rPr sz="2800" dirty="0">
                <a:latin typeface="Calibri"/>
                <a:cs typeface="Calibri"/>
              </a:rPr>
              <a:t>RMSProp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Adam.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6614" y="1894236"/>
            <a:ext cx="3244381" cy="313651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637664" y="5161153"/>
            <a:ext cx="196850" cy="861060"/>
            <a:chOff x="1637664" y="5161153"/>
            <a:chExt cx="196850" cy="861060"/>
          </a:xfrm>
        </p:grpSpPr>
        <p:sp>
          <p:nvSpPr>
            <p:cNvPr id="6" name="object 6"/>
            <p:cNvSpPr/>
            <p:nvPr/>
          </p:nvSpPr>
          <p:spPr>
            <a:xfrm>
              <a:off x="1637664" y="5164328"/>
              <a:ext cx="76200" cy="819785"/>
            </a:xfrm>
            <a:custGeom>
              <a:avLst/>
              <a:gdLst/>
              <a:ahLst/>
              <a:cxnLst/>
              <a:rect l="l" t="t" r="r" b="b"/>
              <a:pathLst>
                <a:path w="76200" h="819785">
                  <a:moveTo>
                    <a:pt x="41275" y="63500"/>
                  </a:moveTo>
                  <a:lnTo>
                    <a:pt x="34925" y="63500"/>
                  </a:lnTo>
                  <a:lnTo>
                    <a:pt x="34925" y="819746"/>
                  </a:lnTo>
                  <a:lnTo>
                    <a:pt x="41275" y="819746"/>
                  </a:lnTo>
                  <a:lnTo>
                    <a:pt x="41275" y="63500"/>
                  </a:lnTo>
                  <a:close/>
                </a:path>
                <a:path w="76200" h="819785">
                  <a:moveTo>
                    <a:pt x="38100" y="0"/>
                  </a:moveTo>
                  <a:lnTo>
                    <a:pt x="0" y="76200"/>
                  </a:lnTo>
                  <a:lnTo>
                    <a:pt x="34925" y="76200"/>
                  </a:lnTo>
                  <a:lnTo>
                    <a:pt x="34925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19785">
                  <a:moveTo>
                    <a:pt x="69850" y="63500"/>
                  </a:moveTo>
                  <a:lnTo>
                    <a:pt x="41275" y="63500"/>
                  </a:lnTo>
                  <a:lnTo>
                    <a:pt x="4127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5764" y="5945975"/>
              <a:ext cx="133350" cy="762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75764" y="5164328"/>
              <a:ext cx="133350" cy="819785"/>
            </a:xfrm>
            <a:custGeom>
              <a:avLst/>
              <a:gdLst/>
              <a:ahLst/>
              <a:cxnLst/>
              <a:rect l="l" t="t" r="r" b="b"/>
              <a:pathLst>
                <a:path w="133350" h="819785">
                  <a:moveTo>
                    <a:pt x="133350" y="819746"/>
                  </a:moveTo>
                  <a:lnTo>
                    <a:pt x="133350" y="0"/>
                  </a:lnTo>
                </a:path>
                <a:path w="133350" h="81978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72716" y="5164328"/>
              <a:ext cx="161925" cy="820419"/>
            </a:xfrm>
            <a:custGeom>
              <a:avLst/>
              <a:gdLst/>
              <a:ahLst/>
              <a:cxnLst/>
              <a:rect l="l" t="t" r="r" b="b"/>
              <a:pathLst>
                <a:path w="161925" h="820420">
                  <a:moveTo>
                    <a:pt x="121019" y="74678"/>
                  </a:moveTo>
                  <a:lnTo>
                    <a:pt x="0" y="819238"/>
                  </a:lnTo>
                  <a:lnTo>
                    <a:pt x="6222" y="820254"/>
                  </a:lnTo>
                  <a:lnTo>
                    <a:pt x="127243" y="75685"/>
                  </a:lnTo>
                  <a:lnTo>
                    <a:pt x="121019" y="74678"/>
                  </a:lnTo>
                  <a:close/>
                </a:path>
                <a:path w="161925" h="820420">
                  <a:moveTo>
                    <a:pt x="155805" y="62103"/>
                  </a:moveTo>
                  <a:lnTo>
                    <a:pt x="123062" y="62103"/>
                  </a:lnTo>
                  <a:lnTo>
                    <a:pt x="129285" y="63119"/>
                  </a:lnTo>
                  <a:lnTo>
                    <a:pt x="127243" y="75685"/>
                  </a:lnTo>
                  <a:lnTo>
                    <a:pt x="161797" y="81280"/>
                  </a:lnTo>
                  <a:lnTo>
                    <a:pt x="155805" y="62103"/>
                  </a:lnTo>
                  <a:close/>
                </a:path>
                <a:path w="161925" h="820420">
                  <a:moveTo>
                    <a:pt x="123062" y="62103"/>
                  </a:moveTo>
                  <a:lnTo>
                    <a:pt x="121019" y="74678"/>
                  </a:lnTo>
                  <a:lnTo>
                    <a:pt x="127243" y="75685"/>
                  </a:lnTo>
                  <a:lnTo>
                    <a:pt x="129285" y="63119"/>
                  </a:lnTo>
                  <a:lnTo>
                    <a:pt x="123062" y="62103"/>
                  </a:lnTo>
                  <a:close/>
                </a:path>
                <a:path w="161925" h="820420">
                  <a:moveTo>
                    <a:pt x="136397" y="0"/>
                  </a:moveTo>
                  <a:lnTo>
                    <a:pt x="86487" y="69088"/>
                  </a:lnTo>
                  <a:lnTo>
                    <a:pt x="121019" y="74678"/>
                  </a:lnTo>
                  <a:lnTo>
                    <a:pt x="123062" y="62103"/>
                  </a:lnTo>
                  <a:lnTo>
                    <a:pt x="155805" y="62103"/>
                  </a:lnTo>
                  <a:lnTo>
                    <a:pt x="13639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418204" y="5589663"/>
            <a:ext cx="174625" cy="326390"/>
            <a:chOff x="3418204" y="5589663"/>
            <a:chExt cx="174625" cy="326390"/>
          </a:xfrm>
        </p:grpSpPr>
        <p:sp>
          <p:nvSpPr>
            <p:cNvPr id="11" name="object 11"/>
            <p:cNvSpPr/>
            <p:nvPr/>
          </p:nvSpPr>
          <p:spPr>
            <a:xfrm>
              <a:off x="3418204" y="5589663"/>
              <a:ext cx="76200" cy="288290"/>
            </a:xfrm>
            <a:custGeom>
              <a:avLst/>
              <a:gdLst/>
              <a:ahLst/>
              <a:cxnLst/>
              <a:rect l="l" t="t" r="r" b="b"/>
              <a:pathLst>
                <a:path w="76200" h="288289">
                  <a:moveTo>
                    <a:pt x="34925" y="63500"/>
                  </a:moveTo>
                  <a:lnTo>
                    <a:pt x="34925" y="288010"/>
                  </a:lnTo>
                  <a:lnTo>
                    <a:pt x="41275" y="288010"/>
                  </a:lnTo>
                  <a:lnTo>
                    <a:pt x="41275" y="63512"/>
                  </a:lnTo>
                  <a:lnTo>
                    <a:pt x="34925" y="63500"/>
                  </a:lnTo>
                  <a:close/>
                </a:path>
                <a:path w="76200" h="288289">
                  <a:moveTo>
                    <a:pt x="38100" y="0"/>
                  </a:moveTo>
                  <a:lnTo>
                    <a:pt x="0" y="76200"/>
                  </a:lnTo>
                  <a:lnTo>
                    <a:pt x="34925" y="76200"/>
                  </a:lnTo>
                  <a:lnTo>
                    <a:pt x="34925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288289">
                  <a:moveTo>
                    <a:pt x="69850" y="63500"/>
                  </a:moveTo>
                  <a:lnTo>
                    <a:pt x="34925" y="63500"/>
                  </a:lnTo>
                  <a:lnTo>
                    <a:pt x="41275" y="63512"/>
                  </a:lnTo>
                  <a:lnTo>
                    <a:pt x="4127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6304" y="5839574"/>
              <a:ext cx="133350" cy="762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456304" y="5589663"/>
              <a:ext cx="133350" cy="288290"/>
            </a:xfrm>
            <a:custGeom>
              <a:avLst/>
              <a:gdLst/>
              <a:ahLst/>
              <a:cxnLst/>
              <a:rect l="l" t="t" r="r" b="b"/>
              <a:pathLst>
                <a:path w="133350" h="288289">
                  <a:moveTo>
                    <a:pt x="133350" y="288010"/>
                  </a:moveTo>
                  <a:lnTo>
                    <a:pt x="133350" y="0"/>
                  </a:lnTo>
                </a:path>
                <a:path w="133350" h="288289">
                  <a:moveTo>
                    <a:pt x="0" y="3289"/>
                  </a:moveTo>
                  <a:lnTo>
                    <a:pt x="133350" y="3289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53510" y="5589663"/>
              <a:ext cx="139065" cy="289560"/>
            </a:xfrm>
            <a:custGeom>
              <a:avLst/>
              <a:gdLst/>
              <a:ahLst/>
              <a:cxnLst/>
              <a:rect l="l" t="t" r="r" b="b"/>
              <a:pathLst>
                <a:path w="139064" h="289560">
                  <a:moveTo>
                    <a:pt x="101229" y="67809"/>
                  </a:moveTo>
                  <a:lnTo>
                    <a:pt x="0" y="286677"/>
                  </a:lnTo>
                  <a:lnTo>
                    <a:pt x="5714" y="289344"/>
                  </a:lnTo>
                  <a:lnTo>
                    <a:pt x="107050" y="70506"/>
                  </a:lnTo>
                  <a:lnTo>
                    <a:pt x="101229" y="67809"/>
                  </a:lnTo>
                  <a:close/>
                </a:path>
                <a:path w="139064" h="289560">
                  <a:moveTo>
                    <a:pt x="137823" y="56299"/>
                  </a:moveTo>
                  <a:lnTo>
                    <a:pt x="106552" y="56299"/>
                  </a:lnTo>
                  <a:lnTo>
                    <a:pt x="112394" y="58966"/>
                  </a:lnTo>
                  <a:lnTo>
                    <a:pt x="107050" y="70506"/>
                  </a:lnTo>
                  <a:lnTo>
                    <a:pt x="138684" y="85166"/>
                  </a:lnTo>
                  <a:lnTo>
                    <a:pt x="137823" y="56299"/>
                  </a:lnTo>
                  <a:close/>
                </a:path>
                <a:path w="139064" h="289560">
                  <a:moveTo>
                    <a:pt x="106552" y="56299"/>
                  </a:moveTo>
                  <a:lnTo>
                    <a:pt x="101229" y="67809"/>
                  </a:lnTo>
                  <a:lnTo>
                    <a:pt x="107050" y="70506"/>
                  </a:lnTo>
                  <a:lnTo>
                    <a:pt x="112394" y="58966"/>
                  </a:lnTo>
                  <a:lnTo>
                    <a:pt x="106552" y="56299"/>
                  </a:lnTo>
                  <a:close/>
                </a:path>
                <a:path w="139064" h="289560">
                  <a:moveTo>
                    <a:pt x="136143" y="0"/>
                  </a:moveTo>
                  <a:lnTo>
                    <a:pt x="69596" y="53149"/>
                  </a:lnTo>
                  <a:lnTo>
                    <a:pt x="101229" y="67809"/>
                  </a:lnTo>
                  <a:lnTo>
                    <a:pt x="106552" y="56299"/>
                  </a:lnTo>
                  <a:lnTo>
                    <a:pt x="137823" y="56299"/>
                  </a:lnTo>
                  <a:lnTo>
                    <a:pt x="13614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21181" y="6044895"/>
            <a:ext cx="1473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Gradiente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descendente </a:t>
            </a:r>
            <a:r>
              <a:rPr sz="1200" dirty="0">
                <a:latin typeface="Calibri"/>
                <a:cs typeface="Calibri"/>
              </a:rPr>
              <a:t>com </a:t>
            </a:r>
            <a:r>
              <a:rPr sz="1200" b="1" i="1" dirty="0">
                <a:latin typeface="Calibri"/>
                <a:cs typeface="Calibri"/>
              </a:rPr>
              <a:t>passo</a:t>
            </a:r>
            <a:r>
              <a:rPr sz="1200" b="1" i="1" spc="15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único </a:t>
            </a:r>
            <a:r>
              <a:rPr sz="1200" b="1" i="1" spc="-50" dirty="0">
                <a:latin typeface="Calibri"/>
                <a:cs typeface="Calibri"/>
              </a:rPr>
              <a:t>e </a:t>
            </a:r>
            <a:r>
              <a:rPr sz="1200" b="1" i="1" spc="-10" dirty="0">
                <a:latin typeface="Calibri"/>
                <a:cs typeface="Calibri"/>
              </a:rPr>
              <a:t>constante.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44851" y="6040628"/>
            <a:ext cx="15551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064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Gradiente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descendente </a:t>
            </a:r>
            <a:r>
              <a:rPr sz="1200" dirty="0">
                <a:latin typeface="Calibri"/>
                <a:cs typeface="Calibri"/>
              </a:rPr>
              <a:t>com </a:t>
            </a:r>
            <a:r>
              <a:rPr sz="1200" b="1" i="1" dirty="0">
                <a:latin typeface="Calibri"/>
                <a:cs typeface="Calibri"/>
              </a:rPr>
              <a:t>ajuste</a:t>
            </a:r>
            <a:r>
              <a:rPr sz="1200" b="1" i="1" spc="-25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adaptativo</a:t>
            </a:r>
            <a:r>
              <a:rPr sz="1200" b="1" i="1" spc="-20" dirty="0">
                <a:latin typeface="Calibri"/>
                <a:cs typeface="Calibri"/>
              </a:rPr>
              <a:t> </a:t>
            </a:r>
            <a:r>
              <a:rPr sz="1200" b="1" i="1" spc="-50" dirty="0">
                <a:latin typeface="Calibri"/>
                <a:cs typeface="Calibri"/>
              </a:rPr>
              <a:t>e </a:t>
            </a:r>
            <a:r>
              <a:rPr sz="1200" b="1" i="1" dirty="0">
                <a:latin typeface="Calibri"/>
                <a:cs typeface="Calibri"/>
              </a:rPr>
              <a:t>individual dos</a:t>
            </a:r>
            <a:r>
              <a:rPr sz="1200" b="1" i="1" spc="5" dirty="0">
                <a:latin typeface="Calibri"/>
                <a:cs typeface="Calibri"/>
              </a:rPr>
              <a:t> </a:t>
            </a:r>
            <a:r>
              <a:rPr sz="1200" b="1" i="1" spc="-10" dirty="0">
                <a:latin typeface="Calibri"/>
                <a:cs typeface="Calibri"/>
              </a:rPr>
              <a:t>passos.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7924"/>
            <a:ext cx="971740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80" dirty="0"/>
              <a:t>Taxa</a:t>
            </a:r>
            <a:r>
              <a:rPr spc="-150" dirty="0"/>
              <a:t> </a:t>
            </a:r>
            <a:r>
              <a:rPr dirty="0"/>
              <a:t>de</a:t>
            </a:r>
            <a:r>
              <a:rPr spc="-135" dirty="0"/>
              <a:t> </a:t>
            </a:r>
            <a:r>
              <a:rPr dirty="0"/>
              <a:t>aprendizagem</a:t>
            </a:r>
            <a:r>
              <a:rPr spc="-155" dirty="0"/>
              <a:t> </a:t>
            </a:r>
            <a:r>
              <a:rPr dirty="0"/>
              <a:t>adaptativa:</a:t>
            </a:r>
            <a:r>
              <a:rPr spc="-180" dirty="0"/>
              <a:t> </a:t>
            </a:r>
            <a:r>
              <a:rPr spc="-10" dirty="0"/>
              <a:t>Adaptive</a:t>
            </a:r>
            <a:r>
              <a:rPr lang="pt-BR" spc="-10" dirty="0"/>
              <a:t> </a:t>
            </a:r>
            <a:r>
              <a:rPr lang="pt-BR" sz="4400" b="0" dirty="0" err="1">
                <a:latin typeface="Calibri Light"/>
                <a:cs typeface="Calibri Light"/>
              </a:rPr>
              <a:t>Gradients</a:t>
            </a:r>
            <a:r>
              <a:rPr lang="pt-BR" sz="4400" b="0" spc="-145" dirty="0">
                <a:latin typeface="Calibri Light"/>
                <a:cs typeface="Calibri Light"/>
              </a:rPr>
              <a:t> </a:t>
            </a:r>
            <a:r>
              <a:rPr lang="pt-BR" sz="4400" b="0" spc="-10" dirty="0">
                <a:latin typeface="Calibri Light"/>
                <a:cs typeface="Calibri Light"/>
              </a:rPr>
              <a:t>(</a:t>
            </a:r>
            <a:r>
              <a:rPr lang="pt-BR" sz="4400" b="0" spc="-10" dirty="0" err="1">
                <a:latin typeface="Calibri Light"/>
                <a:cs typeface="Calibri Light"/>
              </a:rPr>
              <a:t>AdaGrad</a:t>
            </a:r>
            <a:r>
              <a:rPr lang="pt-BR" sz="4400" b="0" spc="-10" dirty="0">
                <a:latin typeface="Calibri Light"/>
                <a:cs typeface="Calibri Light"/>
              </a:rPr>
              <a:t>)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891539" y="3185160"/>
            <a:ext cx="10915015" cy="35204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 marR="480059">
              <a:lnSpc>
                <a:spcPct val="89900"/>
              </a:lnSpc>
              <a:spcBef>
                <a:spcPts val="434"/>
              </a:spcBef>
            </a:pPr>
            <a:r>
              <a:rPr sz="2800" dirty="0">
                <a:latin typeface="Calibri"/>
                <a:cs typeface="Calibri"/>
              </a:rPr>
              <a:t>onde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𝛼</a:t>
            </a:r>
            <a:r>
              <a:rPr sz="3075" baseline="-16260" dirty="0">
                <a:latin typeface="Cambria Math"/>
                <a:cs typeface="Cambria Math"/>
              </a:rPr>
              <a:t>0</a:t>
            </a:r>
            <a:r>
              <a:rPr sz="3075" spc="352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passo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inicial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geral,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padrão),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𝑣</a:t>
            </a:r>
            <a:r>
              <a:rPr sz="2800" spc="1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estimativa</a:t>
            </a:r>
            <a:r>
              <a:rPr sz="2800" b="1" i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do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momento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segunda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ordem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gradiente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𝜀</a:t>
            </a:r>
            <a:r>
              <a:rPr sz="2800" spc="1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pequeno,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e.g.,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1e-</a:t>
            </a:r>
            <a:r>
              <a:rPr sz="2800" dirty="0">
                <a:latin typeface="Calibri"/>
                <a:cs typeface="Calibri"/>
              </a:rPr>
              <a:t>8,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garante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ocorra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divisão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zero.</a:t>
            </a:r>
            <a:endParaRPr sz="2800" dirty="0">
              <a:latin typeface="Calibri"/>
              <a:cs typeface="Calibri"/>
            </a:endParaRPr>
          </a:p>
          <a:p>
            <a:pPr marL="266700" marR="30480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AdaGrad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divide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inicial,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𝛼</a:t>
            </a:r>
            <a:r>
              <a:rPr sz="3075" baseline="-16260" dirty="0">
                <a:latin typeface="Cambria Math"/>
                <a:cs typeface="Cambria Math"/>
              </a:rPr>
              <a:t>0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raíz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quadrada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valor </a:t>
            </a:r>
            <a:r>
              <a:rPr sz="2800" b="1" i="1" dirty="0">
                <a:latin typeface="Calibri"/>
                <a:cs typeface="Calibri"/>
              </a:rPr>
              <a:t>acumulado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quadrado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vetores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gradiente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anteriores.</a:t>
            </a:r>
            <a:endParaRPr sz="2800" dirty="0">
              <a:latin typeface="Calibri"/>
              <a:cs typeface="Calibri"/>
            </a:endParaRPr>
          </a:p>
          <a:p>
            <a:pPr marL="266700" marR="675005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Foi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projetado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convergir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rapidamente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GDE</a:t>
            </a:r>
            <a:r>
              <a:rPr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para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50" dirty="0">
                <a:latin typeface="Calibri"/>
                <a:cs typeface="Calibri"/>
              </a:rPr>
              <a:t>o </a:t>
            </a:r>
            <a:r>
              <a:rPr sz="2800" b="1" i="1" dirty="0">
                <a:latin typeface="Calibri"/>
                <a:cs typeface="Calibri"/>
              </a:rPr>
              <a:t>ponto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mínimo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superfícies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convexas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20" dirty="0">
                <a:latin typeface="Calibri"/>
                <a:cs typeface="Calibri"/>
              </a:rPr>
              <a:t>Praticamente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elimina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necessidade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ajustar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aprendizagem.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06109" y="1253109"/>
            <a:ext cx="20116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Um </a:t>
            </a:r>
            <a:r>
              <a:rPr sz="1200" b="1" i="1" dirty="0">
                <a:latin typeface="Calibri"/>
                <a:cs typeface="Calibri"/>
              </a:rPr>
              <a:t>passo</a:t>
            </a:r>
            <a:r>
              <a:rPr sz="1200" b="1" i="1" spc="5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adaptativo</a:t>
            </a:r>
            <a:r>
              <a:rPr sz="1200" b="1" i="1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para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cada</a:t>
            </a:r>
            <a:endParaRPr sz="12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elemento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vetor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gradiente.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7517" y="1688973"/>
            <a:ext cx="156717" cy="2442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D520E5FE-DE64-9C05-0C15-642E0E834656}"/>
                  </a:ext>
                </a:extLst>
              </p:cNvPr>
              <p:cNvSpPr txBox="1"/>
              <p:nvPr/>
            </p:nvSpPr>
            <p:spPr>
              <a:xfrm>
                <a:off x="4616949" y="1820008"/>
                <a:ext cx="3626185" cy="8183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D520E5FE-DE64-9C05-0C15-642E0E834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949" y="1820008"/>
                <a:ext cx="3626185" cy="8183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4407EABF-330C-9287-D8FF-B6652CF70960}"/>
                  </a:ext>
                </a:extLst>
              </p:cNvPr>
              <p:cNvSpPr txBox="1"/>
              <p:nvPr/>
            </p:nvSpPr>
            <p:spPr>
              <a:xfrm>
                <a:off x="4628611" y="2769513"/>
                <a:ext cx="293477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pt-BR" sz="28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4407EABF-330C-9287-D8FF-B6652CF70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611" y="2769513"/>
                <a:ext cx="293477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tângulo 16">
            <a:extLst>
              <a:ext uri="{FF2B5EF4-FFF2-40B4-BE49-F238E27FC236}">
                <a16:creationId xmlns:a16="http://schemas.microsoft.com/office/drawing/2014/main" id="{D21E48A5-1206-BF73-EED9-D3974B4C28CC}"/>
              </a:ext>
            </a:extLst>
          </p:cNvPr>
          <p:cNvSpPr/>
          <p:nvPr/>
        </p:nvSpPr>
        <p:spPr>
          <a:xfrm>
            <a:off x="6028617" y="1752585"/>
            <a:ext cx="1028900" cy="91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pc="-80" dirty="0"/>
              <a:t>Taxa</a:t>
            </a:r>
            <a:r>
              <a:rPr spc="-150" dirty="0"/>
              <a:t> </a:t>
            </a:r>
            <a:r>
              <a:rPr dirty="0"/>
              <a:t>de</a:t>
            </a:r>
            <a:r>
              <a:rPr spc="-135" dirty="0"/>
              <a:t> </a:t>
            </a:r>
            <a:r>
              <a:rPr dirty="0"/>
              <a:t>aprendizagem</a:t>
            </a:r>
            <a:r>
              <a:rPr spc="-155" dirty="0"/>
              <a:t> </a:t>
            </a:r>
            <a:r>
              <a:rPr dirty="0"/>
              <a:t>adaptativa:</a:t>
            </a:r>
            <a:r>
              <a:rPr spc="-180" dirty="0"/>
              <a:t> </a:t>
            </a:r>
            <a:r>
              <a:rPr spc="-10" dirty="0"/>
              <a:t>Adaptive </a:t>
            </a:r>
            <a:r>
              <a:rPr dirty="0"/>
              <a:t>Gradients</a:t>
            </a:r>
            <a:r>
              <a:rPr spc="-145" dirty="0"/>
              <a:t> </a:t>
            </a:r>
            <a:r>
              <a:rPr spc="-10" dirty="0"/>
              <a:t>(AdaGrad)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16939" y="3237230"/>
            <a:ext cx="10591800" cy="30111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20" dirty="0">
                <a:latin typeface="Calibri"/>
                <a:cs typeface="Calibri"/>
              </a:rPr>
              <a:t>Desvantagem</a:t>
            </a:r>
            <a:r>
              <a:rPr sz="2800" spc="-20" dirty="0">
                <a:latin typeface="Calibri"/>
                <a:cs typeface="Calibri"/>
              </a:rPr>
              <a:t>: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acumulada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quadrados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EC7C30"/>
                </a:solidFill>
                <a:latin typeface="Calibri"/>
                <a:cs typeface="Calibri"/>
              </a:rPr>
              <a:t>só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aumenta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ao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longo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do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tempo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causa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decaimento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excessivo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da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taxa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aprendizado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medida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avança.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funciona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superfícies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não-</a:t>
            </a:r>
            <a:r>
              <a:rPr sz="2800" spc="-25" dirty="0">
                <a:latin typeface="Calibri"/>
                <a:cs typeface="Calibri"/>
              </a:rPr>
              <a:t>convexas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(e.g.,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neurais).</a:t>
            </a:r>
            <a:endParaRPr sz="2800" dirty="0">
              <a:latin typeface="Calibri"/>
              <a:cs typeface="Calibri"/>
            </a:endParaRPr>
          </a:p>
          <a:p>
            <a:pPr marL="241300" marR="437515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neurais,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principalmente,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isso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levar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15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estagnação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prematura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da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otimização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atualizados rapidamente,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prejudicando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5C8DA3B2-46CF-B7DA-6A33-86E3BC6A2555}"/>
                  </a:ext>
                </a:extLst>
              </p:cNvPr>
              <p:cNvSpPr txBox="1"/>
              <p:nvPr/>
            </p:nvSpPr>
            <p:spPr>
              <a:xfrm>
                <a:off x="4495800" y="1609039"/>
                <a:ext cx="3626185" cy="8183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5C8DA3B2-46CF-B7DA-6A33-86E3BC6A2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1609039"/>
                <a:ext cx="3626185" cy="8183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25538C1A-6BB7-3523-56A3-4B605B065A4F}"/>
                  </a:ext>
                </a:extLst>
              </p:cNvPr>
              <p:cNvSpPr txBox="1"/>
              <p:nvPr/>
            </p:nvSpPr>
            <p:spPr>
              <a:xfrm>
                <a:off x="4507462" y="2558544"/>
                <a:ext cx="293477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pt-BR" sz="28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25538C1A-6BB7-3523-56A3-4B605B065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462" y="2558544"/>
                <a:ext cx="2934778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pc="-80" dirty="0"/>
              <a:t>Taxa</a:t>
            </a:r>
            <a:r>
              <a:rPr spc="-150" dirty="0"/>
              <a:t> </a:t>
            </a:r>
            <a:r>
              <a:rPr dirty="0"/>
              <a:t>de</a:t>
            </a:r>
            <a:r>
              <a:rPr spc="-135" dirty="0"/>
              <a:t> </a:t>
            </a:r>
            <a:r>
              <a:rPr dirty="0"/>
              <a:t>aprendizagem</a:t>
            </a:r>
            <a:r>
              <a:rPr spc="-155" dirty="0"/>
              <a:t> </a:t>
            </a:r>
            <a:r>
              <a:rPr dirty="0"/>
              <a:t>adaptativa:</a:t>
            </a:r>
            <a:r>
              <a:rPr spc="-180" dirty="0"/>
              <a:t> </a:t>
            </a:r>
            <a:r>
              <a:rPr spc="-10" dirty="0"/>
              <a:t>Adaptive </a:t>
            </a:r>
            <a:r>
              <a:rPr dirty="0"/>
              <a:t>Gradients</a:t>
            </a:r>
            <a:r>
              <a:rPr spc="-145" dirty="0"/>
              <a:t> </a:t>
            </a:r>
            <a:r>
              <a:rPr spc="-10" dirty="0"/>
              <a:t>(AdaGrad)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0575" y="1793493"/>
            <a:ext cx="6035040" cy="28848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120650" indent="-228600" algn="just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maior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derivada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parcial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têm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diminuição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correspondentemente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rápida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seu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aprendizagem.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pequenas</a:t>
            </a:r>
            <a:r>
              <a:rPr sz="2800" b="1" i="1" spc="-114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derivadas</a:t>
            </a:r>
            <a:r>
              <a:rPr sz="2800" b="1" i="1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parciais </a:t>
            </a:r>
            <a:r>
              <a:rPr sz="2800" dirty="0">
                <a:latin typeface="Calibri"/>
                <a:cs typeface="Calibri"/>
              </a:rPr>
              <a:t>têm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diminuição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relativamente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pequena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seu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aprendizagem.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001" y="2639647"/>
            <a:ext cx="4358280" cy="2784975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pc="-80" dirty="0"/>
              <a:t>Taxa</a:t>
            </a:r>
            <a:r>
              <a:rPr spc="-140" dirty="0"/>
              <a:t> </a:t>
            </a:r>
            <a:r>
              <a:rPr dirty="0"/>
              <a:t>de</a:t>
            </a:r>
            <a:r>
              <a:rPr spc="-135" dirty="0"/>
              <a:t> </a:t>
            </a:r>
            <a:r>
              <a:rPr dirty="0"/>
              <a:t>aprendizagem</a:t>
            </a:r>
            <a:r>
              <a:rPr spc="-150" dirty="0"/>
              <a:t> </a:t>
            </a:r>
            <a:r>
              <a:rPr dirty="0"/>
              <a:t>adaptativa:</a:t>
            </a:r>
            <a:r>
              <a:rPr spc="-145" dirty="0"/>
              <a:t> </a:t>
            </a:r>
            <a:r>
              <a:rPr dirty="0"/>
              <a:t>Root</a:t>
            </a:r>
            <a:r>
              <a:rPr spc="-140" dirty="0"/>
              <a:t> </a:t>
            </a:r>
            <a:r>
              <a:rPr spc="-20" dirty="0"/>
              <a:t>Mean </a:t>
            </a:r>
            <a:r>
              <a:rPr dirty="0"/>
              <a:t>Square</a:t>
            </a:r>
            <a:r>
              <a:rPr spc="-150" dirty="0"/>
              <a:t> </a:t>
            </a:r>
            <a:r>
              <a:rPr spc="-10" dirty="0"/>
              <a:t>Propagation</a:t>
            </a:r>
            <a:r>
              <a:rPr spc="-90" dirty="0"/>
              <a:t> </a:t>
            </a:r>
            <a:r>
              <a:rPr spc="-10" dirty="0"/>
              <a:t>(RMSProp)</a:t>
            </a:r>
          </a:p>
        </p:txBody>
      </p:sp>
      <p:sp>
        <p:nvSpPr>
          <p:cNvPr id="3" name="object 3"/>
          <p:cNvSpPr/>
          <p:nvPr/>
        </p:nvSpPr>
        <p:spPr>
          <a:xfrm>
            <a:off x="6050279" y="2188336"/>
            <a:ext cx="1033780" cy="22860"/>
          </a:xfrm>
          <a:custGeom>
            <a:avLst/>
            <a:gdLst/>
            <a:ahLst/>
            <a:cxnLst/>
            <a:rect l="l" t="t" r="r" b="b"/>
            <a:pathLst>
              <a:path w="1033779" h="22860">
                <a:moveTo>
                  <a:pt x="1033272" y="0"/>
                </a:moveTo>
                <a:lnTo>
                  <a:pt x="0" y="0"/>
                </a:lnTo>
                <a:lnTo>
                  <a:pt x="0" y="22860"/>
                </a:lnTo>
                <a:lnTo>
                  <a:pt x="1033272" y="22860"/>
                </a:lnTo>
                <a:lnTo>
                  <a:pt x="1033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40728" y="1665477"/>
            <a:ext cx="4400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Cambria Math"/>
                <a:cs typeface="Cambria Math"/>
              </a:rPr>
              <a:t>𝛼</a:t>
            </a:r>
            <a:r>
              <a:rPr sz="3075" spc="-37" baseline="-16260" dirty="0">
                <a:latin typeface="Cambria Math"/>
                <a:cs typeface="Cambria Math"/>
              </a:rPr>
              <a:t>0</a:t>
            </a:r>
            <a:endParaRPr sz="3075" baseline="-1626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56376" y="2279776"/>
            <a:ext cx="1027430" cy="342900"/>
          </a:xfrm>
          <a:custGeom>
            <a:avLst/>
            <a:gdLst/>
            <a:ahLst/>
            <a:cxnLst/>
            <a:rect l="l" t="t" r="r" b="b"/>
            <a:pathLst>
              <a:path w="1027429" h="342900">
                <a:moveTo>
                  <a:pt x="1027176" y="0"/>
                </a:moveTo>
                <a:lnTo>
                  <a:pt x="227075" y="0"/>
                </a:lnTo>
                <a:lnTo>
                  <a:pt x="227075" y="635"/>
                </a:lnTo>
                <a:lnTo>
                  <a:pt x="203708" y="635"/>
                </a:lnTo>
                <a:lnTo>
                  <a:pt x="118110" y="296672"/>
                </a:lnTo>
                <a:lnTo>
                  <a:pt x="56896" y="162051"/>
                </a:lnTo>
                <a:lnTo>
                  <a:pt x="0" y="188087"/>
                </a:lnTo>
                <a:lnTo>
                  <a:pt x="5334" y="201040"/>
                </a:lnTo>
                <a:lnTo>
                  <a:pt x="34671" y="188087"/>
                </a:lnTo>
                <a:lnTo>
                  <a:pt x="106425" y="342392"/>
                </a:lnTo>
                <a:lnTo>
                  <a:pt x="123189" y="342392"/>
                </a:lnTo>
                <a:lnTo>
                  <a:pt x="216535" y="23749"/>
                </a:lnTo>
                <a:lnTo>
                  <a:pt x="247903" y="23749"/>
                </a:lnTo>
                <a:lnTo>
                  <a:pt x="247903" y="22860"/>
                </a:lnTo>
                <a:lnTo>
                  <a:pt x="1027176" y="22860"/>
                </a:lnTo>
                <a:lnTo>
                  <a:pt x="10271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131177" y="1933397"/>
            <a:ext cx="10356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0065" algn="l"/>
              </a:tabLst>
            </a:pPr>
            <a:r>
              <a:rPr sz="2800" spc="-25" dirty="0">
                <a:latin typeface="Cambria Math"/>
                <a:cs typeface="Cambria Math"/>
              </a:rPr>
              <a:t>𝛻𝐽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25" dirty="0">
                <a:latin typeface="Cambria Math"/>
                <a:cs typeface="Cambria Math"/>
              </a:rPr>
              <a:t>(𝑎)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90186" y="1766208"/>
            <a:ext cx="1694814" cy="1212215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426720">
              <a:lnSpc>
                <a:spcPct val="100000"/>
              </a:lnSpc>
              <a:spcBef>
                <a:spcPts val="1415"/>
              </a:spcBef>
            </a:pPr>
            <a:r>
              <a:rPr sz="2800" dirty="0">
                <a:latin typeface="Cambria Math"/>
                <a:cs typeface="Cambria Math"/>
              </a:rPr>
              <a:t>𝑎</a:t>
            </a:r>
            <a:r>
              <a:rPr sz="2800" spc="21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←</a:t>
            </a:r>
            <a:r>
              <a:rPr sz="2800" spc="14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𝑎</a:t>
            </a:r>
            <a:r>
              <a:rPr sz="2800" spc="65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−</a:t>
            </a:r>
            <a:endParaRPr sz="2800" dirty="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  <a:tabLst>
                <a:tab pos="393065" algn="l"/>
              </a:tabLst>
            </a:pPr>
            <a:r>
              <a:rPr sz="2800" spc="-50" dirty="0">
                <a:latin typeface="Cambria Math"/>
                <a:cs typeface="Cambria Math"/>
              </a:rPr>
              <a:t>𝑣</a:t>
            </a:r>
            <a:r>
              <a:rPr sz="2800" dirty="0">
                <a:latin typeface="Cambria Math"/>
                <a:cs typeface="Cambria Math"/>
              </a:rPr>
              <a:t>	←</a:t>
            </a:r>
            <a:r>
              <a:rPr sz="2800" spc="13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𝛽𝑣</a:t>
            </a:r>
            <a:r>
              <a:rPr sz="2800" spc="65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+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55029" y="2628138"/>
            <a:ext cx="1077595" cy="328930"/>
          </a:xfrm>
          <a:custGeom>
            <a:avLst/>
            <a:gdLst/>
            <a:ahLst/>
            <a:cxnLst/>
            <a:rect l="l" t="t" r="r" b="b"/>
            <a:pathLst>
              <a:path w="1077595" h="328930">
                <a:moveTo>
                  <a:pt x="972185" y="0"/>
                </a:moveTo>
                <a:lnTo>
                  <a:pt x="967486" y="13335"/>
                </a:lnTo>
                <a:lnTo>
                  <a:pt x="986536" y="21597"/>
                </a:lnTo>
                <a:lnTo>
                  <a:pt x="1002919" y="33051"/>
                </a:lnTo>
                <a:lnTo>
                  <a:pt x="1027684" y="65532"/>
                </a:lnTo>
                <a:lnTo>
                  <a:pt x="1042257" y="109219"/>
                </a:lnTo>
                <a:lnTo>
                  <a:pt x="1047115" y="162813"/>
                </a:lnTo>
                <a:lnTo>
                  <a:pt x="1045880" y="191845"/>
                </a:lnTo>
                <a:lnTo>
                  <a:pt x="1036077" y="241859"/>
                </a:lnTo>
                <a:lnTo>
                  <a:pt x="1016535" y="280965"/>
                </a:lnTo>
                <a:lnTo>
                  <a:pt x="986730" y="307306"/>
                </a:lnTo>
                <a:lnTo>
                  <a:pt x="967994" y="315595"/>
                </a:lnTo>
                <a:lnTo>
                  <a:pt x="972185" y="328929"/>
                </a:lnTo>
                <a:lnTo>
                  <a:pt x="1017016" y="307879"/>
                </a:lnTo>
                <a:lnTo>
                  <a:pt x="1050036" y="271399"/>
                </a:lnTo>
                <a:lnTo>
                  <a:pt x="1070324" y="222662"/>
                </a:lnTo>
                <a:lnTo>
                  <a:pt x="1077087" y="164591"/>
                </a:lnTo>
                <a:lnTo>
                  <a:pt x="1075376" y="134417"/>
                </a:lnTo>
                <a:lnTo>
                  <a:pt x="1061763" y="80974"/>
                </a:lnTo>
                <a:lnTo>
                  <a:pt x="1034907" y="37468"/>
                </a:lnTo>
                <a:lnTo>
                  <a:pt x="996045" y="8616"/>
                </a:lnTo>
                <a:lnTo>
                  <a:pt x="972185" y="0"/>
                </a:lnTo>
                <a:close/>
              </a:path>
              <a:path w="1077595" h="328930">
                <a:moveTo>
                  <a:pt x="104902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3"/>
                </a:lnTo>
                <a:lnTo>
                  <a:pt x="0" y="164591"/>
                </a:lnTo>
                <a:lnTo>
                  <a:pt x="1690" y="194782"/>
                </a:lnTo>
                <a:lnTo>
                  <a:pt x="15216" y="248209"/>
                </a:lnTo>
                <a:lnTo>
                  <a:pt x="42054" y="291568"/>
                </a:lnTo>
                <a:lnTo>
                  <a:pt x="80968" y="320333"/>
                </a:lnTo>
                <a:lnTo>
                  <a:pt x="104902" y="328929"/>
                </a:lnTo>
                <a:lnTo>
                  <a:pt x="108966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89"/>
                </a:lnTo>
                <a:lnTo>
                  <a:pt x="34845" y="218186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059551" y="2208402"/>
            <a:ext cx="1027430" cy="770255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 marR="5080" indent="212090">
              <a:lnSpc>
                <a:spcPct val="74600"/>
              </a:lnSpc>
              <a:spcBef>
                <a:spcPts val="950"/>
              </a:spcBef>
            </a:pPr>
            <a:r>
              <a:rPr sz="2800" dirty="0">
                <a:latin typeface="Cambria Math"/>
                <a:cs typeface="Cambria Math"/>
              </a:rPr>
              <a:t>𝑣</a:t>
            </a:r>
            <a:r>
              <a:rPr sz="2800" spc="7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+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𝜀 </a:t>
            </a:r>
            <a:r>
              <a:rPr sz="2800" dirty="0">
                <a:latin typeface="Cambria Math"/>
                <a:cs typeface="Cambria Math"/>
              </a:rPr>
              <a:t>1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−</a:t>
            </a:r>
            <a:r>
              <a:rPr sz="2800" spc="-30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𝛽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85861" y="2627629"/>
            <a:ext cx="77470" cy="330200"/>
          </a:xfrm>
          <a:custGeom>
            <a:avLst/>
            <a:gdLst/>
            <a:ahLst/>
            <a:cxnLst/>
            <a:rect l="l" t="t" r="r" b="b"/>
            <a:pathLst>
              <a:path w="77470" h="330200">
                <a:moveTo>
                  <a:pt x="77343" y="0"/>
                </a:moveTo>
                <a:lnTo>
                  <a:pt x="0" y="0"/>
                </a:lnTo>
                <a:lnTo>
                  <a:pt x="0" y="12700"/>
                </a:lnTo>
                <a:lnTo>
                  <a:pt x="48514" y="12700"/>
                </a:lnTo>
                <a:lnTo>
                  <a:pt x="48514" y="317500"/>
                </a:lnTo>
                <a:lnTo>
                  <a:pt x="0" y="317500"/>
                </a:lnTo>
                <a:lnTo>
                  <a:pt x="0" y="330200"/>
                </a:lnTo>
                <a:lnTo>
                  <a:pt x="77343" y="330200"/>
                </a:lnTo>
                <a:lnTo>
                  <a:pt x="77343" y="317500"/>
                </a:lnTo>
                <a:lnTo>
                  <a:pt x="77343" y="12700"/>
                </a:lnTo>
                <a:lnTo>
                  <a:pt x="773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04761" y="2627629"/>
            <a:ext cx="77470" cy="330200"/>
          </a:xfrm>
          <a:custGeom>
            <a:avLst/>
            <a:gdLst/>
            <a:ahLst/>
            <a:cxnLst/>
            <a:rect l="l" t="t" r="r" b="b"/>
            <a:pathLst>
              <a:path w="77470" h="330200">
                <a:moveTo>
                  <a:pt x="77343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0200"/>
                </a:lnTo>
                <a:lnTo>
                  <a:pt x="77343" y="330200"/>
                </a:lnTo>
                <a:lnTo>
                  <a:pt x="77343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343" y="12700"/>
                </a:lnTo>
                <a:lnTo>
                  <a:pt x="773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53020" y="2019948"/>
            <a:ext cx="1086485" cy="9588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33375">
              <a:lnSpc>
                <a:spcPct val="100000"/>
              </a:lnSpc>
              <a:spcBef>
                <a:spcPts val="740"/>
              </a:spcBef>
            </a:pPr>
            <a:r>
              <a:rPr sz="2050" spc="30" dirty="0">
                <a:latin typeface="Cambria Math"/>
                <a:cs typeface="Cambria Math"/>
              </a:rPr>
              <a:t>𝑒</a:t>
            </a:r>
            <a:endParaRPr sz="205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885"/>
              </a:spcBef>
            </a:pPr>
            <a:r>
              <a:rPr sz="2800" spc="-25" dirty="0">
                <a:latin typeface="Cambria Math"/>
                <a:cs typeface="Cambria Math"/>
              </a:rPr>
              <a:t>𝛻𝐽</a:t>
            </a:r>
            <a:r>
              <a:rPr sz="3075" spc="-37" baseline="-16260" dirty="0">
                <a:latin typeface="Cambria Math"/>
                <a:cs typeface="Cambria Math"/>
              </a:rPr>
              <a:t>𝑒</a:t>
            </a:r>
            <a:r>
              <a:rPr sz="3075" spc="-345" baseline="-1626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(𝑎)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91525" y="2493391"/>
            <a:ext cx="17589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45" dirty="0">
                <a:latin typeface="Cambria Math"/>
                <a:cs typeface="Cambria Math"/>
              </a:rPr>
              <a:t>2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1539" y="3035935"/>
            <a:ext cx="10979785" cy="28829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66700" marR="445134" indent="-228600">
              <a:lnSpc>
                <a:spcPct val="89900"/>
              </a:lnSpc>
              <a:spcBef>
                <a:spcPts val="434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Melhoria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feita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AdaGrad,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inicial,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𝛼</a:t>
            </a:r>
            <a:r>
              <a:rPr sz="3075" baseline="-16260" dirty="0">
                <a:latin typeface="Cambria Math"/>
                <a:cs typeface="Cambria Math"/>
              </a:rPr>
              <a:t>0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dividido </a:t>
            </a:r>
            <a:r>
              <a:rPr sz="2800" dirty="0">
                <a:latin typeface="Calibri"/>
                <a:cs typeface="Calibri"/>
              </a:rPr>
              <a:t>pela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raíz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quadrada</a:t>
            </a:r>
            <a:r>
              <a:rPr sz="2800" b="1" i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da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média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móvel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6F2F9F"/>
                </a:solidFill>
                <a:latin typeface="Calibri"/>
                <a:cs typeface="Calibri"/>
              </a:rPr>
              <a:t>exponencialmente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decrescente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dirty="0">
                <a:latin typeface="Calibri"/>
                <a:cs typeface="Calibri"/>
              </a:rPr>
              <a:t>quadrado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gradiente.</a:t>
            </a:r>
            <a:endParaRPr sz="2800">
              <a:latin typeface="Calibri"/>
              <a:cs typeface="Calibri"/>
            </a:endParaRPr>
          </a:p>
          <a:p>
            <a:pPr marL="266700" marR="30480" indent="-228600">
              <a:lnSpc>
                <a:spcPct val="90000"/>
              </a:lnSpc>
              <a:spcBef>
                <a:spcPts val="100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média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exponencialmente</a:t>
            </a:r>
            <a:r>
              <a:rPr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decrescente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descartar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 </a:t>
            </a:r>
            <a:r>
              <a:rPr sz="2800" dirty="0">
                <a:latin typeface="Calibri"/>
                <a:cs typeface="Calibri"/>
              </a:rPr>
              <a:t>antigos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histórico,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evitando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50"/>
                </a:solidFill>
                <a:latin typeface="Cambria Math"/>
                <a:cs typeface="Cambria Math"/>
              </a:rPr>
              <a:t>𝒗</a:t>
            </a:r>
            <a:r>
              <a:rPr sz="2800" spc="-5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cresça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agressivamente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desta </a:t>
            </a:r>
            <a:r>
              <a:rPr sz="2800" dirty="0">
                <a:latin typeface="Calibri"/>
                <a:cs typeface="Calibri"/>
              </a:rPr>
              <a:t>forma,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evitar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pare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aprender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antes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aproximar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</a:t>
            </a:r>
            <a:r>
              <a:rPr sz="2800" spc="7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mínimo.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pc="-80" dirty="0"/>
              <a:t>Taxa</a:t>
            </a:r>
            <a:r>
              <a:rPr spc="-140" dirty="0"/>
              <a:t> </a:t>
            </a:r>
            <a:r>
              <a:rPr dirty="0"/>
              <a:t>de</a:t>
            </a:r>
            <a:r>
              <a:rPr spc="-135" dirty="0"/>
              <a:t> </a:t>
            </a:r>
            <a:r>
              <a:rPr dirty="0"/>
              <a:t>aprendizagem</a:t>
            </a:r>
            <a:r>
              <a:rPr spc="-150" dirty="0"/>
              <a:t> </a:t>
            </a:r>
            <a:r>
              <a:rPr dirty="0"/>
              <a:t>adaptativa:</a:t>
            </a:r>
            <a:r>
              <a:rPr spc="-145" dirty="0"/>
              <a:t> </a:t>
            </a:r>
            <a:r>
              <a:rPr dirty="0"/>
              <a:t>Root</a:t>
            </a:r>
            <a:r>
              <a:rPr spc="-140" dirty="0"/>
              <a:t> </a:t>
            </a:r>
            <a:r>
              <a:rPr spc="-20" dirty="0"/>
              <a:t>Mean </a:t>
            </a:r>
            <a:r>
              <a:rPr dirty="0"/>
              <a:t>Square</a:t>
            </a:r>
            <a:r>
              <a:rPr spc="-150" dirty="0"/>
              <a:t> </a:t>
            </a:r>
            <a:r>
              <a:rPr spc="-10" dirty="0"/>
              <a:t>Propagation</a:t>
            </a:r>
            <a:r>
              <a:rPr spc="-90" dirty="0"/>
              <a:t> </a:t>
            </a:r>
            <a:r>
              <a:rPr spc="-10" dirty="0"/>
              <a:t>(RMSProp)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16939" y="3516630"/>
            <a:ext cx="10727690" cy="21221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99085" marR="5080" indent="-287020">
              <a:lnSpc>
                <a:spcPct val="89900"/>
              </a:lnSpc>
              <a:spcBef>
                <a:spcPts val="434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parâmetro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𝛽</a:t>
            </a:r>
            <a:r>
              <a:rPr sz="2800" spc="1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controla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comprimento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memória)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média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móvel, </a:t>
            </a:r>
            <a:r>
              <a:rPr sz="2800" dirty="0">
                <a:latin typeface="Calibri"/>
                <a:cs typeface="Calibri"/>
              </a:rPr>
              <a:t>ditando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rapidez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com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que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contribuições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gradientes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anteriores </a:t>
            </a:r>
            <a:r>
              <a:rPr sz="2800" b="1" i="1" dirty="0">
                <a:latin typeface="Calibri"/>
                <a:cs typeface="Calibri"/>
              </a:rPr>
              <a:t>decaem</a:t>
            </a:r>
            <a:r>
              <a:rPr sz="2800" b="1" i="1" spc="-11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exponencialmente.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44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0.9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padrão.</a:t>
            </a:r>
            <a:endParaRPr sz="24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800" dirty="0">
                <a:latin typeface="Calibri"/>
                <a:cs typeface="Calibri"/>
              </a:rPr>
              <a:t>Funciona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superfícies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convexas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não-</a:t>
            </a:r>
            <a:r>
              <a:rPr sz="2800" spc="-10" dirty="0">
                <a:latin typeface="Calibri"/>
                <a:cs typeface="Calibri"/>
              </a:rPr>
              <a:t>convexas.</a:t>
            </a:r>
            <a:endParaRPr sz="2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3DCD6788-98D7-3B17-A857-6BA577851F11}"/>
                  </a:ext>
                </a:extLst>
              </p:cNvPr>
              <p:cNvSpPr txBox="1"/>
              <p:nvPr/>
            </p:nvSpPr>
            <p:spPr>
              <a:xfrm>
                <a:off x="3657600" y="1848699"/>
                <a:ext cx="3626185" cy="8183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3DCD6788-98D7-3B17-A857-6BA577851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1848699"/>
                <a:ext cx="3626185" cy="8183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03859E51-2472-BF6D-8DA3-7F523D747CF8}"/>
                  </a:ext>
                </a:extLst>
              </p:cNvPr>
              <p:cNvSpPr txBox="1"/>
              <p:nvPr/>
            </p:nvSpPr>
            <p:spPr>
              <a:xfrm>
                <a:off x="3669262" y="2845713"/>
                <a:ext cx="430585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pt-BR" sz="28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03859E51-2472-BF6D-8DA3-7F523D747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262" y="2845713"/>
                <a:ext cx="4305859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pc="-80" dirty="0"/>
              <a:t>Taxa</a:t>
            </a:r>
            <a:r>
              <a:rPr spc="-150" dirty="0"/>
              <a:t> </a:t>
            </a:r>
            <a:r>
              <a:rPr dirty="0"/>
              <a:t>de</a:t>
            </a:r>
            <a:r>
              <a:rPr spc="-135" dirty="0"/>
              <a:t> </a:t>
            </a:r>
            <a:r>
              <a:rPr dirty="0"/>
              <a:t>aprendizagem</a:t>
            </a:r>
            <a:r>
              <a:rPr spc="-155" dirty="0"/>
              <a:t> </a:t>
            </a:r>
            <a:r>
              <a:rPr dirty="0"/>
              <a:t>adaptativa:</a:t>
            </a:r>
            <a:r>
              <a:rPr spc="-180" dirty="0"/>
              <a:t> </a:t>
            </a:r>
            <a:r>
              <a:rPr spc="-10" dirty="0"/>
              <a:t>Adaptive </a:t>
            </a:r>
            <a:r>
              <a:rPr dirty="0"/>
              <a:t>Moment</a:t>
            </a:r>
            <a:r>
              <a:rPr spc="-100" dirty="0"/>
              <a:t> </a:t>
            </a:r>
            <a:r>
              <a:rPr dirty="0"/>
              <a:t>Estimation</a:t>
            </a:r>
            <a:r>
              <a:rPr spc="-80" dirty="0"/>
              <a:t> </a:t>
            </a:r>
            <a:r>
              <a:rPr spc="-10" dirty="0"/>
              <a:t>(Adam)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16939" y="4741545"/>
            <a:ext cx="10514330" cy="21164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44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800" spc="-10" dirty="0">
                <a:latin typeface="Calibri"/>
                <a:cs typeface="Calibri"/>
              </a:rPr>
              <a:t>Combinação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momentum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RMSProp.</a:t>
            </a:r>
            <a:endParaRPr sz="2800" dirty="0">
              <a:latin typeface="Calibri"/>
              <a:cs typeface="Calibri"/>
            </a:endParaRPr>
          </a:p>
          <a:p>
            <a:pPr marL="299085" marR="5080" indent="-28702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800" dirty="0">
                <a:latin typeface="Cambria Math"/>
                <a:cs typeface="Cambria Math"/>
              </a:rPr>
              <a:t>𝑚</a:t>
            </a:r>
            <a:r>
              <a:rPr sz="2800" spc="-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termo</a:t>
            </a:r>
            <a:r>
              <a:rPr sz="2800" b="1" i="1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momentum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estimativa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temporal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momento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dirty="0">
                <a:latin typeface="Calibri"/>
                <a:cs typeface="Calibri"/>
              </a:rPr>
              <a:t>primeira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ordem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média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(estimativa)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gradiente.</a:t>
            </a:r>
            <a:endParaRPr sz="2800" dirty="0">
              <a:latin typeface="Calibri"/>
              <a:cs typeface="Calibri"/>
            </a:endParaRPr>
          </a:p>
          <a:p>
            <a:pPr marL="299085" marR="8890" indent="-287020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800" dirty="0">
                <a:latin typeface="Cambria Math"/>
                <a:cs typeface="Cambria Math"/>
              </a:rPr>
              <a:t>𝑣</a:t>
            </a:r>
            <a:r>
              <a:rPr sz="2800" spc="1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RMSProp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estimativa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temporal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momento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dirty="0">
                <a:latin typeface="Calibri"/>
                <a:cs typeface="Calibri"/>
              </a:rPr>
              <a:t>segunda</a:t>
            </a:r>
            <a:r>
              <a:rPr sz="2800" b="1" i="1" spc="-10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ordem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variância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não-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centralizada</a:t>
            </a:r>
            <a:r>
              <a:rPr sz="2800" spc="-10" dirty="0">
                <a:latin typeface="Calibri"/>
                <a:cs typeface="Calibri"/>
              </a:rPr>
              <a:t>)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1A35ED29-094D-0270-3D7B-970C8EE4281D}"/>
                  </a:ext>
                </a:extLst>
              </p:cNvPr>
              <p:cNvSpPr txBox="1"/>
              <p:nvPr/>
            </p:nvSpPr>
            <p:spPr>
              <a:xfrm>
                <a:off x="4648200" y="1609039"/>
                <a:ext cx="3088089" cy="8183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acc>
                                <m:accPr>
                                  <m:chr m:val="̂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rad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1A35ED29-094D-0270-3D7B-970C8EE42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1609039"/>
                <a:ext cx="3088089" cy="8183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FBE2FD05-D8FC-6749-AF75-AE06C7CCCE2C}"/>
                  </a:ext>
                </a:extLst>
              </p:cNvPr>
              <p:cNvSpPr txBox="1"/>
              <p:nvPr/>
            </p:nvSpPr>
            <p:spPr>
              <a:xfrm>
                <a:off x="2590800" y="2362200"/>
                <a:ext cx="2376676" cy="8391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FBE2FD05-D8FC-6749-AF75-AE06C7CCC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2362200"/>
                <a:ext cx="2376676" cy="8391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24A966D2-119C-CC46-DDD0-74E0A6575F2E}"/>
                  </a:ext>
                </a:extLst>
              </p:cNvPr>
              <p:cNvSpPr txBox="1"/>
              <p:nvPr/>
            </p:nvSpPr>
            <p:spPr>
              <a:xfrm>
                <a:off x="7199775" y="2362200"/>
                <a:ext cx="2275238" cy="8402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24A966D2-119C-CC46-DDD0-74E0A6575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775" y="2362200"/>
                <a:ext cx="2275238" cy="8402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5F96D6A7-9BEF-8D25-4E81-F155026ACC08}"/>
                  </a:ext>
                </a:extLst>
              </p:cNvPr>
              <p:cNvSpPr txBox="1"/>
              <p:nvPr/>
            </p:nvSpPr>
            <p:spPr>
              <a:xfrm>
                <a:off x="4132738" y="3429000"/>
                <a:ext cx="435131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5F96D6A7-9BEF-8D25-4E81-F155026AC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738" y="3429000"/>
                <a:ext cx="4351319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D22B3576-B083-54A6-4BF6-D90F402EEB1F}"/>
                  </a:ext>
                </a:extLst>
              </p:cNvPr>
              <p:cNvSpPr txBox="1"/>
              <p:nvPr/>
            </p:nvSpPr>
            <p:spPr>
              <a:xfrm>
                <a:off x="3900430" y="4165918"/>
                <a:ext cx="458362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pt-BR" sz="28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D22B3576-B083-54A6-4BF6-D90F402EE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430" y="4165918"/>
                <a:ext cx="4583627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pc="-80" dirty="0"/>
              <a:t>Taxa</a:t>
            </a:r>
            <a:r>
              <a:rPr spc="-150" dirty="0"/>
              <a:t> </a:t>
            </a:r>
            <a:r>
              <a:rPr dirty="0"/>
              <a:t>de</a:t>
            </a:r>
            <a:r>
              <a:rPr spc="-135" dirty="0"/>
              <a:t> </a:t>
            </a:r>
            <a:r>
              <a:rPr dirty="0"/>
              <a:t>aprendizagem</a:t>
            </a:r>
            <a:r>
              <a:rPr spc="-155" dirty="0"/>
              <a:t> </a:t>
            </a:r>
            <a:r>
              <a:rPr dirty="0"/>
              <a:t>adaptativa:</a:t>
            </a:r>
            <a:r>
              <a:rPr spc="-180" dirty="0"/>
              <a:t> </a:t>
            </a:r>
            <a:r>
              <a:rPr spc="-10" dirty="0"/>
              <a:t>Adaptive </a:t>
            </a:r>
            <a:r>
              <a:rPr dirty="0"/>
              <a:t>Moment</a:t>
            </a:r>
            <a:r>
              <a:rPr spc="-100" dirty="0"/>
              <a:t> </a:t>
            </a:r>
            <a:r>
              <a:rPr dirty="0"/>
              <a:t>Estimation</a:t>
            </a:r>
            <a:r>
              <a:rPr spc="-80" dirty="0"/>
              <a:t> </a:t>
            </a:r>
            <a:r>
              <a:rPr spc="-10" dirty="0"/>
              <a:t>(Adam)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4"/>
              <p:cNvSpPr txBox="1"/>
              <p:nvPr/>
            </p:nvSpPr>
            <p:spPr>
              <a:xfrm>
                <a:off x="916939" y="4658944"/>
                <a:ext cx="10367645" cy="1390765"/>
              </a:xfrm>
              <a:prstGeom prst="rect">
                <a:avLst/>
              </a:prstGeom>
            </p:spPr>
            <p:txBody>
              <a:bodyPr vert="horz" wrap="square" lIns="0" tIns="60325" rIns="0" bIns="0" rtlCol="0">
                <a:spAutoFit/>
              </a:bodyPr>
              <a:lstStyle/>
              <a:p>
                <a:pPr marL="241300" marR="5080" indent="-228600">
                  <a:lnSpc>
                    <a:spcPts val="3030"/>
                  </a:lnSpc>
                  <a:spcBef>
                    <a:spcPts val="475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Nas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iterações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iniciais,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as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médias,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𝑚</a:t>
                </a:r>
                <a:r>
                  <a:rPr lang="pt-BR" sz="2800" spc="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𝑣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podem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estar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tendenciosas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em </a:t>
                </a:r>
                <a:r>
                  <a:rPr lang="pt-BR" sz="2800" dirty="0">
                    <a:latin typeface="Calibri"/>
                    <a:cs typeface="Calibri"/>
                  </a:rPr>
                  <a:t>direção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zero,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pois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ambas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são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inicializadas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0.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41300" indent="-228600">
                  <a:lnSpc>
                    <a:spcPct val="100000"/>
                  </a:lnSpc>
                  <a:spcBef>
                    <a:spcPts val="62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1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Adam</a:t>
                </a:r>
                <a:r>
                  <a:rPr lang="pt-BR" sz="2800" spc="-1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 err="1">
                    <a:latin typeface="Calibri"/>
                    <a:cs typeface="Calibri"/>
                  </a:rPr>
                  <a:t>incorpora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b="0" i="1" spc="-3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800" b="0" i="1" spc="-35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e>
                    </m:acc>
                  </m:oMath>
                </a14:m>
                <a:r>
                  <a:rPr lang="pt-BR" sz="2800" dirty="0">
                    <a:latin typeface="Calibri"/>
                    <a:cs typeface="Calibri"/>
                  </a:rPr>
                  <a:t> 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sz="2800" dirty="0">
                    <a:latin typeface="Calibri"/>
                    <a:cs typeface="Calibri"/>
                  </a:rPr>
                  <a:t> que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contrabalançam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esse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viés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inicial.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4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4658944"/>
                <a:ext cx="10367645" cy="1390765"/>
              </a:xfrm>
              <a:prstGeom prst="rect">
                <a:avLst/>
              </a:prstGeom>
              <a:blipFill>
                <a:blip r:embed="rId2"/>
                <a:stretch>
                  <a:fillRect l="-1822" t="-7456" r="-1764" b="-114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ACDF285F-2CF3-3637-323B-694CCBD195D7}"/>
                  </a:ext>
                </a:extLst>
              </p:cNvPr>
              <p:cNvSpPr txBox="1"/>
              <p:nvPr/>
            </p:nvSpPr>
            <p:spPr>
              <a:xfrm>
                <a:off x="4648200" y="1609039"/>
                <a:ext cx="3088089" cy="8183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acc>
                                <m:accPr>
                                  <m:chr m:val="̂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rad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ACDF285F-2CF3-3637-323B-694CCBD19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1609039"/>
                <a:ext cx="3088089" cy="8183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72E8F8A2-56AA-9BA9-CA82-2EA708A9E672}"/>
                  </a:ext>
                </a:extLst>
              </p:cNvPr>
              <p:cNvSpPr txBox="1"/>
              <p:nvPr/>
            </p:nvSpPr>
            <p:spPr>
              <a:xfrm>
                <a:off x="2590800" y="2362200"/>
                <a:ext cx="2376676" cy="8391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72E8F8A2-56AA-9BA9-CA82-2EA708A9E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2362200"/>
                <a:ext cx="2376676" cy="8391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50D71A1F-066D-4EA0-70E7-1D2C1F627A0C}"/>
                  </a:ext>
                </a:extLst>
              </p:cNvPr>
              <p:cNvSpPr txBox="1"/>
              <p:nvPr/>
            </p:nvSpPr>
            <p:spPr>
              <a:xfrm>
                <a:off x="7199775" y="2362200"/>
                <a:ext cx="2275238" cy="8402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50D71A1F-066D-4EA0-70E7-1D2C1F627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775" y="2362200"/>
                <a:ext cx="2275238" cy="8402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119BA8AE-AF2F-D730-CDDC-74D1C62849B9}"/>
                  </a:ext>
                </a:extLst>
              </p:cNvPr>
              <p:cNvSpPr txBox="1"/>
              <p:nvPr/>
            </p:nvSpPr>
            <p:spPr>
              <a:xfrm>
                <a:off x="4132738" y="3429000"/>
                <a:ext cx="435131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119BA8AE-AF2F-D730-CDDC-74D1C6284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738" y="3429000"/>
                <a:ext cx="4351319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B316B918-18C1-89BD-B9FC-ED862931D3B5}"/>
                  </a:ext>
                </a:extLst>
              </p:cNvPr>
              <p:cNvSpPr txBox="1"/>
              <p:nvPr/>
            </p:nvSpPr>
            <p:spPr>
              <a:xfrm>
                <a:off x="3900430" y="4165918"/>
                <a:ext cx="458362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pt-BR" sz="28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B316B918-18C1-89BD-B9FC-ED862931D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430" y="4165918"/>
                <a:ext cx="4583627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pc="-80" dirty="0"/>
              <a:t>Taxa</a:t>
            </a:r>
            <a:r>
              <a:rPr spc="-150" dirty="0"/>
              <a:t> </a:t>
            </a:r>
            <a:r>
              <a:rPr dirty="0"/>
              <a:t>de</a:t>
            </a:r>
            <a:r>
              <a:rPr spc="-135" dirty="0"/>
              <a:t> </a:t>
            </a:r>
            <a:r>
              <a:rPr dirty="0"/>
              <a:t>aprendizagem</a:t>
            </a:r>
            <a:r>
              <a:rPr spc="-155" dirty="0"/>
              <a:t> </a:t>
            </a:r>
            <a:r>
              <a:rPr dirty="0"/>
              <a:t>adaptativa:</a:t>
            </a:r>
            <a:r>
              <a:rPr spc="-180" dirty="0"/>
              <a:t> </a:t>
            </a:r>
            <a:r>
              <a:rPr spc="-10" dirty="0"/>
              <a:t>Adaptive </a:t>
            </a:r>
            <a:r>
              <a:rPr dirty="0"/>
              <a:t>Moment</a:t>
            </a:r>
            <a:r>
              <a:rPr spc="-100" dirty="0"/>
              <a:t> </a:t>
            </a:r>
            <a:r>
              <a:rPr dirty="0"/>
              <a:t>Estimation</a:t>
            </a:r>
            <a:r>
              <a:rPr spc="-80" dirty="0"/>
              <a:t> </a:t>
            </a:r>
            <a:r>
              <a:rPr spc="-10" dirty="0"/>
              <a:t>(Adam)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16939" y="4709161"/>
            <a:ext cx="10977245" cy="207263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99085" marR="5080" indent="-287020">
              <a:lnSpc>
                <a:spcPct val="80000"/>
              </a:lnSpc>
              <a:spcBef>
                <a:spcPts val="77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média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vetores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gradiente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anteriores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suaviza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atualizações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acelera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convergência,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principalmente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estimativas </a:t>
            </a:r>
            <a:r>
              <a:rPr sz="2800" b="1" i="1" spc="-20" dirty="0">
                <a:latin typeface="Calibri"/>
                <a:cs typeface="Calibri"/>
              </a:rPr>
              <a:t>estocásticas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gradiente.</a:t>
            </a:r>
            <a:endParaRPr sz="28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ajuste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também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acelera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convergência.</a:t>
            </a:r>
            <a:endParaRPr sz="28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800" dirty="0">
                <a:latin typeface="Calibri"/>
                <a:cs typeface="Calibri"/>
              </a:rPr>
              <a:t>É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bastante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robusto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escolha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hiperparâmetros.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829854F7-684D-6323-0C7C-197EF5C4986A}"/>
                  </a:ext>
                </a:extLst>
              </p:cNvPr>
              <p:cNvSpPr txBox="1"/>
              <p:nvPr/>
            </p:nvSpPr>
            <p:spPr>
              <a:xfrm>
                <a:off x="4648200" y="1660434"/>
                <a:ext cx="3088089" cy="8183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acc>
                                <m:accPr>
                                  <m:chr m:val="̂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rad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829854F7-684D-6323-0C7C-197EF5C49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1660434"/>
                <a:ext cx="3088089" cy="8183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4B1BE423-70C9-511F-5D8B-2A4DC767AFAD}"/>
                  </a:ext>
                </a:extLst>
              </p:cNvPr>
              <p:cNvSpPr txBox="1"/>
              <p:nvPr/>
            </p:nvSpPr>
            <p:spPr>
              <a:xfrm>
                <a:off x="2590800" y="2413595"/>
                <a:ext cx="2376676" cy="8391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4B1BE423-70C9-511F-5D8B-2A4DC767A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2413595"/>
                <a:ext cx="2376676" cy="8391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2508E7F8-3FD3-24DB-9E88-0CD36DC8046F}"/>
                  </a:ext>
                </a:extLst>
              </p:cNvPr>
              <p:cNvSpPr txBox="1"/>
              <p:nvPr/>
            </p:nvSpPr>
            <p:spPr>
              <a:xfrm>
                <a:off x="7199775" y="2413595"/>
                <a:ext cx="2275238" cy="8402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2508E7F8-3FD3-24DB-9E88-0CD36DC80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775" y="2413595"/>
                <a:ext cx="2275238" cy="8402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95CBE7ED-42B6-7575-471F-922AE526E861}"/>
                  </a:ext>
                </a:extLst>
              </p:cNvPr>
              <p:cNvSpPr txBox="1"/>
              <p:nvPr/>
            </p:nvSpPr>
            <p:spPr>
              <a:xfrm>
                <a:off x="4132738" y="3480395"/>
                <a:ext cx="435131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95CBE7ED-42B6-7575-471F-922AE526E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738" y="3480395"/>
                <a:ext cx="4351319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C64E6439-576E-D239-6385-48B35F6B3271}"/>
                  </a:ext>
                </a:extLst>
              </p:cNvPr>
              <p:cNvSpPr txBox="1"/>
              <p:nvPr/>
            </p:nvSpPr>
            <p:spPr>
              <a:xfrm>
                <a:off x="3900430" y="4217313"/>
                <a:ext cx="458362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pt-BR" sz="28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C64E6439-576E-D239-6385-48B35F6B3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430" y="4217313"/>
                <a:ext cx="4583627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243" y="86309"/>
            <a:ext cx="57111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Exemplo:</a:t>
            </a:r>
            <a:r>
              <a:rPr spc="-70" dirty="0"/>
              <a:t> </a:t>
            </a:r>
            <a:r>
              <a:rPr dirty="0"/>
              <a:t>GDE</a:t>
            </a:r>
            <a:r>
              <a:rPr spc="-85" dirty="0"/>
              <a:t> </a:t>
            </a:r>
            <a:r>
              <a:rPr dirty="0"/>
              <a:t>com</a:t>
            </a:r>
            <a:r>
              <a:rPr spc="-65" dirty="0"/>
              <a:t> </a:t>
            </a:r>
            <a:r>
              <a:rPr spc="-20" dirty="0"/>
              <a:t>Adam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1925" y="1220469"/>
            <a:ext cx="11894820" cy="2828290"/>
            <a:chOff x="161925" y="1220469"/>
            <a:chExt cx="11894820" cy="28282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3951" y="1220469"/>
              <a:ext cx="8892793" cy="22630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925" y="1275333"/>
              <a:ext cx="2962910" cy="277281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2263" y="1384820"/>
              <a:ext cx="1204417" cy="152133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76426" y="4077045"/>
            <a:ext cx="2258001" cy="224561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96754" y="4064536"/>
            <a:ext cx="2205941" cy="212603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91811" y="3986762"/>
            <a:ext cx="4248305" cy="221982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663943" y="875791"/>
            <a:ext cx="1892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GDE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Puro: </a:t>
            </a:r>
            <a:r>
              <a:rPr sz="1800" dirty="0">
                <a:latin typeface="Cambria Math"/>
                <a:cs typeface="Cambria Math"/>
              </a:rPr>
              <a:t>𝛼</a:t>
            </a:r>
            <a:r>
              <a:rPr sz="1800" spc="1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0.02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80990" y="3620465"/>
            <a:ext cx="4457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GDE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Adam: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𝛼</a:t>
            </a:r>
            <a:r>
              <a:rPr sz="1800" spc="1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0.3,</a:t>
            </a:r>
            <a:r>
              <a:rPr sz="1800" spc="-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𝛽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950" spc="375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0.9,</a:t>
            </a:r>
            <a:r>
              <a:rPr sz="1800" spc="-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𝛽</a:t>
            </a:r>
            <a:r>
              <a:rPr sz="1950" baseline="-14957" dirty="0">
                <a:latin typeface="Cambria Math"/>
                <a:cs typeface="Cambria Math"/>
              </a:rPr>
              <a:t>2</a:t>
            </a:r>
            <a:r>
              <a:rPr sz="1950" spc="39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0.999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73314" y="6572504"/>
            <a:ext cx="41402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Exemplo:</a:t>
            </a:r>
            <a:r>
              <a:rPr sz="1400" b="1" u="sng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stocastic_gradient_descent_with_adam.ipynb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8747" y="4734559"/>
            <a:ext cx="237617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1800" b="1" i="1" spc="-10" dirty="0">
                <a:latin typeface="Calibri"/>
                <a:cs typeface="Calibri"/>
              </a:rPr>
              <a:t>Atualizações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dos</a:t>
            </a:r>
            <a:r>
              <a:rPr sz="1800" b="1" i="1" spc="1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pesos </a:t>
            </a:r>
            <a:r>
              <a:rPr sz="1800" b="1" i="1" dirty="0">
                <a:latin typeface="Calibri"/>
                <a:cs typeface="Calibri"/>
              </a:rPr>
              <a:t>seguem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mais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em</a:t>
            </a:r>
            <a:r>
              <a:rPr sz="1800" b="1" i="1" spc="-10" dirty="0">
                <a:latin typeface="Calibri"/>
                <a:cs typeface="Calibri"/>
              </a:rPr>
              <a:t> direção </a:t>
            </a:r>
            <a:r>
              <a:rPr sz="1800" b="1" i="1" dirty="0">
                <a:latin typeface="Calibri"/>
                <a:cs typeface="Calibri"/>
              </a:rPr>
              <a:t>do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ponto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</a:t>
            </a:r>
            <a:r>
              <a:rPr sz="1800" b="1" i="1" spc="-10" dirty="0">
                <a:latin typeface="Calibri"/>
                <a:cs typeface="Calibri"/>
              </a:rPr>
              <a:t> mínimo </a:t>
            </a:r>
            <a:r>
              <a:rPr sz="1800" b="1" i="1" dirty="0">
                <a:latin typeface="Calibri"/>
                <a:cs typeface="Calibri"/>
              </a:rPr>
              <a:t>global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do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que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na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direção </a:t>
            </a:r>
            <a:r>
              <a:rPr sz="1800" b="1" i="1" dirty="0">
                <a:latin typeface="Calibri"/>
                <a:cs typeface="Calibri"/>
              </a:rPr>
              <a:t>de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máxima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declividade.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Para</a:t>
            </a:r>
            <a:r>
              <a:rPr spc="-195" dirty="0"/>
              <a:t> </a:t>
            </a:r>
            <a:r>
              <a:rPr spc="-20" dirty="0"/>
              <a:t>casa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830"/>
            <a:ext cx="9004300" cy="88582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Exercício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sobre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ajuste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adaptativo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aprendizagem.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Exercício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#16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#2.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Variações</a:t>
            </a:r>
            <a:r>
              <a:rPr spc="-55" dirty="0"/>
              <a:t> </a:t>
            </a:r>
            <a:r>
              <a:rPr dirty="0"/>
              <a:t>do</a:t>
            </a:r>
            <a:r>
              <a:rPr spc="-70" dirty="0"/>
              <a:t> </a:t>
            </a:r>
            <a:r>
              <a:rPr dirty="0"/>
              <a:t>formato</a:t>
            </a:r>
            <a:r>
              <a:rPr spc="-70" dirty="0"/>
              <a:t> </a:t>
            </a:r>
            <a:r>
              <a:rPr dirty="0"/>
              <a:t>da</a:t>
            </a:r>
            <a:r>
              <a:rPr spc="-65" dirty="0"/>
              <a:t> </a:t>
            </a:r>
            <a:r>
              <a:rPr dirty="0"/>
              <a:t>superfície</a:t>
            </a:r>
            <a:r>
              <a:rPr spc="-7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/>
          <p:nvPr/>
        </p:nvSpPr>
        <p:spPr>
          <a:xfrm>
            <a:off x="1960626" y="4581905"/>
            <a:ext cx="443230" cy="328930"/>
          </a:xfrm>
          <a:custGeom>
            <a:avLst/>
            <a:gdLst/>
            <a:ahLst/>
            <a:cxnLst/>
            <a:rect l="l" t="t" r="r" b="b"/>
            <a:pathLst>
              <a:path w="443230" h="328929">
                <a:moveTo>
                  <a:pt x="338200" y="0"/>
                </a:moveTo>
                <a:lnTo>
                  <a:pt x="333501" y="13335"/>
                </a:lnTo>
                <a:lnTo>
                  <a:pt x="352551" y="21597"/>
                </a:lnTo>
                <a:lnTo>
                  <a:pt x="368934" y="33051"/>
                </a:lnTo>
                <a:lnTo>
                  <a:pt x="393700" y="65532"/>
                </a:lnTo>
                <a:lnTo>
                  <a:pt x="408273" y="109220"/>
                </a:lnTo>
                <a:lnTo>
                  <a:pt x="413131" y="162814"/>
                </a:lnTo>
                <a:lnTo>
                  <a:pt x="411896" y="191845"/>
                </a:lnTo>
                <a:lnTo>
                  <a:pt x="402093" y="241859"/>
                </a:lnTo>
                <a:lnTo>
                  <a:pt x="382551" y="280965"/>
                </a:lnTo>
                <a:lnTo>
                  <a:pt x="352746" y="307306"/>
                </a:lnTo>
                <a:lnTo>
                  <a:pt x="334010" y="315595"/>
                </a:lnTo>
                <a:lnTo>
                  <a:pt x="338200" y="328930"/>
                </a:lnTo>
                <a:lnTo>
                  <a:pt x="383031" y="307895"/>
                </a:lnTo>
                <a:lnTo>
                  <a:pt x="416051" y="271526"/>
                </a:lnTo>
                <a:lnTo>
                  <a:pt x="436340" y="222678"/>
                </a:lnTo>
                <a:lnTo>
                  <a:pt x="443103" y="164592"/>
                </a:lnTo>
                <a:lnTo>
                  <a:pt x="441392" y="134417"/>
                </a:lnTo>
                <a:lnTo>
                  <a:pt x="427779" y="80974"/>
                </a:lnTo>
                <a:lnTo>
                  <a:pt x="400923" y="37468"/>
                </a:lnTo>
                <a:lnTo>
                  <a:pt x="362061" y="8616"/>
                </a:lnTo>
                <a:lnTo>
                  <a:pt x="338200" y="0"/>
                </a:lnTo>
                <a:close/>
              </a:path>
              <a:path w="443230" h="328929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3"/>
                </a:lnTo>
                <a:lnTo>
                  <a:pt x="0" y="164592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30"/>
                </a:lnTo>
                <a:lnTo>
                  <a:pt x="108966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90"/>
                </a:lnTo>
                <a:lnTo>
                  <a:pt x="34845" y="218186"/>
                </a:lnTo>
                <a:lnTo>
                  <a:pt x="29972" y="162814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40739" y="1793493"/>
            <a:ext cx="10982960" cy="352234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317500" marR="61595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317500" algn="l"/>
              </a:tabLst>
            </a:pP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vimos,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superfície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criada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dirty="0">
                <a:latin typeface="Calibri"/>
                <a:cs typeface="Calibri"/>
              </a:rPr>
              <a:t>EQM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tigela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curvas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circulares).</a:t>
            </a:r>
            <a:endParaRPr sz="2800">
              <a:latin typeface="Calibri"/>
              <a:cs typeface="Calibri"/>
            </a:endParaRPr>
          </a:p>
          <a:p>
            <a:pPr marL="317500" indent="-228600">
              <a:lnSpc>
                <a:spcPts val="3190"/>
              </a:lnSpc>
              <a:spcBef>
                <a:spcPts val="625"/>
              </a:spcBef>
              <a:buFont typeface="Arial"/>
              <a:buChar char="•"/>
              <a:tabLst>
                <a:tab pos="317500" algn="l"/>
              </a:tabLst>
            </a:pPr>
            <a:r>
              <a:rPr sz="2800" dirty="0">
                <a:latin typeface="Calibri"/>
                <a:cs typeface="Calibri"/>
              </a:rPr>
              <a:t>Dependendo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intervalos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variação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atributos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ter</a:t>
            </a:r>
            <a:endParaRPr sz="2800">
              <a:latin typeface="Calibri"/>
              <a:cs typeface="Calibri"/>
            </a:endParaRPr>
          </a:p>
          <a:p>
            <a:pPr marL="317500">
              <a:lnSpc>
                <a:spcPts val="3190"/>
              </a:lnSpc>
            </a:pP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superfícies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com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formato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vale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317500" marR="123189" indent="-228600">
              <a:lnSpc>
                <a:spcPts val="3010"/>
              </a:lnSpc>
              <a:spcBef>
                <a:spcPts val="1065"/>
              </a:spcBef>
              <a:buFont typeface="Arial"/>
              <a:buChar char="•"/>
              <a:tabLst>
                <a:tab pos="317500" algn="l"/>
              </a:tabLst>
            </a:pPr>
            <a:r>
              <a:rPr sz="2800" dirty="0">
                <a:latin typeface="Calibri"/>
                <a:cs typeface="Calibri"/>
              </a:rPr>
              <a:t>Por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intervalo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1</a:t>
            </a:r>
            <a:r>
              <a:rPr sz="3075" spc="555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≫</a:t>
            </a:r>
            <a:r>
              <a:rPr sz="2800" spc="10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2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dominará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o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erro</a:t>
            </a:r>
            <a:r>
              <a:rPr sz="2800" b="1" i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dirty="0">
                <a:latin typeface="Calibri"/>
                <a:cs typeface="Calibri"/>
              </a:rPr>
              <a:t>fará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superfície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tenha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formato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vale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317500" marR="1778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317500" algn="l"/>
                <a:tab pos="1236345" algn="l"/>
                <a:tab pos="167513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35" dirty="0">
                <a:latin typeface="Cambria Math"/>
                <a:cs typeface="Cambria Math"/>
              </a:rPr>
              <a:t>𝑥</a:t>
            </a:r>
            <a:r>
              <a:rPr sz="3075" spc="-52" baseline="-16260" dirty="0">
                <a:latin typeface="Cambria Math"/>
                <a:cs typeface="Cambria Math"/>
              </a:rPr>
              <a:t>2</a:t>
            </a:r>
            <a:r>
              <a:rPr sz="3075" baseline="-1626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𝑛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contribuição</a:t>
            </a:r>
            <a:r>
              <a:rPr sz="2800" b="1" i="1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será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possivelmente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ignorada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levando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resultados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tendenciosos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imprecisos.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13218" y="6372250"/>
            <a:ext cx="699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z="1800" spc="-50" dirty="0">
                <a:latin typeface="Cambria Math"/>
                <a:cs typeface="Cambria Math"/>
              </a:rPr>
              <a:t>𝑥</a:t>
            </a:r>
            <a:r>
              <a:rPr sz="1800" dirty="0">
                <a:latin typeface="Cambria Math"/>
                <a:cs typeface="Cambria Math"/>
              </a:rPr>
              <a:t>	≫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29296" y="6480454"/>
            <a:ext cx="67881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68325" algn="l"/>
              </a:tabLst>
            </a:pPr>
            <a:r>
              <a:rPr sz="1300" spc="-50" dirty="0">
                <a:latin typeface="Cambria Math"/>
                <a:cs typeface="Cambria Math"/>
              </a:rPr>
              <a:t>1</a:t>
            </a:r>
            <a:r>
              <a:rPr sz="1300" dirty="0">
                <a:latin typeface="Cambria Math"/>
                <a:cs typeface="Cambria Math"/>
              </a:rPr>
              <a:t>	</a:t>
            </a:r>
            <a:r>
              <a:rPr sz="1300" spc="-50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FDF7F1D3-EAD1-D731-0CAC-CE3040DE417A}"/>
                  </a:ext>
                </a:extLst>
              </p:cNvPr>
              <p:cNvSpPr txBox="1"/>
              <p:nvPr/>
            </p:nvSpPr>
            <p:spPr>
              <a:xfrm>
                <a:off x="152400" y="5390569"/>
                <a:ext cx="6590073" cy="10388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pt-BR" sz="2400" b="0" i="0" smtClean="0">
                                          <a:latin typeface="Cambria Math" panose="02040503050406030204" pitchFamily="18" charset="0"/>
                                        </a:rPr>
                                        <m:t>noisy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FDF7F1D3-EAD1-D731-0CAC-CE3040DE4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5390569"/>
                <a:ext cx="6590073" cy="10388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0352FFA1-441C-818D-D002-0DD0EC8D078A}"/>
                  </a:ext>
                </a:extLst>
              </p:cNvPr>
              <p:cNvSpPr txBox="1"/>
              <p:nvPr/>
            </p:nvSpPr>
            <p:spPr>
              <a:xfrm>
                <a:off x="7086600" y="5371237"/>
                <a:ext cx="4264181" cy="10774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pt-BR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noisy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0352FFA1-441C-818D-D002-0DD0EC8D0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5371237"/>
                <a:ext cx="4264181" cy="10774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have Direita 25">
            <a:extLst>
              <a:ext uri="{FF2B5EF4-FFF2-40B4-BE49-F238E27FC236}">
                <a16:creationId xmlns:a16="http://schemas.microsoft.com/office/drawing/2014/main" id="{7910D35A-67D1-E7FA-ECBE-A1538B9410E2}"/>
              </a:ext>
            </a:extLst>
          </p:cNvPr>
          <p:cNvSpPr/>
          <p:nvPr/>
        </p:nvSpPr>
        <p:spPr>
          <a:xfrm rot="5400000">
            <a:off x="4897563" y="4998583"/>
            <a:ext cx="299720" cy="2706751"/>
          </a:xfrm>
          <a:prstGeom prst="rightBrace">
            <a:avLst>
              <a:gd name="adj1" fmla="val 98064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61CF90F-9525-00EF-D6E0-F0EA01535561}"/>
              </a:ext>
            </a:extLst>
          </p:cNvPr>
          <p:cNvSpPr txBox="1"/>
          <p:nvPr/>
        </p:nvSpPr>
        <p:spPr>
          <a:xfrm>
            <a:off x="4083056" y="6501819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Função Hipótese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Superfícies</a:t>
            </a:r>
            <a:r>
              <a:rPr spc="-85" dirty="0"/>
              <a:t> </a:t>
            </a:r>
            <a:r>
              <a:rPr dirty="0"/>
              <a:t>com</a:t>
            </a:r>
            <a:r>
              <a:rPr spc="-70" dirty="0"/>
              <a:t> </a:t>
            </a:r>
            <a:r>
              <a:rPr dirty="0"/>
              <a:t>formato</a:t>
            </a:r>
            <a:r>
              <a:rPr spc="-7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20" dirty="0"/>
              <a:t>vale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40093" y="1793493"/>
            <a:ext cx="4951095" cy="28848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Superfícies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formato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6F2F9F"/>
                </a:solidFill>
                <a:latin typeface="Calibri"/>
                <a:cs typeface="Calibri"/>
              </a:rPr>
              <a:t>vale </a:t>
            </a:r>
            <a:r>
              <a:rPr sz="2800" spc="-20" dirty="0">
                <a:latin typeface="Calibri"/>
                <a:cs typeface="Calibri"/>
              </a:rPr>
              <a:t>fazem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convergência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GD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se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torne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muito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lenta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4826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convergência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torna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lenta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devido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à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superfície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ser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plana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ou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quase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plana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algumas direções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inclinação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≈</a:t>
            </a:r>
            <a:r>
              <a:rPr sz="2800" spc="7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0</a:t>
            </a:r>
            <a:r>
              <a:rPr sz="2800" spc="-25" dirty="0">
                <a:latin typeface="Calibri"/>
                <a:cs typeface="Calibri"/>
              </a:rPr>
              <a:t>).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234" y="2882900"/>
            <a:ext cx="3279404" cy="22157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45844" y="2546349"/>
            <a:ext cx="1524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Superfície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de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erro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53870" y="2890355"/>
            <a:ext cx="2352527" cy="221397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130802" y="2629661"/>
            <a:ext cx="193611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Superfície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de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contorno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2263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Superfícies</a:t>
            </a:r>
            <a:r>
              <a:rPr spc="-85" dirty="0"/>
              <a:t> </a:t>
            </a:r>
            <a:r>
              <a:rPr dirty="0"/>
              <a:t>com</a:t>
            </a:r>
            <a:r>
              <a:rPr spc="-70" dirty="0"/>
              <a:t> </a:t>
            </a:r>
            <a:r>
              <a:rPr dirty="0"/>
              <a:t>formato</a:t>
            </a:r>
            <a:r>
              <a:rPr spc="-7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20" dirty="0"/>
              <a:t>vale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19340" y="3747245"/>
            <a:ext cx="7127875" cy="20059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40535" algn="ctr">
              <a:lnSpc>
                <a:spcPts val="3260"/>
              </a:lnSpc>
              <a:spcBef>
                <a:spcPts val="95"/>
              </a:spcBef>
            </a:pPr>
            <a:endParaRPr lang="pt-BR" sz="2800" dirty="0">
              <a:latin typeface="Cambria Math"/>
              <a:cs typeface="Cambria Math"/>
            </a:endParaRPr>
          </a:p>
          <a:p>
            <a:pPr marL="266700" marR="30480" indent="-228600">
              <a:lnSpc>
                <a:spcPct val="90000"/>
              </a:lnSpc>
              <a:spcBef>
                <a:spcPts val="235"/>
              </a:spcBef>
              <a:buFont typeface="Arial"/>
              <a:buChar char="•"/>
              <a:tabLst>
                <a:tab pos="266700" algn="l"/>
              </a:tabLst>
            </a:pPr>
            <a:r>
              <a:rPr lang="pt-BR" sz="2800" dirty="0">
                <a:latin typeface="Calibri"/>
                <a:cs typeface="Calibri"/>
              </a:rPr>
              <a:t>Na</a:t>
            </a:r>
            <a:r>
              <a:rPr lang="pt-BR" sz="2800" spc="-8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figura</a:t>
            </a:r>
            <a:r>
              <a:rPr lang="pt-BR" sz="2800" spc="-8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ao</a:t>
            </a:r>
            <a:r>
              <a:rPr lang="pt-BR" sz="2800" spc="-8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lado,</a:t>
            </a:r>
            <a:r>
              <a:rPr lang="pt-BR" sz="2800" spc="-8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as</a:t>
            </a:r>
            <a:r>
              <a:rPr lang="pt-BR" sz="2800" spc="-9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derivadas</a:t>
            </a:r>
            <a:r>
              <a:rPr lang="pt-BR" sz="2800" spc="-6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parciais</a:t>
            </a:r>
            <a:r>
              <a:rPr lang="pt-BR" sz="2800" spc="-9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do</a:t>
            </a:r>
            <a:r>
              <a:rPr lang="pt-BR" sz="2800" spc="-80" dirty="0">
                <a:latin typeface="Calibri"/>
                <a:cs typeface="Calibri"/>
              </a:rPr>
              <a:t> </a:t>
            </a:r>
            <a:r>
              <a:rPr lang="pt-BR" sz="2800" spc="-25" dirty="0">
                <a:latin typeface="Calibri"/>
                <a:cs typeface="Calibri"/>
              </a:rPr>
              <a:t>EQM </a:t>
            </a:r>
            <a:r>
              <a:rPr lang="pt-BR" sz="2800" dirty="0">
                <a:latin typeface="Calibri"/>
                <a:cs typeface="Calibri"/>
              </a:rPr>
              <a:t>em</a:t>
            </a:r>
            <a:r>
              <a:rPr lang="pt-BR" sz="2800" spc="-8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relação</a:t>
            </a:r>
            <a:r>
              <a:rPr lang="pt-BR" sz="2800" spc="-8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ao</a:t>
            </a:r>
            <a:r>
              <a:rPr lang="pt-BR" sz="2800" spc="-7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peso</a:t>
            </a:r>
            <a:r>
              <a:rPr lang="pt-BR" sz="2800" spc="-6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mbria Math"/>
                <a:cs typeface="Cambria Math"/>
              </a:rPr>
              <a:t>𝑎</a:t>
            </a:r>
            <a:r>
              <a:rPr lang="pt-BR" sz="3075" baseline="-16260" dirty="0">
                <a:latin typeface="Cambria Math"/>
                <a:cs typeface="Cambria Math"/>
              </a:rPr>
              <a:t>1</a:t>
            </a:r>
            <a:r>
              <a:rPr lang="pt-BR" sz="3075" spc="307" baseline="-16260" dirty="0">
                <a:latin typeface="Cambria Math"/>
                <a:cs typeface="Cambria Math"/>
              </a:rPr>
              <a:t> </a:t>
            </a:r>
            <a:r>
              <a:rPr lang="pt-BR" sz="2800" dirty="0">
                <a:latin typeface="Calibri"/>
                <a:cs typeface="Calibri"/>
              </a:rPr>
              <a:t>serão</a:t>
            </a:r>
            <a:r>
              <a:rPr lang="pt-BR" sz="2800" spc="-7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muito</a:t>
            </a:r>
            <a:r>
              <a:rPr lang="pt-BR" sz="2800" spc="-60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pequenas </a:t>
            </a:r>
            <a:r>
              <a:rPr lang="pt-BR" sz="2800" dirty="0">
                <a:latin typeface="Calibri"/>
                <a:cs typeface="Calibri"/>
              </a:rPr>
              <a:t>devido</a:t>
            </a:r>
            <a:r>
              <a:rPr lang="pt-BR" sz="2800" spc="-6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à</a:t>
            </a:r>
            <a:r>
              <a:rPr lang="pt-BR" sz="2800" spc="-75" dirty="0"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EC7C30"/>
                </a:solidFill>
                <a:latin typeface="Calibri"/>
                <a:cs typeface="Calibri"/>
              </a:rPr>
              <a:t>pequena</a:t>
            </a:r>
            <a:r>
              <a:rPr lang="pt-BR"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lang="pt-BR"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inclinação</a:t>
            </a:r>
            <a:r>
              <a:rPr lang="pt-BR"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EC7C30"/>
                </a:solidFill>
                <a:latin typeface="Calibri"/>
                <a:cs typeface="Calibri"/>
              </a:rPr>
              <a:t>da</a:t>
            </a:r>
            <a:r>
              <a:rPr lang="pt-BR"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lang="pt-BR"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superfície </a:t>
            </a:r>
            <a:r>
              <a:rPr lang="pt-BR" sz="2800" b="1" i="1" dirty="0">
                <a:solidFill>
                  <a:srgbClr val="EC7C30"/>
                </a:solidFill>
                <a:latin typeface="Calibri"/>
                <a:cs typeface="Calibri"/>
              </a:rPr>
              <a:t>nessa</a:t>
            </a:r>
            <a:r>
              <a:rPr lang="pt-BR" sz="2800" b="1" i="1" spc="-9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lang="pt-BR"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direção</a:t>
            </a:r>
            <a:r>
              <a:rPr lang="pt-BR" sz="2800" spc="-10" dirty="0">
                <a:latin typeface="Calibri"/>
                <a:cs typeface="Calibri"/>
              </a:rPr>
              <a:t>.</a:t>
            </a:r>
            <a:endParaRPr lang="pt-BR" sz="28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1413" y="1905000"/>
            <a:ext cx="3279404" cy="22157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16202" y="1474556"/>
            <a:ext cx="10123995" cy="1563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7595" marR="5080" indent="-457200" algn="just">
              <a:lnSpc>
                <a:spcPct val="90000"/>
              </a:lnSpc>
              <a:spcBef>
                <a:spcPts val="265"/>
              </a:spcBef>
              <a:buFont typeface="Arial" panose="020B0604020202020204" pitchFamily="34" charset="0"/>
              <a:buChar char="•"/>
              <a:tabLst>
                <a:tab pos="3389629" algn="l"/>
              </a:tabLst>
            </a:pPr>
            <a:r>
              <a:rPr lang="pt-BR" sz="2800" dirty="0">
                <a:latin typeface="Calibri"/>
                <a:cs typeface="Calibri"/>
              </a:rPr>
              <a:t>Nessas</a:t>
            </a:r>
            <a:r>
              <a:rPr lang="pt-BR" sz="2800" spc="-45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direções,</a:t>
            </a:r>
            <a:r>
              <a:rPr lang="pt-BR" sz="2800" spc="-4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o</a:t>
            </a:r>
            <a:r>
              <a:rPr lang="pt-BR" sz="2800" spc="-55" dirty="0">
                <a:latin typeface="Calibri"/>
                <a:cs typeface="Calibri"/>
              </a:rPr>
              <a:t> </a:t>
            </a:r>
            <a:r>
              <a:rPr lang="pt-BR"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gradiente</a:t>
            </a:r>
            <a:r>
              <a:rPr lang="pt-BR"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lang="pt-BR"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lang="pt-BR"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lang="pt-BR"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erro </a:t>
            </a:r>
            <a:r>
              <a:rPr lang="pt-BR" sz="28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lang="pt-BR"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00AF50"/>
                </a:solidFill>
                <a:latin typeface="Calibri"/>
                <a:cs typeface="Calibri"/>
              </a:rPr>
              <a:t>muito</a:t>
            </a:r>
            <a:r>
              <a:rPr lang="pt-BR"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00AF50"/>
                </a:solidFill>
                <a:latin typeface="Calibri"/>
                <a:cs typeface="Calibri"/>
              </a:rPr>
              <a:t>pequeno</a:t>
            </a:r>
            <a:r>
              <a:rPr lang="pt-BR" sz="2800" dirty="0">
                <a:latin typeface="Calibri"/>
                <a:cs typeface="Calibri"/>
              </a:rPr>
              <a:t>,</a:t>
            </a:r>
            <a:r>
              <a:rPr lang="pt-BR" sz="2800" spc="-7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tornando</a:t>
            </a:r>
            <a:r>
              <a:rPr lang="pt-BR" sz="2800" spc="-6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as</a:t>
            </a:r>
            <a:r>
              <a:rPr lang="pt-BR" sz="2800" spc="-75" dirty="0">
                <a:latin typeface="Calibri"/>
                <a:cs typeface="Calibri"/>
              </a:rPr>
              <a:t> </a:t>
            </a:r>
            <a:r>
              <a:rPr lang="pt-BR"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atualizações</a:t>
            </a:r>
            <a:r>
              <a:rPr lang="pt-BR"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pt-BR"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dos </a:t>
            </a:r>
            <a:r>
              <a:rPr lang="pt-BR" sz="2800" b="1" i="1" dirty="0">
                <a:solidFill>
                  <a:srgbClr val="6F2F9F"/>
                </a:solidFill>
                <a:latin typeface="Calibri"/>
                <a:cs typeface="Calibri"/>
              </a:rPr>
              <a:t>pesos</a:t>
            </a:r>
            <a:r>
              <a:rPr lang="pt-BR" sz="2800" dirty="0">
                <a:latin typeface="Calibri"/>
                <a:cs typeface="Calibri"/>
              </a:rPr>
              <a:t>,</a:t>
            </a:r>
            <a:r>
              <a:rPr lang="pt-BR" sz="2800" spc="-80" dirty="0">
                <a:latin typeface="Calibri"/>
                <a:cs typeface="Calibri"/>
              </a:rPr>
              <a:t> </a:t>
            </a:r>
            <a:r>
              <a:rPr lang="pt-BR" sz="2800" spc="-20" dirty="0">
                <a:latin typeface="Calibri"/>
                <a:cs typeface="Calibri"/>
              </a:rPr>
              <a:t>consequentemente,</a:t>
            </a:r>
            <a:r>
              <a:rPr lang="pt-BR" sz="2800" spc="-50" dirty="0"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6F2F9F"/>
                </a:solidFill>
                <a:latin typeface="Calibri"/>
                <a:cs typeface="Calibri"/>
              </a:rPr>
              <a:t>muito</a:t>
            </a:r>
            <a:r>
              <a:rPr lang="pt-BR"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pt-BR"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pequenas</a:t>
            </a:r>
            <a:r>
              <a:rPr lang="pt-BR" sz="2800" spc="-10" dirty="0">
                <a:latin typeface="Calibri"/>
                <a:cs typeface="Calibri"/>
              </a:rPr>
              <a:t>.</a:t>
            </a:r>
            <a:endParaRPr lang="pt-BR" sz="2800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3723" y="4551236"/>
            <a:ext cx="2352527" cy="22139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480185" y="4290822"/>
            <a:ext cx="193611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Superfície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de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contorno</a:t>
            </a:r>
            <a:endParaRPr sz="16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D6B19B0-235B-7ECF-04FB-D73E310CAC42}"/>
                  </a:ext>
                </a:extLst>
              </p:cNvPr>
              <p:cNvSpPr txBox="1"/>
              <p:nvPr/>
            </p:nvSpPr>
            <p:spPr>
              <a:xfrm>
                <a:off x="6757571" y="2976356"/>
                <a:ext cx="2771336" cy="8361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D6B19B0-235B-7ECF-04FB-D73E310CA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571" y="2976356"/>
                <a:ext cx="2771336" cy="8361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ixaDeTexto 11">
            <a:extLst>
              <a:ext uri="{FF2B5EF4-FFF2-40B4-BE49-F238E27FC236}">
                <a16:creationId xmlns:a16="http://schemas.microsoft.com/office/drawing/2014/main" id="{7F59F7BE-1448-9A9C-A9F6-82B940A573D4}"/>
              </a:ext>
            </a:extLst>
          </p:cNvPr>
          <p:cNvSpPr txBox="1"/>
          <p:nvPr/>
        </p:nvSpPr>
        <p:spPr>
          <a:xfrm>
            <a:off x="1616202" y="1456923"/>
            <a:ext cx="2211049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1850"/>
              </a:lnSpc>
              <a:spcBef>
                <a:spcPts val="95"/>
              </a:spcBef>
            </a:pPr>
            <a:r>
              <a:rPr lang="pt-BR" sz="1800" b="1" dirty="0">
                <a:latin typeface="Calibri"/>
                <a:cs typeface="Calibri"/>
              </a:rPr>
              <a:t>Superfície</a:t>
            </a:r>
            <a:r>
              <a:rPr lang="pt-BR" sz="1800" b="1" spc="-40" dirty="0">
                <a:latin typeface="Calibri"/>
                <a:cs typeface="Calibri"/>
              </a:rPr>
              <a:t> </a:t>
            </a:r>
            <a:r>
              <a:rPr lang="pt-BR" sz="1800" b="1" dirty="0">
                <a:latin typeface="Calibri"/>
                <a:cs typeface="Calibri"/>
              </a:rPr>
              <a:t>de</a:t>
            </a:r>
            <a:r>
              <a:rPr lang="pt-BR" sz="1800" b="1" spc="-50" dirty="0">
                <a:latin typeface="Calibri"/>
                <a:cs typeface="Calibri"/>
              </a:rPr>
              <a:t> </a:t>
            </a:r>
            <a:r>
              <a:rPr lang="pt-BR" sz="1800" b="1" spc="-20" dirty="0">
                <a:latin typeface="Calibri"/>
                <a:cs typeface="Calibri"/>
              </a:rPr>
              <a:t>erro</a:t>
            </a:r>
            <a:endParaRPr lang="pt-BR"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8341" y="2711018"/>
            <a:ext cx="673354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i="1" dirty="0">
                <a:latin typeface="Calibri"/>
                <a:cs typeface="Calibri"/>
              </a:rPr>
              <a:t>O</a:t>
            </a:r>
            <a:r>
              <a:rPr sz="6000" b="1" i="1" spc="-10" dirty="0">
                <a:latin typeface="Calibri"/>
                <a:cs typeface="Calibri"/>
              </a:rPr>
              <a:t> </a:t>
            </a:r>
            <a:r>
              <a:rPr sz="6000" b="1" i="1" dirty="0">
                <a:latin typeface="Calibri"/>
                <a:cs typeface="Calibri"/>
              </a:rPr>
              <a:t>que</a:t>
            </a:r>
            <a:r>
              <a:rPr sz="6000" b="1" i="1" spc="-5" dirty="0">
                <a:latin typeface="Calibri"/>
                <a:cs typeface="Calibri"/>
              </a:rPr>
              <a:t> </a:t>
            </a:r>
            <a:r>
              <a:rPr sz="6000" b="1" i="1" dirty="0">
                <a:latin typeface="Calibri"/>
                <a:cs typeface="Calibri"/>
              </a:rPr>
              <a:t>pode</a:t>
            </a:r>
            <a:r>
              <a:rPr sz="6000" b="1" i="1" spc="-10" dirty="0">
                <a:latin typeface="Calibri"/>
                <a:cs typeface="Calibri"/>
              </a:rPr>
              <a:t> </a:t>
            </a:r>
            <a:r>
              <a:rPr sz="6000" b="1" i="1" dirty="0">
                <a:latin typeface="Calibri"/>
                <a:cs typeface="Calibri"/>
              </a:rPr>
              <a:t>ser</a:t>
            </a:r>
            <a:r>
              <a:rPr sz="6000" b="1" i="1" spc="-5" dirty="0">
                <a:latin typeface="Calibri"/>
                <a:cs typeface="Calibri"/>
              </a:rPr>
              <a:t> </a:t>
            </a:r>
            <a:r>
              <a:rPr sz="6000" b="1" i="1" spc="-10" dirty="0">
                <a:latin typeface="Calibri"/>
                <a:cs typeface="Calibri"/>
              </a:rPr>
              <a:t>feito?</a:t>
            </a:r>
            <a:endParaRPr sz="6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Escalonamento</a:t>
            </a:r>
            <a:r>
              <a:rPr spc="-80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spc="-10" dirty="0"/>
              <a:t>atributos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712450" cy="1348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evitar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problema,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intervalo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variação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todos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os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atributos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dirty="0">
                <a:latin typeface="Calibri"/>
                <a:cs typeface="Calibri"/>
              </a:rPr>
              <a:t>pode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escalonado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trazendo-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escala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similar.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Assim,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cada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atributo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influenciará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da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mesma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forma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o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cálculo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do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erro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6939" y="4645025"/>
            <a:ext cx="10439400" cy="213677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Consequentemente,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superfície</a:t>
            </a:r>
            <a:r>
              <a:rPr sz="2800" b="1" i="1" spc="-8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se</a:t>
            </a:r>
            <a:r>
              <a:rPr sz="2800" b="1" i="1" spc="-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tornará</a:t>
            </a:r>
            <a:r>
              <a:rPr sz="2800" b="1" i="1" spc="-8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mais</a:t>
            </a:r>
            <a:r>
              <a:rPr sz="2800" b="1" i="1" spc="-8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circular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facilitando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spc="-10" dirty="0">
                <a:latin typeface="Calibri"/>
                <a:cs typeface="Calibri"/>
              </a:rPr>
              <a:t>aprendizado.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comuns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escalonamento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são: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Normalização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Mín-</a:t>
            </a:r>
            <a:r>
              <a:rPr sz="2400" b="1" spc="-25" dirty="0">
                <a:latin typeface="Calibri"/>
                <a:cs typeface="Calibri"/>
              </a:rPr>
              <a:t>Max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spc="-10" dirty="0">
                <a:latin typeface="Calibri"/>
                <a:cs typeface="Calibri"/>
              </a:rPr>
              <a:t>Padronização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8038639C-7D04-2CED-707F-3352A076F2CE}"/>
                  </a:ext>
                </a:extLst>
              </p:cNvPr>
              <p:cNvSpPr txBox="1"/>
              <p:nvPr/>
            </p:nvSpPr>
            <p:spPr>
              <a:xfrm>
                <a:off x="2978127" y="3240810"/>
                <a:ext cx="6590073" cy="10388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pt-BR" sz="2400" b="0" i="0" smtClean="0">
                                          <a:latin typeface="Cambria Math" panose="02040503050406030204" pitchFamily="18" charset="0"/>
                                        </a:rPr>
                                        <m:t>noisy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8038639C-7D04-2CED-707F-3352A076F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127" y="3240810"/>
                <a:ext cx="6590073" cy="10388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have Direita 15">
            <a:extLst>
              <a:ext uri="{FF2B5EF4-FFF2-40B4-BE49-F238E27FC236}">
                <a16:creationId xmlns:a16="http://schemas.microsoft.com/office/drawing/2014/main" id="{33EC0B5D-68B9-B2C5-B23D-2475E3B9C484}"/>
              </a:ext>
            </a:extLst>
          </p:cNvPr>
          <p:cNvSpPr/>
          <p:nvPr/>
        </p:nvSpPr>
        <p:spPr>
          <a:xfrm rot="5400000">
            <a:off x="7727570" y="2774422"/>
            <a:ext cx="299720" cy="2706751"/>
          </a:xfrm>
          <a:prstGeom prst="rightBrace">
            <a:avLst>
              <a:gd name="adj1" fmla="val 98064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10D8523-11FB-91F6-37FE-81E035A21664}"/>
              </a:ext>
            </a:extLst>
          </p:cNvPr>
          <p:cNvSpPr txBox="1"/>
          <p:nvPr/>
        </p:nvSpPr>
        <p:spPr>
          <a:xfrm>
            <a:off x="6913063" y="4277658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Função Hipótese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Escalonamento</a:t>
            </a:r>
            <a:r>
              <a:rPr spc="-80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spc="-10" dirty="0"/>
              <a:t>atributos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8720455" cy="46704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40513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lado,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após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escalonamento,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varia similarmente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direções,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fazendo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os </a:t>
            </a:r>
            <a:r>
              <a:rPr sz="2800" spc="-10" dirty="0">
                <a:latin typeface="Calibri"/>
                <a:cs typeface="Calibri"/>
              </a:rPr>
              <a:t>elementos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tenham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magnitudes similares.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2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escalonamento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deixa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atualização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uniformes,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acelera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convergência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5" dirty="0">
                <a:latin typeface="Calibri"/>
                <a:cs typeface="Calibri"/>
              </a:rPr>
              <a:t> GD.</a:t>
            </a:r>
            <a:endParaRPr sz="2400" dirty="0">
              <a:latin typeface="Calibri"/>
              <a:cs typeface="Calibri"/>
            </a:endParaRPr>
          </a:p>
          <a:p>
            <a:pPr marL="241300" marR="117475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Assim,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escalonamento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pode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acelerar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convergência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dirty="0">
                <a:latin typeface="Calibri"/>
                <a:cs typeface="Calibri"/>
              </a:rPr>
              <a:t>GD,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evita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ele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mova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lentamente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regiões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planas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(fundo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vale).</a:t>
            </a:r>
            <a:endParaRPr sz="2400" dirty="0">
              <a:latin typeface="Calibri"/>
              <a:cs typeface="Calibri"/>
            </a:endParaRPr>
          </a:p>
          <a:p>
            <a:pPr marL="698500" marR="763905" lvl="1" indent="-228600">
              <a:lnSpc>
                <a:spcPts val="2590"/>
              </a:lnSpc>
              <a:spcBef>
                <a:spcPts val="54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ou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oscile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caoticamente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outro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vale, </a:t>
            </a:r>
            <a:r>
              <a:rPr sz="2400" dirty="0">
                <a:latin typeface="Calibri"/>
                <a:cs typeface="Calibri"/>
              </a:rPr>
              <a:t>apontando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direção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ponto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mínimo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da </a:t>
            </a:r>
            <a:r>
              <a:rPr sz="2400" dirty="0">
                <a:latin typeface="Calibri"/>
                <a:cs typeface="Calibri"/>
              </a:rPr>
              <a:t>máxima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declividade.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7505" y="902578"/>
            <a:ext cx="2133895" cy="5919614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Escalonamento</a:t>
            </a:r>
            <a:r>
              <a:rPr spc="-80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spc="-10" dirty="0"/>
              <a:t>atributos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929620" cy="134810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geral,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normalização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mín-</a:t>
            </a:r>
            <a:r>
              <a:rPr sz="2800" b="1" i="1" dirty="0">
                <a:latin typeface="Calibri"/>
                <a:cs typeface="Calibri"/>
              </a:rPr>
              <a:t>max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faz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atributos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variem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entre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0</a:t>
            </a:r>
            <a:r>
              <a:rPr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1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pode-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definir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outros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intervalos.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normalizar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apresentada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abaixo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5422" y="4495800"/>
            <a:ext cx="11031137" cy="1294713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100" marR="30480">
              <a:lnSpc>
                <a:spcPct val="90000"/>
              </a:lnSpc>
              <a:spcBef>
                <a:spcPts val="430"/>
              </a:spcBef>
              <a:tabLst>
                <a:tab pos="1083310" algn="l"/>
                <a:tab pos="1696085" algn="l"/>
                <a:tab pos="10446385" algn="l"/>
              </a:tabLst>
            </a:pPr>
            <a:r>
              <a:rPr sz="2800" dirty="0">
                <a:latin typeface="Calibri"/>
                <a:cs typeface="Calibri"/>
              </a:rPr>
              <a:t>onde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𝑘</a:t>
            </a:r>
            <a:r>
              <a:rPr sz="3075" spc="450" baseline="-16260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libri"/>
                <a:cs typeface="Calibri"/>
              </a:rPr>
              <a:t>representa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𝑘</a:t>
            </a:r>
            <a:r>
              <a:rPr sz="2800" dirty="0">
                <a:latin typeface="Calibri"/>
                <a:cs typeface="Calibri"/>
              </a:rPr>
              <a:t>–ésimo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𝑛</a:t>
            </a:r>
            <a:r>
              <a:rPr sz="2800" spc="-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amostra,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min</a:t>
            </a:r>
            <a:r>
              <a:rPr lang="pt-BR" sz="2800" spc="-25" dirty="0">
                <a:latin typeface="Cambria Math"/>
                <a:cs typeface="Cambria Math"/>
              </a:rPr>
              <a:t> (</a:t>
            </a:r>
            <a:r>
              <a:rPr sz="2800" spc="-25" dirty="0">
                <a:latin typeface="Cambria Math"/>
                <a:cs typeface="Cambria Math"/>
              </a:rPr>
              <a:t>𝒙</a:t>
            </a:r>
            <a:r>
              <a:rPr sz="3075" spc="-37" baseline="-16260" dirty="0">
                <a:latin typeface="Cambria Math"/>
                <a:cs typeface="Cambria Math"/>
              </a:rPr>
              <a:t>𝑘</a:t>
            </a:r>
            <a:r>
              <a:rPr lang="pt-BR" sz="3075" spc="-37" dirty="0">
                <a:latin typeface="Cambria Math"/>
                <a:cs typeface="Cambria Math"/>
              </a:rPr>
              <a:t>)</a:t>
            </a:r>
            <a:r>
              <a:rPr sz="3075" spc="-37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max</a:t>
            </a:r>
            <a:r>
              <a:rPr lang="pt-BR" sz="2800" spc="-25" dirty="0">
                <a:latin typeface="Cambria Math"/>
                <a:cs typeface="Cambria Math"/>
              </a:rPr>
              <a:t> </a:t>
            </a:r>
            <a:r>
              <a:rPr lang="pt-BR" sz="2800" dirty="0">
                <a:latin typeface="Cambria Math"/>
                <a:cs typeface="Cambria Math"/>
              </a:rPr>
              <a:t>(</a:t>
            </a:r>
            <a:r>
              <a:rPr sz="2800" spc="-25" dirty="0">
                <a:latin typeface="Cambria Math"/>
                <a:cs typeface="Cambria Math"/>
              </a:rPr>
              <a:t>𝒙</a:t>
            </a:r>
            <a:r>
              <a:rPr sz="3075" spc="-37" baseline="-16260" dirty="0">
                <a:latin typeface="Cambria Math"/>
                <a:cs typeface="Cambria Math"/>
              </a:rPr>
              <a:t>𝑘</a:t>
            </a:r>
            <a:r>
              <a:rPr lang="pt-BR" sz="3075" spc="-37" dirty="0">
                <a:latin typeface="Cambria Math"/>
                <a:cs typeface="Cambria Math"/>
              </a:rPr>
              <a:t>) </a:t>
            </a:r>
            <a:r>
              <a:rPr sz="2800" dirty="0" err="1">
                <a:latin typeface="Calibri"/>
                <a:cs typeface="Calibri"/>
              </a:rPr>
              <a:t>são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mínimo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máximo,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respectivamente,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calculados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ao</a:t>
            </a:r>
            <a:r>
              <a:rPr sz="2800"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longo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todas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as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amostras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do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EC7C30"/>
                </a:solidFill>
                <a:latin typeface="Cambria Math"/>
                <a:cs typeface="Cambria Math"/>
              </a:rPr>
              <a:t>𝒌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–ésimo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vetor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atributo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55" dirty="0">
                <a:latin typeface="Cambria Math"/>
                <a:cs typeface="Cambria Math"/>
              </a:rPr>
              <a:t>𝒙</a:t>
            </a:r>
            <a:r>
              <a:rPr sz="3075" spc="82" baseline="-16260" dirty="0">
                <a:latin typeface="Cambria Math"/>
                <a:cs typeface="Cambria Math"/>
              </a:rPr>
              <a:t>𝑘</a:t>
            </a:r>
            <a:r>
              <a:rPr sz="2800" spc="5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A219CD34-9C05-F384-297E-1EFA8BF77936}"/>
                  </a:ext>
                </a:extLst>
              </p:cNvPr>
              <p:cNvSpPr txBox="1"/>
              <p:nvPr/>
            </p:nvSpPr>
            <p:spPr>
              <a:xfrm>
                <a:off x="2566826" y="3273205"/>
                <a:ext cx="7629846" cy="9126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  0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)≤1,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A219CD34-9C05-F384-297E-1EFA8BF77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826" y="3273205"/>
                <a:ext cx="7629846" cy="9126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Escalonamento</a:t>
            </a:r>
            <a:r>
              <a:rPr spc="-80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spc="-10" dirty="0"/>
              <a:t>atributos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850880" cy="224345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spc="-20" dirty="0">
                <a:latin typeface="Calibri"/>
                <a:cs typeface="Calibri"/>
              </a:rPr>
              <a:t>Padronização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faz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atributos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passem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ter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média</a:t>
            </a:r>
            <a:r>
              <a:rPr sz="2800" b="1" i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zero</a:t>
            </a:r>
            <a:r>
              <a:rPr sz="28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desvio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padrão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unitário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8801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Notem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neste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valores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não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ficam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restritos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um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intervalo específico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padronizar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apresentada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abaixo.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1539" y="5157977"/>
            <a:ext cx="11058525" cy="1628775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38100" marR="30480">
              <a:lnSpc>
                <a:spcPct val="92900"/>
              </a:lnSpc>
              <a:spcBef>
                <a:spcPts val="334"/>
              </a:spcBef>
            </a:pPr>
            <a:r>
              <a:rPr sz="2800" dirty="0">
                <a:latin typeface="Calibri"/>
                <a:cs typeface="Calibri"/>
              </a:rPr>
              <a:t>onde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𝑘</a:t>
            </a:r>
            <a:r>
              <a:rPr sz="3075" spc="480" baseline="-16260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libri"/>
                <a:cs typeface="Calibri"/>
              </a:rPr>
              <a:t>representa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𝑘</a:t>
            </a:r>
            <a:r>
              <a:rPr sz="2800" dirty="0">
                <a:latin typeface="Calibri"/>
                <a:cs typeface="Calibri"/>
              </a:rPr>
              <a:t>–ésimo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𝑛</a:t>
            </a:r>
            <a:r>
              <a:rPr sz="2800" spc="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amostra, </a:t>
            </a:r>
            <a:r>
              <a:rPr sz="2800" dirty="0">
                <a:latin typeface="Cambria Math"/>
                <a:cs typeface="Cambria Math"/>
              </a:rPr>
              <a:t>𝜇</a:t>
            </a:r>
            <a:r>
              <a:rPr sz="3075" baseline="-16260" dirty="0">
                <a:latin typeface="Cambria Math"/>
                <a:cs typeface="Cambria Math"/>
              </a:rPr>
              <a:t>𝒙</a:t>
            </a:r>
            <a:r>
              <a:rPr sz="2475" baseline="-33670" dirty="0">
                <a:latin typeface="Cambria Math"/>
                <a:cs typeface="Cambria Math"/>
              </a:rPr>
              <a:t>𝑘</a:t>
            </a:r>
            <a:r>
              <a:rPr sz="2475" spc="644" baseline="-3367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𝜎</a:t>
            </a:r>
            <a:r>
              <a:rPr sz="3075" spc="-37" baseline="-16260" dirty="0">
                <a:latin typeface="Cambria Math"/>
                <a:cs typeface="Cambria Math"/>
              </a:rPr>
              <a:t>𝒙</a:t>
            </a:r>
            <a:r>
              <a:rPr sz="2475" spc="-37" baseline="-33670" dirty="0">
                <a:latin typeface="Cambria Math"/>
                <a:cs typeface="Cambria Math"/>
              </a:rPr>
              <a:t>𝑘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estimativas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média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desvio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padrão,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respectivamente,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calculados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ao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longo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todas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as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amostras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do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EC7C30"/>
                </a:solidFill>
                <a:latin typeface="Cambria Math"/>
                <a:cs typeface="Cambria Math"/>
              </a:rPr>
              <a:t>𝒌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–ésimo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vetor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atributo</a:t>
            </a:r>
            <a:r>
              <a:rPr sz="2800" spc="-10" dirty="0">
                <a:latin typeface="Calibri"/>
                <a:cs typeface="Calibri"/>
              </a:rPr>
              <a:t>,</a:t>
            </a:r>
            <a:endParaRPr sz="2800" dirty="0">
              <a:latin typeface="Calibri"/>
              <a:cs typeface="Calibri"/>
            </a:endParaRPr>
          </a:p>
          <a:p>
            <a:pPr marL="38100">
              <a:lnSpc>
                <a:spcPts val="3025"/>
              </a:lnSpc>
            </a:pPr>
            <a:r>
              <a:rPr sz="2800" spc="55" dirty="0">
                <a:latin typeface="Cambria Math"/>
                <a:cs typeface="Cambria Math"/>
              </a:rPr>
              <a:t>𝒙</a:t>
            </a:r>
            <a:r>
              <a:rPr sz="3075" spc="82" baseline="-16260" dirty="0">
                <a:latin typeface="Cambria Math"/>
                <a:cs typeface="Cambria Math"/>
              </a:rPr>
              <a:t>𝑘</a:t>
            </a:r>
            <a:r>
              <a:rPr sz="2800" spc="5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F974EB5-9FA8-1E35-EC0B-253D49224521}"/>
                  </a:ext>
                </a:extLst>
              </p:cNvPr>
              <p:cNvSpPr txBox="1"/>
              <p:nvPr/>
            </p:nvSpPr>
            <p:spPr>
              <a:xfrm>
                <a:off x="4318559" y="4228897"/>
                <a:ext cx="3554883" cy="9816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F974EB5-9FA8-1E35-EC0B-253D49224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559" y="4228897"/>
                <a:ext cx="3554883" cy="9816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Vantagens</a:t>
            </a:r>
            <a:r>
              <a:rPr spc="-90" dirty="0"/>
              <a:t> </a:t>
            </a:r>
            <a:r>
              <a:rPr dirty="0"/>
              <a:t>do</a:t>
            </a:r>
            <a:r>
              <a:rPr spc="-80" dirty="0"/>
              <a:t> </a:t>
            </a:r>
            <a:r>
              <a:rPr dirty="0"/>
              <a:t>escalonamento</a:t>
            </a:r>
            <a:r>
              <a:rPr spc="-70" dirty="0"/>
              <a:t> </a:t>
            </a:r>
            <a:r>
              <a:rPr dirty="0"/>
              <a:t>de</a:t>
            </a:r>
            <a:r>
              <a:rPr spc="-90" dirty="0"/>
              <a:t> </a:t>
            </a:r>
            <a:r>
              <a:rPr spc="-10" dirty="0"/>
              <a:t>atributos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847" y="4212188"/>
            <a:ext cx="4852146" cy="205531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850890" y="4989957"/>
            <a:ext cx="498475" cy="412750"/>
            <a:chOff x="5850890" y="4989957"/>
            <a:chExt cx="498475" cy="412750"/>
          </a:xfrm>
        </p:grpSpPr>
        <p:sp>
          <p:nvSpPr>
            <p:cNvPr id="5" name="object 5"/>
            <p:cNvSpPr/>
            <p:nvPr/>
          </p:nvSpPr>
          <p:spPr>
            <a:xfrm>
              <a:off x="5857240" y="4996307"/>
              <a:ext cx="485775" cy="400050"/>
            </a:xfrm>
            <a:custGeom>
              <a:avLst/>
              <a:gdLst/>
              <a:ahLst/>
              <a:cxnLst/>
              <a:rect l="l" t="t" r="r" b="b"/>
              <a:pathLst>
                <a:path w="485775" h="400050">
                  <a:moveTo>
                    <a:pt x="285750" y="0"/>
                  </a:moveTo>
                  <a:lnTo>
                    <a:pt x="285750" y="100076"/>
                  </a:lnTo>
                  <a:lnTo>
                    <a:pt x="0" y="100076"/>
                  </a:lnTo>
                  <a:lnTo>
                    <a:pt x="0" y="300101"/>
                  </a:lnTo>
                  <a:lnTo>
                    <a:pt x="285750" y="300101"/>
                  </a:lnTo>
                  <a:lnTo>
                    <a:pt x="285750" y="400050"/>
                  </a:lnTo>
                  <a:lnTo>
                    <a:pt x="485775" y="20002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57240" y="4996307"/>
              <a:ext cx="485775" cy="400050"/>
            </a:xfrm>
            <a:custGeom>
              <a:avLst/>
              <a:gdLst/>
              <a:ahLst/>
              <a:cxnLst/>
              <a:rect l="l" t="t" r="r" b="b"/>
              <a:pathLst>
                <a:path w="485775" h="400050">
                  <a:moveTo>
                    <a:pt x="285750" y="400050"/>
                  </a:moveTo>
                  <a:lnTo>
                    <a:pt x="285750" y="300101"/>
                  </a:lnTo>
                  <a:lnTo>
                    <a:pt x="0" y="300101"/>
                  </a:lnTo>
                  <a:lnTo>
                    <a:pt x="0" y="100076"/>
                  </a:lnTo>
                  <a:lnTo>
                    <a:pt x="285750" y="100076"/>
                  </a:lnTo>
                  <a:lnTo>
                    <a:pt x="285750" y="0"/>
                  </a:lnTo>
                  <a:lnTo>
                    <a:pt x="485775" y="200025"/>
                  </a:lnTo>
                  <a:lnTo>
                    <a:pt x="285750" y="40005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535929" y="4710429"/>
            <a:ext cx="11283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Escalonamento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4431" y="4227105"/>
            <a:ext cx="4883127" cy="204078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16939" y="1793493"/>
            <a:ext cx="10435590" cy="16173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Ajuda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acelerar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convergência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GD,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deixa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superfície</a:t>
            </a:r>
            <a:r>
              <a:rPr sz="2800" b="1" i="1" spc="-8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4471C4"/>
                </a:solidFill>
                <a:latin typeface="Calibri"/>
                <a:cs typeface="Calibri"/>
              </a:rPr>
              <a:t>erro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mais</a:t>
            </a:r>
            <a:r>
              <a:rPr sz="2800" b="1" i="1" spc="-7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circular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fazendo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atualizados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maneira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uniforme.</a:t>
            </a:r>
            <a:endParaRPr sz="2800" dirty="0">
              <a:latin typeface="Calibri"/>
              <a:cs typeface="Calibri"/>
            </a:endParaRPr>
          </a:p>
          <a:p>
            <a:pPr marL="698500" lvl="1" indent="-229235" algn="just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Pois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inclinação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superfície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torna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similar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todas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direções.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Vantagens</a:t>
            </a:r>
            <a:r>
              <a:rPr spc="-90" dirty="0"/>
              <a:t> </a:t>
            </a:r>
            <a:r>
              <a:rPr dirty="0"/>
              <a:t>do</a:t>
            </a:r>
            <a:r>
              <a:rPr spc="-80" dirty="0"/>
              <a:t> </a:t>
            </a:r>
            <a:r>
              <a:rPr dirty="0"/>
              <a:t>escalonamento</a:t>
            </a:r>
            <a:r>
              <a:rPr spc="-70" dirty="0"/>
              <a:t> </a:t>
            </a:r>
            <a:r>
              <a:rPr dirty="0"/>
              <a:t>de</a:t>
            </a:r>
            <a:r>
              <a:rPr spc="-90" dirty="0"/>
              <a:t> </a:t>
            </a:r>
            <a:r>
              <a:rPr spc="-10" dirty="0"/>
              <a:t>atributos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861" y="4371344"/>
            <a:ext cx="4852146" cy="205531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835903" y="5149215"/>
            <a:ext cx="498475" cy="412750"/>
            <a:chOff x="5835903" y="5149215"/>
            <a:chExt cx="498475" cy="412750"/>
          </a:xfrm>
        </p:grpSpPr>
        <p:sp>
          <p:nvSpPr>
            <p:cNvPr id="5" name="object 5"/>
            <p:cNvSpPr/>
            <p:nvPr/>
          </p:nvSpPr>
          <p:spPr>
            <a:xfrm>
              <a:off x="5842253" y="5155565"/>
              <a:ext cx="485775" cy="400050"/>
            </a:xfrm>
            <a:custGeom>
              <a:avLst/>
              <a:gdLst/>
              <a:ahLst/>
              <a:cxnLst/>
              <a:rect l="l" t="t" r="r" b="b"/>
              <a:pathLst>
                <a:path w="485775" h="400050">
                  <a:moveTo>
                    <a:pt x="285750" y="0"/>
                  </a:moveTo>
                  <a:lnTo>
                    <a:pt x="285750" y="99949"/>
                  </a:lnTo>
                  <a:lnTo>
                    <a:pt x="0" y="99949"/>
                  </a:lnTo>
                  <a:lnTo>
                    <a:pt x="0" y="299974"/>
                  </a:lnTo>
                  <a:lnTo>
                    <a:pt x="285750" y="299974"/>
                  </a:lnTo>
                  <a:lnTo>
                    <a:pt x="285750" y="400050"/>
                  </a:lnTo>
                  <a:lnTo>
                    <a:pt x="485775" y="20002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42253" y="5155565"/>
              <a:ext cx="485775" cy="400050"/>
            </a:xfrm>
            <a:custGeom>
              <a:avLst/>
              <a:gdLst/>
              <a:ahLst/>
              <a:cxnLst/>
              <a:rect l="l" t="t" r="r" b="b"/>
              <a:pathLst>
                <a:path w="485775" h="400050">
                  <a:moveTo>
                    <a:pt x="285750" y="400050"/>
                  </a:moveTo>
                  <a:lnTo>
                    <a:pt x="285750" y="299974"/>
                  </a:lnTo>
                  <a:lnTo>
                    <a:pt x="0" y="299974"/>
                  </a:lnTo>
                  <a:lnTo>
                    <a:pt x="0" y="99949"/>
                  </a:lnTo>
                  <a:lnTo>
                    <a:pt x="285750" y="99949"/>
                  </a:lnTo>
                  <a:lnTo>
                    <a:pt x="285750" y="0"/>
                  </a:lnTo>
                  <a:lnTo>
                    <a:pt x="485775" y="200025"/>
                  </a:lnTo>
                  <a:lnTo>
                    <a:pt x="285750" y="40005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520944" y="4869256"/>
            <a:ext cx="112839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Escalonamento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79446" y="4386274"/>
            <a:ext cx="4883127" cy="204076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16939" y="1793493"/>
            <a:ext cx="10876915" cy="189166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19685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Reduz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probabilidade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problemas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precisão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numérica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mantendo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estabilidade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durante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treinamento.</a:t>
            </a:r>
            <a:endParaRPr sz="28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2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Por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exemplo,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atributos</a:t>
            </a:r>
            <a:r>
              <a:rPr sz="24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com</a:t>
            </a:r>
            <a:r>
              <a:rPr sz="2400" b="1" i="1" spc="-4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intervalos</a:t>
            </a:r>
            <a:r>
              <a:rPr sz="2400" b="1" i="1" spc="-2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muito</a:t>
            </a:r>
            <a:r>
              <a:rPr sz="2400" b="1" i="1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grandes</a:t>
            </a:r>
            <a:r>
              <a:rPr sz="24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podem</a:t>
            </a:r>
            <a:r>
              <a:rPr sz="24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EC7C30"/>
                </a:solidFill>
                <a:latin typeface="Calibri"/>
                <a:cs typeface="Calibri"/>
              </a:rPr>
              <a:t>gerar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erros/gradientes</a:t>
            </a:r>
            <a:r>
              <a:rPr sz="24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EC7C30"/>
                </a:solidFill>
                <a:latin typeface="Calibri"/>
                <a:cs typeface="Calibri"/>
              </a:rPr>
              <a:t>extremamente</a:t>
            </a:r>
            <a:r>
              <a:rPr sz="24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grandes</a:t>
            </a:r>
            <a:r>
              <a:rPr sz="24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representados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pelas variáveis.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Vantagens</a:t>
            </a:r>
            <a:r>
              <a:rPr spc="-90" dirty="0"/>
              <a:t> </a:t>
            </a:r>
            <a:r>
              <a:rPr dirty="0"/>
              <a:t>do</a:t>
            </a:r>
            <a:r>
              <a:rPr spc="-80" dirty="0"/>
              <a:t> </a:t>
            </a:r>
            <a:r>
              <a:rPr dirty="0"/>
              <a:t>escalonamento</a:t>
            </a:r>
            <a:r>
              <a:rPr spc="-70" dirty="0"/>
              <a:t> </a:t>
            </a:r>
            <a:r>
              <a:rPr dirty="0"/>
              <a:t>de</a:t>
            </a:r>
            <a:r>
              <a:rPr spc="-90" dirty="0"/>
              <a:t> </a:t>
            </a:r>
            <a:r>
              <a:rPr spc="-10" dirty="0"/>
              <a:t>atributos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1539" y="1793493"/>
            <a:ext cx="10465435" cy="1578637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66700" marR="304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10" dirty="0">
                <a:latin typeface="Calibri"/>
                <a:cs typeface="Calibri"/>
              </a:rPr>
              <a:t>Possibilita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comparação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justa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peso/influência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atributo</a:t>
            </a:r>
            <a:r>
              <a:rPr sz="2800" b="1" i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no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remover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aqueles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sem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muita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importância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723900" lvl="1" indent="-229235">
              <a:lnSpc>
                <a:spcPct val="100000"/>
              </a:lnSpc>
              <a:spcBef>
                <a:spcPts val="195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Pois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representam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impacto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relativo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cada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atributo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predições.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30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773546" y="5098288"/>
            <a:ext cx="498475" cy="412750"/>
            <a:chOff x="5773546" y="5098288"/>
            <a:chExt cx="498475" cy="412750"/>
          </a:xfrm>
        </p:grpSpPr>
        <p:sp>
          <p:nvSpPr>
            <p:cNvPr id="9" name="object 9"/>
            <p:cNvSpPr/>
            <p:nvPr/>
          </p:nvSpPr>
          <p:spPr>
            <a:xfrm>
              <a:off x="5779896" y="5104638"/>
              <a:ext cx="485775" cy="400050"/>
            </a:xfrm>
            <a:custGeom>
              <a:avLst/>
              <a:gdLst/>
              <a:ahLst/>
              <a:cxnLst/>
              <a:rect l="l" t="t" r="r" b="b"/>
              <a:pathLst>
                <a:path w="485775" h="400050">
                  <a:moveTo>
                    <a:pt x="285750" y="0"/>
                  </a:moveTo>
                  <a:lnTo>
                    <a:pt x="285750" y="99949"/>
                  </a:lnTo>
                  <a:lnTo>
                    <a:pt x="0" y="99949"/>
                  </a:lnTo>
                  <a:lnTo>
                    <a:pt x="0" y="299974"/>
                  </a:lnTo>
                  <a:lnTo>
                    <a:pt x="285750" y="299974"/>
                  </a:lnTo>
                  <a:lnTo>
                    <a:pt x="285750" y="400050"/>
                  </a:lnTo>
                  <a:lnTo>
                    <a:pt x="485775" y="20002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79896" y="5104638"/>
              <a:ext cx="485775" cy="400050"/>
            </a:xfrm>
            <a:custGeom>
              <a:avLst/>
              <a:gdLst/>
              <a:ahLst/>
              <a:cxnLst/>
              <a:rect l="l" t="t" r="r" b="b"/>
              <a:pathLst>
                <a:path w="485775" h="400050">
                  <a:moveTo>
                    <a:pt x="285750" y="400050"/>
                  </a:moveTo>
                  <a:lnTo>
                    <a:pt x="285750" y="299974"/>
                  </a:lnTo>
                  <a:lnTo>
                    <a:pt x="0" y="299974"/>
                  </a:lnTo>
                  <a:lnTo>
                    <a:pt x="0" y="99949"/>
                  </a:lnTo>
                  <a:lnTo>
                    <a:pt x="285750" y="99949"/>
                  </a:lnTo>
                  <a:lnTo>
                    <a:pt x="285750" y="0"/>
                  </a:lnTo>
                  <a:lnTo>
                    <a:pt x="485775" y="200025"/>
                  </a:lnTo>
                  <a:lnTo>
                    <a:pt x="285750" y="40005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458714" y="4818329"/>
            <a:ext cx="112839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Escalonamento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339" y="4352170"/>
            <a:ext cx="4922676" cy="208522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65694" y="4376784"/>
            <a:ext cx="4932176" cy="20612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F674590E-8166-D4CF-7002-D13703AE1194}"/>
                  </a:ext>
                </a:extLst>
              </p:cNvPr>
              <p:cNvSpPr txBox="1"/>
              <p:nvPr/>
            </p:nvSpPr>
            <p:spPr>
              <a:xfrm>
                <a:off x="2920802" y="3469019"/>
                <a:ext cx="63503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F674590E-8166-D4CF-7002-D13703AE1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0802" y="3469019"/>
                <a:ext cx="6350393" cy="369332"/>
              </a:xfrm>
              <a:prstGeom prst="rect">
                <a:avLst/>
              </a:prstGeom>
              <a:blipFill>
                <a:blip r:embed="rId4"/>
                <a:stretch>
                  <a:fillRect l="-576" t="-13115" r="-1152" b="-3770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Vantagens</a:t>
            </a:r>
            <a:r>
              <a:rPr spc="-90" dirty="0"/>
              <a:t> </a:t>
            </a:r>
            <a:r>
              <a:rPr dirty="0"/>
              <a:t>do</a:t>
            </a:r>
            <a:r>
              <a:rPr spc="-80" dirty="0"/>
              <a:t> </a:t>
            </a:r>
            <a:r>
              <a:rPr dirty="0"/>
              <a:t>escalonamento</a:t>
            </a:r>
            <a:r>
              <a:rPr spc="-70" dirty="0"/>
              <a:t> </a:t>
            </a:r>
            <a:r>
              <a:rPr dirty="0"/>
              <a:t>de</a:t>
            </a:r>
            <a:r>
              <a:rPr spc="-90" dirty="0"/>
              <a:t> </a:t>
            </a:r>
            <a:r>
              <a:rPr spc="-10" dirty="0"/>
              <a:t>atributos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830"/>
            <a:ext cx="10470515" cy="121475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Evita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atributos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com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escalas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muito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diferentes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dominem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modelo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7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Sem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escalonamento,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importância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atributos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com </a:t>
            </a:r>
            <a:r>
              <a:rPr sz="2400" dirty="0">
                <a:latin typeface="Calibri"/>
                <a:cs typeface="Calibri"/>
              </a:rPr>
              <a:t>intervalos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maiores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importância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atributos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intervalos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menores.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799835" y="5401817"/>
            <a:ext cx="498475" cy="413384"/>
            <a:chOff x="5799835" y="5401817"/>
            <a:chExt cx="498475" cy="413384"/>
          </a:xfrm>
        </p:grpSpPr>
        <p:sp>
          <p:nvSpPr>
            <p:cNvPr id="5" name="object 5"/>
            <p:cNvSpPr/>
            <p:nvPr/>
          </p:nvSpPr>
          <p:spPr>
            <a:xfrm>
              <a:off x="5806185" y="5408167"/>
              <a:ext cx="485775" cy="400685"/>
            </a:xfrm>
            <a:custGeom>
              <a:avLst/>
              <a:gdLst/>
              <a:ahLst/>
              <a:cxnLst/>
              <a:rect l="l" t="t" r="r" b="b"/>
              <a:pathLst>
                <a:path w="485775" h="400685">
                  <a:moveTo>
                    <a:pt x="285750" y="0"/>
                  </a:moveTo>
                  <a:lnTo>
                    <a:pt x="285750" y="100075"/>
                  </a:lnTo>
                  <a:lnTo>
                    <a:pt x="0" y="100075"/>
                  </a:lnTo>
                  <a:lnTo>
                    <a:pt x="0" y="300062"/>
                  </a:lnTo>
                  <a:lnTo>
                    <a:pt x="285750" y="300062"/>
                  </a:lnTo>
                  <a:lnTo>
                    <a:pt x="285750" y="400075"/>
                  </a:lnTo>
                  <a:lnTo>
                    <a:pt x="485775" y="20005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06185" y="5408167"/>
              <a:ext cx="485775" cy="400685"/>
            </a:xfrm>
            <a:custGeom>
              <a:avLst/>
              <a:gdLst/>
              <a:ahLst/>
              <a:cxnLst/>
              <a:rect l="l" t="t" r="r" b="b"/>
              <a:pathLst>
                <a:path w="485775" h="400685">
                  <a:moveTo>
                    <a:pt x="285750" y="400075"/>
                  </a:moveTo>
                  <a:lnTo>
                    <a:pt x="285750" y="300062"/>
                  </a:lnTo>
                  <a:lnTo>
                    <a:pt x="0" y="300062"/>
                  </a:lnTo>
                  <a:lnTo>
                    <a:pt x="0" y="100075"/>
                  </a:lnTo>
                  <a:lnTo>
                    <a:pt x="285750" y="100075"/>
                  </a:lnTo>
                  <a:lnTo>
                    <a:pt x="285750" y="0"/>
                  </a:lnTo>
                  <a:lnTo>
                    <a:pt x="485775" y="200050"/>
                  </a:lnTo>
                  <a:lnTo>
                    <a:pt x="285750" y="400075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485003" y="5122545"/>
            <a:ext cx="11283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Escalonamento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628" y="4655746"/>
            <a:ext cx="4922676" cy="208522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1983" y="4680360"/>
            <a:ext cx="4932176" cy="2061245"/>
          </a:xfrm>
          <a:prstGeom prst="rect">
            <a:avLst/>
          </a:prstGeom>
        </p:spPr>
      </p:pic>
      <p:sp>
        <p:nvSpPr>
          <p:cNvPr id="29" name="object 22">
            <a:extLst>
              <a:ext uri="{FF2B5EF4-FFF2-40B4-BE49-F238E27FC236}">
                <a16:creationId xmlns:a16="http://schemas.microsoft.com/office/drawing/2014/main" id="{1E0800E0-3EDF-3E11-3556-946F3B80F61B}"/>
              </a:ext>
            </a:extLst>
          </p:cNvPr>
          <p:cNvSpPr txBox="1"/>
          <p:nvPr/>
        </p:nvSpPr>
        <p:spPr>
          <a:xfrm>
            <a:off x="7778129" y="4071155"/>
            <a:ext cx="699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z="1800" spc="-50" dirty="0">
                <a:latin typeface="Cambria Math"/>
                <a:cs typeface="Cambria Math"/>
              </a:rPr>
              <a:t>𝑥</a:t>
            </a:r>
            <a:r>
              <a:rPr sz="1800" dirty="0">
                <a:latin typeface="Cambria Math"/>
                <a:cs typeface="Cambria Math"/>
              </a:rPr>
              <a:t>	≫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23">
            <a:extLst>
              <a:ext uri="{FF2B5EF4-FFF2-40B4-BE49-F238E27FC236}">
                <a16:creationId xmlns:a16="http://schemas.microsoft.com/office/drawing/2014/main" id="{828A2FA8-D5CE-C452-1171-0669B12B94BC}"/>
              </a:ext>
            </a:extLst>
          </p:cNvPr>
          <p:cNvSpPr txBox="1"/>
          <p:nvPr/>
        </p:nvSpPr>
        <p:spPr>
          <a:xfrm>
            <a:off x="7894207" y="4179359"/>
            <a:ext cx="67881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68325" algn="l"/>
              </a:tabLst>
            </a:pPr>
            <a:r>
              <a:rPr sz="1300" spc="-50" dirty="0">
                <a:latin typeface="Cambria Math"/>
                <a:cs typeface="Cambria Math"/>
              </a:rPr>
              <a:t>1</a:t>
            </a:r>
            <a:r>
              <a:rPr sz="1300" dirty="0">
                <a:latin typeface="Cambria Math"/>
                <a:cs typeface="Cambria Math"/>
              </a:rPr>
              <a:t>	</a:t>
            </a:r>
            <a:r>
              <a:rPr sz="1300" spc="-50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CB41D613-C0C1-1A90-5EDA-01710C62A787}"/>
                  </a:ext>
                </a:extLst>
              </p:cNvPr>
              <p:cNvSpPr txBox="1"/>
              <p:nvPr/>
            </p:nvSpPr>
            <p:spPr>
              <a:xfrm>
                <a:off x="717311" y="3089474"/>
                <a:ext cx="6590073" cy="10388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pt-BR" sz="2400" b="0" i="0" smtClean="0">
                                          <a:latin typeface="Cambria Math" panose="02040503050406030204" pitchFamily="18" charset="0"/>
                                        </a:rPr>
                                        <m:t>noisy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CB41D613-C0C1-1A90-5EDA-01710C62A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311" y="3089474"/>
                <a:ext cx="6590073" cy="10388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3CE2C6F8-5D8A-EED4-7718-DAB3D9FE8BB0}"/>
                  </a:ext>
                </a:extLst>
              </p:cNvPr>
              <p:cNvSpPr txBox="1"/>
              <p:nvPr/>
            </p:nvSpPr>
            <p:spPr>
              <a:xfrm>
                <a:off x="7651511" y="3070142"/>
                <a:ext cx="4264181" cy="10774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pt-BR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noisy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3CE2C6F8-5D8A-EED4-7718-DAB3D9FE8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1511" y="3070142"/>
                <a:ext cx="4264181" cy="10774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Chave Direita 32">
            <a:extLst>
              <a:ext uri="{FF2B5EF4-FFF2-40B4-BE49-F238E27FC236}">
                <a16:creationId xmlns:a16="http://schemas.microsoft.com/office/drawing/2014/main" id="{FC95BBE7-2A49-5C42-BE5E-83561AD26274}"/>
              </a:ext>
            </a:extLst>
          </p:cNvPr>
          <p:cNvSpPr/>
          <p:nvPr/>
        </p:nvSpPr>
        <p:spPr>
          <a:xfrm rot="5400000">
            <a:off x="5462474" y="2697488"/>
            <a:ext cx="299720" cy="2706751"/>
          </a:xfrm>
          <a:prstGeom prst="rightBrace">
            <a:avLst>
              <a:gd name="adj1" fmla="val 98064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88AB60D1-1A9F-30FB-2719-2A79BCFE9C21}"/>
              </a:ext>
            </a:extLst>
          </p:cNvPr>
          <p:cNvSpPr txBox="1"/>
          <p:nvPr/>
        </p:nvSpPr>
        <p:spPr>
          <a:xfrm>
            <a:off x="4647967" y="4200724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Função Hipótese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Escalonamento</a:t>
            </a:r>
            <a:r>
              <a:rPr spc="-80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spc="-10" dirty="0"/>
              <a:t>atributos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10846435" cy="485394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10" dirty="0">
                <a:latin typeface="Calibri"/>
                <a:cs typeface="Calibri"/>
              </a:rPr>
              <a:t>Observações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19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escalonamento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aplicado</a:t>
            </a:r>
            <a:r>
              <a:rPr sz="2800" b="1" i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antes</a:t>
            </a:r>
            <a:r>
              <a:rPr sz="2800" b="1" i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do</a:t>
            </a:r>
            <a:r>
              <a:rPr sz="2800" b="1" i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treinamento</a:t>
            </a:r>
            <a:r>
              <a:rPr sz="2800"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durante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fase</a:t>
            </a:r>
            <a:r>
              <a:rPr sz="2800" b="1" i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2800" b="1" i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6FC0"/>
                </a:solidFill>
                <a:latin typeface="Calibri"/>
                <a:cs typeface="Calibri"/>
              </a:rPr>
              <a:t>pré-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processamento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geral,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aplicamos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escalonamento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apenas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aos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atributos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aos </a:t>
            </a:r>
            <a:r>
              <a:rPr sz="2800" dirty="0">
                <a:latin typeface="Calibri"/>
                <a:cs typeface="Calibri"/>
              </a:rPr>
              <a:t>rótulos,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atributos</a:t>
            </a:r>
            <a:r>
              <a:rPr sz="2800" b="1" i="1" spc="-9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que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influenciam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o</a:t>
            </a:r>
            <a:r>
              <a:rPr sz="2800" b="1" i="1" spc="-9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formato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da</a:t>
            </a:r>
            <a:r>
              <a:rPr sz="2800" b="1" i="1" spc="-9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superfície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EC7C30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erro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Além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disso,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escalonar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rótulos,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perde-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significado.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Por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exemplo,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predição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preço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deixa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reais.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escalonamento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(qualquer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tipo)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altera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os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valores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dos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pesos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originais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marR="118745" lvl="1" indent="-228600">
              <a:lnSpc>
                <a:spcPts val="2590"/>
              </a:lnSpc>
              <a:spcBef>
                <a:spcPts val="57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escala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atributos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alterada,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ainda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prediga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mesmos </a:t>
            </a:r>
            <a:r>
              <a:rPr sz="2400" dirty="0">
                <a:latin typeface="Calibri"/>
                <a:cs typeface="Calibri"/>
              </a:rPr>
              <a:t>valores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rótulos),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precisam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seus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alterados.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Escalonamento</a:t>
            </a:r>
            <a:r>
              <a:rPr spc="-80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spc="-10" dirty="0"/>
              <a:t>atributos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10789285" cy="399224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10" dirty="0">
                <a:latin typeface="Calibri"/>
                <a:cs typeface="Calibri"/>
              </a:rPr>
              <a:t>Observações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escalonamento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qualquer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versão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GD.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temos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conjuntos</a:t>
            </a:r>
            <a:r>
              <a:rPr sz="2800" b="1" i="1" spc="-10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validação</a:t>
            </a:r>
            <a:r>
              <a:rPr sz="2800" b="1" i="1" spc="-9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e</a:t>
            </a:r>
            <a:r>
              <a:rPr sz="2800"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teste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(conjuntos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não </a:t>
            </a:r>
            <a:r>
              <a:rPr sz="2800" spc="-10" dirty="0">
                <a:latin typeface="Calibri"/>
                <a:cs typeface="Calibri"/>
              </a:rPr>
              <a:t>utilizados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treinar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servindo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medir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capacidade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20" dirty="0">
                <a:latin typeface="Calibri"/>
                <a:cs typeface="Calibri"/>
              </a:rPr>
              <a:t>generalização),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regra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aplicar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parâmetros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escalonamento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(i.e., </a:t>
            </a:r>
            <a:r>
              <a:rPr sz="2800" dirty="0">
                <a:latin typeface="Calibri"/>
                <a:cs typeface="Calibri"/>
              </a:rPr>
              <a:t>média,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variância,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mín.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máx.)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obtidos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durante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escalonamento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conjunto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eles.</a:t>
            </a:r>
            <a:endParaRPr sz="2800" dirty="0">
              <a:latin typeface="Calibri"/>
              <a:cs typeface="Calibri"/>
            </a:endParaRPr>
          </a:p>
          <a:p>
            <a:pPr marL="241300" marR="1122045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Outras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pré-</a:t>
            </a:r>
            <a:r>
              <a:rPr sz="2800" spc="-10" dirty="0">
                <a:latin typeface="Calibri"/>
                <a:cs typeface="Calibri"/>
              </a:rPr>
              <a:t>processamento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encontradas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em </a:t>
            </a:r>
            <a:r>
              <a:rPr sz="28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https://scikit-</a:t>
            </a:r>
            <a:r>
              <a:rPr sz="2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learn.org/stable/modules/preprocessing.html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Escalonamento</a:t>
            </a:r>
            <a:r>
              <a:rPr spc="-80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spc="-10" dirty="0"/>
              <a:t>atributos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7827"/>
            <a:ext cx="10984865" cy="47879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2800" b="1" spc="-10" dirty="0">
                <a:latin typeface="Calibri"/>
                <a:cs typeface="Calibri"/>
              </a:rPr>
              <a:t>Observações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241300" marR="492125" indent="-228600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padronização</a:t>
            </a:r>
            <a:r>
              <a:rPr sz="2800" b="1" i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não</a:t>
            </a:r>
            <a:r>
              <a:rPr sz="2800" b="1" i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restringe</a:t>
            </a:r>
            <a:r>
              <a:rPr sz="28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o</a:t>
            </a:r>
            <a:r>
              <a:rPr sz="2800" b="1" i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intervalo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dos</a:t>
            </a:r>
            <a:r>
              <a:rPr sz="2800" b="1" i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atributos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assim,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mesmo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tenham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discrepantes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afetados.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45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Ou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padronização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mascara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outliers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378460" indent="-228600">
              <a:lnSpc>
                <a:spcPts val="2690"/>
              </a:lnSpc>
              <a:spcBef>
                <a:spcPts val="9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Já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normalização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os</a:t>
            </a:r>
            <a:r>
              <a:rPr sz="2800"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mascara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força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fiquem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dentro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spc="-10" dirty="0">
                <a:latin typeface="Calibri"/>
                <a:cs typeface="Calibri"/>
              </a:rPr>
              <a:t>intervalo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específico.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45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Isso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torna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identificação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remoção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difíceis.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3025"/>
              </a:lnSpc>
              <a:spcBef>
                <a:spcPts val="3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existe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rígida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direta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dizer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quando</a:t>
            </a:r>
            <a:r>
              <a:rPr sz="2800" spc="-1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normalizar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ou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025"/>
              </a:lnSpc>
            </a:pPr>
            <a:r>
              <a:rPr sz="2800" b="1" i="1" spc="-10" dirty="0">
                <a:latin typeface="Calibri"/>
                <a:cs typeface="Calibri"/>
              </a:rPr>
              <a:t>padronizar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atributos.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geral,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treinar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brutos,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normalizados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spc="-10" dirty="0">
                <a:latin typeface="Calibri"/>
                <a:cs typeface="Calibri"/>
              </a:rPr>
              <a:t>padronizados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seguida,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comparar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desempenho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dos </a:t>
            </a:r>
            <a:r>
              <a:rPr sz="2800" spc="-10" dirty="0">
                <a:latin typeface="Calibri"/>
                <a:cs typeface="Calibri"/>
              </a:rPr>
              <a:t>casos.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Escalonamento</a:t>
            </a:r>
            <a:r>
              <a:rPr spc="-80" dirty="0"/>
              <a:t> </a:t>
            </a:r>
            <a:r>
              <a:rPr dirty="0"/>
              <a:t>de</a:t>
            </a:r>
            <a:r>
              <a:rPr spc="-85" dirty="0"/>
              <a:t> </a:t>
            </a:r>
            <a:r>
              <a:rPr dirty="0"/>
              <a:t>atributos:</a:t>
            </a:r>
            <a:r>
              <a:rPr spc="-80" dirty="0"/>
              <a:t> </a:t>
            </a:r>
            <a:r>
              <a:rPr spc="-10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1539" y="1835023"/>
            <a:ext cx="11196320" cy="497967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66700" marR="3350260" indent="-228600">
              <a:lnSpc>
                <a:spcPts val="3040"/>
              </a:lnSpc>
              <a:spcBef>
                <a:spcPts val="459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Superfície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vale,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taxa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variação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direção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𝑎</a:t>
            </a:r>
            <a:r>
              <a:rPr sz="3075" spc="-37" baseline="-16260" dirty="0">
                <a:latin typeface="Cambria Math"/>
                <a:cs typeface="Cambria Math"/>
              </a:rPr>
              <a:t>1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marR="3207385" indent="-228600">
              <a:lnSpc>
                <a:spcPts val="3030"/>
              </a:lnSpc>
              <a:spcBef>
                <a:spcPts val="985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65" dirty="0">
                <a:latin typeface="Calibri"/>
                <a:cs typeface="Calibri"/>
              </a:rPr>
              <a:t>Taxa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praticamente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constante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na </a:t>
            </a:r>
            <a:r>
              <a:rPr sz="2800" dirty="0">
                <a:latin typeface="Calibri"/>
                <a:cs typeface="Calibri"/>
              </a:rPr>
              <a:t>direção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𝑎</a:t>
            </a:r>
            <a:r>
              <a:rPr sz="3075" baseline="-16260" dirty="0">
                <a:latin typeface="Cambria Math"/>
                <a:cs typeface="Cambria Math"/>
              </a:rPr>
              <a:t>2</a:t>
            </a:r>
            <a:r>
              <a:rPr sz="3075" spc="337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(reta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inclinação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≈</a:t>
            </a:r>
            <a:r>
              <a:rPr sz="2800" spc="65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0°</a:t>
            </a:r>
            <a:r>
              <a:rPr sz="2800" spc="-20" dirty="0">
                <a:latin typeface="Calibri"/>
                <a:cs typeface="Calibri"/>
              </a:rPr>
              <a:t>).</a:t>
            </a:r>
            <a:endParaRPr sz="2800" dirty="0">
              <a:latin typeface="Calibri"/>
              <a:cs typeface="Calibri"/>
            </a:endParaRPr>
          </a:p>
          <a:p>
            <a:pPr marL="266700" marR="3674745" indent="-228600">
              <a:lnSpc>
                <a:spcPct val="90000"/>
              </a:lnSpc>
              <a:spcBef>
                <a:spcPts val="944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variação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grande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são </a:t>
            </a:r>
            <a:r>
              <a:rPr sz="2800" spc="-10" dirty="0">
                <a:latin typeface="Calibri"/>
                <a:cs typeface="Calibri"/>
              </a:rPr>
              <a:t>atualizados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rapidamente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atributos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variação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pequena.</a:t>
            </a:r>
            <a:endParaRPr sz="2800" dirty="0">
              <a:latin typeface="Calibri"/>
              <a:cs typeface="Calibri"/>
            </a:endParaRPr>
          </a:p>
          <a:p>
            <a:pPr marL="723900" marR="3168650" lvl="1" indent="-228600">
              <a:lnSpc>
                <a:spcPts val="2590"/>
              </a:lnSpc>
              <a:spcBef>
                <a:spcPts val="575"/>
              </a:spcBef>
              <a:buFont typeface="Arial"/>
              <a:buChar char="•"/>
              <a:tabLst>
                <a:tab pos="724535" algn="l"/>
              </a:tabLst>
            </a:pPr>
            <a:r>
              <a:rPr sz="2400" dirty="0">
                <a:latin typeface="Cambria Math"/>
                <a:cs typeface="Cambria Math"/>
              </a:rPr>
              <a:t>𝑥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625" spc="30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contribui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fazendo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com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𝑎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625" spc="32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seja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rapidamente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atualizado.</a:t>
            </a:r>
            <a:endParaRPr sz="2400" dirty="0">
              <a:latin typeface="Calibri"/>
              <a:cs typeface="Calibri"/>
            </a:endParaRPr>
          </a:p>
          <a:p>
            <a:pPr marL="266700" marR="2959735" indent="-228600">
              <a:lnSpc>
                <a:spcPts val="3010"/>
              </a:lnSpc>
              <a:spcBef>
                <a:spcPts val="1000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gradiente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𝑎</a:t>
            </a:r>
            <a:r>
              <a:rPr sz="3075" baseline="-16260" dirty="0">
                <a:latin typeface="Cambria Math"/>
                <a:cs typeface="Cambria Math"/>
              </a:rPr>
              <a:t>2</a:t>
            </a:r>
            <a:r>
              <a:rPr sz="3075" spc="352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pequeno,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fica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lento.</a:t>
            </a:r>
            <a:endParaRPr sz="2800" dirty="0">
              <a:latin typeface="Calibri"/>
              <a:cs typeface="Calibri"/>
            </a:endParaRPr>
          </a:p>
          <a:p>
            <a:pPr marL="7226300">
              <a:lnSpc>
                <a:spcPct val="100000"/>
              </a:lnSpc>
              <a:spcBef>
                <a:spcPts val="1290"/>
              </a:spcBef>
            </a:pPr>
            <a:r>
              <a:rPr sz="1200" u="sng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200" u="sng" spc="-45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spc="-10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2"/>
              </a:rPr>
              <a:t>escalonamento_de_atributos_com_scikit_learn.ipynb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33310" y="4648009"/>
            <a:ext cx="2768463" cy="17972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79581" y="1820118"/>
            <a:ext cx="2603631" cy="258657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4969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Escalonamento</a:t>
            </a:r>
            <a:r>
              <a:rPr spc="-80" dirty="0"/>
              <a:t> </a:t>
            </a:r>
            <a:r>
              <a:rPr dirty="0"/>
              <a:t>de</a:t>
            </a:r>
            <a:r>
              <a:rPr spc="-85" dirty="0"/>
              <a:t> </a:t>
            </a:r>
            <a:r>
              <a:rPr dirty="0"/>
              <a:t>atributos:</a:t>
            </a:r>
            <a:r>
              <a:rPr spc="-80" dirty="0"/>
              <a:t> </a:t>
            </a:r>
            <a:r>
              <a:rPr spc="-10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71840"/>
            <a:ext cx="8015605" cy="437705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Agora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aplicamos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padronização</a:t>
            </a:r>
            <a:r>
              <a:rPr sz="2800" b="1" i="1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atributos.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 algn="just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Após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padronização,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superfície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aproxima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mais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“</a:t>
            </a:r>
            <a:r>
              <a:rPr sz="2800" i="1" spc="-10" dirty="0">
                <a:latin typeface="Calibri"/>
                <a:cs typeface="Calibri"/>
              </a:rPr>
              <a:t>tigela</a:t>
            </a:r>
            <a:r>
              <a:rPr sz="2800" spc="-10" dirty="0">
                <a:latin typeface="Calibri"/>
                <a:cs typeface="Calibri"/>
              </a:rPr>
              <a:t>”.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9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5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linhas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5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contorno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5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tornam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5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“circulares”, </a:t>
            </a:r>
            <a:r>
              <a:rPr sz="2800" dirty="0">
                <a:latin typeface="Calibri"/>
                <a:cs typeface="Calibri"/>
              </a:rPr>
              <a:t>indicando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superfície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inclinação</a:t>
            </a:r>
            <a:r>
              <a:rPr sz="2800" b="1" i="1" spc="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similar</a:t>
            </a:r>
            <a:r>
              <a:rPr sz="2800" b="1" i="1" spc="5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em </a:t>
            </a:r>
            <a:r>
              <a:rPr sz="2800" b="1" i="1" dirty="0">
                <a:latin typeface="Calibri"/>
                <a:cs typeface="Calibri"/>
              </a:rPr>
              <a:t>todas</a:t>
            </a:r>
            <a:r>
              <a:rPr sz="2800" b="1" i="1" spc="3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as</a:t>
            </a:r>
            <a:r>
              <a:rPr sz="2800" b="1" i="1" spc="3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direções</a:t>
            </a:r>
            <a:r>
              <a:rPr sz="2800" b="1" i="1" spc="3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3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atributos</a:t>
            </a:r>
            <a:r>
              <a:rPr sz="2800" spc="3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agora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têm </a:t>
            </a:r>
            <a:r>
              <a:rPr sz="2800" spc="-10" dirty="0">
                <a:latin typeface="Calibri"/>
                <a:cs typeface="Calibri"/>
              </a:rPr>
              <a:t>intervalos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similares.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 algn="just">
              <a:lnSpc>
                <a:spcPts val="302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treinamento se torna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 rápido,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inclinação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superfície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torna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íngreme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todas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as </a:t>
            </a:r>
            <a:r>
              <a:rPr sz="2800" spc="-10" dirty="0">
                <a:latin typeface="Calibri"/>
                <a:cs typeface="Calibri"/>
              </a:rPr>
              <a:t>direções.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654" y="1057402"/>
            <a:ext cx="11468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Padronização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7891" y="1423404"/>
            <a:ext cx="2527775" cy="290510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99317" y="4524755"/>
            <a:ext cx="2592921" cy="2311687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7361" y="50419"/>
            <a:ext cx="84905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Escalonamento</a:t>
            </a:r>
            <a:r>
              <a:rPr spc="-75" dirty="0"/>
              <a:t> </a:t>
            </a:r>
            <a:r>
              <a:rPr dirty="0"/>
              <a:t>de</a:t>
            </a:r>
            <a:r>
              <a:rPr spc="-90" dirty="0"/>
              <a:t> </a:t>
            </a:r>
            <a:r>
              <a:rPr dirty="0"/>
              <a:t>atributos:</a:t>
            </a:r>
            <a:r>
              <a:rPr spc="-85" dirty="0"/>
              <a:t> </a:t>
            </a:r>
            <a:r>
              <a:rPr spc="-10" dirty="0"/>
              <a:t>Exemplo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977" y="3983964"/>
            <a:ext cx="1963547" cy="259373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9425" y="4781023"/>
            <a:ext cx="254000" cy="12922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b="1" spc="-10" dirty="0">
                <a:latin typeface="Calibri"/>
                <a:cs typeface="Calibri"/>
              </a:rPr>
              <a:t>Padronização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4133" y="1378004"/>
            <a:ext cx="254000" cy="19348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b="1" dirty="0">
                <a:latin typeface="Calibri"/>
                <a:cs typeface="Calibri"/>
              </a:rPr>
              <a:t>Sem</a:t>
            </a:r>
            <a:r>
              <a:rPr sz="1800" b="1" spc="-10" dirty="0">
                <a:latin typeface="Calibri"/>
                <a:cs typeface="Calibri"/>
              </a:rPr>
              <a:t> escalonamento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8843" y="1160545"/>
            <a:ext cx="5701762" cy="201940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8189" y="4068621"/>
            <a:ext cx="5620732" cy="201940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39604" y="4144241"/>
            <a:ext cx="1947772" cy="193411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591814" y="6135116"/>
            <a:ext cx="2614930" cy="569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algn="ctr">
              <a:lnSpc>
                <a:spcPct val="98700"/>
              </a:lnSpc>
              <a:spcBef>
                <a:spcPts val="114"/>
              </a:spcBef>
            </a:pPr>
            <a:r>
              <a:rPr sz="1200" spc="-10" dirty="0">
                <a:latin typeface="Arial"/>
                <a:cs typeface="Arial"/>
              </a:rPr>
              <a:t>Derivadas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parciais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variam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forma similar,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pois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superfície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tem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mesma </a:t>
            </a:r>
            <a:r>
              <a:rPr sz="1200" dirty="0">
                <a:latin typeface="Arial"/>
                <a:cs typeface="Arial"/>
              </a:rPr>
              <a:t>inclinação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em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ambas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direções.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37890" y="3071240"/>
            <a:ext cx="2856230" cy="57023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065" marR="5080" indent="-1905" algn="ctr">
              <a:lnSpc>
                <a:spcPct val="98900"/>
              </a:lnSpc>
              <a:spcBef>
                <a:spcPts val="114"/>
              </a:spcBef>
            </a:pPr>
            <a:r>
              <a:rPr sz="1200" spc="-10" dirty="0">
                <a:latin typeface="Arial"/>
                <a:cs typeface="Arial"/>
              </a:rPr>
              <a:t>Derivadas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parciais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não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variam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forma similar,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pois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superfície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não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tem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</a:t>
            </a:r>
            <a:r>
              <a:rPr sz="1200" dirty="0">
                <a:latin typeface="Arial"/>
                <a:cs typeface="Arial"/>
              </a:rPr>
              <a:t> mesma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inclinação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em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ambas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as</a:t>
            </a:r>
            <a:r>
              <a:rPr sz="1200" spc="-10" dirty="0">
                <a:latin typeface="Arial"/>
                <a:cs typeface="Arial"/>
              </a:rPr>
              <a:t> direções.</a:t>
            </a:r>
            <a:endParaRPr sz="1200" dirty="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39580" y="1472060"/>
            <a:ext cx="1889450" cy="187697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27344" y="1187415"/>
            <a:ext cx="2744891" cy="1781886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Pré-</a:t>
            </a:r>
            <a:r>
              <a:rPr dirty="0"/>
              <a:t>processamento</a:t>
            </a:r>
            <a:r>
              <a:rPr spc="-100" dirty="0"/>
              <a:t> </a:t>
            </a:r>
            <a:r>
              <a:rPr dirty="0"/>
              <a:t>dos</a:t>
            </a:r>
            <a:r>
              <a:rPr spc="-95" dirty="0"/>
              <a:t> </a:t>
            </a:r>
            <a:r>
              <a:rPr spc="-10" dirty="0"/>
              <a:t>dados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273665" cy="354076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pré-</a:t>
            </a:r>
            <a:r>
              <a:rPr sz="2800" spc="-10" dirty="0">
                <a:latin typeface="Calibri"/>
                <a:cs typeface="Calibri"/>
              </a:rPr>
              <a:t>processamento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etapa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qualquer </a:t>
            </a:r>
            <a:r>
              <a:rPr sz="2800" spc="-20" dirty="0">
                <a:latin typeface="Calibri"/>
                <a:cs typeface="Calibri"/>
              </a:rPr>
              <a:t>tarefa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máquina.</a:t>
            </a:r>
            <a:endParaRPr sz="2800" dirty="0">
              <a:latin typeface="Calibri"/>
              <a:cs typeface="Calibri"/>
            </a:endParaRPr>
          </a:p>
          <a:p>
            <a:pPr marL="241300" marR="79375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Ele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incluir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várias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técnicas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transformação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para </a:t>
            </a:r>
            <a:r>
              <a:rPr sz="2800" spc="-10" dirty="0">
                <a:latin typeface="Calibri"/>
                <a:cs typeface="Calibri"/>
              </a:rPr>
              <a:t>melhorar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qualidade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eficácia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seu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Além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escalonamento,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temos: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Detecção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remoção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outliers.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Identificação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faltantes.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Outras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técnicas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incluem: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Pré-</a:t>
            </a:r>
            <a:r>
              <a:rPr dirty="0"/>
              <a:t>processamento</a:t>
            </a:r>
            <a:r>
              <a:rPr spc="-100" dirty="0"/>
              <a:t> </a:t>
            </a:r>
            <a:r>
              <a:rPr dirty="0"/>
              <a:t>dos</a:t>
            </a:r>
            <a:r>
              <a:rPr spc="-95" dirty="0"/>
              <a:t> </a:t>
            </a:r>
            <a:r>
              <a:rPr spc="-10" dirty="0"/>
              <a:t>dados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10811510" cy="465518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Redução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da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dimensionalidade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visa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diminuir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o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número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9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atributos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(i.e.,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dimensões)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conjunto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mantendo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ao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máximo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a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informação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relevante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269365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spc="-20" dirty="0">
                <a:solidFill>
                  <a:srgbClr val="FF0000"/>
                </a:solidFill>
                <a:latin typeface="Calibri"/>
                <a:cs typeface="Calibri"/>
              </a:rPr>
              <a:t>Transforma</a:t>
            </a:r>
            <a:r>
              <a:rPr sz="2800" b="1" i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originais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novo</a:t>
            </a:r>
            <a:r>
              <a:rPr sz="2800" b="1" i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espaço</a:t>
            </a:r>
            <a:r>
              <a:rPr sz="2800" b="1" i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com</a:t>
            </a:r>
            <a:r>
              <a:rPr sz="2800" b="1" i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menos dimensões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325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Essa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técnica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ajuda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a:</a:t>
            </a:r>
            <a:endParaRPr sz="2800" dirty="0">
              <a:latin typeface="Calibri"/>
              <a:cs typeface="Calibri"/>
            </a:endParaRPr>
          </a:p>
          <a:p>
            <a:pPr marL="698500" marR="255270" lvl="1" indent="-228600">
              <a:lnSpc>
                <a:spcPts val="2300"/>
              </a:lnSpc>
              <a:spcBef>
                <a:spcPts val="52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Reduzir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complexidade</a:t>
            </a:r>
            <a:r>
              <a:rPr sz="24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modelo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tornando-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rápidos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treinar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mais </a:t>
            </a:r>
            <a:r>
              <a:rPr sz="2400" dirty="0">
                <a:latin typeface="Calibri"/>
                <a:cs typeface="Calibri"/>
              </a:rPr>
              <a:t>fáceis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interpretar.</a:t>
            </a:r>
            <a:endParaRPr sz="2400" dirty="0">
              <a:latin typeface="Calibri"/>
              <a:cs typeface="Calibri"/>
            </a:endParaRPr>
          </a:p>
          <a:p>
            <a:pPr marL="698500" marR="288925" lvl="1" indent="-228600">
              <a:lnSpc>
                <a:spcPct val="80000"/>
              </a:lnSpc>
              <a:spcBef>
                <a:spcPts val="53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Reduzir</a:t>
            </a:r>
            <a:r>
              <a:rPr sz="24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sobreajuste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atributos,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menos </a:t>
            </a:r>
            <a:r>
              <a:rPr sz="2400" dirty="0">
                <a:latin typeface="Calibri"/>
                <a:cs typeface="Calibri"/>
              </a:rPr>
              <a:t>probabilidade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memorizar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conjunto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treinamento,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aumentando </a:t>
            </a:r>
            <a:r>
              <a:rPr sz="2400" dirty="0">
                <a:latin typeface="Calibri"/>
                <a:cs typeface="Calibri"/>
              </a:rPr>
              <a:t>sua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capacidade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generalização.</a:t>
            </a:r>
            <a:endParaRPr sz="2400" dirty="0">
              <a:latin typeface="Calibri"/>
              <a:cs typeface="Calibri"/>
            </a:endParaRPr>
          </a:p>
          <a:p>
            <a:pPr marL="698500" marR="283210" lvl="1" indent="-228600">
              <a:lnSpc>
                <a:spcPts val="2300"/>
              </a:lnSpc>
              <a:spcBef>
                <a:spcPts val="48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Visualizar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interpretar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os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dados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especialmente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duas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três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dimensões.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Pré-</a:t>
            </a:r>
            <a:r>
              <a:rPr dirty="0"/>
              <a:t>processamento</a:t>
            </a:r>
            <a:r>
              <a:rPr spc="-100" dirty="0"/>
              <a:t> </a:t>
            </a:r>
            <a:r>
              <a:rPr dirty="0"/>
              <a:t>dos</a:t>
            </a:r>
            <a:r>
              <a:rPr spc="-95" dirty="0"/>
              <a:t> </a:t>
            </a:r>
            <a:r>
              <a:rPr spc="-10" dirty="0"/>
              <a:t>dados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1029950" cy="481012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68961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Aumento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dados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visa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geração</a:t>
            </a:r>
            <a:r>
              <a:rPr sz="2800" b="1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novos</a:t>
            </a:r>
            <a:r>
              <a:rPr sz="28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dados</a:t>
            </a:r>
            <a:r>
              <a:rPr sz="28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dados existentes.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Aplica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técnicas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transformação,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rotação,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espelhamento,</a:t>
            </a:r>
            <a:r>
              <a:rPr sz="2800" spc="7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translação,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zoom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corte,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adição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ruído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existentes.</a:t>
            </a:r>
            <a:endParaRPr sz="2800" dirty="0">
              <a:latin typeface="Calibri"/>
              <a:cs typeface="Calibri"/>
            </a:endParaRPr>
          </a:p>
          <a:p>
            <a:pPr marL="241300" marR="313690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Pode-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modelos</a:t>
            </a:r>
            <a:r>
              <a:rPr sz="2800" b="1" i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generativos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GANs,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difusão,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etc.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gerar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sintéticos.</a:t>
            </a:r>
            <a:endParaRPr sz="2800" dirty="0">
              <a:latin typeface="Calibri"/>
              <a:cs typeface="Calibri"/>
            </a:endParaRPr>
          </a:p>
          <a:p>
            <a:pPr marL="241300" marR="206375" indent="-228600">
              <a:lnSpc>
                <a:spcPct val="90000"/>
              </a:lnSpc>
              <a:spcBef>
                <a:spcPts val="9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Essa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técnica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especialmente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útil</a:t>
            </a:r>
            <a:r>
              <a:rPr sz="28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situações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conjunto</a:t>
            </a:r>
            <a:r>
              <a:rPr sz="2800" b="1" i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28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dados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é</a:t>
            </a:r>
            <a:r>
              <a:rPr sz="2800" b="1" i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limitado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levar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sobreajuste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e, </a:t>
            </a:r>
            <a:r>
              <a:rPr sz="2800" spc="-10" dirty="0">
                <a:latin typeface="Calibri"/>
                <a:cs typeface="Calibri"/>
              </a:rPr>
              <a:t>consequente,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baixa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capacidade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generalização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modelos.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Portanto,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vantagem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redução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sobreajuste.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Técnica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utilizada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visão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computacional.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Pré-</a:t>
            </a:r>
            <a:r>
              <a:rPr dirty="0"/>
              <a:t>processamento</a:t>
            </a:r>
            <a:r>
              <a:rPr spc="-100" dirty="0"/>
              <a:t> </a:t>
            </a:r>
            <a:r>
              <a:rPr dirty="0"/>
              <a:t>dos</a:t>
            </a:r>
            <a:r>
              <a:rPr spc="-95" dirty="0"/>
              <a:t> </a:t>
            </a:r>
            <a:r>
              <a:rPr spc="-10" dirty="0"/>
              <a:t>dados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513060" cy="37795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889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Seleção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atributos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visa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identificar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selecionar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subconjunto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dos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atributos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relevantes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objetivo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reduzir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complexidade</a:t>
            </a:r>
            <a:r>
              <a:rPr sz="2800" b="1" i="1" spc="-4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do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modelo</a:t>
            </a:r>
            <a:r>
              <a:rPr sz="2800" b="1" i="1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e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melhorar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seu</a:t>
            </a:r>
            <a:r>
              <a:rPr sz="2800" b="1" i="1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desempenho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Elimina</a:t>
            </a:r>
            <a:r>
              <a:rPr sz="2800" b="1" i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características</a:t>
            </a:r>
            <a:r>
              <a:rPr sz="2800" b="1" i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redundantes</a:t>
            </a:r>
            <a:r>
              <a:rPr sz="28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ou</a:t>
            </a:r>
            <a:r>
              <a:rPr sz="28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6FC0"/>
                </a:solidFill>
                <a:latin typeface="Calibri"/>
                <a:cs typeface="Calibri"/>
              </a:rPr>
              <a:t>irrelevantes</a:t>
            </a:r>
            <a:r>
              <a:rPr sz="2800" spc="-20" dirty="0">
                <a:latin typeface="Calibri"/>
                <a:cs typeface="Calibri"/>
              </a:rPr>
              <a:t>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além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das </a:t>
            </a:r>
            <a:r>
              <a:rPr sz="2800" spc="-10" dirty="0">
                <a:latin typeface="Calibri"/>
                <a:cs typeface="Calibri"/>
              </a:rPr>
              <a:t>vantagens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acima,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aumenta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interpretabilidade</a:t>
            </a:r>
            <a:r>
              <a:rPr sz="28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modelos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reduz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risco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sobreajuste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31115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Isso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igualmente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tarefa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máquina.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Desafios</a:t>
            </a:r>
            <a:r>
              <a:rPr spc="-85" dirty="0"/>
              <a:t> </a:t>
            </a:r>
            <a:r>
              <a:rPr dirty="0"/>
              <a:t>encontrados</a:t>
            </a:r>
            <a:r>
              <a:rPr spc="-75" dirty="0"/>
              <a:t> </a:t>
            </a:r>
            <a:r>
              <a:rPr dirty="0"/>
              <a:t>pelo</a:t>
            </a:r>
            <a:r>
              <a:rPr spc="-55" dirty="0"/>
              <a:t> </a:t>
            </a:r>
            <a:r>
              <a:rPr spc="-25" dirty="0"/>
              <a:t>GD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89170" y="1759966"/>
            <a:ext cx="7155180" cy="480377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22225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vimos,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superfícies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funções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erro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utilizam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quadrático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médio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para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regressão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linear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sempre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convexas</a:t>
            </a:r>
            <a:r>
              <a:rPr sz="2800" spc="-25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assemelhando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um </a:t>
            </a:r>
            <a:r>
              <a:rPr sz="2800" dirty="0">
                <a:latin typeface="Calibri"/>
                <a:cs typeface="Calibri"/>
              </a:rPr>
              <a:t>vale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tigela.</a:t>
            </a:r>
            <a:endParaRPr sz="2800" dirty="0">
              <a:latin typeface="Calibri"/>
              <a:cs typeface="Calibri"/>
            </a:endParaRPr>
          </a:p>
          <a:p>
            <a:pPr marL="698500" marR="324485" lvl="1" indent="-228600" algn="just">
              <a:lnSpc>
                <a:spcPct val="80000"/>
              </a:lnSpc>
              <a:spcBef>
                <a:spcPts val="520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b="1" dirty="0">
                <a:latin typeface="Calibri"/>
                <a:cs typeface="Calibri"/>
              </a:rPr>
              <a:t>Implicações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4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existem</a:t>
            </a:r>
            <a:r>
              <a:rPr sz="24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mínimos</a:t>
            </a:r>
            <a:r>
              <a:rPr sz="24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locais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apenas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mínimo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global.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superfícies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contínuas</a:t>
            </a:r>
            <a:r>
              <a:rPr sz="24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com </a:t>
            </a:r>
            <a:r>
              <a:rPr sz="2400" dirty="0">
                <a:latin typeface="Calibri"/>
                <a:cs typeface="Calibri"/>
              </a:rPr>
              <a:t>inclinação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nunca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abruptamente.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49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b="1" dirty="0">
                <a:latin typeface="Calibri"/>
                <a:cs typeface="Calibri"/>
              </a:rPr>
              <a:t>Consequência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gradiente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descendente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garantidamente</a:t>
            </a:r>
            <a:r>
              <a:rPr sz="24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converge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mínimo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global </a:t>
            </a:r>
            <a:r>
              <a:rPr sz="2400" dirty="0">
                <a:latin typeface="Calibri"/>
                <a:cs typeface="Calibri"/>
              </a:rPr>
              <a:t>(dado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espere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tempo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suficiente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passo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aprendizagem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grande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demais).</a:t>
            </a:r>
            <a:endParaRPr sz="2400" dirty="0">
              <a:latin typeface="Calibri"/>
              <a:cs typeface="Calibri"/>
            </a:endParaRPr>
          </a:p>
          <a:p>
            <a:pPr marL="241300" marR="498475" indent="-228600">
              <a:lnSpc>
                <a:spcPts val="269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Porém,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superfícies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são </a:t>
            </a:r>
            <a:r>
              <a:rPr sz="2800" b="1" i="1" spc="-10" dirty="0">
                <a:latin typeface="Calibri"/>
                <a:cs typeface="Calibri"/>
              </a:rPr>
              <a:t>convexas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040" y="2417628"/>
            <a:ext cx="3887209" cy="2974537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Desafios</a:t>
            </a:r>
            <a:r>
              <a:rPr spc="-85" dirty="0"/>
              <a:t> </a:t>
            </a:r>
            <a:r>
              <a:rPr dirty="0"/>
              <a:t>encontrados</a:t>
            </a:r>
            <a:r>
              <a:rPr spc="-75" dirty="0"/>
              <a:t> </a:t>
            </a:r>
            <a:r>
              <a:rPr dirty="0"/>
              <a:t>pelo</a:t>
            </a:r>
            <a:r>
              <a:rPr spc="-55" dirty="0"/>
              <a:t> </a:t>
            </a:r>
            <a:r>
              <a:rPr spc="-25" dirty="0"/>
              <a:t>GD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1416" y="1793493"/>
            <a:ext cx="6327140" cy="498729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Algumas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vários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mínimos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locais, </a:t>
            </a:r>
            <a:r>
              <a:rPr sz="2800" dirty="0">
                <a:latin typeface="Calibri"/>
                <a:cs typeface="Calibri"/>
              </a:rPr>
              <a:t>platôs,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sela,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tipo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“</a:t>
            </a:r>
            <a:r>
              <a:rPr sz="2800" b="1" i="1" spc="-25" dirty="0">
                <a:latin typeface="Calibri"/>
                <a:cs typeface="Calibri"/>
              </a:rPr>
              <a:t>irregularidade</a:t>
            </a:r>
            <a:r>
              <a:rPr sz="2800" spc="-25" dirty="0">
                <a:latin typeface="Calibri"/>
                <a:cs typeface="Calibri"/>
              </a:rPr>
              <a:t>”,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dificultando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spc="-20" dirty="0">
                <a:latin typeface="Calibri"/>
                <a:cs typeface="Calibri"/>
              </a:rPr>
              <a:t>convergência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mínimo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global.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ts val="2735"/>
              </a:lnSpc>
              <a:spcBef>
                <a:spcPts val="24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b="1" dirty="0">
                <a:latin typeface="Calibri"/>
                <a:cs typeface="Calibri"/>
              </a:rPr>
              <a:t>Platô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região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elevada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plana,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i.e.,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alto</a:t>
            </a:r>
            <a:r>
              <a:rPr sz="2400" spc="-50" dirty="0">
                <a:latin typeface="Calibri"/>
                <a:cs typeface="Calibri"/>
              </a:rPr>
              <a:t> e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pequena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inclinação.</a:t>
            </a:r>
            <a:endParaRPr sz="2400" dirty="0">
              <a:latin typeface="Calibri"/>
              <a:cs typeface="Calibri"/>
            </a:endParaRPr>
          </a:p>
          <a:p>
            <a:pPr marL="698500" marR="240029" lvl="1" indent="-228600">
              <a:lnSpc>
                <a:spcPct val="90000"/>
              </a:lnSpc>
              <a:spcBef>
                <a:spcPts val="50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Ponto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sela: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ponto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inclinação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direção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o </a:t>
            </a:r>
            <a:r>
              <a:rPr sz="2400" dirty="0">
                <a:latin typeface="Calibri"/>
                <a:cs typeface="Calibri"/>
              </a:rPr>
              <a:t>ponto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mínimo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um </a:t>
            </a:r>
            <a:r>
              <a:rPr sz="2400" dirty="0">
                <a:latin typeface="Calibri"/>
                <a:cs typeface="Calibri"/>
              </a:rPr>
              <a:t>máximo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outra.</a:t>
            </a:r>
            <a:endParaRPr sz="2400" dirty="0">
              <a:latin typeface="Calibri"/>
              <a:cs typeface="Calibri"/>
            </a:endParaRPr>
          </a:p>
          <a:p>
            <a:pPr marL="241300" marR="146050" indent="-228600">
              <a:lnSpc>
                <a:spcPct val="9000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Redes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neurais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modelos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funções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não-</a:t>
            </a:r>
            <a:r>
              <a:rPr sz="2800" b="1" i="1" spc="-25" dirty="0">
                <a:latin typeface="Calibri"/>
                <a:cs typeface="Calibri"/>
              </a:rPr>
              <a:t>convexas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e, </a:t>
            </a:r>
            <a:r>
              <a:rPr sz="2800" spc="-20" dirty="0">
                <a:latin typeface="Calibri"/>
                <a:cs typeface="Calibri"/>
              </a:rPr>
              <a:t>consequentemente,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bastante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irregulares.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2828" y="1710653"/>
            <a:ext cx="3345576" cy="188673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7652" y="4003205"/>
            <a:ext cx="3057707" cy="2623293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Desafios</a:t>
            </a:r>
            <a:r>
              <a:rPr spc="-85" dirty="0"/>
              <a:t> </a:t>
            </a:r>
            <a:r>
              <a:rPr dirty="0"/>
              <a:t>encontrados</a:t>
            </a:r>
            <a:r>
              <a:rPr spc="-75" dirty="0"/>
              <a:t> </a:t>
            </a:r>
            <a:r>
              <a:rPr dirty="0"/>
              <a:t>pelo</a:t>
            </a:r>
            <a:r>
              <a:rPr spc="-55" dirty="0"/>
              <a:t> </a:t>
            </a:r>
            <a:r>
              <a:rPr spc="-25" dirty="0"/>
              <a:t>GD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2813" y="1793493"/>
            <a:ext cx="6069965" cy="422211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236854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mostra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dois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grandes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desafios encontrados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algoritmo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GD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em </a:t>
            </a:r>
            <a:r>
              <a:rPr sz="2800" b="1" i="1" dirty="0">
                <a:latin typeface="Calibri"/>
                <a:cs typeface="Calibri"/>
              </a:rPr>
              <a:t>superfícies</a:t>
            </a:r>
            <a:r>
              <a:rPr sz="2800" b="1" i="1" spc="-1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irregulares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inicializados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ponto </a:t>
            </a:r>
            <a:r>
              <a:rPr sz="2800" spc="-50" dirty="0">
                <a:latin typeface="Calibri"/>
                <a:cs typeface="Calibri"/>
              </a:rPr>
              <a:t>à</a:t>
            </a:r>
            <a:endParaRPr sz="2800" dirty="0">
              <a:latin typeface="Calibri"/>
              <a:cs typeface="Calibri"/>
            </a:endParaRPr>
          </a:p>
          <a:p>
            <a:pPr marL="698500" marR="83185" lvl="1" indent="-228600" algn="just">
              <a:lnSpc>
                <a:spcPts val="2590"/>
              </a:lnSpc>
              <a:spcBef>
                <a:spcPts val="52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esquerda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algoritmo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convergirá</a:t>
            </a:r>
            <a:r>
              <a:rPr sz="2400" b="1" i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para</a:t>
            </a:r>
            <a:r>
              <a:rPr sz="24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spc="-25" dirty="0">
                <a:solidFill>
                  <a:srgbClr val="6F2F9F"/>
                </a:solidFill>
                <a:latin typeface="Calibri"/>
                <a:cs typeface="Calibri"/>
              </a:rPr>
              <a:t>um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mínimo</a:t>
            </a:r>
            <a:r>
              <a:rPr sz="24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local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o </a:t>
            </a:r>
            <a:r>
              <a:rPr sz="2400" dirty="0">
                <a:latin typeface="Calibri"/>
                <a:cs typeface="Calibri"/>
              </a:rPr>
              <a:t>mínimo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global.</a:t>
            </a:r>
            <a:endParaRPr sz="2400" dirty="0">
              <a:latin typeface="Calibri"/>
              <a:cs typeface="Calibri"/>
            </a:endParaRPr>
          </a:p>
          <a:p>
            <a:pPr marL="698500" marR="6350" lvl="1" indent="-228600" algn="just">
              <a:lnSpc>
                <a:spcPts val="2590"/>
              </a:lnSpc>
              <a:spcBef>
                <a:spcPts val="509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direita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levará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tempo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atravessar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platô,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gradiente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próximo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zero, </a:t>
            </a:r>
            <a:r>
              <a:rPr sz="2400" dirty="0">
                <a:latin typeface="Calibri"/>
                <a:cs typeface="Calibri"/>
              </a:rPr>
              <a:t>devido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à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pequena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inclinação.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003" y="2529612"/>
            <a:ext cx="5138147" cy="2897620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Desafios</a:t>
            </a:r>
            <a:r>
              <a:rPr spc="-85" dirty="0"/>
              <a:t> </a:t>
            </a:r>
            <a:r>
              <a:rPr dirty="0"/>
              <a:t>encontrados</a:t>
            </a:r>
            <a:r>
              <a:rPr spc="-75" dirty="0"/>
              <a:t> </a:t>
            </a:r>
            <a:r>
              <a:rPr dirty="0"/>
              <a:t>pelo</a:t>
            </a:r>
            <a:r>
              <a:rPr spc="-55" dirty="0"/>
              <a:t> </a:t>
            </a:r>
            <a:r>
              <a:rPr spc="-25" dirty="0"/>
              <a:t>GD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75808" y="1793493"/>
            <a:ext cx="6329680" cy="399351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201295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garantir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mínimo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encontrado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global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mínimo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local?</a:t>
            </a:r>
            <a:endParaRPr sz="28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90000"/>
              </a:lnSpc>
              <a:spcBef>
                <a:spcPts val="484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Treinar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várias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vezes,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sempre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inicializando</a:t>
            </a:r>
            <a:r>
              <a:rPr sz="24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os</a:t>
            </a:r>
            <a:r>
              <a:rPr sz="2400" b="1" i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pesos</a:t>
            </a:r>
            <a:r>
              <a:rPr sz="2400" b="1" i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6F2F9F"/>
                </a:solidFill>
                <a:latin typeface="Calibri"/>
                <a:cs typeface="Calibri"/>
              </a:rPr>
              <a:t>aleatoriamente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esperança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alguma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dessas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vezes </a:t>
            </a:r>
            <a:r>
              <a:rPr sz="2400" dirty="0">
                <a:latin typeface="Calibri"/>
                <a:cs typeface="Calibri"/>
              </a:rPr>
              <a:t>ele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inicialize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próximo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mínimo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global.</a:t>
            </a:r>
            <a:endParaRPr sz="2400" dirty="0">
              <a:latin typeface="Calibri"/>
              <a:cs typeface="Calibri"/>
            </a:endParaRPr>
          </a:p>
          <a:p>
            <a:pPr marL="698500" marR="43815" lvl="1" indent="-228600">
              <a:lnSpc>
                <a:spcPts val="2590"/>
              </a:lnSpc>
              <a:spcBef>
                <a:spcPts val="540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Uma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inicialização</a:t>
            </a:r>
            <a:r>
              <a:rPr sz="24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dos</a:t>
            </a:r>
            <a:r>
              <a:rPr sz="2400" b="1" i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pesos</a:t>
            </a:r>
            <a:r>
              <a:rPr sz="2400" b="1" i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10" dirty="0">
                <a:latin typeface="Calibri"/>
                <a:cs typeface="Calibri"/>
              </a:rPr>
              <a:t> ajudar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evitar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mínimos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pontos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sela.</a:t>
            </a:r>
            <a:endParaRPr sz="2400" dirty="0">
              <a:latin typeface="Calibri"/>
              <a:cs typeface="Calibri"/>
            </a:endParaRPr>
          </a:p>
          <a:p>
            <a:pPr marL="698500" marR="114935" lvl="1" indent="-228600">
              <a:lnSpc>
                <a:spcPct val="90000"/>
              </a:lnSpc>
              <a:spcBef>
                <a:spcPts val="459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Otimizadores</a:t>
            </a:r>
            <a:r>
              <a:rPr sz="24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como</a:t>
            </a:r>
            <a:r>
              <a:rPr sz="24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Adam,</a:t>
            </a:r>
            <a:r>
              <a:rPr sz="24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RMSprop</a:t>
            </a:r>
            <a:r>
              <a:rPr sz="24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e</a:t>
            </a:r>
            <a:r>
              <a:rPr sz="2400" b="1" i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spc="-25" dirty="0">
                <a:solidFill>
                  <a:srgbClr val="6F2F9F"/>
                </a:solidFill>
                <a:latin typeface="Calibri"/>
                <a:cs typeface="Calibri"/>
              </a:rPr>
              <a:t>SGD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com</a:t>
            </a:r>
            <a:r>
              <a:rPr sz="24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momentum</a:t>
            </a:r>
            <a:r>
              <a:rPr sz="24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navegar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melhor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por </a:t>
            </a:r>
            <a:r>
              <a:rPr sz="2400" dirty="0">
                <a:latin typeface="Calibri"/>
                <a:cs typeface="Calibri"/>
              </a:rPr>
              <a:t>superfícies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irregulares.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000" y="2577891"/>
            <a:ext cx="5013951" cy="2827667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3267" y="2616530"/>
            <a:ext cx="340296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Obrigado!</a:t>
            </a:r>
            <a:endParaRPr sz="66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505" y="672083"/>
            <a:ext cx="2876550" cy="19240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67175" y="2271648"/>
            <a:ext cx="4057650" cy="23145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40978" y="4114622"/>
            <a:ext cx="1847850" cy="24669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647" y="4447157"/>
            <a:ext cx="3696080" cy="241084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85200" y="62102"/>
            <a:ext cx="3515359" cy="2253234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8270" y="1691766"/>
            <a:ext cx="9793605" cy="2237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7200" b="0" dirty="0">
                <a:latin typeface="Calibri"/>
                <a:cs typeface="Calibri"/>
              </a:rPr>
              <a:t>Anexo</a:t>
            </a:r>
            <a:r>
              <a:rPr sz="7200" b="0" spc="-305" dirty="0">
                <a:latin typeface="Calibri"/>
                <a:cs typeface="Calibri"/>
              </a:rPr>
              <a:t> </a:t>
            </a:r>
            <a:r>
              <a:rPr sz="7200" b="0" spc="-25" dirty="0">
                <a:latin typeface="Calibri"/>
                <a:cs typeface="Calibri"/>
              </a:rPr>
              <a:t>I:</a:t>
            </a:r>
            <a:endParaRPr sz="7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7200" b="0" dirty="0">
                <a:latin typeface="Calibri"/>
                <a:cs typeface="Calibri"/>
              </a:rPr>
              <a:t>Cálculo</a:t>
            </a:r>
            <a:r>
              <a:rPr sz="7200" b="0" spc="-85" dirty="0">
                <a:latin typeface="Calibri"/>
                <a:cs typeface="Calibri"/>
              </a:rPr>
              <a:t> </a:t>
            </a:r>
            <a:r>
              <a:rPr sz="7200" b="0" dirty="0">
                <a:latin typeface="Calibri"/>
                <a:cs typeface="Calibri"/>
              </a:rPr>
              <a:t>do</a:t>
            </a:r>
            <a:r>
              <a:rPr sz="7200" b="0" spc="-70" dirty="0">
                <a:latin typeface="Calibri"/>
                <a:cs typeface="Calibri"/>
              </a:rPr>
              <a:t> </a:t>
            </a:r>
            <a:r>
              <a:rPr sz="7200" b="0" dirty="0">
                <a:latin typeface="Calibri"/>
                <a:cs typeface="Calibri"/>
              </a:rPr>
              <a:t>vetor</a:t>
            </a:r>
            <a:r>
              <a:rPr sz="7200" b="0" spc="-65" dirty="0">
                <a:latin typeface="Calibri"/>
                <a:cs typeface="Calibri"/>
              </a:rPr>
              <a:t> </a:t>
            </a:r>
            <a:r>
              <a:rPr sz="7200" b="0" spc="-20" dirty="0">
                <a:latin typeface="Calibri"/>
                <a:cs typeface="Calibri"/>
              </a:rPr>
              <a:t>gradiente</a:t>
            </a:r>
            <a:endParaRPr sz="7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41428" y="1657831"/>
            <a:ext cx="10383520" cy="13535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3204"/>
              </a:lnSpc>
              <a:spcBef>
                <a:spcPts val="95"/>
              </a:spcBef>
            </a:pPr>
            <a:r>
              <a:rPr sz="2800" spc="-20" dirty="0">
                <a:latin typeface="Calibri"/>
                <a:cs typeface="Calibri"/>
              </a:rPr>
              <a:t>Vamos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considerar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hiperplano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 err="1">
                <a:latin typeface="Calibri"/>
                <a:cs typeface="Calibri"/>
              </a:rPr>
              <a:t>função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hipótese</a:t>
            </a:r>
            <a:endParaRPr lang="pt-BR" sz="2800" spc="-10" dirty="0">
              <a:latin typeface="Calibri"/>
              <a:cs typeface="Calibri"/>
            </a:endParaRPr>
          </a:p>
          <a:p>
            <a:pPr marL="38100">
              <a:lnSpc>
                <a:spcPts val="3204"/>
              </a:lnSpc>
              <a:spcBef>
                <a:spcPts val="95"/>
              </a:spcBef>
            </a:pPr>
            <a:endParaRPr sz="2800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45"/>
              </a:spcBef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gradiente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como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Cálculo</a:t>
            </a:r>
            <a:r>
              <a:rPr spc="-55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dirty="0"/>
              <a:t>vetor</a:t>
            </a:r>
            <a:r>
              <a:rPr spc="-30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16939" y="4134992"/>
            <a:ext cx="109721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Assim,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gradiente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por</a:t>
            </a:r>
            <a:endParaRPr sz="2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B41018A1-F408-D8BA-32E7-03EFBF3F2664}"/>
                  </a:ext>
                </a:extLst>
              </p:cNvPr>
              <p:cNvSpPr txBox="1"/>
              <p:nvPr/>
            </p:nvSpPr>
            <p:spPr>
              <a:xfrm>
                <a:off x="5024035" y="2114879"/>
                <a:ext cx="2483244" cy="438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pt-BR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000" b="1" i="1" dirty="0"/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B41018A1-F408-D8BA-32E7-03EFBF3F2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4035" y="2114879"/>
                <a:ext cx="2483244" cy="4385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E4793BED-E53E-486D-E3B5-A0115D0C39EB}"/>
                  </a:ext>
                </a:extLst>
              </p:cNvPr>
              <p:cNvSpPr txBox="1"/>
              <p:nvPr/>
            </p:nvSpPr>
            <p:spPr>
              <a:xfrm>
                <a:off x="3194370" y="4960922"/>
                <a:ext cx="5792996" cy="1369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E4793BED-E53E-486D-E3B5-A0115D0C3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370" y="4960922"/>
                <a:ext cx="5792996" cy="13694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F9A2ABB-848E-AB78-E404-3D0E06F455BF}"/>
                  </a:ext>
                </a:extLst>
              </p:cNvPr>
              <p:cNvSpPr txBox="1"/>
              <p:nvPr/>
            </p:nvSpPr>
            <p:spPr>
              <a:xfrm>
                <a:off x="3564663" y="3005376"/>
                <a:ext cx="5052409" cy="10529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𝐽</m:t>
                                            </m:r>
                                          </m:e>
                                          <m:sub>
                                            <m: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sz="28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𝐽</m:t>
                                            </m:r>
                                          </m:e>
                                          <m:sub>
                                            <m: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sz="28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F9A2ABB-848E-AB78-E404-3D0E06F45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4663" y="3005376"/>
                <a:ext cx="5052409" cy="10529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Cálculo</a:t>
            </a:r>
            <a:r>
              <a:rPr spc="-55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dirty="0"/>
              <a:t>vetor</a:t>
            </a:r>
            <a:r>
              <a:rPr spc="-30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9651365" cy="83629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0"/>
              </a:spcBef>
            </a:pP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operação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derivada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distributiva,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reescrever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equação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acima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6939" y="3766184"/>
            <a:ext cx="85356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latin typeface="Calibri"/>
                <a:cs typeface="Calibri"/>
              </a:rPr>
              <a:t>Substituindo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</a:t>
            </a:r>
            <a:r>
              <a:rPr sz="2900" spc="-3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função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hipótese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na</a:t>
            </a:r>
            <a:r>
              <a:rPr sz="2900" spc="-5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equação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acima,</a:t>
            </a:r>
            <a:r>
              <a:rPr sz="2900" spc="-5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temos</a:t>
            </a:r>
            <a:endParaRPr sz="29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31571B25-0548-4C76-AEB1-2C6420BDBE73}"/>
                  </a:ext>
                </a:extLst>
              </p:cNvPr>
              <p:cNvSpPr txBox="1"/>
              <p:nvPr/>
            </p:nvSpPr>
            <p:spPr>
              <a:xfrm>
                <a:off x="3400934" y="2554249"/>
                <a:ext cx="5390130" cy="12119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den>
                          </m:f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31571B25-0548-4C76-AEB1-2C6420BDB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934" y="2554249"/>
                <a:ext cx="5390130" cy="12119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2BDC902D-735C-B560-9E95-306DDB7878A9}"/>
                  </a:ext>
                </a:extLst>
              </p:cNvPr>
              <p:cNvSpPr txBox="1"/>
              <p:nvPr/>
            </p:nvSpPr>
            <p:spPr>
              <a:xfrm>
                <a:off x="3275355" y="4902581"/>
                <a:ext cx="5641288" cy="12119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pt-BR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pt-BR" sz="2800" b="0" i="0" smtClean="0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r>
                                        <a:rPr lang="pt-BR" sz="28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den>
                          </m:f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2BDC902D-735C-B560-9E95-306DDB787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355" y="4902581"/>
                <a:ext cx="5641288" cy="12119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Cálculo</a:t>
            </a:r>
            <a:r>
              <a:rPr spc="-55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dirty="0"/>
              <a:t>vetor</a:t>
            </a:r>
            <a:r>
              <a:rPr spc="-30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47800"/>
            <a:ext cx="98469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Aplicando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cadeia,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reescrevemos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anterior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como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30B5756F-DC17-6E3B-27FE-7482F8324A54}"/>
                  </a:ext>
                </a:extLst>
              </p:cNvPr>
              <p:cNvSpPr txBox="1"/>
              <p:nvPr/>
            </p:nvSpPr>
            <p:spPr>
              <a:xfrm>
                <a:off x="2660957" y="1981200"/>
                <a:ext cx="6870086" cy="12119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2800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2800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den>
                          </m:f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30B5756F-DC17-6E3B-27FE-7482F8324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957" y="1981200"/>
                <a:ext cx="6870086" cy="12119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15CA0D97-20C7-639F-17E8-ACB78ECBEE8D}"/>
                  </a:ext>
                </a:extLst>
              </p:cNvPr>
              <p:cNvSpPr txBox="1"/>
              <p:nvPr/>
            </p:nvSpPr>
            <p:spPr>
              <a:xfrm>
                <a:off x="3222778" y="4579265"/>
                <a:ext cx="5746445" cy="12119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15CA0D97-20C7-639F-17E8-ACB78ECBE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778" y="4579265"/>
                <a:ext cx="5746445" cy="12119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20">
                <a:extLst>
                  <a:ext uri="{FF2B5EF4-FFF2-40B4-BE49-F238E27FC236}">
                    <a16:creationId xmlns:a16="http://schemas.microsoft.com/office/drawing/2014/main" id="{DB16E7AA-FCBD-7132-7F26-CFD12E00B06C}"/>
                  </a:ext>
                </a:extLst>
              </p:cNvPr>
              <p:cNvSpPr txBox="1"/>
              <p:nvPr/>
            </p:nvSpPr>
            <p:spPr>
              <a:xfrm>
                <a:off x="916939" y="3367229"/>
                <a:ext cx="10532301" cy="1414490"/>
              </a:xfrm>
              <a:prstGeom prst="rect">
                <a:avLst/>
              </a:prstGeom>
            </p:spPr>
            <p:txBody>
              <a:bodyPr vert="horz" wrap="square" lIns="0" tIns="16510" rIns="0" bIns="0" rtlCol="0">
                <a:spAutoFit/>
              </a:bodyPr>
              <a:lstStyle/>
              <a:p>
                <a:pPr marR="588010" algn="ctr">
                  <a:lnSpc>
                    <a:spcPts val="1560"/>
                  </a:lnSpc>
                  <a:spcBef>
                    <a:spcPts val="130"/>
                  </a:spcBef>
                </a:pPr>
                <a:endParaRPr lang="pt-BR" sz="1650" dirty="0">
                  <a:latin typeface="Cambria Math"/>
                  <a:cs typeface="Cambria Math"/>
                </a:endParaRPr>
              </a:p>
              <a:p>
                <a:pPr marL="50800">
                  <a:lnSpc>
                    <a:spcPts val="3060"/>
                  </a:lnSpc>
                  <a:tabLst>
                    <a:tab pos="4671695" algn="l"/>
                    <a:tab pos="5286375" algn="l"/>
                    <a:tab pos="6955155" algn="l"/>
                    <a:tab pos="7313295" algn="l"/>
                  </a:tabLst>
                </a:pPr>
                <a:r>
                  <a:rPr lang="pt-BR" sz="2900" dirty="0">
                    <a:latin typeface="Calibri"/>
                    <a:cs typeface="Calibri"/>
                  </a:rPr>
                  <a:t>Sabendo</a:t>
                </a:r>
                <a:r>
                  <a:rPr lang="pt-BR" sz="2900" spc="-50" dirty="0">
                    <a:latin typeface="Calibri"/>
                    <a:cs typeface="Calibri"/>
                  </a:rPr>
                  <a:t> </a:t>
                </a:r>
                <a:r>
                  <a:rPr lang="pt-BR" sz="2900" dirty="0">
                    <a:latin typeface="Calibri"/>
                    <a:cs typeface="Calibri"/>
                  </a:rPr>
                  <a:t>que</a:t>
                </a:r>
                <a:r>
                  <a:rPr lang="pt-BR" sz="2900" spc="-20" dirty="0">
                    <a:latin typeface="Calibri"/>
                    <a:cs typeface="Calibri"/>
                  </a:rPr>
                  <a:t> </a:t>
                </a:r>
                <a:r>
                  <a:rPr lang="pt-BR" sz="2900" dirty="0">
                    <a:latin typeface="Calibri"/>
                    <a:cs typeface="Calibri"/>
                  </a:rPr>
                  <a:t>a</a:t>
                </a:r>
                <a:r>
                  <a:rPr lang="pt-BR" sz="2900" spc="-50" dirty="0">
                    <a:latin typeface="Calibri"/>
                    <a:cs typeface="Calibri"/>
                  </a:rPr>
                  <a:t> </a:t>
                </a:r>
                <a:r>
                  <a:rPr lang="pt-BR" sz="2900" dirty="0">
                    <a:latin typeface="Calibri"/>
                    <a:cs typeface="Calibri"/>
                  </a:rPr>
                  <a:t>derivada</a:t>
                </a:r>
                <a:r>
                  <a:rPr lang="pt-BR" sz="2900" spc="-20" dirty="0">
                    <a:latin typeface="Calibri"/>
                    <a:cs typeface="Calibri"/>
                  </a:rPr>
                  <a:t> </a:t>
                </a:r>
                <a:r>
                  <a:rPr lang="pt-BR" sz="2900" dirty="0">
                    <a:latin typeface="Calibri"/>
                    <a:cs typeface="Calibri"/>
                  </a:rPr>
                  <a:t>de</a:t>
                </a:r>
                <a:r>
                  <a:rPr lang="pt-BR" sz="2900" spc="-3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900" b="0" i="1" spc="-3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pt-BR" sz="2900" b="0" i="1" spc="-35" smtClean="0">
                            <a:latin typeface="Cambria Math" panose="02040503050406030204" pitchFamily="18" charset="0"/>
                            <a:cs typeface="Calibri"/>
                          </a:rPr>
                          <m:t>𝜕</m:t>
                        </m:r>
                        <m:sSup>
                          <m:sSupPr>
                            <m:ctrlPr>
                              <a:rPr lang="pt-BR" sz="2900" b="0" i="1" spc="-3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pPr>
                          <m:e>
                            <m:r>
                              <a:rPr lang="pt-BR" sz="2900" b="1" i="1" spc="-35" smtClean="0">
                                <a:latin typeface="Cambria Math" panose="02040503050406030204" pitchFamily="18" charset="0"/>
                                <a:cs typeface="Calibri"/>
                              </a:rPr>
                              <m:t>𝒂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pt-BR" sz="2900" b="0" i="0" spc="-35" smtClean="0">
                                <a:latin typeface="Cambria Math" panose="02040503050406030204" pitchFamily="18" charset="0"/>
                                <a:cs typeface="Calibri"/>
                              </a:rPr>
                              <m:t>T</m:t>
                            </m:r>
                          </m:sup>
                        </m:sSup>
                        <m:r>
                          <a:rPr lang="pt-BR" sz="2900" b="1" i="1" spc="-35" smtClean="0">
                            <a:latin typeface="Cambria Math" panose="02040503050406030204" pitchFamily="18" charset="0"/>
                            <a:cs typeface="Calibri"/>
                          </a:rPr>
                          <m:t>𝒙</m:t>
                        </m:r>
                        <m:d>
                          <m:dPr>
                            <m:ctrlPr>
                              <a:rPr lang="pt-BR" sz="2900" b="0" i="1" spc="-3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900" b="0" i="1" spc="-35" smtClean="0">
                                <a:latin typeface="Cambria Math" panose="02040503050406030204" pitchFamily="18" charset="0"/>
                                <a:cs typeface="Calibri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pt-BR" sz="2900" b="0" i="1" spc="-35" smtClean="0">
                            <a:latin typeface="Cambria Math" panose="02040503050406030204" pitchFamily="18" charset="0"/>
                            <a:cs typeface="Calibri"/>
                          </a:rPr>
                          <m:t>𝜕</m:t>
                        </m:r>
                        <m:r>
                          <a:rPr lang="pt-BR" sz="2900" b="1" i="1" spc="-35" smtClean="0">
                            <a:latin typeface="Cambria Math" panose="02040503050406030204" pitchFamily="18" charset="0"/>
                            <a:cs typeface="Calibri"/>
                          </a:rPr>
                          <m:t>𝒂</m:t>
                        </m:r>
                      </m:den>
                    </m:f>
                  </m:oMath>
                </a14:m>
                <a:r>
                  <a:rPr lang="pt-BR" sz="3075" baseline="44715" dirty="0">
                    <a:latin typeface="Cambria Math"/>
                    <a:cs typeface="Cambria Math"/>
                  </a:rPr>
                  <a:t>	</a:t>
                </a:r>
                <a:r>
                  <a:rPr lang="pt-BR" sz="2900" dirty="0">
                    <a:latin typeface="Calibri"/>
                    <a:cs typeface="Calibri"/>
                  </a:rPr>
                  <a:t>é</a:t>
                </a:r>
                <a:r>
                  <a:rPr lang="pt-BR" sz="2900" spc="-40" dirty="0">
                    <a:latin typeface="Calibri"/>
                    <a:cs typeface="Calibri"/>
                  </a:rPr>
                  <a:t> </a:t>
                </a:r>
                <a:r>
                  <a:rPr lang="pt-BR" sz="2900" dirty="0">
                    <a:latin typeface="Calibri"/>
                    <a:cs typeface="Calibri"/>
                  </a:rPr>
                  <a:t>igual</a:t>
                </a:r>
                <a:r>
                  <a:rPr lang="pt-BR" sz="2900" spc="-25" dirty="0">
                    <a:latin typeface="Calibri"/>
                    <a:cs typeface="Calibri"/>
                  </a:rPr>
                  <a:t> </a:t>
                </a:r>
                <a:r>
                  <a:rPr lang="pt-BR" sz="2900" dirty="0">
                    <a:latin typeface="Calibri"/>
                    <a:cs typeface="Calibri"/>
                  </a:rPr>
                  <a:t>a</a:t>
                </a:r>
                <a:r>
                  <a:rPr lang="pt-BR" sz="2900" spc="-5" dirty="0">
                    <a:latin typeface="Calibri"/>
                    <a:cs typeface="Calibri"/>
                  </a:rPr>
                  <a:t> </a:t>
                </a:r>
                <a:r>
                  <a:rPr lang="pt-BR" sz="2800" spc="-50" dirty="0">
                    <a:latin typeface="Cambria Math"/>
                    <a:cs typeface="Cambria Math"/>
                  </a:rPr>
                  <a:t>𝒙</a:t>
                </a:r>
                <a:r>
                  <a:rPr lang="pt-BR" sz="2800" dirty="0">
                    <a:latin typeface="Cambria Math"/>
                    <a:cs typeface="Cambria Math"/>
                  </a:rPr>
                  <a:t>(</a:t>
                </a:r>
                <a:r>
                  <a:rPr lang="pt-BR" sz="2800" spc="-50" dirty="0">
                    <a:latin typeface="Cambria Math"/>
                    <a:cs typeface="Cambria Math"/>
                  </a:rPr>
                  <a:t>𝑛)</a:t>
                </a:r>
                <a:r>
                  <a:rPr lang="pt-BR" sz="2800" dirty="0">
                    <a:latin typeface="Cambria Math"/>
                    <a:cs typeface="Cambria Math"/>
                  </a:rPr>
                  <a:t>	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reescrevemos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spc="-50" dirty="0">
                    <a:latin typeface="Calibri"/>
                    <a:cs typeface="Calibri"/>
                  </a:rPr>
                  <a:t>a </a:t>
                </a:r>
                <a:r>
                  <a:rPr lang="pt-BR" sz="2800" dirty="0">
                    <a:latin typeface="Calibri"/>
                    <a:cs typeface="Calibri"/>
                  </a:rPr>
                  <a:t>equação</a:t>
                </a:r>
                <a:r>
                  <a:rPr lang="pt-BR" sz="2800" spc="-1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anterior</a:t>
                </a:r>
                <a:r>
                  <a:rPr lang="pt-BR" sz="2800" spc="-135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como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50800">
                  <a:lnSpc>
                    <a:spcPts val="3060"/>
                  </a:lnSpc>
                  <a:tabLst>
                    <a:tab pos="4671695" algn="l"/>
                    <a:tab pos="5286375" algn="l"/>
                    <a:tab pos="6955155" algn="l"/>
                    <a:tab pos="7313295" algn="l"/>
                  </a:tabLst>
                </a:pP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" name="object 20">
                <a:extLst>
                  <a:ext uri="{FF2B5EF4-FFF2-40B4-BE49-F238E27FC236}">
                    <a16:creationId xmlns:a16="http://schemas.microsoft.com/office/drawing/2014/main" id="{DB16E7AA-FCBD-7132-7F26-CFD12E00B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3367229"/>
                <a:ext cx="10532301" cy="1414490"/>
              </a:xfrm>
              <a:prstGeom prst="rect">
                <a:avLst/>
              </a:prstGeom>
              <a:blipFill>
                <a:blip r:embed="rId4"/>
                <a:stretch>
                  <a:fillRect l="-162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Cálculo</a:t>
            </a:r>
            <a:r>
              <a:rPr spc="-55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dirty="0"/>
              <a:t>vetor</a:t>
            </a:r>
            <a:r>
              <a:rPr spc="-30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916939" y="6329680"/>
            <a:ext cx="107207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Notem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acima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coluna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dimensão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𝐾</a:t>
            </a:r>
            <a:r>
              <a:rPr sz="2800" spc="2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+</a:t>
            </a:r>
            <a:r>
              <a:rPr sz="2800" spc="-7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1</a:t>
            </a:r>
            <a:r>
              <a:rPr sz="2800" spc="-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×</a:t>
            </a:r>
            <a:r>
              <a:rPr sz="2800" spc="-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1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D57992A2-94BE-0DC2-8C39-C160FC174123}"/>
                  </a:ext>
                </a:extLst>
              </p:cNvPr>
              <p:cNvSpPr txBox="1"/>
              <p:nvPr/>
            </p:nvSpPr>
            <p:spPr>
              <a:xfrm>
                <a:off x="1048309" y="1734304"/>
                <a:ext cx="5746445" cy="12119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D57992A2-94BE-0DC2-8C39-C160FC174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309" y="1734304"/>
                <a:ext cx="5746445" cy="12119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bject 56">
                <a:extLst>
                  <a:ext uri="{FF2B5EF4-FFF2-40B4-BE49-F238E27FC236}">
                    <a16:creationId xmlns:a16="http://schemas.microsoft.com/office/drawing/2014/main" id="{7A1F6156-5B42-D474-CD59-020D5FB674A7}"/>
                  </a:ext>
                </a:extLst>
              </p:cNvPr>
              <p:cNvSpPr txBox="1"/>
              <p:nvPr/>
            </p:nvSpPr>
            <p:spPr>
              <a:xfrm>
                <a:off x="554354" y="1295400"/>
                <a:ext cx="10720705" cy="44307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pt-BR" sz="2800" dirty="0">
                    <a:latin typeface="Calibri"/>
                    <a:cs typeface="Calibri"/>
                  </a:rPr>
                  <a:t>Fazendo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𝑦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−</m:t>
                    </m:r>
                    <m:acc>
                      <m:accPr>
                        <m:chr m:val="̂"/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𝑑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8" name="object 56">
                <a:extLst>
                  <a:ext uri="{FF2B5EF4-FFF2-40B4-BE49-F238E27FC236}">
                    <a16:creationId xmlns:a16="http://schemas.microsoft.com/office/drawing/2014/main" id="{7A1F6156-5B42-D474-CD59-020D5FB67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54" y="1295400"/>
                <a:ext cx="10720705" cy="443070"/>
              </a:xfrm>
              <a:prstGeom prst="rect">
                <a:avLst/>
              </a:prstGeom>
              <a:blipFill>
                <a:blip r:embed="rId3"/>
                <a:stretch>
                  <a:fillRect l="-1933" t="-22222" b="-5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aixaDeTexto 58">
                <a:extLst>
                  <a:ext uri="{FF2B5EF4-FFF2-40B4-BE49-F238E27FC236}">
                    <a16:creationId xmlns:a16="http://schemas.microsoft.com/office/drawing/2014/main" id="{C9F24FA5-0B54-0F73-190D-C5DED306ED39}"/>
                  </a:ext>
                </a:extLst>
              </p:cNvPr>
              <p:cNvSpPr txBox="1"/>
              <p:nvPr/>
            </p:nvSpPr>
            <p:spPr>
              <a:xfrm>
                <a:off x="1019835" y="2979065"/>
                <a:ext cx="10152330" cy="1375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{"/>
                          <m:endChr m:val="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−1)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1)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9" name="CaixaDeTexto 58">
                <a:extLst>
                  <a:ext uri="{FF2B5EF4-FFF2-40B4-BE49-F238E27FC236}">
                    <a16:creationId xmlns:a16="http://schemas.microsoft.com/office/drawing/2014/main" id="{C9F24FA5-0B54-0F73-190D-C5DED306E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835" y="2979065"/>
                <a:ext cx="10152330" cy="13756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957AD848-C118-59A2-D043-DC7563B56B7D}"/>
                  </a:ext>
                </a:extLst>
              </p:cNvPr>
              <p:cNvSpPr txBox="1"/>
              <p:nvPr/>
            </p:nvSpPr>
            <p:spPr>
              <a:xfrm>
                <a:off x="1269263" y="4644167"/>
                <a:ext cx="9653475" cy="1375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+…+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−1)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+…+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−1)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957AD848-C118-59A2-D043-DC7563B56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263" y="4644167"/>
                <a:ext cx="9653475" cy="13756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Cálculo</a:t>
            </a:r>
            <a:r>
              <a:rPr spc="-55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dirty="0"/>
              <a:t>vetor</a:t>
            </a:r>
            <a:r>
              <a:rPr spc="-30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9027160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reescrever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vetor)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anterior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 err="1">
                <a:latin typeface="Calibri"/>
                <a:cs typeface="Calibri"/>
              </a:rPr>
              <a:t>como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 err="1">
                <a:latin typeface="Calibri"/>
                <a:cs typeface="Calibri"/>
              </a:rPr>
              <a:t>uma</a:t>
            </a:r>
            <a:r>
              <a:rPr lang="pt-BR" sz="2800" spc="-25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multiplicação</a:t>
            </a:r>
            <a:r>
              <a:rPr lang="pt-BR" sz="2800" spc="-75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matricial</a:t>
            </a:r>
            <a:endParaRPr lang="pt-BR"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31"/>
              <p:cNvSpPr txBox="1"/>
              <p:nvPr/>
            </p:nvSpPr>
            <p:spPr>
              <a:xfrm>
                <a:off x="635633" y="4271051"/>
                <a:ext cx="10824845" cy="2626360"/>
              </a:xfrm>
              <a:prstGeom prst="rect">
                <a:avLst/>
              </a:prstGeom>
            </p:spPr>
            <p:txBody>
              <a:bodyPr vert="horz" wrap="square" lIns="0" tIns="60960" rIns="0" bIns="0" rtlCol="0">
                <a:spAutoFit/>
              </a:bodyPr>
              <a:lstStyle/>
              <a:p>
                <a:pPr marL="12700" marR="450215">
                  <a:lnSpc>
                    <a:spcPts val="3020"/>
                  </a:lnSpc>
                  <a:spcBef>
                    <a:spcPts val="480"/>
                  </a:spcBef>
                </a:pPr>
                <a:r>
                  <a:rPr lang="pt-BR" sz="2800" spc="-10" dirty="0">
                    <a:latin typeface="Calibri"/>
                    <a:cs typeface="Calibri"/>
                  </a:rPr>
                  <a:t>Percebam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temos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multiplicação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uma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matriz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dimensão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𝐾</a:t>
                </a:r>
                <a:r>
                  <a:rPr lang="pt-BR" sz="2800" spc="10" dirty="0">
                    <a:latin typeface="Cambria Math"/>
                    <a:cs typeface="Cambria Math"/>
                  </a:rPr>
                  <a:t> </a:t>
                </a:r>
                <a:r>
                  <a:rPr lang="pt-BR" sz="2800" spc="-50" dirty="0">
                    <a:latin typeface="Cambria Math"/>
                    <a:cs typeface="Cambria Math"/>
                  </a:rPr>
                  <a:t>+ </a:t>
                </a:r>
                <a:r>
                  <a:rPr lang="pt-BR" sz="2800" dirty="0">
                    <a:latin typeface="Cambria Math"/>
                    <a:cs typeface="Cambria Math"/>
                  </a:rPr>
                  <a:t>1</a:t>
                </a:r>
                <a:r>
                  <a:rPr lang="pt-BR" sz="2800" spc="-5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×</a:t>
                </a:r>
                <a:r>
                  <a:rPr lang="pt-BR" sz="2800" spc="-4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𝑁</a:t>
                </a:r>
                <a:r>
                  <a:rPr lang="pt-BR" sz="2800" spc="1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por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vetor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coluna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dimensão</a:t>
                </a:r>
                <a:r>
                  <a:rPr lang="pt-BR" sz="2800" spc="-1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𝑁</a:t>
                </a:r>
                <a:r>
                  <a:rPr lang="pt-BR" sz="2800" spc="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×</a:t>
                </a:r>
                <a:r>
                  <a:rPr lang="pt-BR" sz="2800" spc="-45" dirty="0">
                    <a:latin typeface="Cambria Math"/>
                    <a:cs typeface="Cambria Math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1</a:t>
                </a:r>
                <a:r>
                  <a:rPr lang="pt-BR" sz="2800" spc="-25" dirty="0">
                    <a:latin typeface="Calibri"/>
                    <a:cs typeface="Calibri"/>
                  </a:rPr>
                  <a:t>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12700" marR="191770">
                  <a:lnSpc>
                    <a:spcPts val="3010"/>
                  </a:lnSpc>
                  <a:spcBef>
                    <a:spcPts val="1015"/>
                  </a:spcBef>
                </a:pP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matriz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contém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em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cada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linha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todos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os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valores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1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𝑛</a:t>
                </a:r>
                <a:r>
                  <a:rPr lang="pt-BR" sz="2800" spc="16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=</a:t>
                </a:r>
                <a:r>
                  <a:rPr lang="pt-BR" sz="2800" spc="114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0</a:t>
                </a:r>
                <a:r>
                  <a:rPr lang="pt-BR" sz="2800" spc="-3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𝑛</a:t>
                </a:r>
                <a:r>
                  <a:rPr lang="pt-BR" sz="2800" spc="16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=</a:t>
                </a:r>
                <a:r>
                  <a:rPr lang="pt-BR" sz="2800" spc="11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𝑁</a:t>
                </a:r>
                <a:r>
                  <a:rPr lang="pt-BR" sz="2800" spc="2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−</a:t>
                </a:r>
                <a:r>
                  <a:rPr lang="pt-BR" sz="2800" spc="-3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1</a:t>
                </a:r>
                <a:r>
                  <a:rPr lang="pt-BR" sz="2800" spc="-25" dirty="0">
                    <a:latin typeface="Cambria Math"/>
                    <a:cs typeface="Cambria Math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de </a:t>
                </a:r>
                <a:r>
                  <a:rPr lang="pt-BR" sz="2800" dirty="0">
                    <a:latin typeface="Calibri"/>
                    <a:cs typeface="Calibri"/>
                  </a:rPr>
                  <a:t>um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único</a:t>
                </a:r>
                <a:r>
                  <a:rPr lang="pt-BR" sz="2800" b="1" i="1" spc="-6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atributo.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12700">
                  <a:lnSpc>
                    <a:spcPts val="3195"/>
                  </a:lnSpc>
                  <a:spcBef>
                    <a:spcPts val="630"/>
                  </a:spcBef>
                  <a:tabLst>
                    <a:tab pos="6470650" algn="l"/>
                    <a:tab pos="6925945" algn="l"/>
                    <a:tab pos="7642225" algn="l"/>
                    <a:tab pos="8080375" algn="l"/>
                    <a:tab pos="8776335" algn="l"/>
                    <a:tab pos="9217025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vetor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contém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em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cada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linha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 err="1">
                    <a:latin typeface="Calibri"/>
                    <a:cs typeface="Calibri"/>
                  </a:rPr>
                  <a:t>diferença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0" i="1" spc="-60" smtClean="0">
                        <a:latin typeface="Cambria Math" panose="02040503050406030204" pitchFamily="18" charset="0"/>
                        <a:cs typeface="Calibri"/>
                      </a:rPr>
                      <m:t>𝑑</m:t>
                    </m:r>
                    <m:d>
                      <m:dPr>
                        <m:ctrlPr>
                          <a:rPr lang="pt-BR" sz="2800" b="0" i="1" spc="-6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800" b="0" i="1" spc="-60" smtClean="0"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  <m:r>
                      <a:rPr lang="pt-BR" sz="2800" b="0" i="1" spc="-6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pt-BR" sz="2800" b="0" i="1" spc="-60" smtClean="0">
                        <a:latin typeface="Cambria Math" panose="02040503050406030204" pitchFamily="18" charset="0"/>
                        <a:cs typeface="Calibri"/>
                      </a:rPr>
                      <m:t>𝑦</m:t>
                    </m:r>
                    <m:d>
                      <m:dPr>
                        <m:ctrlPr>
                          <a:rPr lang="pt-BR" sz="2800" b="0" i="1" spc="-6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800" b="0" i="1" spc="-60" smtClean="0"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  <m:r>
                      <a:rPr lang="pt-BR" sz="2800" b="0" i="1" spc="-60" smtClean="0">
                        <a:latin typeface="Cambria Math" panose="02040503050406030204" pitchFamily="18" charset="0"/>
                        <a:cs typeface="Calibri"/>
                      </a:rPr>
                      <m:t>−</m:t>
                    </m:r>
                    <m:acc>
                      <m:accPr>
                        <m:chr m:val="̂"/>
                        <m:ctrlPr>
                          <a:rPr lang="pt-BR" sz="2800" b="0" i="1" spc="-6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800" b="0" i="1" spc="-60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pt-BR" sz="2800" b="0" i="1" spc="-6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800" b="0" i="1" spc="-60" smtClean="0"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sz="2800" dirty="0">
                    <a:latin typeface="Cambria Math"/>
                    <a:cs typeface="Cambria Math"/>
                  </a:rPr>
                  <a:t> para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  <a:cs typeface="Cambria Math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cs typeface="Cambria Math"/>
                      </a:rPr>
                      <m:t>=0</m:t>
                    </m:r>
                  </m:oMath>
                </a14:m>
                <a:r>
                  <a:rPr lang="pt-BR" sz="2800" dirty="0">
                    <a:latin typeface="Cambria Math"/>
                    <a:cs typeface="Cambria Math"/>
                  </a:rPr>
                  <a:t> até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  <a:cs typeface="Cambria Math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cs typeface="Cambria Math"/>
                      </a:rPr>
                      <m:t>𝑁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cs typeface="Cambria Math"/>
                      </a:rPr>
                      <m:t>−1</m:t>
                    </m:r>
                  </m:oMath>
                </a14:m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1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33" y="4271051"/>
                <a:ext cx="10824845" cy="2626360"/>
              </a:xfrm>
              <a:prstGeom prst="rect">
                <a:avLst/>
              </a:prstGeom>
              <a:blipFill>
                <a:blip r:embed="rId3"/>
                <a:stretch>
                  <a:fillRect l="-1858" t="-3953" b="-69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CBCA4E26-9426-A72C-E873-75D786B3E3AD}"/>
                  </a:ext>
                </a:extLst>
              </p:cNvPr>
              <p:cNvSpPr txBox="1"/>
              <p:nvPr/>
            </p:nvSpPr>
            <p:spPr>
              <a:xfrm>
                <a:off x="1574472" y="2514708"/>
                <a:ext cx="9043053" cy="1675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0)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CBCA4E26-9426-A72C-E873-75D786B3E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472" y="2514708"/>
                <a:ext cx="9043053" cy="16758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Cálculo</a:t>
            </a:r>
            <a:r>
              <a:rPr spc="-55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dirty="0"/>
              <a:t>vetor</a:t>
            </a:r>
            <a:r>
              <a:rPr spc="-30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47800"/>
            <a:ext cx="10378440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definirmos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matriz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contém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𝑁</a:t>
            </a:r>
            <a:r>
              <a:rPr sz="2800" spc="-10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 err="1">
                <a:latin typeface="Calibri"/>
                <a:cs typeface="Calibri"/>
              </a:rPr>
              <a:t>todos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 err="1">
                <a:latin typeface="Calibri"/>
                <a:cs typeface="Calibri"/>
              </a:rPr>
              <a:t>os</a:t>
            </a:r>
            <a:r>
              <a:rPr lang="pt-BR" sz="2800" spc="-2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mbria Math"/>
                <a:cs typeface="Cambria Math"/>
              </a:rPr>
              <a:t>𝐾</a:t>
            </a:r>
            <a:r>
              <a:rPr lang="pt-BR" sz="2800" spc="35" dirty="0">
                <a:latin typeface="Cambria Math"/>
                <a:cs typeface="Cambria Math"/>
              </a:rPr>
              <a:t> </a:t>
            </a:r>
            <a:r>
              <a:rPr lang="pt-BR" sz="2800" dirty="0">
                <a:latin typeface="Cambria Math"/>
                <a:cs typeface="Cambria Math"/>
              </a:rPr>
              <a:t>+</a:t>
            </a:r>
            <a:r>
              <a:rPr lang="pt-BR" sz="2800" spc="-35" dirty="0">
                <a:latin typeface="Cambria Math"/>
                <a:cs typeface="Cambria Math"/>
              </a:rPr>
              <a:t> </a:t>
            </a:r>
            <a:r>
              <a:rPr lang="pt-BR" sz="2800" dirty="0">
                <a:latin typeface="Cambria Math"/>
                <a:cs typeface="Cambria Math"/>
              </a:rPr>
              <a:t>1</a:t>
            </a:r>
            <a:r>
              <a:rPr lang="pt-BR" sz="2800" spc="-45" dirty="0">
                <a:latin typeface="Cambria Math"/>
                <a:cs typeface="Cambria Math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atributos</a:t>
            </a:r>
            <a:r>
              <a:rPr lang="pt-BR" sz="2800" spc="-2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e</a:t>
            </a:r>
            <a:r>
              <a:rPr lang="pt-BR" sz="2800" spc="-4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que</a:t>
            </a:r>
            <a:r>
              <a:rPr lang="pt-BR" sz="2800" spc="-2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tem</a:t>
            </a:r>
            <a:r>
              <a:rPr lang="pt-BR" sz="2800" spc="-5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dimensão</a:t>
            </a:r>
            <a:r>
              <a:rPr lang="pt-BR" sz="2800" spc="1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mbria Math"/>
                <a:cs typeface="Cambria Math"/>
              </a:rPr>
              <a:t>𝑁</a:t>
            </a:r>
            <a:r>
              <a:rPr lang="pt-BR" sz="2800" spc="25" dirty="0">
                <a:latin typeface="Cambria Math"/>
                <a:cs typeface="Cambria Math"/>
              </a:rPr>
              <a:t> </a:t>
            </a:r>
            <a:r>
              <a:rPr lang="pt-BR" sz="2800" dirty="0">
                <a:latin typeface="Cambria Math"/>
                <a:cs typeface="Cambria Math"/>
              </a:rPr>
              <a:t>×</a:t>
            </a:r>
            <a:r>
              <a:rPr lang="pt-BR" sz="2800" spc="-30" dirty="0">
                <a:latin typeface="Cambria Math"/>
                <a:cs typeface="Cambria Math"/>
              </a:rPr>
              <a:t> </a:t>
            </a:r>
            <a:r>
              <a:rPr lang="pt-BR" sz="2800" dirty="0">
                <a:latin typeface="Cambria Math"/>
                <a:cs typeface="Cambria Math"/>
              </a:rPr>
              <a:t>𝐾</a:t>
            </a:r>
            <a:r>
              <a:rPr lang="pt-BR" sz="2800" spc="35" dirty="0">
                <a:latin typeface="Cambria Math"/>
                <a:cs typeface="Cambria Math"/>
              </a:rPr>
              <a:t> </a:t>
            </a:r>
            <a:r>
              <a:rPr lang="pt-BR" sz="2800" dirty="0">
                <a:latin typeface="Cambria Math"/>
                <a:cs typeface="Cambria Math"/>
              </a:rPr>
              <a:t>+</a:t>
            </a:r>
            <a:r>
              <a:rPr lang="pt-BR" sz="2800" spc="-35" dirty="0">
                <a:latin typeface="Cambria Math"/>
                <a:cs typeface="Cambria Math"/>
              </a:rPr>
              <a:t> </a:t>
            </a:r>
            <a:r>
              <a:rPr lang="pt-BR" sz="2800" spc="-50" dirty="0">
                <a:latin typeface="Cambria Math"/>
                <a:cs typeface="Cambria Math"/>
              </a:rPr>
              <a:t>1</a:t>
            </a:r>
            <a:endParaRPr lang="pt-BR" sz="2800" dirty="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6939" y="4203572"/>
            <a:ext cx="10237470" cy="83439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>
              <a:lnSpc>
                <a:spcPts val="3010"/>
              </a:lnSpc>
              <a:spcBef>
                <a:spcPts val="484"/>
              </a:spcBef>
            </a:pP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vetores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coluna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dimensões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𝑁 ×</a:t>
            </a:r>
            <a:r>
              <a:rPr sz="2800" spc="-6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1</a:t>
            </a:r>
            <a:r>
              <a:rPr sz="2800" spc="-5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contendo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 esperados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rótulos)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preditos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2361D3C2-8C2B-02E2-CDF5-F5B12B70A3C5}"/>
                  </a:ext>
                </a:extLst>
              </p:cNvPr>
              <p:cNvSpPr txBox="1"/>
              <p:nvPr/>
            </p:nvSpPr>
            <p:spPr>
              <a:xfrm>
                <a:off x="6654354" y="5082836"/>
                <a:ext cx="2470292" cy="12287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2361D3C2-8C2B-02E2-CDF5-F5B12B70A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354" y="5082836"/>
                <a:ext cx="2470292" cy="12287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CaixaDeTexto 30">
            <a:extLst>
              <a:ext uri="{FF2B5EF4-FFF2-40B4-BE49-F238E27FC236}">
                <a16:creationId xmlns:a16="http://schemas.microsoft.com/office/drawing/2014/main" id="{1221A176-1781-517C-0E45-82DFA5C909A2}"/>
              </a:ext>
            </a:extLst>
          </p:cNvPr>
          <p:cNvSpPr txBox="1"/>
          <p:nvPr/>
        </p:nvSpPr>
        <p:spPr>
          <a:xfrm>
            <a:off x="6044612" y="552201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e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4CD1F76C-0C03-93C3-63C4-41D84B9D54A2}"/>
                  </a:ext>
                </a:extLst>
              </p:cNvPr>
              <p:cNvSpPr txBox="1"/>
              <p:nvPr/>
            </p:nvSpPr>
            <p:spPr>
              <a:xfrm>
                <a:off x="3804472" y="2438400"/>
                <a:ext cx="5320174" cy="1675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4CD1F76C-0C03-93C3-63C4-41D84B9D5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472" y="2438400"/>
                <a:ext cx="5320174" cy="16758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0483CFE1-D448-0B5B-BDE9-580E7CFED45C}"/>
                  </a:ext>
                </a:extLst>
              </p:cNvPr>
              <p:cNvSpPr txBox="1"/>
              <p:nvPr/>
            </p:nvSpPr>
            <p:spPr>
              <a:xfrm>
                <a:off x="3174983" y="5082836"/>
                <a:ext cx="2548839" cy="12287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0483CFE1-D448-0B5B-BDE9-580E7CFED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983" y="5082836"/>
                <a:ext cx="2548839" cy="12287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Cálculo</a:t>
            </a:r>
            <a:r>
              <a:rPr spc="-55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dirty="0"/>
              <a:t>vetor</a:t>
            </a:r>
            <a:r>
              <a:rPr spc="-30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1539" y="1759966"/>
            <a:ext cx="9577705" cy="795602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8100" marR="30480">
              <a:lnSpc>
                <a:spcPts val="2690"/>
              </a:lnSpc>
              <a:spcBef>
                <a:spcPts val="740"/>
              </a:spcBef>
            </a:pPr>
            <a:r>
              <a:rPr sz="2800" dirty="0">
                <a:latin typeface="Calibri"/>
                <a:cs typeface="Calibri"/>
              </a:rPr>
              <a:t>Usando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matriz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vetores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definidos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slide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anterior,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podemos </a:t>
            </a:r>
            <a:r>
              <a:rPr sz="2800" spc="-20" dirty="0">
                <a:latin typeface="Calibri"/>
                <a:cs typeface="Calibri"/>
              </a:rPr>
              <a:t>reescrever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 err="1">
                <a:latin typeface="Calibri"/>
                <a:cs typeface="Calibri"/>
              </a:rPr>
              <a:t>gradiente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 err="1">
                <a:latin typeface="Calibri"/>
                <a:cs typeface="Calibri"/>
              </a:rPr>
              <a:t>como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22514" y="6165291"/>
            <a:ext cx="1791970" cy="328930"/>
          </a:xfrm>
          <a:custGeom>
            <a:avLst/>
            <a:gdLst/>
            <a:ahLst/>
            <a:cxnLst/>
            <a:rect l="l" t="t" r="r" b="b"/>
            <a:pathLst>
              <a:path w="1791970" h="328929">
                <a:moveTo>
                  <a:pt x="1686940" y="0"/>
                </a:moveTo>
                <a:lnTo>
                  <a:pt x="1682241" y="13347"/>
                </a:lnTo>
                <a:lnTo>
                  <a:pt x="1701291" y="21612"/>
                </a:lnTo>
                <a:lnTo>
                  <a:pt x="1717674" y="33053"/>
                </a:lnTo>
                <a:lnTo>
                  <a:pt x="1742439" y="65455"/>
                </a:lnTo>
                <a:lnTo>
                  <a:pt x="1757013" y="109167"/>
                </a:lnTo>
                <a:lnTo>
                  <a:pt x="1761870" y="162813"/>
                </a:lnTo>
                <a:lnTo>
                  <a:pt x="1760636" y="191819"/>
                </a:lnTo>
                <a:lnTo>
                  <a:pt x="1750833" y="241839"/>
                </a:lnTo>
                <a:lnTo>
                  <a:pt x="1731291" y="280906"/>
                </a:lnTo>
                <a:lnTo>
                  <a:pt x="1701486" y="307266"/>
                </a:lnTo>
                <a:lnTo>
                  <a:pt x="1682750" y="315569"/>
                </a:lnTo>
                <a:lnTo>
                  <a:pt x="1686940" y="328917"/>
                </a:lnTo>
                <a:lnTo>
                  <a:pt x="1731772" y="307868"/>
                </a:lnTo>
                <a:lnTo>
                  <a:pt x="1764791" y="271437"/>
                </a:lnTo>
                <a:lnTo>
                  <a:pt x="1785080" y="222651"/>
                </a:lnTo>
                <a:lnTo>
                  <a:pt x="1791842" y="164541"/>
                </a:lnTo>
                <a:lnTo>
                  <a:pt x="1790132" y="134392"/>
                </a:lnTo>
                <a:lnTo>
                  <a:pt x="1776519" y="80948"/>
                </a:lnTo>
                <a:lnTo>
                  <a:pt x="1749645" y="37438"/>
                </a:lnTo>
                <a:lnTo>
                  <a:pt x="1710747" y="8610"/>
                </a:lnTo>
                <a:lnTo>
                  <a:pt x="1686940" y="0"/>
                </a:lnTo>
                <a:close/>
              </a:path>
              <a:path w="1791970" h="328929">
                <a:moveTo>
                  <a:pt x="104901" y="0"/>
                </a:moveTo>
                <a:lnTo>
                  <a:pt x="60118" y="21089"/>
                </a:lnTo>
                <a:lnTo>
                  <a:pt x="27050" y="57657"/>
                </a:lnTo>
                <a:lnTo>
                  <a:pt x="6762" y="106527"/>
                </a:lnTo>
                <a:lnTo>
                  <a:pt x="0" y="164541"/>
                </a:lnTo>
                <a:lnTo>
                  <a:pt x="1690" y="194761"/>
                </a:lnTo>
                <a:lnTo>
                  <a:pt x="15216" y="248210"/>
                </a:lnTo>
                <a:lnTo>
                  <a:pt x="42054" y="291575"/>
                </a:lnTo>
                <a:lnTo>
                  <a:pt x="80968" y="320316"/>
                </a:lnTo>
                <a:lnTo>
                  <a:pt x="104901" y="328917"/>
                </a:lnTo>
                <a:lnTo>
                  <a:pt x="108965" y="315569"/>
                </a:lnTo>
                <a:lnTo>
                  <a:pt x="90249" y="307266"/>
                </a:lnTo>
                <a:lnTo>
                  <a:pt x="74104" y="295711"/>
                </a:lnTo>
                <a:lnTo>
                  <a:pt x="49529" y="262851"/>
                </a:lnTo>
                <a:lnTo>
                  <a:pt x="34845" y="218162"/>
                </a:lnTo>
                <a:lnTo>
                  <a:pt x="29971" y="162813"/>
                </a:lnTo>
                <a:lnTo>
                  <a:pt x="31188" y="134748"/>
                </a:lnTo>
                <a:lnTo>
                  <a:pt x="40955" y="86070"/>
                </a:lnTo>
                <a:lnTo>
                  <a:pt x="60577" y="47668"/>
                </a:lnTo>
                <a:lnTo>
                  <a:pt x="90624" y="21612"/>
                </a:lnTo>
                <a:lnTo>
                  <a:pt x="109600" y="13347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188702" y="6165291"/>
            <a:ext cx="1110615" cy="328930"/>
          </a:xfrm>
          <a:custGeom>
            <a:avLst/>
            <a:gdLst/>
            <a:ahLst/>
            <a:cxnLst/>
            <a:rect l="l" t="t" r="r" b="b"/>
            <a:pathLst>
              <a:path w="1110615" h="328929">
                <a:moveTo>
                  <a:pt x="1005713" y="0"/>
                </a:moveTo>
                <a:lnTo>
                  <a:pt x="1001014" y="13347"/>
                </a:lnTo>
                <a:lnTo>
                  <a:pt x="1020064" y="21612"/>
                </a:lnTo>
                <a:lnTo>
                  <a:pt x="1036447" y="33053"/>
                </a:lnTo>
                <a:lnTo>
                  <a:pt x="1061212" y="65455"/>
                </a:lnTo>
                <a:lnTo>
                  <a:pt x="1075785" y="109167"/>
                </a:lnTo>
                <a:lnTo>
                  <a:pt x="1080643" y="162813"/>
                </a:lnTo>
                <a:lnTo>
                  <a:pt x="1079408" y="191819"/>
                </a:lnTo>
                <a:lnTo>
                  <a:pt x="1069605" y="241839"/>
                </a:lnTo>
                <a:lnTo>
                  <a:pt x="1050063" y="280906"/>
                </a:lnTo>
                <a:lnTo>
                  <a:pt x="1020258" y="307266"/>
                </a:lnTo>
                <a:lnTo>
                  <a:pt x="1001522" y="315569"/>
                </a:lnTo>
                <a:lnTo>
                  <a:pt x="1005713" y="328917"/>
                </a:lnTo>
                <a:lnTo>
                  <a:pt x="1050544" y="307868"/>
                </a:lnTo>
                <a:lnTo>
                  <a:pt x="1083564" y="271437"/>
                </a:lnTo>
                <a:lnTo>
                  <a:pt x="1103852" y="222651"/>
                </a:lnTo>
                <a:lnTo>
                  <a:pt x="1110615" y="164541"/>
                </a:lnTo>
                <a:lnTo>
                  <a:pt x="1108904" y="134392"/>
                </a:lnTo>
                <a:lnTo>
                  <a:pt x="1095291" y="80948"/>
                </a:lnTo>
                <a:lnTo>
                  <a:pt x="1068417" y="37438"/>
                </a:lnTo>
                <a:lnTo>
                  <a:pt x="1029519" y="8610"/>
                </a:lnTo>
                <a:lnTo>
                  <a:pt x="1005713" y="0"/>
                </a:lnTo>
                <a:close/>
              </a:path>
              <a:path w="1110615" h="328929">
                <a:moveTo>
                  <a:pt x="104901" y="0"/>
                </a:moveTo>
                <a:lnTo>
                  <a:pt x="60118" y="21089"/>
                </a:lnTo>
                <a:lnTo>
                  <a:pt x="27050" y="57657"/>
                </a:lnTo>
                <a:lnTo>
                  <a:pt x="6762" y="106527"/>
                </a:lnTo>
                <a:lnTo>
                  <a:pt x="0" y="164541"/>
                </a:lnTo>
                <a:lnTo>
                  <a:pt x="1690" y="194761"/>
                </a:lnTo>
                <a:lnTo>
                  <a:pt x="15216" y="248210"/>
                </a:lnTo>
                <a:lnTo>
                  <a:pt x="42054" y="291575"/>
                </a:lnTo>
                <a:lnTo>
                  <a:pt x="80968" y="320316"/>
                </a:lnTo>
                <a:lnTo>
                  <a:pt x="104901" y="328917"/>
                </a:lnTo>
                <a:lnTo>
                  <a:pt x="108966" y="315569"/>
                </a:lnTo>
                <a:lnTo>
                  <a:pt x="90249" y="307266"/>
                </a:lnTo>
                <a:lnTo>
                  <a:pt x="74104" y="295711"/>
                </a:lnTo>
                <a:lnTo>
                  <a:pt x="49529" y="262851"/>
                </a:lnTo>
                <a:lnTo>
                  <a:pt x="34845" y="218162"/>
                </a:lnTo>
                <a:lnTo>
                  <a:pt x="29972" y="162813"/>
                </a:lnTo>
                <a:lnTo>
                  <a:pt x="31188" y="134748"/>
                </a:lnTo>
                <a:lnTo>
                  <a:pt x="40955" y="86070"/>
                </a:lnTo>
                <a:lnTo>
                  <a:pt x="60577" y="47668"/>
                </a:lnTo>
                <a:lnTo>
                  <a:pt x="90624" y="21612"/>
                </a:lnTo>
                <a:lnTo>
                  <a:pt x="109600" y="13347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16939" y="5723255"/>
            <a:ext cx="10793095" cy="1134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025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resultado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multiplicação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matricial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acima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continua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resultando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ts val="2690"/>
              </a:lnSpc>
              <a:tabLst>
                <a:tab pos="7122795" algn="l"/>
                <a:tab pos="8907780" algn="l"/>
                <a:tab pos="9389110" algn="l"/>
                <a:tab pos="10514330" algn="l"/>
              </a:tabLst>
            </a:pPr>
            <a:r>
              <a:rPr sz="2800" b="1" i="1" dirty="0">
                <a:latin typeface="Calibri"/>
                <a:cs typeface="Calibri"/>
              </a:rPr>
              <a:t>vetor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coluna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dimensão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𝐾</a:t>
            </a:r>
            <a:r>
              <a:rPr sz="2800" spc="1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+</a:t>
            </a:r>
            <a:r>
              <a:rPr sz="2800" spc="-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1</a:t>
            </a:r>
            <a:r>
              <a:rPr sz="2800" spc="-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×</a:t>
            </a:r>
            <a:r>
              <a:rPr sz="2800" spc="-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1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seja,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dirty="0">
                <a:latin typeface="Cambria Math"/>
                <a:cs typeface="Cambria Math"/>
              </a:rPr>
              <a:t>𝐾</a:t>
            </a:r>
            <a:r>
              <a:rPr sz="2800" spc="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+</a:t>
            </a:r>
            <a:r>
              <a:rPr sz="2800" spc="-1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1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×</a:t>
            </a:r>
            <a:r>
              <a:rPr sz="2800" spc="-20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𝑁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×</a:t>
            </a:r>
            <a:r>
              <a:rPr sz="2800" dirty="0">
                <a:latin typeface="Cambria Math"/>
                <a:cs typeface="Cambria Math"/>
              </a:rPr>
              <a:t>	𝑁</a:t>
            </a:r>
            <a:r>
              <a:rPr sz="2800" spc="4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×</a:t>
            </a:r>
            <a:r>
              <a:rPr sz="2800" spc="-10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1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=</a:t>
            </a:r>
            <a:endParaRPr sz="2800" dirty="0">
              <a:latin typeface="Cambria Math"/>
              <a:cs typeface="Cambria Math"/>
            </a:endParaRPr>
          </a:p>
          <a:p>
            <a:pPr marL="12700">
              <a:lnSpc>
                <a:spcPts val="3025"/>
              </a:lnSpc>
            </a:pPr>
            <a:r>
              <a:rPr sz="2800" dirty="0">
                <a:latin typeface="Cambria Math"/>
                <a:cs typeface="Cambria Math"/>
              </a:rPr>
              <a:t>𝐾</a:t>
            </a:r>
            <a:r>
              <a:rPr sz="2800" spc="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+</a:t>
            </a:r>
            <a:r>
              <a:rPr sz="2800" spc="-1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1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×</a:t>
            </a:r>
            <a:r>
              <a:rPr sz="2800" spc="-1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1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C4066930-9E6F-6217-1010-29BC3FFE75A1}"/>
                  </a:ext>
                </a:extLst>
              </p:cNvPr>
              <p:cNvSpPr txBox="1"/>
              <p:nvPr/>
            </p:nvSpPr>
            <p:spPr>
              <a:xfrm>
                <a:off x="869036" y="2589435"/>
                <a:ext cx="1112164" cy="8206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C4066930-9E6F-6217-1010-29BC3FFE7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6" y="2589435"/>
                <a:ext cx="1112164" cy="8206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058C875B-DBE9-8DB7-56DD-908DABA7552D}"/>
                  </a:ext>
                </a:extLst>
              </p:cNvPr>
              <p:cNvSpPr txBox="1"/>
              <p:nvPr/>
            </p:nvSpPr>
            <p:spPr>
              <a:xfrm>
                <a:off x="869036" y="3347722"/>
                <a:ext cx="6146233" cy="12287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(0)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(0)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058C875B-DBE9-8DB7-56DD-908DABA75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6" y="3347722"/>
                <a:ext cx="6146233" cy="12287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A36BED02-652B-791F-CBFC-92CAF99CBC2D}"/>
                  </a:ext>
                </a:extLst>
              </p:cNvPr>
              <p:cNvSpPr txBox="1"/>
              <p:nvPr/>
            </p:nvSpPr>
            <p:spPr>
              <a:xfrm>
                <a:off x="7015269" y="3124200"/>
                <a:ext cx="4463338" cy="1675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0)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−1)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(0)</m:t>
                                    </m:r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−1)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A36BED02-652B-791F-CBFC-92CAF99CB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269" y="3124200"/>
                <a:ext cx="4463338" cy="16758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9C3DA88E-4A2D-941C-9154-3D7A82DBC6AF}"/>
                  </a:ext>
                </a:extLst>
              </p:cNvPr>
              <p:cNvSpPr txBox="1"/>
              <p:nvPr/>
            </p:nvSpPr>
            <p:spPr>
              <a:xfrm>
                <a:off x="4568227" y="4902581"/>
                <a:ext cx="2714140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pt-BR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pt-BR" sz="2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b="1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9C3DA88E-4A2D-941C-9154-3D7A82DBC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227" y="4902581"/>
                <a:ext cx="2714140" cy="8066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Equação</a:t>
            </a:r>
            <a:r>
              <a:rPr spc="-6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atualização</a:t>
            </a:r>
            <a:r>
              <a:rPr spc="-30" dirty="0"/>
              <a:t> </a:t>
            </a:r>
            <a:r>
              <a:rPr dirty="0"/>
              <a:t>dos</a:t>
            </a:r>
            <a:r>
              <a:rPr spc="-50" dirty="0"/>
              <a:t> </a:t>
            </a:r>
            <a:r>
              <a:rPr spc="-10" dirty="0"/>
              <a:t>pesos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9518650" cy="83629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0"/>
              </a:spcBef>
            </a:pPr>
            <a:r>
              <a:rPr sz="2800" spc="-10" dirty="0">
                <a:latin typeface="Calibri"/>
                <a:cs typeface="Calibri"/>
              </a:rPr>
              <a:t>Utilizando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resultado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anterior,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reescrever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atualização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como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4"/>
              <p:cNvSpPr txBox="1"/>
              <p:nvPr/>
            </p:nvSpPr>
            <p:spPr>
              <a:xfrm>
                <a:off x="916939" y="4274172"/>
                <a:ext cx="10826750" cy="1948097"/>
              </a:xfrm>
              <a:prstGeom prst="rect">
                <a:avLst/>
              </a:prstGeom>
            </p:spPr>
            <p:txBody>
              <a:bodyPr vert="horz" wrap="square" lIns="0" tIns="60960" rIns="0" bIns="0" rtlCol="0">
                <a:spAutoFit/>
              </a:bodyPr>
              <a:lstStyle/>
              <a:p>
                <a:pPr marL="12700" marR="5080">
                  <a:lnSpc>
                    <a:spcPts val="3020"/>
                  </a:lnSpc>
                  <a:spcBef>
                    <a:spcPts val="480"/>
                  </a:spcBef>
                </a:pP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soma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acima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deve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resultar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em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vetor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coluna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dimensão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𝐾</a:t>
                </a:r>
                <a:r>
                  <a:rPr lang="pt-BR" sz="2800" spc="1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+</a:t>
                </a:r>
                <a:r>
                  <a:rPr lang="pt-BR" sz="2800" spc="-6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1</a:t>
                </a:r>
                <a:r>
                  <a:rPr lang="pt-BR" sz="2800" spc="-5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×</a:t>
                </a:r>
                <a:r>
                  <a:rPr lang="pt-BR" sz="2800" spc="-50" dirty="0">
                    <a:latin typeface="Cambria Math"/>
                    <a:cs typeface="Cambria Math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1</a:t>
                </a:r>
                <a:r>
                  <a:rPr lang="pt-BR" sz="2800" spc="-25" dirty="0">
                    <a:latin typeface="Calibri"/>
                    <a:cs typeface="Calibri"/>
                  </a:rPr>
                  <a:t>, </a:t>
                </a:r>
                <a:r>
                  <a:rPr lang="pt-BR" sz="2800" dirty="0">
                    <a:latin typeface="Calibri"/>
                    <a:cs typeface="Calibri"/>
                  </a:rPr>
                  <a:t>pois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esta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dimensão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dos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dois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vetores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sendo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somados.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635"/>
                  </a:spcBef>
                </a:pPr>
                <a:r>
                  <a:rPr lang="pt-BR" sz="2800" spc="-30" dirty="0">
                    <a:latin typeface="Calibri"/>
                    <a:cs typeface="Calibri"/>
                  </a:rPr>
                  <a:t>Lembrem-</a:t>
                </a:r>
                <a:r>
                  <a:rPr lang="pt-BR" sz="2800" dirty="0">
                    <a:latin typeface="Calibri"/>
                    <a:cs typeface="Calibri"/>
                  </a:rPr>
                  <a:t>se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𝐾</a:t>
                </a:r>
                <a:r>
                  <a:rPr lang="pt-BR" sz="2800" spc="4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+</a:t>
                </a:r>
                <a:r>
                  <a:rPr lang="pt-BR" sz="2800" spc="-4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1</a:t>
                </a:r>
                <a:r>
                  <a:rPr lang="pt-BR" sz="2800" spc="-3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×</a:t>
                </a:r>
                <a:r>
                  <a:rPr lang="pt-BR" sz="2800" spc="-3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1</a:t>
                </a:r>
                <a:r>
                  <a:rPr lang="pt-BR" sz="2800" spc="-3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dimensão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vetor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𝒂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qual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 err="1">
                    <a:latin typeface="Calibri"/>
                    <a:cs typeface="Calibri"/>
                  </a:rPr>
                  <a:t>contém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 err="1">
                    <a:latin typeface="Calibri"/>
                    <a:cs typeface="Calibri"/>
                  </a:rPr>
                  <a:t>todos</a:t>
                </a:r>
                <a:r>
                  <a:rPr lang="pt-BR" sz="2800" spc="-10" dirty="0">
                    <a:latin typeface="Calibri"/>
                    <a:cs typeface="Calibri"/>
                  </a:rPr>
                  <a:t> os pesos do modelo e que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num>
                      <m:den>
                        <m: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𝑁</m:t>
                        </m:r>
                      </m:den>
                    </m:f>
                    <m:sSup>
                      <m:sSupPr>
                        <m:ctrlPr>
                          <a:rPr lang="pt-BR" sz="2800" b="1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pt-BR" sz="2800" b="1" i="1" spc="-10" smtClean="0">
                            <a:latin typeface="Cambria Math" panose="02040503050406030204" pitchFamily="18" charset="0"/>
                            <a:cs typeface="Calibri"/>
                          </a:rPr>
                          <m:t>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pt-BR" sz="2800" b="0" i="0" spc="-10" smtClean="0">
                            <a:latin typeface="Cambria Math" panose="02040503050406030204" pitchFamily="18" charset="0"/>
                            <a:cs typeface="Calibri"/>
                          </a:rPr>
                          <m:t>T</m:t>
                        </m:r>
                      </m:sup>
                    </m:sSup>
                    <m:r>
                      <a:rPr lang="pt-BR" sz="2800" b="1" i="1" spc="-10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pt-BR" sz="2800" b="1" i="1" spc="-10" smtClean="0">
                        <a:latin typeface="Cambria Math" panose="02040503050406030204" pitchFamily="18" charset="0"/>
                        <a:cs typeface="Calibri"/>
                      </a:rPr>
                      <m:t>𝒚</m:t>
                    </m:r>
                    <m:r>
                      <a:rPr lang="pt-BR" sz="2800" b="1" i="1" spc="-10" smtClean="0">
                        <a:latin typeface="Cambria Math" panose="02040503050406030204" pitchFamily="18" charset="0"/>
                        <a:cs typeface="Calibri"/>
                      </a:rPr>
                      <m:t>−</m:t>
                    </m:r>
                    <m:acc>
                      <m:accPr>
                        <m:chr m:val="̂"/>
                        <m:ctrlPr>
                          <a:rPr lang="pt-BR" sz="2800" b="1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800" b="1" i="1" spc="-10" smtClean="0">
                            <a:latin typeface="Cambria Math" panose="02040503050406030204" pitchFamily="18" charset="0"/>
                            <a:cs typeface="Calibri"/>
                          </a:rPr>
                          <m:t>𝒚</m:t>
                        </m:r>
                      </m:e>
                    </m:acc>
                    <m:r>
                      <a:rPr lang="pt-BR" sz="2800" b="1" i="1" spc="-10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pt-BR" sz="2800" b="1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tem dimensão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𝐾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+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1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×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1</m:t>
                    </m:r>
                  </m:oMath>
                </a14:m>
                <a:r>
                  <a:rPr lang="pt-BR" sz="2800" b="1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também</a:t>
                </a:r>
                <a:r>
                  <a:rPr lang="pt-BR" sz="2800" b="1" dirty="0">
                    <a:latin typeface="Calibri"/>
                    <a:cs typeface="Calibri"/>
                  </a:rPr>
                  <a:t> </a:t>
                </a:r>
                <a:endParaRPr sz="2800" b="1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4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4274172"/>
                <a:ext cx="10826750" cy="1948097"/>
              </a:xfrm>
              <a:prstGeom prst="rect">
                <a:avLst/>
              </a:prstGeom>
              <a:blipFill>
                <a:blip r:embed="rId2"/>
                <a:stretch>
                  <a:fillRect l="-1858" t="-5313" r="-1633" b="-59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7B25BD60-8A9C-E251-DD63-D452EB2E6D8C}"/>
                  </a:ext>
                </a:extLst>
              </p:cNvPr>
              <p:cNvSpPr txBox="1"/>
              <p:nvPr/>
            </p:nvSpPr>
            <p:spPr>
              <a:xfrm>
                <a:off x="4727164" y="2652646"/>
                <a:ext cx="2737673" cy="8361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7B25BD60-8A9C-E251-DD63-D452EB2E6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164" y="2652646"/>
                <a:ext cx="2737673" cy="8361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E54C50A0-6BE3-32D1-3023-6874EE990A89}"/>
                  </a:ext>
                </a:extLst>
              </p:cNvPr>
              <p:cNvSpPr txBox="1"/>
              <p:nvPr/>
            </p:nvSpPr>
            <p:spPr>
              <a:xfrm>
                <a:off x="4382390" y="3460569"/>
                <a:ext cx="3427220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E54C50A0-6BE3-32D1-3023-6874EE990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390" y="3460569"/>
                <a:ext cx="3427220" cy="8066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Equação</a:t>
            </a:r>
            <a:r>
              <a:rPr spc="-6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atualização</a:t>
            </a:r>
            <a:r>
              <a:rPr spc="-30" dirty="0"/>
              <a:t> </a:t>
            </a:r>
            <a:r>
              <a:rPr dirty="0"/>
              <a:t>dos</a:t>
            </a:r>
            <a:r>
              <a:rPr spc="-50" dirty="0"/>
              <a:t> </a:t>
            </a:r>
            <a:r>
              <a:rPr spc="-10" dirty="0"/>
              <a:t>pesos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30325"/>
            <a:ext cx="840295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reescrever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equação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atualização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como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aixaDeTexto 61">
                <a:extLst>
                  <a:ext uri="{FF2B5EF4-FFF2-40B4-BE49-F238E27FC236}">
                    <a16:creationId xmlns:a16="http://schemas.microsoft.com/office/drawing/2014/main" id="{2274FDF8-C4C4-5BAE-DA3B-8C09FF1BB7F5}"/>
                  </a:ext>
                </a:extLst>
              </p:cNvPr>
              <p:cNvSpPr txBox="1"/>
              <p:nvPr/>
            </p:nvSpPr>
            <p:spPr>
              <a:xfrm>
                <a:off x="2600547" y="1761067"/>
                <a:ext cx="5035738" cy="18932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400" b="1" i="1" smtClean="0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2" name="CaixaDeTexto 61">
                <a:extLst>
                  <a:ext uri="{FF2B5EF4-FFF2-40B4-BE49-F238E27FC236}">
                    <a16:creationId xmlns:a16="http://schemas.microsoft.com/office/drawing/2014/main" id="{2274FDF8-C4C4-5BAE-DA3B-8C09FF1BB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0547" y="1761067"/>
                <a:ext cx="5035738" cy="18932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aixaDeTexto 62">
                <a:extLst>
                  <a:ext uri="{FF2B5EF4-FFF2-40B4-BE49-F238E27FC236}">
                    <a16:creationId xmlns:a16="http://schemas.microsoft.com/office/drawing/2014/main" id="{E77D2353-F96B-D262-7FC2-8CC939F704D2}"/>
                  </a:ext>
                </a:extLst>
              </p:cNvPr>
              <p:cNvSpPr txBox="1"/>
              <p:nvPr/>
            </p:nvSpPr>
            <p:spPr>
              <a:xfrm>
                <a:off x="916939" y="3849191"/>
                <a:ext cx="6159570" cy="1053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(0)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(0)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3" name="CaixaDeTexto 62">
                <a:extLst>
                  <a:ext uri="{FF2B5EF4-FFF2-40B4-BE49-F238E27FC236}">
                    <a16:creationId xmlns:a16="http://schemas.microsoft.com/office/drawing/2014/main" id="{E77D2353-F96B-D262-7FC2-8CC939F70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3849191"/>
                <a:ext cx="6159570" cy="10532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aixaDeTexto 63">
                <a:extLst>
                  <a:ext uri="{FF2B5EF4-FFF2-40B4-BE49-F238E27FC236}">
                    <a16:creationId xmlns:a16="http://schemas.microsoft.com/office/drawing/2014/main" id="{372C4915-2203-71FB-40D9-AA506921D9B8}"/>
                  </a:ext>
                </a:extLst>
              </p:cNvPr>
              <p:cNvSpPr txBox="1"/>
              <p:nvPr/>
            </p:nvSpPr>
            <p:spPr>
              <a:xfrm>
                <a:off x="6934200" y="3657600"/>
                <a:ext cx="3826817" cy="14364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0)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−1)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(0)</m:t>
                                    </m:r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−1)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4" name="CaixaDeTexto 63">
                <a:extLst>
                  <a:ext uri="{FF2B5EF4-FFF2-40B4-BE49-F238E27FC236}">
                    <a16:creationId xmlns:a16="http://schemas.microsoft.com/office/drawing/2014/main" id="{372C4915-2203-71FB-40D9-AA506921D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3657600"/>
                <a:ext cx="3826817" cy="14364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CaixaDeTexto 64">
                <a:extLst>
                  <a:ext uri="{FF2B5EF4-FFF2-40B4-BE49-F238E27FC236}">
                    <a16:creationId xmlns:a16="http://schemas.microsoft.com/office/drawing/2014/main" id="{6BFF5351-BCD0-6DAF-0DCC-29E75C7717EF}"/>
                  </a:ext>
                </a:extLst>
              </p:cNvPr>
              <p:cNvSpPr txBox="1"/>
              <p:nvPr/>
            </p:nvSpPr>
            <p:spPr>
              <a:xfrm>
                <a:off x="916939" y="5460058"/>
                <a:ext cx="9198928" cy="1179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pt-BR" sz="2400" b="1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…+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…+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1)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5" name="CaixaDeTexto 64">
                <a:extLst>
                  <a:ext uri="{FF2B5EF4-FFF2-40B4-BE49-F238E27FC236}">
                    <a16:creationId xmlns:a16="http://schemas.microsoft.com/office/drawing/2014/main" id="{6BFF5351-BCD0-6DAF-0DCC-29E75C771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5460058"/>
                <a:ext cx="9198928" cy="11791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3198" y="1544777"/>
            <a:ext cx="10182860" cy="3317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" algn="ctr">
              <a:lnSpc>
                <a:spcPts val="7334"/>
              </a:lnSpc>
              <a:spcBef>
                <a:spcPts val="95"/>
              </a:spcBef>
            </a:pPr>
            <a:r>
              <a:rPr sz="6700" spc="-25" dirty="0">
                <a:latin typeface="Calibri"/>
                <a:cs typeface="Calibri"/>
              </a:rPr>
              <a:t>Anexo</a:t>
            </a:r>
            <a:r>
              <a:rPr sz="6700" spc="-335" dirty="0">
                <a:latin typeface="Calibri"/>
                <a:cs typeface="Calibri"/>
              </a:rPr>
              <a:t> </a:t>
            </a:r>
            <a:r>
              <a:rPr sz="6700" spc="-25" dirty="0">
                <a:latin typeface="Calibri"/>
                <a:cs typeface="Calibri"/>
              </a:rPr>
              <a:t>II:</a:t>
            </a:r>
            <a:endParaRPr sz="6700">
              <a:latin typeface="Calibri"/>
              <a:cs typeface="Calibri"/>
            </a:endParaRPr>
          </a:p>
          <a:p>
            <a:pPr marL="12065" marR="5080" algn="ctr">
              <a:lnSpc>
                <a:spcPct val="70000"/>
              </a:lnSpc>
              <a:spcBef>
                <a:spcPts val="1705"/>
              </a:spcBef>
            </a:pPr>
            <a:r>
              <a:rPr sz="6700" dirty="0">
                <a:latin typeface="Calibri"/>
                <a:cs typeface="Calibri"/>
              </a:rPr>
              <a:t>Cálculo</a:t>
            </a:r>
            <a:r>
              <a:rPr sz="6700" spc="-215" dirty="0">
                <a:latin typeface="Calibri"/>
                <a:cs typeface="Calibri"/>
              </a:rPr>
              <a:t> </a:t>
            </a:r>
            <a:r>
              <a:rPr sz="6700" dirty="0">
                <a:latin typeface="Calibri"/>
                <a:cs typeface="Calibri"/>
              </a:rPr>
              <a:t>do</a:t>
            </a:r>
            <a:r>
              <a:rPr sz="6700" spc="-225" dirty="0">
                <a:latin typeface="Calibri"/>
                <a:cs typeface="Calibri"/>
              </a:rPr>
              <a:t> </a:t>
            </a:r>
            <a:r>
              <a:rPr sz="6700" dirty="0">
                <a:latin typeface="Calibri"/>
                <a:cs typeface="Calibri"/>
              </a:rPr>
              <a:t>vetor</a:t>
            </a:r>
            <a:r>
              <a:rPr sz="6700" spc="-220" dirty="0">
                <a:latin typeface="Calibri"/>
                <a:cs typeface="Calibri"/>
              </a:rPr>
              <a:t> </a:t>
            </a:r>
            <a:r>
              <a:rPr sz="6700" spc="-25" dirty="0">
                <a:latin typeface="Calibri"/>
                <a:cs typeface="Calibri"/>
              </a:rPr>
              <a:t>gradiente</a:t>
            </a:r>
            <a:r>
              <a:rPr sz="6700" spc="-204" dirty="0">
                <a:latin typeface="Calibri"/>
                <a:cs typeface="Calibri"/>
              </a:rPr>
              <a:t> </a:t>
            </a:r>
            <a:r>
              <a:rPr sz="6700" spc="-25" dirty="0">
                <a:latin typeface="Calibri"/>
                <a:cs typeface="Calibri"/>
              </a:rPr>
              <a:t>de </a:t>
            </a:r>
            <a:r>
              <a:rPr sz="6700" dirty="0">
                <a:latin typeface="Calibri"/>
                <a:cs typeface="Calibri"/>
              </a:rPr>
              <a:t>uma</a:t>
            </a:r>
            <a:r>
              <a:rPr sz="6700" spc="-225" dirty="0">
                <a:latin typeface="Calibri"/>
                <a:cs typeface="Calibri"/>
              </a:rPr>
              <a:t> </a:t>
            </a:r>
            <a:r>
              <a:rPr sz="6700" dirty="0">
                <a:latin typeface="Calibri"/>
                <a:cs typeface="Calibri"/>
              </a:rPr>
              <a:t>função</a:t>
            </a:r>
            <a:r>
              <a:rPr sz="6700" spc="-190" dirty="0">
                <a:latin typeface="Calibri"/>
                <a:cs typeface="Calibri"/>
              </a:rPr>
              <a:t> </a:t>
            </a:r>
            <a:r>
              <a:rPr sz="6700" dirty="0">
                <a:latin typeface="Calibri"/>
                <a:cs typeface="Calibri"/>
              </a:rPr>
              <a:t>hipótese</a:t>
            </a:r>
            <a:r>
              <a:rPr sz="6700" spc="-185" dirty="0">
                <a:latin typeface="Calibri"/>
                <a:cs typeface="Calibri"/>
              </a:rPr>
              <a:t> </a:t>
            </a:r>
            <a:r>
              <a:rPr sz="6700" dirty="0">
                <a:latin typeface="Calibri"/>
                <a:cs typeface="Calibri"/>
              </a:rPr>
              <a:t>com</a:t>
            </a:r>
            <a:r>
              <a:rPr sz="6700" spc="-210" dirty="0">
                <a:latin typeface="Calibri"/>
                <a:cs typeface="Calibri"/>
              </a:rPr>
              <a:t> </a:t>
            </a:r>
            <a:r>
              <a:rPr sz="6700" spc="-50" dirty="0">
                <a:latin typeface="Calibri"/>
                <a:cs typeface="Calibri"/>
              </a:rPr>
              <a:t>2 </a:t>
            </a:r>
            <a:r>
              <a:rPr sz="6700" spc="-10" dirty="0">
                <a:latin typeface="Calibri"/>
                <a:cs typeface="Calibri"/>
              </a:rPr>
              <a:t>pesos</a:t>
            </a:r>
            <a:endParaRPr sz="6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Cálculo</a:t>
            </a:r>
            <a:r>
              <a:rPr spc="-55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dirty="0"/>
              <a:t>vetor</a:t>
            </a:r>
            <a:r>
              <a:rPr spc="-30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88958" y="1622024"/>
            <a:ext cx="6228715" cy="4353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3325"/>
              </a:lnSpc>
              <a:spcBef>
                <a:spcPts val="95"/>
              </a:spcBef>
            </a:pP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hipótese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𝑎</a:t>
            </a:r>
            <a:r>
              <a:rPr sz="3075" baseline="-16260" dirty="0">
                <a:latin typeface="Cambria Math"/>
                <a:cs typeface="Cambria Math"/>
              </a:rPr>
              <a:t>1</a:t>
            </a:r>
            <a:r>
              <a:rPr sz="3075" spc="322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𝑎</a:t>
            </a:r>
            <a:r>
              <a:rPr sz="3075" spc="-37" baseline="-16260" dirty="0">
                <a:latin typeface="Cambria Math"/>
                <a:cs typeface="Cambria Math"/>
              </a:rPr>
              <a:t>2</a:t>
            </a:r>
            <a:endParaRPr sz="3075" baseline="-16260" dirty="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6939" y="2738754"/>
            <a:ext cx="4080510" cy="385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92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 err="1">
                <a:latin typeface="Calibri"/>
                <a:cs typeface="Calibri"/>
              </a:rPr>
              <a:t>por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616E6A06-E6DF-9209-E182-102A278EB158}"/>
                  </a:ext>
                </a:extLst>
              </p:cNvPr>
              <p:cNvSpPr txBox="1"/>
              <p:nvPr/>
            </p:nvSpPr>
            <p:spPr>
              <a:xfrm>
                <a:off x="2881696" y="2197800"/>
                <a:ext cx="5873339" cy="4863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616E6A06-E6DF-9209-E182-102A278EB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696" y="2197800"/>
                <a:ext cx="5873339" cy="4863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98EA0B90-CF19-59C6-D04D-6B89BC9E750D}"/>
                  </a:ext>
                </a:extLst>
              </p:cNvPr>
              <p:cNvSpPr txBox="1"/>
              <p:nvPr/>
            </p:nvSpPr>
            <p:spPr>
              <a:xfrm>
                <a:off x="2889661" y="3399848"/>
                <a:ext cx="7204152" cy="12119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98EA0B90-CF19-59C6-D04D-6B89BC9E7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9661" y="3399848"/>
                <a:ext cx="7204152" cy="12119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Cálculo</a:t>
            </a:r>
            <a:r>
              <a:rPr spc="-55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dirty="0"/>
              <a:t>vetor</a:t>
            </a:r>
            <a:r>
              <a:rPr spc="-30" dirty="0"/>
              <a:t> </a:t>
            </a:r>
            <a:r>
              <a:rPr spc="-10" dirty="0"/>
              <a:t>gradiente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66001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Cada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gradiente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114800" y="4533019"/>
            <a:ext cx="165608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4970" marR="246379" indent="-1270" algn="ctr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Operação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da </a:t>
            </a:r>
            <a:r>
              <a:rPr sz="1100" dirty="0">
                <a:latin typeface="Calibri"/>
                <a:cs typeface="Calibri"/>
              </a:rPr>
              <a:t>derivada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parcial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é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distributiva</a:t>
            </a:r>
            <a:r>
              <a:rPr sz="1100" spc="-10" dirty="0">
                <a:latin typeface="Calibri"/>
                <a:cs typeface="Calibri"/>
              </a:rPr>
              <a:t>.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137787" y="4151053"/>
            <a:ext cx="377190" cy="539750"/>
          </a:xfrm>
          <a:custGeom>
            <a:avLst/>
            <a:gdLst/>
            <a:ahLst/>
            <a:cxnLst/>
            <a:rect l="l" t="t" r="r" b="b"/>
            <a:pathLst>
              <a:path w="377189" h="539750">
                <a:moveTo>
                  <a:pt x="48640" y="58955"/>
                </a:moveTo>
                <a:lnTo>
                  <a:pt x="38219" y="66184"/>
                </a:lnTo>
                <a:lnTo>
                  <a:pt x="366521" y="539749"/>
                </a:lnTo>
                <a:lnTo>
                  <a:pt x="376935" y="532510"/>
                </a:lnTo>
                <a:lnTo>
                  <a:pt x="48640" y="58955"/>
                </a:lnTo>
                <a:close/>
              </a:path>
              <a:path w="377189" h="539750">
                <a:moveTo>
                  <a:pt x="0" y="0"/>
                </a:moveTo>
                <a:lnTo>
                  <a:pt x="12064" y="84327"/>
                </a:lnTo>
                <a:lnTo>
                  <a:pt x="38219" y="66184"/>
                </a:lnTo>
                <a:lnTo>
                  <a:pt x="30987" y="55752"/>
                </a:lnTo>
                <a:lnTo>
                  <a:pt x="41401" y="48513"/>
                </a:lnTo>
                <a:lnTo>
                  <a:pt x="63691" y="48513"/>
                </a:lnTo>
                <a:lnTo>
                  <a:pt x="74675" y="40893"/>
                </a:lnTo>
                <a:lnTo>
                  <a:pt x="0" y="0"/>
                </a:lnTo>
                <a:close/>
              </a:path>
              <a:path w="377189" h="539750">
                <a:moveTo>
                  <a:pt x="41401" y="48513"/>
                </a:moveTo>
                <a:lnTo>
                  <a:pt x="30987" y="55752"/>
                </a:lnTo>
                <a:lnTo>
                  <a:pt x="38219" y="66184"/>
                </a:lnTo>
                <a:lnTo>
                  <a:pt x="48640" y="58955"/>
                </a:lnTo>
                <a:lnTo>
                  <a:pt x="41401" y="48513"/>
                </a:lnTo>
                <a:close/>
              </a:path>
              <a:path w="377189" h="539750">
                <a:moveTo>
                  <a:pt x="63691" y="48513"/>
                </a:moveTo>
                <a:lnTo>
                  <a:pt x="41401" y="48513"/>
                </a:lnTo>
                <a:lnTo>
                  <a:pt x="48640" y="58955"/>
                </a:lnTo>
                <a:lnTo>
                  <a:pt x="63691" y="4851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2491ED50-7971-B9F3-1BEB-B99245B5A50E}"/>
                  </a:ext>
                </a:extLst>
              </p:cNvPr>
              <p:cNvSpPr txBox="1"/>
              <p:nvPr/>
            </p:nvSpPr>
            <p:spPr>
              <a:xfrm>
                <a:off x="1524000" y="2334187"/>
                <a:ext cx="7749236" cy="1158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5"/>
                                </m:r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</m:d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2491ED50-7971-B9F3-1BEB-B99245B5A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334187"/>
                <a:ext cx="7749236" cy="11589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A19153A5-4BF6-39FC-9F0A-F7081074120A}"/>
                  </a:ext>
                </a:extLst>
              </p:cNvPr>
              <p:cNvSpPr txBox="1"/>
              <p:nvPr/>
            </p:nvSpPr>
            <p:spPr>
              <a:xfrm>
                <a:off x="2514600" y="3581733"/>
                <a:ext cx="6584046" cy="12119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</m:d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A19153A5-4BF6-39FC-9F0A-F70810741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3581733"/>
                <a:ext cx="6584046" cy="12119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45144840-383E-8373-1417-6CC599EB3320}"/>
                  </a:ext>
                </a:extLst>
              </p:cNvPr>
              <p:cNvSpPr txBox="1"/>
              <p:nvPr/>
            </p:nvSpPr>
            <p:spPr>
              <a:xfrm>
                <a:off x="1534399" y="5186601"/>
                <a:ext cx="9123203" cy="12119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45144840-383E-8373-1417-6CC599EB3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399" y="5186601"/>
                <a:ext cx="9123203" cy="12119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7582" y="2739593"/>
            <a:ext cx="19926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FIGURAS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25315" y="2375026"/>
            <a:ext cx="2835275" cy="4269105"/>
            <a:chOff x="3925315" y="2375026"/>
            <a:chExt cx="2835275" cy="4269105"/>
          </a:xfrm>
        </p:grpSpPr>
        <p:sp>
          <p:nvSpPr>
            <p:cNvPr id="3" name="object 3"/>
            <p:cNvSpPr/>
            <p:nvPr/>
          </p:nvSpPr>
          <p:spPr>
            <a:xfrm>
              <a:off x="3934840" y="2384551"/>
              <a:ext cx="956310" cy="1485900"/>
            </a:xfrm>
            <a:custGeom>
              <a:avLst/>
              <a:gdLst/>
              <a:ahLst/>
              <a:cxnLst/>
              <a:rect l="l" t="t" r="r" b="b"/>
              <a:pathLst>
                <a:path w="956310" h="1485900">
                  <a:moveTo>
                    <a:pt x="0" y="1485392"/>
                  </a:moveTo>
                  <a:lnTo>
                    <a:pt x="955801" y="0"/>
                  </a:lnTo>
                </a:path>
              </a:pathLst>
            </a:custGeom>
            <a:ln w="190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95723" y="3184778"/>
              <a:ext cx="0" cy="756285"/>
            </a:xfrm>
            <a:custGeom>
              <a:avLst/>
              <a:gdLst/>
              <a:ahLst/>
              <a:cxnLst/>
              <a:rect l="l" t="t" r="r" b="b"/>
              <a:pathLst>
                <a:path h="756285">
                  <a:moveTo>
                    <a:pt x="0" y="0"/>
                  </a:moveTo>
                  <a:lnTo>
                    <a:pt x="0" y="755904"/>
                  </a:lnTo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16755" y="2570098"/>
              <a:ext cx="2661285" cy="3911600"/>
            </a:xfrm>
            <a:custGeom>
              <a:avLst/>
              <a:gdLst/>
              <a:ahLst/>
              <a:cxnLst/>
              <a:rect l="l" t="t" r="r" b="b"/>
              <a:pathLst>
                <a:path w="2661284" h="3911600">
                  <a:moveTo>
                    <a:pt x="0" y="1955800"/>
                  </a:moveTo>
                  <a:lnTo>
                    <a:pt x="547" y="1899136"/>
                  </a:lnTo>
                  <a:lnTo>
                    <a:pt x="2180" y="1842873"/>
                  </a:lnTo>
                  <a:lnTo>
                    <a:pt x="4884" y="1787031"/>
                  </a:lnTo>
                  <a:lnTo>
                    <a:pt x="8643" y="1731632"/>
                  </a:lnTo>
                  <a:lnTo>
                    <a:pt x="13444" y="1676699"/>
                  </a:lnTo>
                  <a:lnTo>
                    <a:pt x="19271" y="1622252"/>
                  </a:lnTo>
                  <a:lnTo>
                    <a:pt x="26109" y="1568313"/>
                  </a:lnTo>
                  <a:lnTo>
                    <a:pt x="33944" y="1514905"/>
                  </a:lnTo>
                  <a:lnTo>
                    <a:pt x="42760" y="1462049"/>
                  </a:lnTo>
                  <a:lnTo>
                    <a:pt x="52544" y="1409766"/>
                  </a:lnTo>
                  <a:lnTo>
                    <a:pt x="63280" y="1358079"/>
                  </a:lnTo>
                  <a:lnTo>
                    <a:pt x="74954" y="1307009"/>
                  </a:lnTo>
                  <a:lnTo>
                    <a:pt x="87550" y="1256578"/>
                  </a:lnTo>
                  <a:lnTo>
                    <a:pt x="101054" y="1206807"/>
                  </a:lnTo>
                  <a:lnTo>
                    <a:pt x="115451" y="1157719"/>
                  </a:lnTo>
                  <a:lnTo>
                    <a:pt x="130727" y="1109335"/>
                  </a:lnTo>
                  <a:lnTo>
                    <a:pt x="146866" y="1061676"/>
                  </a:lnTo>
                  <a:lnTo>
                    <a:pt x="163854" y="1014765"/>
                  </a:lnTo>
                  <a:lnTo>
                    <a:pt x="181675" y="968624"/>
                  </a:lnTo>
                  <a:lnTo>
                    <a:pt x="200316" y="923273"/>
                  </a:lnTo>
                  <a:lnTo>
                    <a:pt x="219761" y="878735"/>
                  </a:lnTo>
                  <a:lnTo>
                    <a:pt x="239996" y="835032"/>
                  </a:lnTo>
                  <a:lnTo>
                    <a:pt x="261006" y="792185"/>
                  </a:lnTo>
                  <a:lnTo>
                    <a:pt x="282775" y="750216"/>
                  </a:lnTo>
                  <a:lnTo>
                    <a:pt x="305290" y="709146"/>
                  </a:lnTo>
                  <a:lnTo>
                    <a:pt x="328535" y="668998"/>
                  </a:lnTo>
                  <a:lnTo>
                    <a:pt x="352496" y="629793"/>
                  </a:lnTo>
                  <a:lnTo>
                    <a:pt x="377158" y="591553"/>
                  </a:lnTo>
                  <a:lnTo>
                    <a:pt x="402505" y="554299"/>
                  </a:lnTo>
                  <a:lnTo>
                    <a:pt x="428524" y="518054"/>
                  </a:lnTo>
                  <a:lnTo>
                    <a:pt x="455199" y="482839"/>
                  </a:lnTo>
                  <a:lnTo>
                    <a:pt x="482516" y="448676"/>
                  </a:lnTo>
                  <a:lnTo>
                    <a:pt x="510460" y="415586"/>
                  </a:lnTo>
                  <a:lnTo>
                    <a:pt x="539016" y="383591"/>
                  </a:lnTo>
                  <a:lnTo>
                    <a:pt x="568169" y="352714"/>
                  </a:lnTo>
                  <a:lnTo>
                    <a:pt x="597904" y="322975"/>
                  </a:lnTo>
                  <a:lnTo>
                    <a:pt x="628208" y="294397"/>
                  </a:lnTo>
                  <a:lnTo>
                    <a:pt x="659064" y="267001"/>
                  </a:lnTo>
                  <a:lnTo>
                    <a:pt x="690458" y="240808"/>
                  </a:lnTo>
                  <a:lnTo>
                    <a:pt x="722375" y="215842"/>
                  </a:lnTo>
                  <a:lnTo>
                    <a:pt x="754801" y="192123"/>
                  </a:lnTo>
                  <a:lnTo>
                    <a:pt x="787721" y="169673"/>
                  </a:lnTo>
                  <a:lnTo>
                    <a:pt x="821120" y="148514"/>
                  </a:lnTo>
                  <a:lnTo>
                    <a:pt x="854983" y="128667"/>
                  </a:lnTo>
                  <a:lnTo>
                    <a:pt x="889295" y="110155"/>
                  </a:lnTo>
                  <a:lnTo>
                    <a:pt x="924042" y="92999"/>
                  </a:lnTo>
                  <a:lnTo>
                    <a:pt x="959208" y="77221"/>
                  </a:lnTo>
                  <a:lnTo>
                    <a:pt x="994779" y="62842"/>
                  </a:lnTo>
                  <a:lnTo>
                    <a:pt x="1030741" y="49885"/>
                  </a:lnTo>
                  <a:lnTo>
                    <a:pt x="1067078" y="38371"/>
                  </a:lnTo>
                  <a:lnTo>
                    <a:pt x="1140819" y="19758"/>
                  </a:lnTo>
                  <a:lnTo>
                    <a:pt x="1215884" y="7178"/>
                  </a:lnTo>
                  <a:lnTo>
                    <a:pt x="1253876" y="3204"/>
                  </a:lnTo>
                  <a:lnTo>
                    <a:pt x="1292155" y="804"/>
                  </a:lnTo>
                  <a:lnTo>
                    <a:pt x="1330706" y="0"/>
                  </a:lnTo>
                  <a:lnTo>
                    <a:pt x="1369249" y="804"/>
                  </a:lnTo>
                  <a:lnTo>
                    <a:pt x="1407522" y="3204"/>
                  </a:lnTo>
                  <a:lnTo>
                    <a:pt x="1445508" y="7178"/>
                  </a:lnTo>
                  <a:lnTo>
                    <a:pt x="1520561" y="19758"/>
                  </a:lnTo>
                  <a:lnTo>
                    <a:pt x="1594292" y="38371"/>
                  </a:lnTo>
                  <a:lnTo>
                    <a:pt x="1630624" y="49885"/>
                  </a:lnTo>
                  <a:lnTo>
                    <a:pt x="1666580" y="62842"/>
                  </a:lnTo>
                  <a:lnTo>
                    <a:pt x="1702147" y="77221"/>
                  </a:lnTo>
                  <a:lnTo>
                    <a:pt x="1737309" y="92999"/>
                  </a:lnTo>
                  <a:lnTo>
                    <a:pt x="1772052" y="110155"/>
                  </a:lnTo>
                  <a:lnTo>
                    <a:pt x="1806360" y="128667"/>
                  </a:lnTo>
                  <a:lnTo>
                    <a:pt x="1840219" y="148514"/>
                  </a:lnTo>
                  <a:lnTo>
                    <a:pt x="1873614" y="169673"/>
                  </a:lnTo>
                  <a:lnTo>
                    <a:pt x="1906530" y="192123"/>
                  </a:lnTo>
                  <a:lnTo>
                    <a:pt x="1938953" y="215842"/>
                  </a:lnTo>
                  <a:lnTo>
                    <a:pt x="1970867" y="240808"/>
                  </a:lnTo>
                  <a:lnTo>
                    <a:pt x="2002258" y="267001"/>
                  </a:lnTo>
                  <a:lnTo>
                    <a:pt x="2033111" y="294397"/>
                  </a:lnTo>
                  <a:lnTo>
                    <a:pt x="2063412" y="322975"/>
                  </a:lnTo>
                  <a:lnTo>
                    <a:pt x="2093145" y="352714"/>
                  </a:lnTo>
                  <a:lnTo>
                    <a:pt x="2122295" y="383591"/>
                  </a:lnTo>
                  <a:lnTo>
                    <a:pt x="2150849" y="415586"/>
                  </a:lnTo>
                  <a:lnTo>
                    <a:pt x="2178790" y="448676"/>
                  </a:lnTo>
                  <a:lnTo>
                    <a:pt x="2206105" y="482839"/>
                  </a:lnTo>
                  <a:lnTo>
                    <a:pt x="2232778" y="518054"/>
                  </a:lnTo>
                  <a:lnTo>
                    <a:pt x="2258795" y="554299"/>
                  </a:lnTo>
                  <a:lnTo>
                    <a:pt x="2284141" y="591553"/>
                  </a:lnTo>
                  <a:lnTo>
                    <a:pt x="2308801" y="629793"/>
                  </a:lnTo>
                  <a:lnTo>
                    <a:pt x="2332761" y="668998"/>
                  </a:lnTo>
                  <a:lnTo>
                    <a:pt x="2356005" y="709146"/>
                  </a:lnTo>
                  <a:lnTo>
                    <a:pt x="2378518" y="750216"/>
                  </a:lnTo>
                  <a:lnTo>
                    <a:pt x="2400286" y="792185"/>
                  </a:lnTo>
                  <a:lnTo>
                    <a:pt x="2421295" y="835032"/>
                  </a:lnTo>
                  <a:lnTo>
                    <a:pt x="2441529" y="878735"/>
                  </a:lnTo>
                  <a:lnTo>
                    <a:pt x="2460973" y="923273"/>
                  </a:lnTo>
                  <a:lnTo>
                    <a:pt x="2479613" y="968624"/>
                  </a:lnTo>
                  <a:lnTo>
                    <a:pt x="2497434" y="1014765"/>
                  </a:lnTo>
                  <a:lnTo>
                    <a:pt x="2514422" y="1061676"/>
                  </a:lnTo>
                  <a:lnTo>
                    <a:pt x="2530560" y="1109335"/>
                  </a:lnTo>
                  <a:lnTo>
                    <a:pt x="2545835" y="1157719"/>
                  </a:lnTo>
                  <a:lnTo>
                    <a:pt x="2560232" y="1206807"/>
                  </a:lnTo>
                  <a:lnTo>
                    <a:pt x="2573736" y="1256578"/>
                  </a:lnTo>
                  <a:lnTo>
                    <a:pt x="2586332" y="1307009"/>
                  </a:lnTo>
                  <a:lnTo>
                    <a:pt x="2598005" y="1358079"/>
                  </a:lnTo>
                  <a:lnTo>
                    <a:pt x="2608741" y="1409766"/>
                  </a:lnTo>
                  <a:lnTo>
                    <a:pt x="2618524" y="1462049"/>
                  </a:lnTo>
                  <a:lnTo>
                    <a:pt x="2627341" y="1514905"/>
                  </a:lnTo>
                  <a:lnTo>
                    <a:pt x="2635176" y="1568313"/>
                  </a:lnTo>
                  <a:lnTo>
                    <a:pt x="2642014" y="1622252"/>
                  </a:lnTo>
                  <a:lnTo>
                    <a:pt x="2647840" y="1676699"/>
                  </a:lnTo>
                  <a:lnTo>
                    <a:pt x="2652641" y="1731632"/>
                  </a:lnTo>
                  <a:lnTo>
                    <a:pt x="2656400" y="1787031"/>
                  </a:lnTo>
                  <a:lnTo>
                    <a:pt x="2659104" y="1842873"/>
                  </a:lnTo>
                  <a:lnTo>
                    <a:pt x="2660737" y="1899136"/>
                  </a:lnTo>
                  <a:lnTo>
                    <a:pt x="2661285" y="1955800"/>
                  </a:lnTo>
                  <a:lnTo>
                    <a:pt x="2660737" y="2012455"/>
                  </a:lnTo>
                  <a:lnTo>
                    <a:pt x="2659104" y="2068711"/>
                  </a:lnTo>
                  <a:lnTo>
                    <a:pt x="2656400" y="2124546"/>
                  </a:lnTo>
                  <a:lnTo>
                    <a:pt x="2652641" y="2179938"/>
                  </a:lnTo>
                  <a:lnTo>
                    <a:pt x="2647840" y="2234866"/>
                  </a:lnTo>
                  <a:lnTo>
                    <a:pt x="2642014" y="2289307"/>
                  </a:lnTo>
                  <a:lnTo>
                    <a:pt x="2635176" y="2343240"/>
                  </a:lnTo>
                  <a:lnTo>
                    <a:pt x="2627341" y="2396644"/>
                  </a:lnTo>
                  <a:lnTo>
                    <a:pt x="2618524" y="2449496"/>
                  </a:lnTo>
                  <a:lnTo>
                    <a:pt x="2608741" y="2501774"/>
                  </a:lnTo>
                  <a:lnTo>
                    <a:pt x="2598005" y="2553458"/>
                  </a:lnTo>
                  <a:lnTo>
                    <a:pt x="2586332" y="2604524"/>
                  </a:lnTo>
                  <a:lnTo>
                    <a:pt x="2573736" y="2654952"/>
                  </a:lnTo>
                  <a:lnTo>
                    <a:pt x="2560232" y="2704720"/>
                  </a:lnTo>
                  <a:lnTo>
                    <a:pt x="2545835" y="2753806"/>
                  </a:lnTo>
                  <a:lnTo>
                    <a:pt x="2530560" y="2802188"/>
                  </a:lnTo>
                  <a:lnTo>
                    <a:pt x="2514422" y="2849845"/>
                  </a:lnTo>
                  <a:lnTo>
                    <a:pt x="2497434" y="2896754"/>
                  </a:lnTo>
                  <a:lnTo>
                    <a:pt x="2479613" y="2942894"/>
                  </a:lnTo>
                  <a:lnTo>
                    <a:pt x="2460973" y="2988244"/>
                  </a:lnTo>
                  <a:lnTo>
                    <a:pt x="2441529" y="3032781"/>
                  </a:lnTo>
                  <a:lnTo>
                    <a:pt x="2421295" y="3076484"/>
                  </a:lnTo>
                  <a:lnTo>
                    <a:pt x="2400286" y="3119330"/>
                  </a:lnTo>
                  <a:lnTo>
                    <a:pt x="2378518" y="3161299"/>
                  </a:lnTo>
                  <a:lnTo>
                    <a:pt x="2356005" y="3202369"/>
                  </a:lnTo>
                  <a:lnTo>
                    <a:pt x="2332761" y="3242517"/>
                  </a:lnTo>
                  <a:lnTo>
                    <a:pt x="2308801" y="3281723"/>
                  </a:lnTo>
                  <a:lnTo>
                    <a:pt x="2284141" y="3319963"/>
                  </a:lnTo>
                  <a:lnTo>
                    <a:pt x="2258795" y="3357218"/>
                  </a:lnTo>
                  <a:lnTo>
                    <a:pt x="2232778" y="3393464"/>
                  </a:lnTo>
                  <a:lnTo>
                    <a:pt x="2206105" y="3428680"/>
                  </a:lnTo>
                  <a:lnTo>
                    <a:pt x="2178790" y="3462844"/>
                  </a:lnTo>
                  <a:lnTo>
                    <a:pt x="2150849" y="3495935"/>
                  </a:lnTo>
                  <a:lnTo>
                    <a:pt x="2122295" y="3527931"/>
                  </a:lnTo>
                  <a:lnTo>
                    <a:pt x="2093145" y="3558810"/>
                  </a:lnTo>
                  <a:lnTo>
                    <a:pt x="2063412" y="3588550"/>
                  </a:lnTo>
                  <a:lnTo>
                    <a:pt x="2033111" y="3617129"/>
                  </a:lnTo>
                  <a:lnTo>
                    <a:pt x="2002258" y="3644527"/>
                  </a:lnTo>
                  <a:lnTo>
                    <a:pt x="1970867" y="3670721"/>
                  </a:lnTo>
                  <a:lnTo>
                    <a:pt x="1938953" y="3695689"/>
                  </a:lnTo>
                  <a:lnTo>
                    <a:pt x="1906530" y="3719409"/>
                  </a:lnTo>
                  <a:lnTo>
                    <a:pt x="1873614" y="3741861"/>
                  </a:lnTo>
                  <a:lnTo>
                    <a:pt x="1840219" y="3763021"/>
                  </a:lnTo>
                  <a:lnTo>
                    <a:pt x="1806360" y="3782869"/>
                  </a:lnTo>
                  <a:lnTo>
                    <a:pt x="1772052" y="3801383"/>
                  </a:lnTo>
                  <a:lnTo>
                    <a:pt x="1737309" y="3818540"/>
                  </a:lnTo>
                  <a:lnTo>
                    <a:pt x="1702147" y="3834320"/>
                  </a:lnTo>
                  <a:lnTo>
                    <a:pt x="1666580" y="3848700"/>
                  </a:lnTo>
                  <a:lnTo>
                    <a:pt x="1630624" y="3861658"/>
                  </a:lnTo>
                  <a:lnTo>
                    <a:pt x="1594292" y="3873174"/>
                  </a:lnTo>
                  <a:lnTo>
                    <a:pt x="1520561" y="3891788"/>
                  </a:lnTo>
                  <a:lnTo>
                    <a:pt x="1445508" y="3904370"/>
                  </a:lnTo>
                  <a:lnTo>
                    <a:pt x="1407522" y="3908344"/>
                  </a:lnTo>
                  <a:lnTo>
                    <a:pt x="1369249" y="3910744"/>
                  </a:lnTo>
                  <a:lnTo>
                    <a:pt x="1330706" y="3911549"/>
                  </a:lnTo>
                  <a:lnTo>
                    <a:pt x="1292155" y="3910744"/>
                  </a:lnTo>
                  <a:lnTo>
                    <a:pt x="1253876" y="3908344"/>
                  </a:lnTo>
                  <a:lnTo>
                    <a:pt x="1215884" y="3904370"/>
                  </a:lnTo>
                  <a:lnTo>
                    <a:pt x="1140819" y="3891788"/>
                  </a:lnTo>
                  <a:lnTo>
                    <a:pt x="1067078" y="3873174"/>
                  </a:lnTo>
                  <a:lnTo>
                    <a:pt x="1030741" y="3861658"/>
                  </a:lnTo>
                  <a:lnTo>
                    <a:pt x="994779" y="3848700"/>
                  </a:lnTo>
                  <a:lnTo>
                    <a:pt x="959208" y="3834320"/>
                  </a:lnTo>
                  <a:lnTo>
                    <a:pt x="924042" y="3818540"/>
                  </a:lnTo>
                  <a:lnTo>
                    <a:pt x="889295" y="3801383"/>
                  </a:lnTo>
                  <a:lnTo>
                    <a:pt x="854983" y="3782869"/>
                  </a:lnTo>
                  <a:lnTo>
                    <a:pt x="821120" y="3763021"/>
                  </a:lnTo>
                  <a:lnTo>
                    <a:pt x="787721" y="3741861"/>
                  </a:lnTo>
                  <a:lnTo>
                    <a:pt x="754801" y="3719409"/>
                  </a:lnTo>
                  <a:lnTo>
                    <a:pt x="722375" y="3695689"/>
                  </a:lnTo>
                  <a:lnTo>
                    <a:pt x="690458" y="3670721"/>
                  </a:lnTo>
                  <a:lnTo>
                    <a:pt x="659064" y="3644527"/>
                  </a:lnTo>
                  <a:lnTo>
                    <a:pt x="628208" y="3617129"/>
                  </a:lnTo>
                  <a:lnTo>
                    <a:pt x="597904" y="3588550"/>
                  </a:lnTo>
                  <a:lnTo>
                    <a:pt x="568169" y="3558810"/>
                  </a:lnTo>
                  <a:lnTo>
                    <a:pt x="539016" y="3527931"/>
                  </a:lnTo>
                  <a:lnTo>
                    <a:pt x="510460" y="3495935"/>
                  </a:lnTo>
                  <a:lnTo>
                    <a:pt x="482516" y="3462844"/>
                  </a:lnTo>
                  <a:lnTo>
                    <a:pt x="455199" y="3428680"/>
                  </a:lnTo>
                  <a:lnTo>
                    <a:pt x="428524" y="3393464"/>
                  </a:lnTo>
                  <a:lnTo>
                    <a:pt x="402505" y="3357218"/>
                  </a:lnTo>
                  <a:lnTo>
                    <a:pt x="377158" y="3319963"/>
                  </a:lnTo>
                  <a:lnTo>
                    <a:pt x="352496" y="3281723"/>
                  </a:lnTo>
                  <a:lnTo>
                    <a:pt x="328535" y="3242517"/>
                  </a:lnTo>
                  <a:lnTo>
                    <a:pt x="305290" y="3202369"/>
                  </a:lnTo>
                  <a:lnTo>
                    <a:pt x="282775" y="3161299"/>
                  </a:lnTo>
                  <a:lnTo>
                    <a:pt x="261006" y="3119330"/>
                  </a:lnTo>
                  <a:lnTo>
                    <a:pt x="239996" y="3076484"/>
                  </a:lnTo>
                  <a:lnTo>
                    <a:pt x="219761" y="3032781"/>
                  </a:lnTo>
                  <a:lnTo>
                    <a:pt x="200316" y="2988244"/>
                  </a:lnTo>
                  <a:lnTo>
                    <a:pt x="181675" y="2942894"/>
                  </a:lnTo>
                  <a:lnTo>
                    <a:pt x="163854" y="2896754"/>
                  </a:lnTo>
                  <a:lnTo>
                    <a:pt x="146866" y="2849845"/>
                  </a:lnTo>
                  <a:lnTo>
                    <a:pt x="130727" y="2802188"/>
                  </a:lnTo>
                  <a:lnTo>
                    <a:pt x="115451" y="2753806"/>
                  </a:lnTo>
                  <a:lnTo>
                    <a:pt x="101054" y="2704720"/>
                  </a:lnTo>
                  <a:lnTo>
                    <a:pt x="87550" y="2654952"/>
                  </a:lnTo>
                  <a:lnTo>
                    <a:pt x="74954" y="2604524"/>
                  </a:lnTo>
                  <a:lnTo>
                    <a:pt x="63280" y="2553458"/>
                  </a:lnTo>
                  <a:lnTo>
                    <a:pt x="52544" y="2501774"/>
                  </a:lnTo>
                  <a:lnTo>
                    <a:pt x="42760" y="2449496"/>
                  </a:lnTo>
                  <a:lnTo>
                    <a:pt x="33944" y="2396644"/>
                  </a:lnTo>
                  <a:lnTo>
                    <a:pt x="26109" y="2343240"/>
                  </a:lnTo>
                  <a:lnTo>
                    <a:pt x="19271" y="2289307"/>
                  </a:lnTo>
                  <a:lnTo>
                    <a:pt x="13444" y="2234866"/>
                  </a:lnTo>
                  <a:lnTo>
                    <a:pt x="8643" y="2179938"/>
                  </a:lnTo>
                  <a:lnTo>
                    <a:pt x="4884" y="2124546"/>
                  </a:lnTo>
                  <a:lnTo>
                    <a:pt x="2180" y="2068711"/>
                  </a:lnTo>
                  <a:lnTo>
                    <a:pt x="547" y="2012455"/>
                  </a:lnTo>
                  <a:lnTo>
                    <a:pt x="0" y="1955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47540" y="3953586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2806699" y="0"/>
                  </a:moveTo>
                  <a:lnTo>
                    <a:pt x="0" y="0"/>
                  </a:lnTo>
                  <a:lnTo>
                    <a:pt x="0" y="2684144"/>
                  </a:lnTo>
                  <a:lnTo>
                    <a:pt x="2806699" y="2684144"/>
                  </a:lnTo>
                  <a:lnTo>
                    <a:pt x="2806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47540" y="3953586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0" y="2684144"/>
                  </a:moveTo>
                  <a:lnTo>
                    <a:pt x="2806699" y="2684144"/>
                  </a:lnTo>
                  <a:lnTo>
                    <a:pt x="2806699" y="0"/>
                  </a:lnTo>
                  <a:lnTo>
                    <a:pt x="0" y="0"/>
                  </a:lnTo>
                  <a:lnTo>
                    <a:pt x="0" y="268414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35398" y="3089274"/>
              <a:ext cx="120650" cy="120776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3210941" y="1925954"/>
            <a:ext cx="4142104" cy="2054860"/>
            <a:chOff x="3210941" y="1925954"/>
            <a:chExt cx="4142104" cy="2054860"/>
          </a:xfrm>
        </p:grpSpPr>
        <p:sp>
          <p:nvSpPr>
            <p:cNvPr id="10" name="object 10"/>
            <p:cNvSpPr/>
            <p:nvPr/>
          </p:nvSpPr>
          <p:spPr>
            <a:xfrm>
              <a:off x="3210941" y="1925954"/>
              <a:ext cx="4142104" cy="2054860"/>
            </a:xfrm>
            <a:custGeom>
              <a:avLst/>
              <a:gdLst/>
              <a:ahLst/>
              <a:cxnLst/>
              <a:rect l="l" t="t" r="r" b="b"/>
              <a:pathLst>
                <a:path w="4142104" h="2054860">
                  <a:moveTo>
                    <a:pt x="4142105" y="2016506"/>
                  </a:moveTo>
                  <a:lnTo>
                    <a:pt x="4129405" y="2010156"/>
                  </a:lnTo>
                  <a:lnTo>
                    <a:pt x="4065905" y="1978406"/>
                  </a:lnTo>
                  <a:lnTo>
                    <a:pt x="4065905" y="2010156"/>
                  </a:lnTo>
                  <a:lnTo>
                    <a:pt x="44437" y="2010156"/>
                  </a:lnTo>
                  <a:lnTo>
                    <a:pt x="44437" y="76200"/>
                  </a:lnTo>
                  <a:lnTo>
                    <a:pt x="76187" y="76200"/>
                  </a:lnTo>
                  <a:lnTo>
                    <a:pt x="69837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2015998"/>
                  </a:lnTo>
                  <a:lnTo>
                    <a:pt x="38100" y="2015998"/>
                  </a:lnTo>
                  <a:lnTo>
                    <a:pt x="38100" y="2022856"/>
                  </a:lnTo>
                  <a:lnTo>
                    <a:pt x="4065905" y="2022856"/>
                  </a:lnTo>
                  <a:lnTo>
                    <a:pt x="4065905" y="2054606"/>
                  </a:lnTo>
                  <a:lnTo>
                    <a:pt x="4129405" y="2022856"/>
                  </a:lnTo>
                  <a:lnTo>
                    <a:pt x="4142105" y="2016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41675" y="3149599"/>
              <a:ext cx="1152525" cy="0"/>
            </a:xfrm>
            <a:custGeom>
              <a:avLst/>
              <a:gdLst/>
              <a:ahLst/>
              <a:cxnLst/>
              <a:rect l="l" t="t" r="r" b="b"/>
              <a:pathLst>
                <a:path w="1152525">
                  <a:moveTo>
                    <a:pt x="1152016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49244" y="1868804"/>
            <a:ext cx="477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mbria Math"/>
                <a:cs typeface="Cambria Math"/>
              </a:rPr>
              <a:t>𝑓(𝑥)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25308" y="3778122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33164" y="3995166"/>
            <a:ext cx="321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ambria Math"/>
                <a:cs typeface="Cambria Math"/>
              </a:rPr>
              <a:t>𝑥(0)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770885" y="3086480"/>
            <a:ext cx="398145" cy="141605"/>
          </a:xfrm>
          <a:custGeom>
            <a:avLst/>
            <a:gdLst/>
            <a:ahLst/>
            <a:cxnLst/>
            <a:rect l="l" t="t" r="r" b="b"/>
            <a:pathLst>
              <a:path w="398144" h="141605">
                <a:moveTo>
                  <a:pt x="352678" y="0"/>
                </a:moveTo>
                <a:lnTo>
                  <a:pt x="350646" y="5715"/>
                </a:lnTo>
                <a:lnTo>
                  <a:pt x="358818" y="9261"/>
                </a:lnTo>
                <a:lnTo>
                  <a:pt x="365823" y="14176"/>
                </a:lnTo>
                <a:lnTo>
                  <a:pt x="384286" y="57820"/>
                </a:lnTo>
                <a:lnTo>
                  <a:pt x="384809" y="69850"/>
                </a:lnTo>
                <a:lnTo>
                  <a:pt x="384286" y="82327"/>
                </a:lnTo>
                <a:lnTo>
                  <a:pt x="371689" y="120614"/>
                </a:lnTo>
                <a:lnTo>
                  <a:pt x="350900" y="135509"/>
                </a:lnTo>
                <a:lnTo>
                  <a:pt x="352678" y="141224"/>
                </a:lnTo>
                <a:lnTo>
                  <a:pt x="386080" y="116586"/>
                </a:lnTo>
                <a:lnTo>
                  <a:pt x="397637" y="70612"/>
                </a:lnTo>
                <a:lnTo>
                  <a:pt x="396918" y="57679"/>
                </a:lnTo>
                <a:lnTo>
                  <a:pt x="379521" y="16073"/>
                </a:lnTo>
                <a:lnTo>
                  <a:pt x="362896" y="3690"/>
                </a:lnTo>
                <a:lnTo>
                  <a:pt x="352678" y="0"/>
                </a:lnTo>
                <a:close/>
              </a:path>
              <a:path w="398144" h="141605">
                <a:moveTo>
                  <a:pt x="45084" y="0"/>
                </a:moveTo>
                <a:lnTo>
                  <a:pt x="11683" y="24765"/>
                </a:lnTo>
                <a:lnTo>
                  <a:pt x="0" y="70612"/>
                </a:lnTo>
                <a:lnTo>
                  <a:pt x="716" y="83617"/>
                </a:lnTo>
                <a:lnTo>
                  <a:pt x="18010" y="125204"/>
                </a:lnTo>
                <a:lnTo>
                  <a:pt x="45084" y="141224"/>
                </a:lnTo>
                <a:lnTo>
                  <a:pt x="46862" y="135509"/>
                </a:lnTo>
                <a:lnTo>
                  <a:pt x="38764" y="131941"/>
                </a:lnTo>
                <a:lnTo>
                  <a:pt x="31797" y="126968"/>
                </a:lnTo>
                <a:lnTo>
                  <a:pt x="13350" y="82327"/>
                </a:lnTo>
                <a:lnTo>
                  <a:pt x="12826" y="69850"/>
                </a:lnTo>
                <a:lnTo>
                  <a:pt x="13350" y="57820"/>
                </a:lnTo>
                <a:lnTo>
                  <a:pt x="25969" y="20448"/>
                </a:lnTo>
                <a:lnTo>
                  <a:pt x="46989" y="5715"/>
                </a:lnTo>
                <a:lnTo>
                  <a:pt x="45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56713" y="3035934"/>
            <a:ext cx="474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𝑓</a:t>
            </a:r>
            <a:r>
              <a:rPr sz="1200" spc="270" dirty="0">
                <a:latin typeface="Cambria Math"/>
                <a:cs typeface="Cambria Math"/>
              </a:rPr>
              <a:t> </a:t>
            </a:r>
            <a:r>
              <a:rPr sz="1200" spc="-20" dirty="0">
                <a:latin typeface="Cambria Math"/>
                <a:cs typeface="Cambria Math"/>
              </a:rPr>
              <a:t>𝑥(0)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81321" y="2170557"/>
            <a:ext cx="821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reta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tangente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462907" y="3111500"/>
            <a:ext cx="497205" cy="76200"/>
          </a:xfrm>
          <a:custGeom>
            <a:avLst/>
            <a:gdLst/>
            <a:ahLst/>
            <a:cxnLst/>
            <a:rect l="l" t="t" r="r" b="b"/>
            <a:pathLst>
              <a:path w="497204" h="76200">
                <a:moveTo>
                  <a:pt x="420750" y="0"/>
                </a:moveTo>
                <a:lnTo>
                  <a:pt x="420750" y="76200"/>
                </a:lnTo>
                <a:lnTo>
                  <a:pt x="490600" y="41275"/>
                </a:lnTo>
                <a:lnTo>
                  <a:pt x="433450" y="41275"/>
                </a:lnTo>
                <a:lnTo>
                  <a:pt x="433450" y="34925"/>
                </a:lnTo>
                <a:lnTo>
                  <a:pt x="490600" y="34925"/>
                </a:lnTo>
                <a:lnTo>
                  <a:pt x="420750" y="0"/>
                </a:lnTo>
                <a:close/>
              </a:path>
              <a:path w="497204" h="76200">
                <a:moveTo>
                  <a:pt x="420750" y="34925"/>
                </a:moveTo>
                <a:lnTo>
                  <a:pt x="0" y="34925"/>
                </a:lnTo>
                <a:lnTo>
                  <a:pt x="0" y="41275"/>
                </a:lnTo>
                <a:lnTo>
                  <a:pt x="420750" y="41275"/>
                </a:lnTo>
                <a:lnTo>
                  <a:pt x="420750" y="34925"/>
                </a:lnTo>
                <a:close/>
              </a:path>
              <a:path w="497204" h="76200">
                <a:moveTo>
                  <a:pt x="490600" y="34925"/>
                </a:moveTo>
                <a:lnTo>
                  <a:pt x="433450" y="34925"/>
                </a:lnTo>
                <a:lnTo>
                  <a:pt x="433450" y="41275"/>
                </a:lnTo>
                <a:lnTo>
                  <a:pt x="490600" y="41275"/>
                </a:lnTo>
                <a:lnTo>
                  <a:pt x="496950" y="38100"/>
                </a:lnTo>
                <a:lnTo>
                  <a:pt x="490600" y="349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985765" y="2952114"/>
            <a:ext cx="102298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7790" marR="5080" indent="-85725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direção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apontada </a:t>
            </a:r>
            <a:r>
              <a:rPr sz="1100" dirty="0">
                <a:latin typeface="Calibri"/>
                <a:cs typeface="Calibri"/>
              </a:rPr>
              <a:t>pelo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gradiente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3883" y="3633660"/>
            <a:ext cx="4371975" cy="200027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005323" y="3181604"/>
            <a:ext cx="4889500" cy="2670810"/>
            <a:chOff x="5005323" y="3181604"/>
            <a:chExt cx="4889500" cy="2670810"/>
          </a:xfrm>
        </p:grpSpPr>
        <p:sp>
          <p:nvSpPr>
            <p:cNvPr id="4" name="object 4"/>
            <p:cNvSpPr/>
            <p:nvPr/>
          </p:nvSpPr>
          <p:spPr>
            <a:xfrm>
              <a:off x="5005324" y="3181603"/>
              <a:ext cx="4889500" cy="2670810"/>
            </a:xfrm>
            <a:custGeom>
              <a:avLst/>
              <a:gdLst/>
              <a:ahLst/>
              <a:cxnLst/>
              <a:rect l="l" t="t" r="r" b="b"/>
              <a:pathLst>
                <a:path w="4889500" h="2670810">
                  <a:moveTo>
                    <a:pt x="4889119" y="2627820"/>
                  </a:moveTo>
                  <a:lnTo>
                    <a:pt x="4860544" y="2613533"/>
                  </a:lnTo>
                  <a:lnTo>
                    <a:pt x="4803394" y="2584958"/>
                  </a:lnTo>
                  <a:lnTo>
                    <a:pt x="4803394" y="2613533"/>
                  </a:lnTo>
                  <a:lnTo>
                    <a:pt x="57150" y="2613533"/>
                  </a:lnTo>
                  <a:lnTo>
                    <a:pt x="57150" y="85725"/>
                  </a:lnTo>
                  <a:lnTo>
                    <a:pt x="85725" y="85725"/>
                  </a:lnTo>
                  <a:lnTo>
                    <a:pt x="78613" y="71501"/>
                  </a:lnTo>
                  <a:lnTo>
                    <a:pt x="42926" y="0"/>
                  </a:lnTo>
                  <a:lnTo>
                    <a:pt x="0" y="85725"/>
                  </a:lnTo>
                  <a:lnTo>
                    <a:pt x="28575" y="85725"/>
                  </a:lnTo>
                  <a:lnTo>
                    <a:pt x="28575" y="2628011"/>
                  </a:lnTo>
                  <a:lnTo>
                    <a:pt x="29083" y="2628011"/>
                  </a:lnTo>
                  <a:lnTo>
                    <a:pt x="29083" y="2642108"/>
                  </a:lnTo>
                  <a:lnTo>
                    <a:pt x="4803394" y="2642108"/>
                  </a:lnTo>
                  <a:lnTo>
                    <a:pt x="4803394" y="2670683"/>
                  </a:lnTo>
                  <a:lnTo>
                    <a:pt x="4860544" y="2642108"/>
                  </a:lnTo>
                  <a:lnTo>
                    <a:pt x="4889119" y="26278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84849" y="5282564"/>
              <a:ext cx="1200150" cy="540385"/>
            </a:xfrm>
            <a:custGeom>
              <a:avLst/>
              <a:gdLst/>
              <a:ahLst/>
              <a:cxnLst/>
              <a:rect l="l" t="t" r="r" b="b"/>
              <a:pathLst>
                <a:path w="1200150" h="540385">
                  <a:moveTo>
                    <a:pt x="0" y="0"/>
                  </a:moveTo>
                  <a:lnTo>
                    <a:pt x="0" y="540004"/>
                  </a:lnTo>
                </a:path>
                <a:path w="1200150" h="540385">
                  <a:moveTo>
                    <a:pt x="1200150" y="337718"/>
                  </a:moveTo>
                  <a:lnTo>
                    <a:pt x="1200150" y="517728"/>
                  </a:lnTo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5700" y="5209158"/>
              <a:ext cx="98425" cy="11417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152897" y="3109721"/>
            <a:ext cx="588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𝐽</a:t>
            </a:r>
            <a:r>
              <a:rPr sz="1950" spc="-15" baseline="-14957" dirty="0">
                <a:latin typeface="Cambria Math"/>
                <a:cs typeface="Cambria Math"/>
              </a:rPr>
              <a:t>𝑒</a:t>
            </a:r>
            <a:r>
              <a:rPr sz="1800" spc="-10" dirty="0">
                <a:latin typeface="Cambria Math"/>
                <a:cs typeface="Cambria Math"/>
              </a:rPr>
              <a:t>(𝒂)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09996" y="5851956"/>
            <a:ext cx="9544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mínimo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local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70650" y="5834888"/>
            <a:ext cx="10579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mínimo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global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926326" y="5552059"/>
            <a:ext cx="98425" cy="114300"/>
            <a:chOff x="6926326" y="5552059"/>
            <a:chExt cx="98425" cy="114300"/>
          </a:xfrm>
        </p:grpSpPr>
        <p:sp>
          <p:nvSpPr>
            <p:cNvPr id="11" name="object 11"/>
            <p:cNvSpPr/>
            <p:nvPr/>
          </p:nvSpPr>
          <p:spPr>
            <a:xfrm>
              <a:off x="6932676" y="5558409"/>
              <a:ext cx="85725" cy="101600"/>
            </a:xfrm>
            <a:custGeom>
              <a:avLst/>
              <a:gdLst/>
              <a:ahLst/>
              <a:cxnLst/>
              <a:rect l="l" t="t" r="r" b="b"/>
              <a:pathLst>
                <a:path w="85725" h="101600">
                  <a:moveTo>
                    <a:pt x="42799" y="0"/>
                  </a:moveTo>
                  <a:lnTo>
                    <a:pt x="26146" y="3989"/>
                  </a:lnTo>
                  <a:lnTo>
                    <a:pt x="12541" y="14865"/>
                  </a:lnTo>
                  <a:lnTo>
                    <a:pt x="3365" y="30989"/>
                  </a:lnTo>
                  <a:lnTo>
                    <a:pt x="0" y="50723"/>
                  </a:lnTo>
                  <a:lnTo>
                    <a:pt x="3365" y="70480"/>
                  </a:lnTo>
                  <a:lnTo>
                    <a:pt x="12541" y="86615"/>
                  </a:lnTo>
                  <a:lnTo>
                    <a:pt x="26146" y="97495"/>
                  </a:lnTo>
                  <a:lnTo>
                    <a:pt x="42799" y="101485"/>
                  </a:lnTo>
                  <a:lnTo>
                    <a:pt x="59525" y="97495"/>
                  </a:lnTo>
                  <a:lnTo>
                    <a:pt x="73167" y="86615"/>
                  </a:lnTo>
                  <a:lnTo>
                    <a:pt x="82357" y="70480"/>
                  </a:lnTo>
                  <a:lnTo>
                    <a:pt x="85725" y="50723"/>
                  </a:lnTo>
                  <a:lnTo>
                    <a:pt x="82357" y="30989"/>
                  </a:lnTo>
                  <a:lnTo>
                    <a:pt x="73167" y="14865"/>
                  </a:lnTo>
                  <a:lnTo>
                    <a:pt x="59525" y="3989"/>
                  </a:lnTo>
                  <a:lnTo>
                    <a:pt x="4279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32676" y="5558409"/>
              <a:ext cx="85725" cy="101600"/>
            </a:xfrm>
            <a:custGeom>
              <a:avLst/>
              <a:gdLst/>
              <a:ahLst/>
              <a:cxnLst/>
              <a:rect l="l" t="t" r="r" b="b"/>
              <a:pathLst>
                <a:path w="85725" h="101600">
                  <a:moveTo>
                    <a:pt x="0" y="50723"/>
                  </a:moveTo>
                  <a:lnTo>
                    <a:pt x="3365" y="30989"/>
                  </a:lnTo>
                  <a:lnTo>
                    <a:pt x="12541" y="14865"/>
                  </a:lnTo>
                  <a:lnTo>
                    <a:pt x="26146" y="3989"/>
                  </a:lnTo>
                  <a:lnTo>
                    <a:pt x="42799" y="0"/>
                  </a:lnTo>
                  <a:lnTo>
                    <a:pt x="59525" y="3989"/>
                  </a:lnTo>
                  <a:lnTo>
                    <a:pt x="73167" y="14865"/>
                  </a:lnTo>
                  <a:lnTo>
                    <a:pt x="82357" y="30989"/>
                  </a:lnTo>
                  <a:lnTo>
                    <a:pt x="85725" y="50723"/>
                  </a:lnTo>
                  <a:lnTo>
                    <a:pt x="82357" y="70480"/>
                  </a:lnTo>
                  <a:lnTo>
                    <a:pt x="73167" y="86615"/>
                  </a:lnTo>
                  <a:lnTo>
                    <a:pt x="59525" y="97495"/>
                  </a:lnTo>
                  <a:lnTo>
                    <a:pt x="42799" y="101485"/>
                  </a:lnTo>
                  <a:lnTo>
                    <a:pt x="26146" y="97495"/>
                  </a:lnTo>
                  <a:lnTo>
                    <a:pt x="12541" y="86615"/>
                  </a:lnTo>
                  <a:lnTo>
                    <a:pt x="3365" y="70480"/>
                  </a:lnTo>
                  <a:lnTo>
                    <a:pt x="0" y="50723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811894" y="4994528"/>
            <a:ext cx="1297305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platô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800" spc="-50" dirty="0">
                <a:latin typeface="Cambria Math"/>
                <a:cs typeface="Cambria Math"/>
              </a:rPr>
              <a:t>𝒂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9034" y="2427097"/>
            <a:ext cx="2819400" cy="4144645"/>
            <a:chOff x="1219034" y="2427097"/>
            <a:chExt cx="2819400" cy="4144645"/>
          </a:xfrm>
        </p:grpSpPr>
        <p:sp>
          <p:nvSpPr>
            <p:cNvPr id="3" name="object 3"/>
            <p:cNvSpPr/>
            <p:nvPr/>
          </p:nvSpPr>
          <p:spPr>
            <a:xfrm>
              <a:off x="1294510" y="2497582"/>
              <a:ext cx="2661920" cy="3912235"/>
            </a:xfrm>
            <a:custGeom>
              <a:avLst/>
              <a:gdLst/>
              <a:ahLst/>
              <a:cxnLst/>
              <a:rect l="l" t="t" r="r" b="b"/>
              <a:pathLst>
                <a:path w="2661920" h="3912235">
                  <a:moveTo>
                    <a:pt x="0" y="1955799"/>
                  </a:moveTo>
                  <a:lnTo>
                    <a:pt x="547" y="1899143"/>
                  </a:lnTo>
                  <a:lnTo>
                    <a:pt x="2180" y="1842885"/>
                  </a:lnTo>
                  <a:lnTo>
                    <a:pt x="4884" y="1787049"/>
                  </a:lnTo>
                  <a:lnTo>
                    <a:pt x="8643" y="1731655"/>
                  </a:lnTo>
                  <a:lnTo>
                    <a:pt x="13444" y="1676726"/>
                  </a:lnTo>
                  <a:lnTo>
                    <a:pt x="19271" y="1622284"/>
                  </a:lnTo>
                  <a:lnTo>
                    <a:pt x="26109" y="1568349"/>
                  </a:lnTo>
                  <a:lnTo>
                    <a:pt x="33944" y="1514945"/>
                  </a:lnTo>
                  <a:lnTo>
                    <a:pt x="42760" y="1462091"/>
                  </a:lnTo>
                  <a:lnTo>
                    <a:pt x="52544" y="1409812"/>
                  </a:lnTo>
                  <a:lnTo>
                    <a:pt x="63280" y="1358127"/>
                  </a:lnTo>
                  <a:lnTo>
                    <a:pt x="74954" y="1307059"/>
                  </a:lnTo>
                  <a:lnTo>
                    <a:pt x="87550" y="1256629"/>
                  </a:lnTo>
                  <a:lnTo>
                    <a:pt x="101054" y="1206860"/>
                  </a:lnTo>
                  <a:lnTo>
                    <a:pt x="115451" y="1157773"/>
                  </a:lnTo>
                  <a:lnTo>
                    <a:pt x="130727" y="1109390"/>
                  </a:lnTo>
                  <a:lnTo>
                    <a:pt x="146866" y="1061732"/>
                  </a:lnTo>
                  <a:lnTo>
                    <a:pt x="163854" y="1014822"/>
                  </a:lnTo>
                  <a:lnTo>
                    <a:pt x="181675" y="968680"/>
                  </a:lnTo>
                  <a:lnTo>
                    <a:pt x="200316" y="923330"/>
                  </a:lnTo>
                  <a:lnTo>
                    <a:pt x="219761" y="878791"/>
                  </a:lnTo>
                  <a:lnTo>
                    <a:pt x="239996" y="835087"/>
                  </a:lnTo>
                  <a:lnTo>
                    <a:pt x="261006" y="792240"/>
                  </a:lnTo>
                  <a:lnTo>
                    <a:pt x="282775" y="750269"/>
                  </a:lnTo>
                  <a:lnTo>
                    <a:pt x="305290" y="709199"/>
                  </a:lnTo>
                  <a:lnTo>
                    <a:pt x="328535" y="669049"/>
                  </a:lnTo>
                  <a:lnTo>
                    <a:pt x="352496" y="629843"/>
                  </a:lnTo>
                  <a:lnTo>
                    <a:pt x="377158" y="591601"/>
                  </a:lnTo>
                  <a:lnTo>
                    <a:pt x="402505" y="554346"/>
                  </a:lnTo>
                  <a:lnTo>
                    <a:pt x="428524" y="518099"/>
                  </a:lnTo>
                  <a:lnTo>
                    <a:pt x="455199" y="482882"/>
                  </a:lnTo>
                  <a:lnTo>
                    <a:pt x="482516" y="448717"/>
                  </a:lnTo>
                  <a:lnTo>
                    <a:pt x="510460" y="415625"/>
                  </a:lnTo>
                  <a:lnTo>
                    <a:pt x="539016" y="383628"/>
                  </a:lnTo>
                  <a:lnTo>
                    <a:pt x="568169" y="352749"/>
                  </a:lnTo>
                  <a:lnTo>
                    <a:pt x="597904" y="323008"/>
                  </a:lnTo>
                  <a:lnTo>
                    <a:pt x="628208" y="294427"/>
                  </a:lnTo>
                  <a:lnTo>
                    <a:pt x="659064" y="267029"/>
                  </a:lnTo>
                  <a:lnTo>
                    <a:pt x="690458" y="240834"/>
                  </a:lnTo>
                  <a:lnTo>
                    <a:pt x="722375" y="215866"/>
                  </a:lnTo>
                  <a:lnTo>
                    <a:pt x="754801" y="192144"/>
                  </a:lnTo>
                  <a:lnTo>
                    <a:pt x="787721" y="169692"/>
                  </a:lnTo>
                  <a:lnTo>
                    <a:pt x="821120" y="148531"/>
                  </a:lnTo>
                  <a:lnTo>
                    <a:pt x="854983" y="128683"/>
                  </a:lnTo>
                  <a:lnTo>
                    <a:pt x="889295" y="110169"/>
                  </a:lnTo>
                  <a:lnTo>
                    <a:pt x="924042" y="93011"/>
                  </a:lnTo>
                  <a:lnTo>
                    <a:pt x="959208" y="77231"/>
                  </a:lnTo>
                  <a:lnTo>
                    <a:pt x="994779" y="62850"/>
                  </a:lnTo>
                  <a:lnTo>
                    <a:pt x="1030741" y="49891"/>
                  </a:lnTo>
                  <a:lnTo>
                    <a:pt x="1067078" y="38376"/>
                  </a:lnTo>
                  <a:lnTo>
                    <a:pt x="1140819" y="19760"/>
                  </a:lnTo>
                  <a:lnTo>
                    <a:pt x="1215884" y="7179"/>
                  </a:lnTo>
                  <a:lnTo>
                    <a:pt x="1253876" y="3205"/>
                  </a:lnTo>
                  <a:lnTo>
                    <a:pt x="1292155" y="804"/>
                  </a:lnTo>
                  <a:lnTo>
                    <a:pt x="1330706" y="0"/>
                  </a:lnTo>
                  <a:lnTo>
                    <a:pt x="1369256" y="804"/>
                  </a:lnTo>
                  <a:lnTo>
                    <a:pt x="1407535" y="3205"/>
                  </a:lnTo>
                  <a:lnTo>
                    <a:pt x="1445527" y="7179"/>
                  </a:lnTo>
                  <a:lnTo>
                    <a:pt x="1520592" y="19760"/>
                  </a:lnTo>
                  <a:lnTo>
                    <a:pt x="1594333" y="38376"/>
                  </a:lnTo>
                  <a:lnTo>
                    <a:pt x="1630670" y="49891"/>
                  </a:lnTo>
                  <a:lnTo>
                    <a:pt x="1666632" y="62850"/>
                  </a:lnTo>
                  <a:lnTo>
                    <a:pt x="1702203" y="77231"/>
                  </a:lnTo>
                  <a:lnTo>
                    <a:pt x="1737369" y="93011"/>
                  </a:lnTo>
                  <a:lnTo>
                    <a:pt x="1772116" y="110169"/>
                  </a:lnTo>
                  <a:lnTo>
                    <a:pt x="1806428" y="128683"/>
                  </a:lnTo>
                  <a:lnTo>
                    <a:pt x="1840291" y="148531"/>
                  </a:lnTo>
                  <a:lnTo>
                    <a:pt x="1873690" y="169692"/>
                  </a:lnTo>
                  <a:lnTo>
                    <a:pt x="1906610" y="192144"/>
                  </a:lnTo>
                  <a:lnTo>
                    <a:pt x="1939036" y="215866"/>
                  </a:lnTo>
                  <a:lnTo>
                    <a:pt x="1970953" y="240834"/>
                  </a:lnTo>
                  <a:lnTo>
                    <a:pt x="2002347" y="267029"/>
                  </a:lnTo>
                  <a:lnTo>
                    <a:pt x="2033203" y="294427"/>
                  </a:lnTo>
                  <a:lnTo>
                    <a:pt x="2063507" y="323008"/>
                  </a:lnTo>
                  <a:lnTo>
                    <a:pt x="2093242" y="352749"/>
                  </a:lnTo>
                  <a:lnTo>
                    <a:pt x="2122395" y="383628"/>
                  </a:lnTo>
                  <a:lnTo>
                    <a:pt x="2150951" y="415625"/>
                  </a:lnTo>
                  <a:lnTo>
                    <a:pt x="2178895" y="448717"/>
                  </a:lnTo>
                  <a:lnTo>
                    <a:pt x="2206212" y="482882"/>
                  </a:lnTo>
                  <a:lnTo>
                    <a:pt x="2232887" y="518099"/>
                  </a:lnTo>
                  <a:lnTo>
                    <a:pt x="2258906" y="554346"/>
                  </a:lnTo>
                  <a:lnTo>
                    <a:pt x="2284253" y="591601"/>
                  </a:lnTo>
                  <a:lnTo>
                    <a:pt x="2308915" y="629843"/>
                  </a:lnTo>
                  <a:lnTo>
                    <a:pt x="2332876" y="669049"/>
                  </a:lnTo>
                  <a:lnTo>
                    <a:pt x="2356121" y="709199"/>
                  </a:lnTo>
                  <a:lnTo>
                    <a:pt x="2378636" y="750269"/>
                  </a:lnTo>
                  <a:lnTo>
                    <a:pt x="2400405" y="792240"/>
                  </a:lnTo>
                  <a:lnTo>
                    <a:pt x="2421415" y="835087"/>
                  </a:lnTo>
                  <a:lnTo>
                    <a:pt x="2441650" y="878791"/>
                  </a:lnTo>
                  <a:lnTo>
                    <a:pt x="2461095" y="923330"/>
                  </a:lnTo>
                  <a:lnTo>
                    <a:pt x="2479736" y="968680"/>
                  </a:lnTo>
                  <a:lnTo>
                    <a:pt x="2497557" y="1014822"/>
                  </a:lnTo>
                  <a:lnTo>
                    <a:pt x="2514545" y="1061732"/>
                  </a:lnTo>
                  <a:lnTo>
                    <a:pt x="2530684" y="1109390"/>
                  </a:lnTo>
                  <a:lnTo>
                    <a:pt x="2545960" y="1157773"/>
                  </a:lnTo>
                  <a:lnTo>
                    <a:pt x="2560357" y="1206860"/>
                  </a:lnTo>
                  <a:lnTo>
                    <a:pt x="2573861" y="1256629"/>
                  </a:lnTo>
                  <a:lnTo>
                    <a:pt x="2586457" y="1307059"/>
                  </a:lnTo>
                  <a:lnTo>
                    <a:pt x="2598131" y="1358127"/>
                  </a:lnTo>
                  <a:lnTo>
                    <a:pt x="2608867" y="1409812"/>
                  </a:lnTo>
                  <a:lnTo>
                    <a:pt x="2618651" y="1462091"/>
                  </a:lnTo>
                  <a:lnTo>
                    <a:pt x="2627467" y="1514945"/>
                  </a:lnTo>
                  <a:lnTo>
                    <a:pt x="2635302" y="1568349"/>
                  </a:lnTo>
                  <a:lnTo>
                    <a:pt x="2642140" y="1622284"/>
                  </a:lnTo>
                  <a:lnTo>
                    <a:pt x="2647967" y="1676726"/>
                  </a:lnTo>
                  <a:lnTo>
                    <a:pt x="2652768" y="1731655"/>
                  </a:lnTo>
                  <a:lnTo>
                    <a:pt x="2656527" y="1787049"/>
                  </a:lnTo>
                  <a:lnTo>
                    <a:pt x="2659231" y="1842885"/>
                  </a:lnTo>
                  <a:lnTo>
                    <a:pt x="2660864" y="1899143"/>
                  </a:lnTo>
                  <a:lnTo>
                    <a:pt x="2661412" y="1955799"/>
                  </a:lnTo>
                  <a:lnTo>
                    <a:pt x="2660864" y="2012463"/>
                  </a:lnTo>
                  <a:lnTo>
                    <a:pt x="2659231" y="2068726"/>
                  </a:lnTo>
                  <a:lnTo>
                    <a:pt x="2656527" y="2124569"/>
                  </a:lnTo>
                  <a:lnTo>
                    <a:pt x="2652768" y="2179968"/>
                  </a:lnTo>
                  <a:lnTo>
                    <a:pt x="2647967" y="2234902"/>
                  </a:lnTo>
                  <a:lnTo>
                    <a:pt x="2642140" y="2289349"/>
                  </a:lnTo>
                  <a:lnTo>
                    <a:pt x="2635302" y="2343288"/>
                  </a:lnTo>
                  <a:lnTo>
                    <a:pt x="2627467" y="2396697"/>
                  </a:lnTo>
                  <a:lnTo>
                    <a:pt x="2618651" y="2449554"/>
                  </a:lnTo>
                  <a:lnTo>
                    <a:pt x="2608867" y="2501838"/>
                  </a:lnTo>
                  <a:lnTo>
                    <a:pt x="2598131" y="2553526"/>
                  </a:lnTo>
                  <a:lnTo>
                    <a:pt x="2586457" y="2604597"/>
                  </a:lnTo>
                  <a:lnTo>
                    <a:pt x="2573861" y="2655030"/>
                  </a:lnTo>
                  <a:lnTo>
                    <a:pt x="2560357" y="2704802"/>
                  </a:lnTo>
                  <a:lnTo>
                    <a:pt x="2545960" y="2753891"/>
                  </a:lnTo>
                  <a:lnTo>
                    <a:pt x="2530684" y="2802277"/>
                  </a:lnTo>
                  <a:lnTo>
                    <a:pt x="2514545" y="2849936"/>
                  </a:lnTo>
                  <a:lnTo>
                    <a:pt x="2497557" y="2896849"/>
                  </a:lnTo>
                  <a:lnTo>
                    <a:pt x="2479736" y="2942992"/>
                  </a:lnTo>
                  <a:lnTo>
                    <a:pt x="2461095" y="2988344"/>
                  </a:lnTo>
                  <a:lnTo>
                    <a:pt x="2441650" y="3032883"/>
                  </a:lnTo>
                  <a:lnTo>
                    <a:pt x="2421415" y="3076588"/>
                  </a:lnTo>
                  <a:lnTo>
                    <a:pt x="2400405" y="3119437"/>
                  </a:lnTo>
                  <a:lnTo>
                    <a:pt x="2378636" y="3161408"/>
                  </a:lnTo>
                  <a:lnTo>
                    <a:pt x="2356121" y="3202479"/>
                  </a:lnTo>
                  <a:lnTo>
                    <a:pt x="2332876" y="3242629"/>
                  </a:lnTo>
                  <a:lnTo>
                    <a:pt x="2308915" y="3281835"/>
                  </a:lnTo>
                  <a:lnTo>
                    <a:pt x="2284253" y="3320077"/>
                  </a:lnTo>
                  <a:lnTo>
                    <a:pt x="2258906" y="3357332"/>
                  </a:lnTo>
                  <a:lnTo>
                    <a:pt x="2232887" y="3393579"/>
                  </a:lnTo>
                  <a:lnTo>
                    <a:pt x="2206212" y="3428796"/>
                  </a:lnTo>
                  <a:lnTo>
                    <a:pt x="2178895" y="3462961"/>
                  </a:lnTo>
                  <a:lnTo>
                    <a:pt x="2150951" y="3496052"/>
                  </a:lnTo>
                  <a:lnTo>
                    <a:pt x="2122395" y="3528049"/>
                  </a:lnTo>
                  <a:lnTo>
                    <a:pt x="2093242" y="3558928"/>
                  </a:lnTo>
                  <a:lnTo>
                    <a:pt x="2063507" y="3588668"/>
                  </a:lnTo>
                  <a:lnTo>
                    <a:pt x="2033203" y="3617248"/>
                  </a:lnTo>
                  <a:lnTo>
                    <a:pt x="2002347" y="3644645"/>
                  </a:lnTo>
                  <a:lnTo>
                    <a:pt x="1970953" y="3670839"/>
                  </a:lnTo>
                  <a:lnTo>
                    <a:pt x="1939036" y="3695807"/>
                  </a:lnTo>
                  <a:lnTo>
                    <a:pt x="1906610" y="3719527"/>
                  </a:lnTo>
                  <a:lnTo>
                    <a:pt x="1873690" y="3741979"/>
                  </a:lnTo>
                  <a:lnTo>
                    <a:pt x="1840291" y="3763139"/>
                  </a:lnTo>
                  <a:lnTo>
                    <a:pt x="1806428" y="3782987"/>
                  </a:lnTo>
                  <a:lnTo>
                    <a:pt x="1772116" y="3801500"/>
                  </a:lnTo>
                  <a:lnTo>
                    <a:pt x="1737369" y="3818657"/>
                  </a:lnTo>
                  <a:lnTo>
                    <a:pt x="1702203" y="3834436"/>
                  </a:lnTo>
                  <a:lnTo>
                    <a:pt x="1666632" y="3848816"/>
                  </a:lnTo>
                  <a:lnTo>
                    <a:pt x="1630670" y="3861774"/>
                  </a:lnTo>
                  <a:lnTo>
                    <a:pt x="1594333" y="3873289"/>
                  </a:lnTo>
                  <a:lnTo>
                    <a:pt x="1520592" y="3891903"/>
                  </a:lnTo>
                  <a:lnTo>
                    <a:pt x="1445527" y="3904484"/>
                  </a:lnTo>
                  <a:lnTo>
                    <a:pt x="1407535" y="3908458"/>
                  </a:lnTo>
                  <a:lnTo>
                    <a:pt x="1369256" y="3910858"/>
                  </a:lnTo>
                  <a:lnTo>
                    <a:pt x="1330706" y="3911663"/>
                  </a:lnTo>
                  <a:lnTo>
                    <a:pt x="1292155" y="3910858"/>
                  </a:lnTo>
                  <a:lnTo>
                    <a:pt x="1253876" y="3908458"/>
                  </a:lnTo>
                  <a:lnTo>
                    <a:pt x="1215884" y="3904484"/>
                  </a:lnTo>
                  <a:lnTo>
                    <a:pt x="1140819" y="3891903"/>
                  </a:lnTo>
                  <a:lnTo>
                    <a:pt x="1067078" y="3873289"/>
                  </a:lnTo>
                  <a:lnTo>
                    <a:pt x="1030741" y="3861774"/>
                  </a:lnTo>
                  <a:lnTo>
                    <a:pt x="994779" y="3848816"/>
                  </a:lnTo>
                  <a:lnTo>
                    <a:pt x="959208" y="3834436"/>
                  </a:lnTo>
                  <a:lnTo>
                    <a:pt x="924042" y="3818657"/>
                  </a:lnTo>
                  <a:lnTo>
                    <a:pt x="889295" y="3801500"/>
                  </a:lnTo>
                  <a:lnTo>
                    <a:pt x="854983" y="3782987"/>
                  </a:lnTo>
                  <a:lnTo>
                    <a:pt x="821120" y="3763139"/>
                  </a:lnTo>
                  <a:lnTo>
                    <a:pt x="787721" y="3741979"/>
                  </a:lnTo>
                  <a:lnTo>
                    <a:pt x="754801" y="3719527"/>
                  </a:lnTo>
                  <a:lnTo>
                    <a:pt x="722375" y="3695807"/>
                  </a:lnTo>
                  <a:lnTo>
                    <a:pt x="690458" y="3670839"/>
                  </a:lnTo>
                  <a:lnTo>
                    <a:pt x="659064" y="3644645"/>
                  </a:lnTo>
                  <a:lnTo>
                    <a:pt x="628208" y="3617248"/>
                  </a:lnTo>
                  <a:lnTo>
                    <a:pt x="597904" y="3588668"/>
                  </a:lnTo>
                  <a:lnTo>
                    <a:pt x="568169" y="3558928"/>
                  </a:lnTo>
                  <a:lnTo>
                    <a:pt x="539016" y="3528049"/>
                  </a:lnTo>
                  <a:lnTo>
                    <a:pt x="510460" y="3496052"/>
                  </a:lnTo>
                  <a:lnTo>
                    <a:pt x="482516" y="3462961"/>
                  </a:lnTo>
                  <a:lnTo>
                    <a:pt x="455199" y="3428796"/>
                  </a:lnTo>
                  <a:lnTo>
                    <a:pt x="428524" y="3393579"/>
                  </a:lnTo>
                  <a:lnTo>
                    <a:pt x="402505" y="3357332"/>
                  </a:lnTo>
                  <a:lnTo>
                    <a:pt x="377158" y="3320077"/>
                  </a:lnTo>
                  <a:lnTo>
                    <a:pt x="352496" y="3281835"/>
                  </a:lnTo>
                  <a:lnTo>
                    <a:pt x="328535" y="3242629"/>
                  </a:lnTo>
                  <a:lnTo>
                    <a:pt x="305290" y="3202479"/>
                  </a:lnTo>
                  <a:lnTo>
                    <a:pt x="282775" y="3161408"/>
                  </a:lnTo>
                  <a:lnTo>
                    <a:pt x="261006" y="3119437"/>
                  </a:lnTo>
                  <a:lnTo>
                    <a:pt x="239996" y="3076588"/>
                  </a:lnTo>
                  <a:lnTo>
                    <a:pt x="219761" y="3032883"/>
                  </a:lnTo>
                  <a:lnTo>
                    <a:pt x="200316" y="2988344"/>
                  </a:lnTo>
                  <a:lnTo>
                    <a:pt x="181675" y="2942992"/>
                  </a:lnTo>
                  <a:lnTo>
                    <a:pt x="163854" y="2896849"/>
                  </a:lnTo>
                  <a:lnTo>
                    <a:pt x="146866" y="2849936"/>
                  </a:lnTo>
                  <a:lnTo>
                    <a:pt x="130727" y="2802277"/>
                  </a:lnTo>
                  <a:lnTo>
                    <a:pt x="115451" y="2753891"/>
                  </a:lnTo>
                  <a:lnTo>
                    <a:pt x="101054" y="2704802"/>
                  </a:lnTo>
                  <a:lnTo>
                    <a:pt x="87550" y="2655030"/>
                  </a:lnTo>
                  <a:lnTo>
                    <a:pt x="74954" y="2604597"/>
                  </a:lnTo>
                  <a:lnTo>
                    <a:pt x="63280" y="2553526"/>
                  </a:lnTo>
                  <a:lnTo>
                    <a:pt x="52544" y="2501838"/>
                  </a:lnTo>
                  <a:lnTo>
                    <a:pt x="42760" y="2449554"/>
                  </a:lnTo>
                  <a:lnTo>
                    <a:pt x="33944" y="2396697"/>
                  </a:lnTo>
                  <a:lnTo>
                    <a:pt x="26109" y="2343288"/>
                  </a:lnTo>
                  <a:lnTo>
                    <a:pt x="19271" y="2289349"/>
                  </a:lnTo>
                  <a:lnTo>
                    <a:pt x="13444" y="2234902"/>
                  </a:lnTo>
                  <a:lnTo>
                    <a:pt x="8643" y="2179968"/>
                  </a:lnTo>
                  <a:lnTo>
                    <a:pt x="4884" y="2124569"/>
                  </a:lnTo>
                  <a:lnTo>
                    <a:pt x="2180" y="2068726"/>
                  </a:lnTo>
                  <a:lnTo>
                    <a:pt x="547" y="2012463"/>
                  </a:lnTo>
                  <a:lnTo>
                    <a:pt x="0" y="195579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25384" y="3881183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2806699" y="0"/>
                  </a:moveTo>
                  <a:lnTo>
                    <a:pt x="0" y="0"/>
                  </a:lnTo>
                  <a:lnTo>
                    <a:pt x="0" y="2684144"/>
                  </a:lnTo>
                  <a:lnTo>
                    <a:pt x="2806699" y="2684144"/>
                  </a:lnTo>
                  <a:lnTo>
                    <a:pt x="2806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25384" y="3881183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0" y="2684144"/>
                  </a:moveTo>
                  <a:lnTo>
                    <a:pt x="2806699" y="2684144"/>
                  </a:lnTo>
                  <a:lnTo>
                    <a:pt x="2806699" y="0"/>
                  </a:lnTo>
                  <a:lnTo>
                    <a:pt x="0" y="0"/>
                  </a:lnTo>
                  <a:lnTo>
                    <a:pt x="0" y="2684144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58010" y="2585720"/>
              <a:ext cx="2560320" cy="939800"/>
            </a:xfrm>
            <a:custGeom>
              <a:avLst/>
              <a:gdLst/>
              <a:ahLst/>
              <a:cxnLst/>
              <a:rect l="l" t="t" r="r" b="b"/>
              <a:pathLst>
                <a:path w="2560320" h="939800">
                  <a:moveTo>
                    <a:pt x="0" y="939800"/>
                  </a:moveTo>
                  <a:lnTo>
                    <a:pt x="629412" y="12700"/>
                  </a:lnTo>
                </a:path>
                <a:path w="2560320" h="939800">
                  <a:moveTo>
                    <a:pt x="1874012" y="0"/>
                  </a:moveTo>
                  <a:lnTo>
                    <a:pt x="2559812" y="927100"/>
                  </a:lnTo>
                </a:path>
              </a:pathLst>
            </a:custGeom>
            <a:ln w="285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2965" y="3017647"/>
              <a:ext cx="98425" cy="11417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2848" y="2954147"/>
              <a:ext cx="98425" cy="11417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212847" y="2488057"/>
              <a:ext cx="866775" cy="0"/>
            </a:xfrm>
            <a:custGeom>
              <a:avLst/>
              <a:gdLst/>
              <a:ahLst/>
              <a:cxnLst/>
              <a:rect l="l" t="t" r="r" b="b"/>
              <a:pathLst>
                <a:path w="866775">
                  <a:moveTo>
                    <a:pt x="0" y="0"/>
                  </a:moveTo>
                  <a:lnTo>
                    <a:pt x="866775" y="0"/>
                  </a:lnTo>
                </a:path>
              </a:pathLst>
            </a:custGeom>
            <a:ln w="285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5272" y="2427097"/>
              <a:ext cx="98425" cy="114173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488784" y="1853564"/>
            <a:ext cx="4142740" cy="2054860"/>
          </a:xfrm>
          <a:custGeom>
            <a:avLst/>
            <a:gdLst/>
            <a:ahLst/>
            <a:cxnLst/>
            <a:rect l="l" t="t" r="r" b="b"/>
            <a:pathLst>
              <a:path w="4142740" h="2054860">
                <a:moveTo>
                  <a:pt x="4142143" y="2016506"/>
                </a:moveTo>
                <a:lnTo>
                  <a:pt x="4129443" y="2010156"/>
                </a:lnTo>
                <a:lnTo>
                  <a:pt x="4065943" y="1978406"/>
                </a:lnTo>
                <a:lnTo>
                  <a:pt x="4065943" y="2010156"/>
                </a:lnTo>
                <a:lnTo>
                  <a:pt x="44450" y="2010156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2015998"/>
                </a:lnTo>
                <a:lnTo>
                  <a:pt x="38100" y="2015998"/>
                </a:lnTo>
                <a:lnTo>
                  <a:pt x="38100" y="2022856"/>
                </a:lnTo>
                <a:lnTo>
                  <a:pt x="4065943" y="2022856"/>
                </a:lnTo>
                <a:lnTo>
                  <a:pt x="4065943" y="2054606"/>
                </a:lnTo>
                <a:lnTo>
                  <a:pt x="4129443" y="2022856"/>
                </a:lnTo>
                <a:lnTo>
                  <a:pt x="4142143" y="20165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01472" y="1619503"/>
            <a:ext cx="477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mbria Math"/>
                <a:cs typeface="Cambria Math"/>
              </a:rPr>
              <a:t>𝑓(𝑥)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02809" y="3705605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0265" y="2110486"/>
            <a:ext cx="1329690" cy="878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ts val="1675"/>
              </a:lnSpc>
              <a:spcBef>
                <a:spcPts val="105"/>
              </a:spcBef>
            </a:pPr>
            <a:r>
              <a:rPr sz="1400" dirty="0">
                <a:latin typeface="Cambria Math"/>
                <a:cs typeface="Cambria Math"/>
              </a:rPr>
              <a:t>𝛻𝑓</a:t>
            </a:r>
            <a:r>
              <a:rPr sz="1400" spc="114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&gt;</a:t>
            </a:r>
            <a:r>
              <a:rPr sz="1400" spc="8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  <a:p>
            <a:pPr algn="ctr">
              <a:lnSpc>
                <a:spcPts val="1675"/>
              </a:lnSpc>
            </a:pPr>
            <a:r>
              <a:rPr sz="1400" dirty="0">
                <a:latin typeface="Calibri"/>
                <a:cs typeface="Calibri"/>
              </a:rPr>
              <a:t>gradiente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positivo</a:t>
            </a:r>
            <a:endParaRPr sz="1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=</a:t>
            </a:r>
            <a:endParaRPr sz="1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siga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em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frente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40963" y="2209545"/>
            <a:ext cx="1790064" cy="8782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ts val="1675"/>
              </a:lnSpc>
              <a:spcBef>
                <a:spcPts val="105"/>
              </a:spcBef>
            </a:pPr>
            <a:r>
              <a:rPr sz="1400" dirty="0">
                <a:latin typeface="Cambria Math"/>
                <a:cs typeface="Cambria Math"/>
              </a:rPr>
              <a:t>𝛻𝑓</a:t>
            </a:r>
            <a:r>
              <a:rPr sz="1400" spc="114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&lt;</a:t>
            </a:r>
            <a:r>
              <a:rPr sz="1400" spc="8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  <a:p>
            <a:pPr marL="1270" algn="ctr">
              <a:lnSpc>
                <a:spcPts val="1675"/>
              </a:lnSpc>
            </a:pPr>
            <a:r>
              <a:rPr sz="1400" dirty="0">
                <a:latin typeface="Calibri"/>
                <a:cs typeface="Calibri"/>
              </a:rPr>
              <a:t>gradiente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negativo</a:t>
            </a:r>
            <a:endParaRPr sz="1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=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siga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direção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contrária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84577" y="1397253"/>
            <a:ext cx="1078230" cy="878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" algn="ctr">
              <a:lnSpc>
                <a:spcPts val="1675"/>
              </a:lnSpc>
              <a:spcBef>
                <a:spcPts val="105"/>
              </a:spcBef>
            </a:pPr>
            <a:r>
              <a:rPr sz="1400" dirty="0">
                <a:latin typeface="Cambria Math"/>
                <a:cs typeface="Cambria Math"/>
              </a:rPr>
              <a:t>𝛻𝑓</a:t>
            </a:r>
            <a:r>
              <a:rPr sz="1400" spc="114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8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  <a:p>
            <a:pPr algn="ctr">
              <a:lnSpc>
                <a:spcPts val="1675"/>
              </a:lnSpc>
            </a:pPr>
            <a:r>
              <a:rPr sz="1400" dirty="0">
                <a:latin typeface="Calibri"/>
                <a:cs typeface="Calibri"/>
              </a:rPr>
              <a:t>gradiente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nulo</a:t>
            </a:r>
            <a:endParaRPr sz="14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=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máximo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83121" y="638555"/>
            <a:ext cx="4666615" cy="4139565"/>
            <a:chOff x="6183121" y="638555"/>
            <a:chExt cx="4666615" cy="4139565"/>
          </a:xfrm>
        </p:grpSpPr>
        <p:sp>
          <p:nvSpPr>
            <p:cNvPr id="18" name="object 18"/>
            <p:cNvSpPr/>
            <p:nvPr/>
          </p:nvSpPr>
          <p:spPr>
            <a:xfrm>
              <a:off x="7443469" y="3502786"/>
              <a:ext cx="2614295" cy="887094"/>
            </a:xfrm>
            <a:custGeom>
              <a:avLst/>
              <a:gdLst/>
              <a:ahLst/>
              <a:cxnLst/>
              <a:rect l="l" t="t" r="r" b="b"/>
              <a:pathLst>
                <a:path w="2614295" h="887095">
                  <a:moveTo>
                    <a:pt x="0" y="0"/>
                  </a:moveTo>
                  <a:lnTo>
                    <a:pt x="501014" y="886713"/>
                  </a:lnTo>
                </a:path>
                <a:path w="2614295" h="887095">
                  <a:moveTo>
                    <a:pt x="2613786" y="10922"/>
                  </a:moveTo>
                  <a:lnTo>
                    <a:pt x="2200275" y="808608"/>
                  </a:lnTo>
                </a:path>
              </a:pathLst>
            </a:custGeom>
            <a:ln w="285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34071" y="800861"/>
              <a:ext cx="2661285" cy="3911600"/>
            </a:xfrm>
            <a:custGeom>
              <a:avLst/>
              <a:gdLst/>
              <a:ahLst/>
              <a:cxnLst/>
              <a:rect l="l" t="t" r="r" b="b"/>
              <a:pathLst>
                <a:path w="2661284" h="3911600">
                  <a:moveTo>
                    <a:pt x="2661284" y="1955800"/>
                  </a:moveTo>
                  <a:lnTo>
                    <a:pt x="2660737" y="2012456"/>
                  </a:lnTo>
                  <a:lnTo>
                    <a:pt x="2659104" y="2068714"/>
                  </a:lnTo>
                  <a:lnTo>
                    <a:pt x="2656400" y="2124550"/>
                  </a:lnTo>
                  <a:lnTo>
                    <a:pt x="2652641" y="2179944"/>
                  </a:lnTo>
                  <a:lnTo>
                    <a:pt x="2647840" y="2234873"/>
                  </a:lnTo>
                  <a:lnTo>
                    <a:pt x="2642013" y="2289315"/>
                  </a:lnTo>
                  <a:lnTo>
                    <a:pt x="2635175" y="2343250"/>
                  </a:lnTo>
                  <a:lnTo>
                    <a:pt x="2627340" y="2396654"/>
                  </a:lnTo>
                  <a:lnTo>
                    <a:pt x="2618524" y="2449508"/>
                  </a:lnTo>
                  <a:lnTo>
                    <a:pt x="2608740" y="2501787"/>
                  </a:lnTo>
                  <a:lnTo>
                    <a:pt x="2598004" y="2553472"/>
                  </a:lnTo>
                  <a:lnTo>
                    <a:pt x="2586330" y="2604540"/>
                  </a:lnTo>
                  <a:lnTo>
                    <a:pt x="2573734" y="2654970"/>
                  </a:lnTo>
                  <a:lnTo>
                    <a:pt x="2560230" y="2704739"/>
                  </a:lnTo>
                  <a:lnTo>
                    <a:pt x="2545833" y="2753826"/>
                  </a:lnTo>
                  <a:lnTo>
                    <a:pt x="2530557" y="2802209"/>
                  </a:lnTo>
                  <a:lnTo>
                    <a:pt x="2514418" y="2849867"/>
                  </a:lnTo>
                  <a:lnTo>
                    <a:pt x="2497430" y="2896777"/>
                  </a:lnTo>
                  <a:lnTo>
                    <a:pt x="2479609" y="2942919"/>
                  </a:lnTo>
                  <a:lnTo>
                    <a:pt x="2460968" y="2988269"/>
                  </a:lnTo>
                  <a:lnTo>
                    <a:pt x="2441523" y="3032808"/>
                  </a:lnTo>
                  <a:lnTo>
                    <a:pt x="2421288" y="3076512"/>
                  </a:lnTo>
                  <a:lnTo>
                    <a:pt x="2400278" y="3119359"/>
                  </a:lnTo>
                  <a:lnTo>
                    <a:pt x="2378509" y="3161330"/>
                  </a:lnTo>
                  <a:lnTo>
                    <a:pt x="2355994" y="3202400"/>
                  </a:lnTo>
                  <a:lnTo>
                    <a:pt x="2332749" y="3242550"/>
                  </a:lnTo>
                  <a:lnTo>
                    <a:pt x="2308788" y="3281756"/>
                  </a:lnTo>
                  <a:lnTo>
                    <a:pt x="2284126" y="3319998"/>
                  </a:lnTo>
                  <a:lnTo>
                    <a:pt x="2258779" y="3357253"/>
                  </a:lnTo>
                  <a:lnTo>
                    <a:pt x="2232760" y="3393500"/>
                  </a:lnTo>
                  <a:lnTo>
                    <a:pt x="2206085" y="3428717"/>
                  </a:lnTo>
                  <a:lnTo>
                    <a:pt x="2178768" y="3462882"/>
                  </a:lnTo>
                  <a:lnTo>
                    <a:pt x="2150824" y="3495974"/>
                  </a:lnTo>
                  <a:lnTo>
                    <a:pt x="2122268" y="3527971"/>
                  </a:lnTo>
                  <a:lnTo>
                    <a:pt x="2093115" y="3558850"/>
                  </a:lnTo>
                  <a:lnTo>
                    <a:pt x="2063380" y="3588591"/>
                  </a:lnTo>
                  <a:lnTo>
                    <a:pt x="2033076" y="3617172"/>
                  </a:lnTo>
                  <a:lnTo>
                    <a:pt x="2002220" y="3644570"/>
                  </a:lnTo>
                  <a:lnTo>
                    <a:pt x="1970826" y="3670765"/>
                  </a:lnTo>
                  <a:lnTo>
                    <a:pt x="1938909" y="3695733"/>
                  </a:lnTo>
                  <a:lnTo>
                    <a:pt x="1906483" y="3719455"/>
                  </a:lnTo>
                  <a:lnTo>
                    <a:pt x="1873563" y="3741907"/>
                  </a:lnTo>
                  <a:lnTo>
                    <a:pt x="1840164" y="3763068"/>
                  </a:lnTo>
                  <a:lnTo>
                    <a:pt x="1806301" y="3782916"/>
                  </a:lnTo>
                  <a:lnTo>
                    <a:pt x="1771989" y="3801430"/>
                  </a:lnTo>
                  <a:lnTo>
                    <a:pt x="1737242" y="3818588"/>
                  </a:lnTo>
                  <a:lnTo>
                    <a:pt x="1702076" y="3834368"/>
                  </a:lnTo>
                  <a:lnTo>
                    <a:pt x="1666505" y="3848749"/>
                  </a:lnTo>
                  <a:lnTo>
                    <a:pt x="1630543" y="3861708"/>
                  </a:lnTo>
                  <a:lnTo>
                    <a:pt x="1594206" y="3873223"/>
                  </a:lnTo>
                  <a:lnTo>
                    <a:pt x="1520465" y="3891839"/>
                  </a:lnTo>
                  <a:lnTo>
                    <a:pt x="1445400" y="3904420"/>
                  </a:lnTo>
                  <a:lnTo>
                    <a:pt x="1407408" y="3908394"/>
                  </a:lnTo>
                  <a:lnTo>
                    <a:pt x="1369129" y="3910795"/>
                  </a:lnTo>
                  <a:lnTo>
                    <a:pt x="1330578" y="3911600"/>
                  </a:lnTo>
                  <a:lnTo>
                    <a:pt x="1292035" y="3910795"/>
                  </a:lnTo>
                  <a:lnTo>
                    <a:pt x="1253762" y="3908394"/>
                  </a:lnTo>
                  <a:lnTo>
                    <a:pt x="1215776" y="3904420"/>
                  </a:lnTo>
                  <a:lnTo>
                    <a:pt x="1140723" y="3891839"/>
                  </a:lnTo>
                  <a:lnTo>
                    <a:pt x="1066992" y="3873223"/>
                  </a:lnTo>
                  <a:lnTo>
                    <a:pt x="1030660" y="3861708"/>
                  </a:lnTo>
                  <a:lnTo>
                    <a:pt x="994704" y="3848749"/>
                  </a:lnTo>
                  <a:lnTo>
                    <a:pt x="959137" y="3834368"/>
                  </a:lnTo>
                  <a:lnTo>
                    <a:pt x="923975" y="3818588"/>
                  </a:lnTo>
                  <a:lnTo>
                    <a:pt x="889232" y="3801430"/>
                  </a:lnTo>
                  <a:lnTo>
                    <a:pt x="854924" y="3782916"/>
                  </a:lnTo>
                  <a:lnTo>
                    <a:pt x="821065" y="3763068"/>
                  </a:lnTo>
                  <a:lnTo>
                    <a:pt x="787670" y="3741907"/>
                  </a:lnTo>
                  <a:lnTo>
                    <a:pt x="754754" y="3719455"/>
                  </a:lnTo>
                  <a:lnTo>
                    <a:pt x="722331" y="3695733"/>
                  </a:lnTo>
                  <a:lnTo>
                    <a:pt x="690417" y="3670765"/>
                  </a:lnTo>
                  <a:lnTo>
                    <a:pt x="659026" y="3644570"/>
                  </a:lnTo>
                  <a:lnTo>
                    <a:pt x="628173" y="3617172"/>
                  </a:lnTo>
                  <a:lnTo>
                    <a:pt x="597872" y="3588591"/>
                  </a:lnTo>
                  <a:lnTo>
                    <a:pt x="568139" y="3558850"/>
                  </a:lnTo>
                  <a:lnTo>
                    <a:pt x="538989" y="3527971"/>
                  </a:lnTo>
                  <a:lnTo>
                    <a:pt x="510435" y="3495974"/>
                  </a:lnTo>
                  <a:lnTo>
                    <a:pt x="482494" y="3462882"/>
                  </a:lnTo>
                  <a:lnTo>
                    <a:pt x="455179" y="3428717"/>
                  </a:lnTo>
                  <a:lnTo>
                    <a:pt x="428506" y="3393500"/>
                  </a:lnTo>
                  <a:lnTo>
                    <a:pt x="402489" y="3357253"/>
                  </a:lnTo>
                  <a:lnTo>
                    <a:pt x="377143" y="3319998"/>
                  </a:lnTo>
                  <a:lnTo>
                    <a:pt x="352483" y="3281756"/>
                  </a:lnTo>
                  <a:lnTo>
                    <a:pt x="328523" y="3242550"/>
                  </a:lnTo>
                  <a:lnTo>
                    <a:pt x="305279" y="3202400"/>
                  </a:lnTo>
                  <a:lnTo>
                    <a:pt x="282766" y="3161330"/>
                  </a:lnTo>
                  <a:lnTo>
                    <a:pt x="260998" y="3119359"/>
                  </a:lnTo>
                  <a:lnTo>
                    <a:pt x="239989" y="3076512"/>
                  </a:lnTo>
                  <a:lnTo>
                    <a:pt x="219755" y="3032808"/>
                  </a:lnTo>
                  <a:lnTo>
                    <a:pt x="200311" y="2988269"/>
                  </a:lnTo>
                  <a:lnTo>
                    <a:pt x="181671" y="2942919"/>
                  </a:lnTo>
                  <a:lnTo>
                    <a:pt x="163850" y="2896777"/>
                  </a:lnTo>
                  <a:lnTo>
                    <a:pt x="146862" y="2849867"/>
                  </a:lnTo>
                  <a:lnTo>
                    <a:pt x="130724" y="2802209"/>
                  </a:lnTo>
                  <a:lnTo>
                    <a:pt x="115449" y="2753826"/>
                  </a:lnTo>
                  <a:lnTo>
                    <a:pt x="101052" y="2704739"/>
                  </a:lnTo>
                  <a:lnTo>
                    <a:pt x="87548" y="2654970"/>
                  </a:lnTo>
                  <a:lnTo>
                    <a:pt x="74952" y="2604540"/>
                  </a:lnTo>
                  <a:lnTo>
                    <a:pt x="63279" y="2553472"/>
                  </a:lnTo>
                  <a:lnTo>
                    <a:pt x="52543" y="2501787"/>
                  </a:lnTo>
                  <a:lnTo>
                    <a:pt x="42760" y="2449508"/>
                  </a:lnTo>
                  <a:lnTo>
                    <a:pt x="33943" y="2396654"/>
                  </a:lnTo>
                  <a:lnTo>
                    <a:pt x="26108" y="2343250"/>
                  </a:lnTo>
                  <a:lnTo>
                    <a:pt x="19270" y="2289315"/>
                  </a:lnTo>
                  <a:lnTo>
                    <a:pt x="13444" y="2234873"/>
                  </a:lnTo>
                  <a:lnTo>
                    <a:pt x="8643" y="2179944"/>
                  </a:lnTo>
                  <a:lnTo>
                    <a:pt x="4884" y="2124550"/>
                  </a:lnTo>
                  <a:lnTo>
                    <a:pt x="2180" y="2068714"/>
                  </a:lnTo>
                  <a:lnTo>
                    <a:pt x="547" y="2012456"/>
                  </a:lnTo>
                  <a:lnTo>
                    <a:pt x="0" y="1955800"/>
                  </a:lnTo>
                  <a:lnTo>
                    <a:pt x="547" y="1899143"/>
                  </a:lnTo>
                  <a:lnTo>
                    <a:pt x="2180" y="1842885"/>
                  </a:lnTo>
                  <a:lnTo>
                    <a:pt x="4884" y="1787049"/>
                  </a:lnTo>
                  <a:lnTo>
                    <a:pt x="8643" y="1731655"/>
                  </a:lnTo>
                  <a:lnTo>
                    <a:pt x="13444" y="1676726"/>
                  </a:lnTo>
                  <a:lnTo>
                    <a:pt x="19270" y="1622284"/>
                  </a:lnTo>
                  <a:lnTo>
                    <a:pt x="26108" y="1568349"/>
                  </a:lnTo>
                  <a:lnTo>
                    <a:pt x="33943" y="1514945"/>
                  </a:lnTo>
                  <a:lnTo>
                    <a:pt x="42760" y="1462091"/>
                  </a:lnTo>
                  <a:lnTo>
                    <a:pt x="52543" y="1409812"/>
                  </a:lnTo>
                  <a:lnTo>
                    <a:pt x="63279" y="1358127"/>
                  </a:lnTo>
                  <a:lnTo>
                    <a:pt x="74952" y="1307059"/>
                  </a:lnTo>
                  <a:lnTo>
                    <a:pt x="87548" y="1256629"/>
                  </a:lnTo>
                  <a:lnTo>
                    <a:pt x="101052" y="1206860"/>
                  </a:lnTo>
                  <a:lnTo>
                    <a:pt x="115449" y="1157773"/>
                  </a:lnTo>
                  <a:lnTo>
                    <a:pt x="130724" y="1109390"/>
                  </a:lnTo>
                  <a:lnTo>
                    <a:pt x="146862" y="1061732"/>
                  </a:lnTo>
                  <a:lnTo>
                    <a:pt x="163850" y="1014822"/>
                  </a:lnTo>
                  <a:lnTo>
                    <a:pt x="181671" y="968680"/>
                  </a:lnTo>
                  <a:lnTo>
                    <a:pt x="200311" y="923330"/>
                  </a:lnTo>
                  <a:lnTo>
                    <a:pt x="219755" y="878791"/>
                  </a:lnTo>
                  <a:lnTo>
                    <a:pt x="239989" y="835087"/>
                  </a:lnTo>
                  <a:lnTo>
                    <a:pt x="260998" y="792240"/>
                  </a:lnTo>
                  <a:lnTo>
                    <a:pt x="282766" y="750269"/>
                  </a:lnTo>
                  <a:lnTo>
                    <a:pt x="305279" y="709199"/>
                  </a:lnTo>
                  <a:lnTo>
                    <a:pt x="328523" y="669049"/>
                  </a:lnTo>
                  <a:lnTo>
                    <a:pt x="352483" y="629843"/>
                  </a:lnTo>
                  <a:lnTo>
                    <a:pt x="377143" y="591601"/>
                  </a:lnTo>
                  <a:lnTo>
                    <a:pt x="402489" y="554346"/>
                  </a:lnTo>
                  <a:lnTo>
                    <a:pt x="428506" y="518099"/>
                  </a:lnTo>
                  <a:lnTo>
                    <a:pt x="455179" y="482882"/>
                  </a:lnTo>
                  <a:lnTo>
                    <a:pt x="482494" y="448717"/>
                  </a:lnTo>
                  <a:lnTo>
                    <a:pt x="510435" y="415625"/>
                  </a:lnTo>
                  <a:lnTo>
                    <a:pt x="538989" y="383628"/>
                  </a:lnTo>
                  <a:lnTo>
                    <a:pt x="568139" y="352749"/>
                  </a:lnTo>
                  <a:lnTo>
                    <a:pt x="597872" y="323008"/>
                  </a:lnTo>
                  <a:lnTo>
                    <a:pt x="628173" y="294427"/>
                  </a:lnTo>
                  <a:lnTo>
                    <a:pt x="659026" y="267029"/>
                  </a:lnTo>
                  <a:lnTo>
                    <a:pt x="690417" y="240834"/>
                  </a:lnTo>
                  <a:lnTo>
                    <a:pt x="722331" y="215866"/>
                  </a:lnTo>
                  <a:lnTo>
                    <a:pt x="754754" y="192144"/>
                  </a:lnTo>
                  <a:lnTo>
                    <a:pt x="787670" y="169692"/>
                  </a:lnTo>
                  <a:lnTo>
                    <a:pt x="821065" y="148531"/>
                  </a:lnTo>
                  <a:lnTo>
                    <a:pt x="854924" y="128683"/>
                  </a:lnTo>
                  <a:lnTo>
                    <a:pt x="889232" y="110169"/>
                  </a:lnTo>
                  <a:lnTo>
                    <a:pt x="923975" y="93011"/>
                  </a:lnTo>
                  <a:lnTo>
                    <a:pt x="959137" y="77231"/>
                  </a:lnTo>
                  <a:lnTo>
                    <a:pt x="994704" y="62850"/>
                  </a:lnTo>
                  <a:lnTo>
                    <a:pt x="1030660" y="49891"/>
                  </a:lnTo>
                  <a:lnTo>
                    <a:pt x="1066992" y="38376"/>
                  </a:lnTo>
                  <a:lnTo>
                    <a:pt x="1140723" y="19760"/>
                  </a:lnTo>
                  <a:lnTo>
                    <a:pt x="1215776" y="7179"/>
                  </a:lnTo>
                  <a:lnTo>
                    <a:pt x="1253762" y="3205"/>
                  </a:lnTo>
                  <a:lnTo>
                    <a:pt x="1292035" y="804"/>
                  </a:lnTo>
                  <a:lnTo>
                    <a:pt x="1330578" y="0"/>
                  </a:lnTo>
                  <a:lnTo>
                    <a:pt x="1369129" y="804"/>
                  </a:lnTo>
                  <a:lnTo>
                    <a:pt x="1407408" y="3205"/>
                  </a:lnTo>
                  <a:lnTo>
                    <a:pt x="1445400" y="7179"/>
                  </a:lnTo>
                  <a:lnTo>
                    <a:pt x="1520465" y="19760"/>
                  </a:lnTo>
                  <a:lnTo>
                    <a:pt x="1594206" y="38376"/>
                  </a:lnTo>
                  <a:lnTo>
                    <a:pt x="1630543" y="49891"/>
                  </a:lnTo>
                  <a:lnTo>
                    <a:pt x="1666505" y="62850"/>
                  </a:lnTo>
                  <a:lnTo>
                    <a:pt x="1702076" y="77231"/>
                  </a:lnTo>
                  <a:lnTo>
                    <a:pt x="1737242" y="93011"/>
                  </a:lnTo>
                  <a:lnTo>
                    <a:pt x="1771989" y="110169"/>
                  </a:lnTo>
                  <a:lnTo>
                    <a:pt x="1806301" y="128683"/>
                  </a:lnTo>
                  <a:lnTo>
                    <a:pt x="1840164" y="148531"/>
                  </a:lnTo>
                  <a:lnTo>
                    <a:pt x="1873563" y="169692"/>
                  </a:lnTo>
                  <a:lnTo>
                    <a:pt x="1906483" y="192144"/>
                  </a:lnTo>
                  <a:lnTo>
                    <a:pt x="1938909" y="215866"/>
                  </a:lnTo>
                  <a:lnTo>
                    <a:pt x="1970826" y="240834"/>
                  </a:lnTo>
                  <a:lnTo>
                    <a:pt x="2002220" y="267029"/>
                  </a:lnTo>
                  <a:lnTo>
                    <a:pt x="2033076" y="294427"/>
                  </a:lnTo>
                  <a:lnTo>
                    <a:pt x="2063380" y="323008"/>
                  </a:lnTo>
                  <a:lnTo>
                    <a:pt x="2093115" y="352749"/>
                  </a:lnTo>
                  <a:lnTo>
                    <a:pt x="2122268" y="383628"/>
                  </a:lnTo>
                  <a:lnTo>
                    <a:pt x="2150824" y="415625"/>
                  </a:lnTo>
                  <a:lnTo>
                    <a:pt x="2178768" y="448717"/>
                  </a:lnTo>
                  <a:lnTo>
                    <a:pt x="2206085" y="482882"/>
                  </a:lnTo>
                  <a:lnTo>
                    <a:pt x="2232760" y="518099"/>
                  </a:lnTo>
                  <a:lnTo>
                    <a:pt x="2258779" y="554346"/>
                  </a:lnTo>
                  <a:lnTo>
                    <a:pt x="2284126" y="591601"/>
                  </a:lnTo>
                  <a:lnTo>
                    <a:pt x="2308788" y="629843"/>
                  </a:lnTo>
                  <a:lnTo>
                    <a:pt x="2332749" y="669049"/>
                  </a:lnTo>
                  <a:lnTo>
                    <a:pt x="2355994" y="709199"/>
                  </a:lnTo>
                  <a:lnTo>
                    <a:pt x="2378509" y="750269"/>
                  </a:lnTo>
                  <a:lnTo>
                    <a:pt x="2400278" y="792240"/>
                  </a:lnTo>
                  <a:lnTo>
                    <a:pt x="2421288" y="835087"/>
                  </a:lnTo>
                  <a:lnTo>
                    <a:pt x="2441523" y="878791"/>
                  </a:lnTo>
                  <a:lnTo>
                    <a:pt x="2460968" y="923330"/>
                  </a:lnTo>
                  <a:lnTo>
                    <a:pt x="2479609" y="968680"/>
                  </a:lnTo>
                  <a:lnTo>
                    <a:pt x="2497430" y="1014822"/>
                  </a:lnTo>
                  <a:lnTo>
                    <a:pt x="2514418" y="1061732"/>
                  </a:lnTo>
                  <a:lnTo>
                    <a:pt x="2530557" y="1109390"/>
                  </a:lnTo>
                  <a:lnTo>
                    <a:pt x="2545833" y="1157773"/>
                  </a:lnTo>
                  <a:lnTo>
                    <a:pt x="2560230" y="1206860"/>
                  </a:lnTo>
                  <a:lnTo>
                    <a:pt x="2573734" y="1256629"/>
                  </a:lnTo>
                  <a:lnTo>
                    <a:pt x="2586330" y="1307059"/>
                  </a:lnTo>
                  <a:lnTo>
                    <a:pt x="2598004" y="1358127"/>
                  </a:lnTo>
                  <a:lnTo>
                    <a:pt x="2608740" y="1409812"/>
                  </a:lnTo>
                  <a:lnTo>
                    <a:pt x="2618524" y="1462091"/>
                  </a:lnTo>
                  <a:lnTo>
                    <a:pt x="2627340" y="1514945"/>
                  </a:lnTo>
                  <a:lnTo>
                    <a:pt x="2635175" y="1568349"/>
                  </a:lnTo>
                  <a:lnTo>
                    <a:pt x="2642013" y="1622284"/>
                  </a:lnTo>
                  <a:lnTo>
                    <a:pt x="2647840" y="1676726"/>
                  </a:lnTo>
                  <a:lnTo>
                    <a:pt x="2652641" y="1731655"/>
                  </a:lnTo>
                  <a:lnTo>
                    <a:pt x="2656400" y="1787049"/>
                  </a:lnTo>
                  <a:lnTo>
                    <a:pt x="2659104" y="1842885"/>
                  </a:lnTo>
                  <a:lnTo>
                    <a:pt x="2660737" y="1899143"/>
                  </a:lnTo>
                  <a:lnTo>
                    <a:pt x="2661284" y="1955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357871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2806700" y="0"/>
                  </a:moveTo>
                  <a:lnTo>
                    <a:pt x="0" y="0"/>
                  </a:lnTo>
                  <a:lnTo>
                    <a:pt x="0" y="2684145"/>
                  </a:lnTo>
                  <a:lnTo>
                    <a:pt x="2806700" y="2684145"/>
                  </a:lnTo>
                  <a:lnTo>
                    <a:pt x="2806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57871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0" y="2684145"/>
                  </a:moveTo>
                  <a:lnTo>
                    <a:pt x="2806700" y="2684145"/>
                  </a:lnTo>
                  <a:lnTo>
                    <a:pt x="2806700" y="0"/>
                  </a:lnTo>
                  <a:lnTo>
                    <a:pt x="0" y="0"/>
                  </a:lnTo>
                  <a:lnTo>
                    <a:pt x="0" y="268414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44764" y="3869816"/>
              <a:ext cx="98425" cy="114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18496" y="3806444"/>
              <a:ext cx="98425" cy="11417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345296" y="4724653"/>
              <a:ext cx="866775" cy="0"/>
            </a:xfrm>
            <a:custGeom>
              <a:avLst/>
              <a:gdLst/>
              <a:ahLst/>
              <a:cxnLst/>
              <a:rect l="l" t="t" r="r" b="b"/>
              <a:pathLst>
                <a:path w="866775">
                  <a:moveTo>
                    <a:pt x="0" y="0"/>
                  </a:moveTo>
                  <a:lnTo>
                    <a:pt x="866775" y="0"/>
                  </a:lnTo>
                </a:path>
              </a:pathLst>
            </a:custGeom>
            <a:ln w="285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97721" y="4663694"/>
              <a:ext cx="98425" cy="11417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183122" y="2705734"/>
              <a:ext cx="4666615" cy="2054860"/>
            </a:xfrm>
            <a:custGeom>
              <a:avLst/>
              <a:gdLst/>
              <a:ahLst/>
              <a:cxnLst/>
              <a:rect l="l" t="t" r="r" b="b"/>
              <a:pathLst>
                <a:path w="4666615" h="2054860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2015998"/>
                  </a:lnTo>
                  <a:lnTo>
                    <a:pt x="44450" y="2015998"/>
                  </a:lnTo>
                  <a:lnTo>
                    <a:pt x="44450" y="76200"/>
                  </a:lnTo>
                  <a:lnTo>
                    <a:pt x="76200" y="76200"/>
                  </a:lnTo>
                  <a:close/>
                </a:path>
                <a:path w="4666615" h="2054860">
                  <a:moveTo>
                    <a:pt x="4666361" y="2016506"/>
                  </a:moveTo>
                  <a:lnTo>
                    <a:pt x="4653661" y="2010156"/>
                  </a:lnTo>
                  <a:lnTo>
                    <a:pt x="4590161" y="1978406"/>
                  </a:lnTo>
                  <a:lnTo>
                    <a:pt x="4590161" y="2010156"/>
                  </a:lnTo>
                  <a:lnTo>
                    <a:pt x="94361" y="2010156"/>
                  </a:lnTo>
                  <a:lnTo>
                    <a:pt x="94361" y="2022856"/>
                  </a:lnTo>
                  <a:lnTo>
                    <a:pt x="4590161" y="2022856"/>
                  </a:lnTo>
                  <a:lnTo>
                    <a:pt x="4590161" y="2054606"/>
                  </a:lnTo>
                  <a:lnTo>
                    <a:pt x="4653661" y="2022856"/>
                  </a:lnTo>
                  <a:lnTo>
                    <a:pt x="4666361" y="2016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309740" y="2554300"/>
            <a:ext cx="4775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mbria Math"/>
                <a:cs typeface="Cambria Math"/>
              </a:rPr>
              <a:t>𝑓(𝑥)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836020" y="4558029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40907" y="3566540"/>
            <a:ext cx="1377315" cy="8782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" algn="ctr">
              <a:lnSpc>
                <a:spcPts val="1675"/>
              </a:lnSpc>
              <a:spcBef>
                <a:spcPts val="105"/>
              </a:spcBef>
            </a:pPr>
            <a:r>
              <a:rPr sz="1400" dirty="0">
                <a:latin typeface="Cambria Math"/>
                <a:cs typeface="Cambria Math"/>
              </a:rPr>
              <a:t>−𝛻𝑓</a:t>
            </a:r>
            <a:r>
              <a:rPr sz="1400" spc="120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&lt;</a:t>
            </a:r>
            <a:r>
              <a:rPr sz="1400" spc="8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  <a:p>
            <a:pPr algn="ctr">
              <a:lnSpc>
                <a:spcPts val="1675"/>
              </a:lnSpc>
            </a:pPr>
            <a:r>
              <a:rPr sz="1400" dirty="0">
                <a:latin typeface="Calibri"/>
                <a:cs typeface="Calibri"/>
              </a:rPr>
              <a:t>gradiente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negativo</a:t>
            </a:r>
            <a:endParaRPr sz="14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=</a:t>
            </a:r>
            <a:endParaRPr sz="14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siga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em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frente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816465" y="3508375"/>
            <a:ext cx="1790700" cy="8782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ts val="1675"/>
              </a:lnSpc>
              <a:spcBef>
                <a:spcPts val="105"/>
              </a:spcBef>
            </a:pPr>
            <a:r>
              <a:rPr sz="1400" dirty="0">
                <a:latin typeface="Cambria Math"/>
                <a:cs typeface="Cambria Math"/>
              </a:rPr>
              <a:t>−𝛻𝑓</a:t>
            </a:r>
            <a:r>
              <a:rPr sz="1400" spc="114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&gt;</a:t>
            </a:r>
            <a:r>
              <a:rPr sz="1400" spc="85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  <a:p>
            <a:pPr algn="ctr">
              <a:lnSpc>
                <a:spcPts val="1675"/>
              </a:lnSpc>
            </a:pPr>
            <a:r>
              <a:rPr sz="1400" dirty="0">
                <a:latin typeface="Calibri"/>
                <a:cs typeface="Calibri"/>
              </a:rPr>
              <a:t>gradiente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positivo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=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siga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direção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contrária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187308" y="3679063"/>
            <a:ext cx="1078230" cy="878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ts val="1675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−𝛻𝑓</a:t>
            </a:r>
            <a:r>
              <a:rPr sz="1400" spc="110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85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  <a:p>
            <a:pPr algn="ctr">
              <a:lnSpc>
                <a:spcPts val="1675"/>
              </a:lnSpc>
            </a:pPr>
            <a:r>
              <a:rPr sz="1400" dirty="0">
                <a:latin typeface="Calibri"/>
                <a:cs typeface="Calibri"/>
              </a:rPr>
              <a:t>gradiente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nulo</a:t>
            </a:r>
            <a:endParaRPr sz="14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alibri"/>
                <a:cs typeface="Calibri"/>
              </a:rPr>
              <a:t>=</a:t>
            </a:r>
            <a:endParaRPr sz="1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mínimo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71263" y="412115"/>
            <a:ext cx="2819400" cy="4139565"/>
            <a:chOff x="4771263" y="412115"/>
            <a:chExt cx="2819400" cy="4139565"/>
          </a:xfrm>
        </p:grpSpPr>
        <p:sp>
          <p:nvSpPr>
            <p:cNvPr id="3" name="object 3"/>
            <p:cNvSpPr/>
            <p:nvPr/>
          </p:nvSpPr>
          <p:spPr>
            <a:xfrm>
              <a:off x="4853813" y="574548"/>
              <a:ext cx="2661285" cy="3911600"/>
            </a:xfrm>
            <a:custGeom>
              <a:avLst/>
              <a:gdLst/>
              <a:ahLst/>
              <a:cxnLst/>
              <a:rect l="l" t="t" r="r" b="b"/>
              <a:pathLst>
                <a:path w="2661284" h="3911600">
                  <a:moveTo>
                    <a:pt x="2661285" y="1955800"/>
                  </a:moveTo>
                  <a:lnTo>
                    <a:pt x="2660737" y="2012456"/>
                  </a:lnTo>
                  <a:lnTo>
                    <a:pt x="2659104" y="2068714"/>
                  </a:lnTo>
                  <a:lnTo>
                    <a:pt x="2656400" y="2124550"/>
                  </a:lnTo>
                  <a:lnTo>
                    <a:pt x="2652641" y="2179944"/>
                  </a:lnTo>
                  <a:lnTo>
                    <a:pt x="2647840" y="2234873"/>
                  </a:lnTo>
                  <a:lnTo>
                    <a:pt x="2642014" y="2289315"/>
                  </a:lnTo>
                  <a:lnTo>
                    <a:pt x="2635176" y="2343250"/>
                  </a:lnTo>
                  <a:lnTo>
                    <a:pt x="2627341" y="2396654"/>
                  </a:lnTo>
                  <a:lnTo>
                    <a:pt x="2618524" y="2449508"/>
                  </a:lnTo>
                  <a:lnTo>
                    <a:pt x="2608741" y="2501787"/>
                  </a:lnTo>
                  <a:lnTo>
                    <a:pt x="2598005" y="2553472"/>
                  </a:lnTo>
                  <a:lnTo>
                    <a:pt x="2586332" y="2604540"/>
                  </a:lnTo>
                  <a:lnTo>
                    <a:pt x="2573736" y="2654970"/>
                  </a:lnTo>
                  <a:lnTo>
                    <a:pt x="2560232" y="2704739"/>
                  </a:lnTo>
                  <a:lnTo>
                    <a:pt x="2545835" y="2753826"/>
                  </a:lnTo>
                  <a:lnTo>
                    <a:pt x="2530560" y="2802209"/>
                  </a:lnTo>
                  <a:lnTo>
                    <a:pt x="2514422" y="2849867"/>
                  </a:lnTo>
                  <a:lnTo>
                    <a:pt x="2497434" y="2896777"/>
                  </a:lnTo>
                  <a:lnTo>
                    <a:pt x="2479613" y="2942919"/>
                  </a:lnTo>
                  <a:lnTo>
                    <a:pt x="2460973" y="2988269"/>
                  </a:lnTo>
                  <a:lnTo>
                    <a:pt x="2441529" y="3032808"/>
                  </a:lnTo>
                  <a:lnTo>
                    <a:pt x="2421295" y="3076512"/>
                  </a:lnTo>
                  <a:lnTo>
                    <a:pt x="2400286" y="3119359"/>
                  </a:lnTo>
                  <a:lnTo>
                    <a:pt x="2378518" y="3161330"/>
                  </a:lnTo>
                  <a:lnTo>
                    <a:pt x="2356005" y="3202400"/>
                  </a:lnTo>
                  <a:lnTo>
                    <a:pt x="2332761" y="3242550"/>
                  </a:lnTo>
                  <a:lnTo>
                    <a:pt x="2308801" y="3281756"/>
                  </a:lnTo>
                  <a:lnTo>
                    <a:pt x="2284141" y="3319998"/>
                  </a:lnTo>
                  <a:lnTo>
                    <a:pt x="2258795" y="3357253"/>
                  </a:lnTo>
                  <a:lnTo>
                    <a:pt x="2232778" y="3393500"/>
                  </a:lnTo>
                  <a:lnTo>
                    <a:pt x="2206105" y="3428717"/>
                  </a:lnTo>
                  <a:lnTo>
                    <a:pt x="2178790" y="3462882"/>
                  </a:lnTo>
                  <a:lnTo>
                    <a:pt x="2150849" y="3495974"/>
                  </a:lnTo>
                  <a:lnTo>
                    <a:pt x="2122295" y="3527971"/>
                  </a:lnTo>
                  <a:lnTo>
                    <a:pt x="2093145" y="3558850"/>
                  </a:lnTo>
                  <a:lnTo>
                    <a:pt x="2063412" y="3588591"/>
                  </a:lnTo>
                  <a:lnTo>
                    <a:pt x="2033111" y="3617172"/>
                  </a:lnTo>
                  <a:lnTo>
                    <a:pt x="2002258" y="3644570"/>
                  </a:lnTo>
                  <a:lnTo>
                    <a:pt x="1970867" y="3670765"/>
                  </a:lnTo>
                  <a:lnTo>
                    <a:pt x="1938953" y="3695733"/>
                  </a:lnTo>
                  <a:lnTo>
                    <a:pt x="1906530" y="3719455"/>
                  </a:lnTo>
                  <a:lnTo>
                    <a:pt x="1873614" y="3741907"/>
                  </a:lnTo>
                  <a:lnTo>
                    <a:pt x="1840219" y="3763068"/>
                  </a:lnTo>
                  <a:lnTo>
                    <a:pt x="1806360" y="3782916"/>
                  </a:lnTo>
                  <a:lnTo>
                    <a:pt x="1772052" y="3801430"/>
                  </a:lnTo>
                  <a:lnTo>
                    <a:pt x="1737309" y="3818588"/>
                  </a:lnTo>
                  <a:lnTo>
                    <a:pt x="1702147" y="3834368"/>
                  </a:lnTo>
                  <a:lnTo>
                    <a:pt x="1666580" y="3848749"/>
                  </a:lnTo>
                  <a:lnTo>
                    <a:pt x="1630624" y="3861708"/>
                  </a:lnTo>
                  <a:lnTo>
                    <a:pt x="1594292" y="3873223"/>
                  </a:lnTo>
                  <a:lnTo>
                    <a:pt x="1520561" y="3891839"/>
                  </a:lnTo>
                  <a:lnTo>
                    <a:pt x="1445508" y="3904420"/>
                  </a:lnTo>
                  <a:lnTo>
                    <a:pt x="1407522" y="3908394"/>
                  </a:lnTo>
                  <a:lnTo>
                    <a:pt x="1369249" y="3910795"/>
                  </a:lnTo>
                  <a:lnTo>
                    <a:pt x="1330706" y="3911600"/>
                  </a:lnTo>
                  <a:lnTo>
                    <a:pt x="1292155" y="3910795"/>
                  </a:lnTo>
                  <a:lnTo>
                    <a:pt x="1253876" y="3908394"/>
                  </a:lnTo>
                  <a:lnTo>
                    <a:pt x="1215884" y="3904420"/>
                  </a:lnTo>
                  <a:lnTo>
                    <a:pt x="1140819" y="3891839"/>
                  </a:lnTo>
                  <a:lnTo>
                    <a:pt x="1067078" y="3873223"/>
                  </a:lnTo>
                  <a:lnTo>
                    <a:pt x="1030741" y="3861708"/>
                  </a:lnTo>
                  <a:lnTo>
                    <a:pt x="994779" y="3848749"/>
                  </a:lnTo>
                  <a:lnTo>
                    <a:pt x="959208" y="3834368"/>
                  </a:lnTo>
                  <a:lnTo>
                    <a:pt x="924042" y="3818588"/>
                  </a:lnTo>
                  <a:lnTo>
                    <a:pt x="889295" y="3801430"/>
                  </a:lnTo>
                  <a:lnTo>
                    <a:pt x="854983" y="3782916"/>
                  </a:lnTo>
                  <a:lnTo>
                    <a:pt x="821120" y="3763068"/>
                  </a:lnTo>
                  <a:lnTo>
                    <a:pt x="787721" y="3741907"/>
                  </a:lnTo>
                  <a:lnTo>
                    <a:pt x="754801" y="3719455"/>
                  </a:lnTo>
                  <a:lnTo>
                    <a:pt x="722375" y="3695733"/>
                  </a:lnTo>
                  <a:lnTo>
                    <a:pt x="690458" y="3670765"/>
                  </a:lnTo>
                  <a:lnTo>
                    <a:pt x="659064" y="3644570"/>
                  </a:lnTo>
                  <a:lnTo>
                    <a:pt x="628208" y="3617172"/>
                  </a:lnTo>
                  <a:lnTo>
                    <a:pt x="597904" y="3588591"/>
                  </a:lnTo>
                  <a:lnTo>
                    <a:pt x="568169" y="3558850"/>
                  </a:lnTo>
                  <a:lnTo>
                    <a:pt x="539016" y="3527971"/>
                  </a:lnTo>
                  <a:lnTo>
                    <a:pt x="510460" y="3495974"/>
                  </a:lnTo>
                  <a:lnTo>
                    <a:pt x="482516" y="3462882"/>
                  </a:lnTo>
                  <a:lnTo>
                    <a:pt x="455199" y="3428717"/>
                  </a:lnTo>
                  <a:lnTo>
                    <a:pt x="428524" y="3393500"/>
                  </a:lnTo>
                  <a:lnTo>
                    <a:pt x="402505" y="3357253"/>
                  </a:lnTo>
                  <a:lnTo>
                    <a:pt x="377158" y="3319998"/>
                  </a:lnTo>
                  <a:lnTo>
                    <a:pt x="352496" y="3281756"/>
                  </a:lnTo>
                  <a:lnTo>
                    <a:pt x="328535" y="3242550"/>
                  </a:lnTo>
                  <a:lnTo>
                    <a:pt x="305290" y="3202400"/>
                  </a:lnTo>
                  <a:lnTo>
                    <a:pt x="282775" y="3161330"/>
                  </a:lnTo>
                  <a:lnTo>
                    <a:pt x="261006" y="3119359"/>
                  </a:lnTo>
                  <a:lnTo>
                    <a:pt x="239996" y="3076512"/>
                  </a:lnTo>
                  <a:lnTo>
                    <a:pt x="219761" y="3032808"/>
                  </a:lnTo>
                  <a:lnTo>
                    <a:pt x="200316" y="2988269"/>
                  </a:lnTo>
                  <a:lnTo>
                    <a:pt x="181675" y="2942919"/>
                  </a:lnTo>
                  <a:lnTo>
                    <a:pt x="163854" y="2896777"/>
                  </a:lnTo>
                  <a:lnTo>
                    <a:pt x="146866" y="2849867"/>
                  </a:lnTo>
                  <a:lnTo>
                    <a:pt x="130727" y="2802209"/>
                  </a:lnTo>
                  <a:lnTo>
                    <a:pt x="115451" y="2753826"/>
                  </a:lnTo>
                  <a:lnTo>
                    <a:pt x="101054" y="2704739"/>
                  </a:lnTo>
                  <a:lnTo>
                    <a:pt x="87550" y="2654970"/>
                  </a:lnTo>
                  <a:lnTo>
                    <a:pt x="74954" y="2604540"/>
                  </a:lnTo>
                  <a:lnTo>
                    <a:pt x="63280" y="2553472"/>
                  </a:lnTo>
                  <a:lnTo>
                    <a:pt x="52544" y="2501787"/>
                  </a:lnTo>
                  <a:lnTo>
                    <a:pt x="42760" y="2449508"/>
                  </a:lnTo>
                  <a:lnTo>
                    <a:pt x="33944" y="2396654"/>
                  </a:lnTo>
                  <a:lnTo>
                    <a:pt x="26109" y="2343250"/>
                  </a:lnTo>
                  <a:lnTo>
                    <a:pt x="19271" y="2289315"/>
                  </a:lnTo>
                  <a:lnTo>
                    <a:pt x="13444" y="2234873"/>
                  </a:lnTo>
                  <a:lnTo>
                    <a:pt x="8643" y="2179944"/>
                  </a:lnTo>
                  <a:lnTo>
                    <a:pt x="4884" y="2124550"/>
                  </a:lnTo>
                  <a:lnTo>
                    <a:pt x="2180" y="2068714"/>
                  </a:lnTo>
                  <a:lnTo>
                    <a:pt x="547" y="2012456"/>
                  </a:lnTo>
                  <a:lnTo>
                    <a:pt x="0" y="1955800"/>
                  </a:lnTo>
                  <a:lnTo>
                    <a:pt x="547" y="1899143"/>
                  </a:lnTo>
                  <a:lnTo>
                    <a:pt x="2180" y="1842885"/>
                  </a:lnTo>
                  <a:lnTo>
                    <a:pt x="4884" y="1787049"/>
                  </a:lnTo>
                  <a:lnTo>
                    <a:pt x="8643" y="1731655"/>
                  </a:lnTo>
                  <a:lnTo>
                    <a:pt x="13444" y="1676726"/>
                  </a:lnTo>
                  <a:lnTo>
                    <a:pt x="19271" y="1622284"/>
                  </a:lnTo>
                  <a:lnTo>
                    <a:pt x="26109" y="1568349"/>
                  </a:lnTo>
                  <a:lnTo>
                    <a:pt x="33944" y="1514945"/>
                  </a:lnTo>
                  <a:lnTo>
                    <a:pt x="42760" y="1462091"/>
                  </a:lnTo>
                  <a:lnTo>
                    <a:pt x="52544" y="1409812"/>
                  </a:lnTo>
                  <a:lnTo>
                    <a:pt x="63280" y="1358127"/>
                  </a:lnTo>
                  <a:lnTo>
                    <a:pt x="74954" y="1307059"/>
                  </a:lnTo>
                  <a:lnTo>
                    <a:pt x="87550" y="1256629"/>
                  </a:lnTo>
                  <a:lnTo>
                    <a:pt x="101054" y="1206860"/>
                  </a:lnTo>
                  <a:lnTo>
                    <a:pt x="115451" y="1157773"/>
                  </a:lnTo>
                  <a:lnTo>
                    <a:pt x="130727" y="1109390"/>
                  </a:lnTo>
                  <a:lnTo>
                    <a:pt x="146866" y="1061732"/>
                  </a:lnTo>
                  <a:lnTo>
                    <a:pt x="163854" y="1014822"/>
                  </a:lnTo>
                  <a:lnTo>
                    <a:pt x="181675" y="968680"/>
                  </a:lnTo>
                  <a:lnTo>
                    <a:pt x="200316" y="923330"/>
                  </a:lnTo>
                  <a:lnTo>
                    <a:pt x="219761" y="878791"/>
                  </a:lnTo>
                  <a:lnTo>
                    <a:pt x="239996" y="835087"/>
                  </a:lnTo>
                  <a:lnTo>
                    <a:pt x="261006" y="792240"/>
                  </a:lnTo>
                  <a:lnTo>
                    <a:pt x="282775" y="750269"/>
                  </a:lnTo>
                  <a:lnTo>
                    <a:pt x="305290" y="709199"/>
                  </a:lnTo>
                  <a:lnTo>
                    <a:pt x="328535" y="669049"/>
                  </a:lnTo>
                  <a:lnTo>
                    <a:pt x="352496" y="629843"/>
                  </a:lnTo>
                  <a:lnTo>
                    <a:pt x="377158" y="591601"/>
                  </a:lnTo>
                  <a:lnTo>
                    <a:pt x="402505" y="554346"/>
                  </a:lnTo>
                  <a:lnTo>
                    <a:pt x="428524" y="518099"/>
                  </a:lnTo>
                  <a:lnTo>
                    <a:pt x="455199" y="482882"/>
                  </a:lnTo>
                  <a:lnTo>
                    <a:pt x="482516" y="448717"/>
                  </a:lnTo>
                  <a:lnTo>
                    <a:pt x="510460" y="415625"/>
                  </a:lnTo>
                  <a:lnTo>
                    <a:pt x="539016" y="383628"/>
                  </a:lnTo>
                  <a:lnTo>
                    <a:pt x="568169" y="352749"/>
                  </a:lnTo>
                  <a:lnTo>
                    <a:pt x="597904" y="323008"/>
                  </a:lnTo>
                  <a:lnTo>
                    <a:pt x="628208" y="294427"/>
                  </a:lnTo>
                  <a:lnTo>
                    <a:pt x="659064" y="267029"/>
                  </a:lnTo>
                  <a:lnTo>
                    <a:pt x="690458" y="240834"/>
                  </a:lnTo>
                  <a:lnTo>
                    <a:pt x="722375" y="215866"/>
                  </a:lnTo>
                  <a:lnTo>
                    <a:pt x="754801" y="192144"/>
                  </a:lnTo>
                  <a:lnTo>
                    <a:pt x="787721" y="169692"/>
                  </a:lnTo>
                  <a:lnTo>
                    <a:pt x="821120" y="148531"/>
                  </a:lnTo>
                  <a:lnTo>
                    <a:pt x="854983" y="128683"/>
                  </a:lnTo>
                  <a:lnTo>
                    <a:pt x="889295" y="110169"/>
                  </a:lnTo>
                  <a:lnTo>
                    <a:pt x="924042" y="93011"/>
                  </a:lnTo>
                  <a:lnTo>
                    <a:pt x="959208" y="77231"/>
                  </a:lnTo>
                  <a:lnTo>
                    <a:pt x="994779" y="62850"/>
                  </a:lnTo>
                  <a:lnTo>
                    <a:pt x="1030741" y="49891"/>
                  </a:lnTo>
                  <a:lnTo>
                    <a:pt x="1067078" y="38376"/>
                  </a:lnTo>
                  <a:lnTo>
                    <a:pt x="1140819" y="19760"/>
                  </a:lnTo>
                  <a:lnTo>
                    <a:pt x="1215884" y="7179"/>
                  </a:lnTo>
                  <a:lnTo>
                    <a:pt x="1253876" y="3205"/>
                  </a:lnTo>
                  <a:lnTo>
                    <a:pt x="1292155" y="804"/>
                  </a:lnTo>
                  <a:lnTo>
                    <a:pt x="1330706" y="0"/>
                  </a:lnTo>
                  <a:lnTo>
                    <a:pt x="1369249" y="804"/>
                  </a:lnTo>
                  <a:lnTo>
                    <a:pt x="1407522" y="3205"/>
                  </a:lnTo>
                  <a:lnTo>
                    <a:pt x="1445508" y="7179"/>
                  </a:lnTo>
                  <a:lnTo>
                    <a:pt x="1520561" y="19760"/>
                  </a:lnTo>
                  <a:lnTo>
                    <a:pt x="1594292" y="38376"/>
                  </a:lnTo>
                  <a:lnTo>
                    <a:pt x="1630624" y="49891"/>
                  </a:lnTo>
                  <a:lnTo>
                    <a:pt x="1666580" y="62850"/>
                  </a:lnTo>
                  <a:lnTo>
                    <a:pt x="1702147" y="77231"/>
                  </a:lnTo>
                  <a:lnTo>
                    <a:pt x="1737309" y="93011"/>
                  </a:lnTo>
                  <a:lnTo>
                    <a:pt x="1772052" y="110169"/>
                  </a:lnTo>
                  <a:lnTo>
                    <a:pt x="1806360" y="128683"/>
                  </a:lnTo>
                  <a:lnTo>
                    <a:pt x="1840219" y="148531"/>
                  </a:lnTo>
                  <a:lnTo>
                    <a:pt x="1873614" y="169692"/>
                  </a:lnTo>
                  <a:lnTo>
                    <a:pt x="1906530" y="192144"/>
                  </a:lnTo>
                  <a:lnTo>
                    <a:pt x="1938953" y="215866"/>
                  </a:lnTo>
                  <a:lnTo>
                    <a:pt x="1970867" y="240834"/>
                  </a:lnTo>
                  <a:lnTo>
                    <a:pt x="2002258" y="267029"/>
                  </a:lnTo>
                  <a:lnTo>
                    <a:pt x="2033111" y="294427"/>
                  </a:lnTo>
                  <a:lnTo>
                    <a:pt x="2063412" y="323008"/>
                  </a:lnTo>
                  <a:lnTo>
                    <a:pt x="2093145" y="352749"/>
                  </a:lnTo>
                  <a:lnTo>
                    <a:pt x="2122295" y="383628"/>
                  </a:lnTo>
                  <a:lnTo>
                    <a:pt x="2150849" y="415625"/>
                  </a:lnTo>
                  <a:lnTo>
                    <a:pt x="2178790" y="448717"/>
                  </a:lnTo>
                  <a:lnTo>
                    <a:pt x="2206105" y="482882"/>
                  </a:lnTo>
                  <a:lnTo>
                    <a:pt x="2232778" y="518099"/>
                  </a:lnTo>
                  <a:lnTo>
                    <a:pt x="2258795" y="554346"/>
                  </a:lnTo>
                  <a:lnTo>
                    <a:pt x="2284141" y="591601"/>
                  </a:lnTo>
                  <a:lnTo>
                    <a:pt x="2308801" y="629843"/>
                  </a:lnTo>
                  <a:lnTo>
                    <a:pt x="2332761" y="669049"/>
                  </a:lnTo>
                  <a:lnTo>
                    <a:pt x="2356005" y="709199"/>
                  </a:lnTo>
                  <a:lnTo>
                    <a:pt x="2378518" y="750269"/>
                  </a:lnTo>
                  <a:lnTo>
                    <a:pt x="2400286" y="792240"/>
                  </a:lnTo>
                  <a:lnTo>
                    <a:pt x="2421295" y="835087"/>
                  </a:lnTo>
                  <a:lnTo>
                    <a:pt x="2441529" y="878791"/>
                  </a:lnTo>
                  <a:lnTo>
                    <a:pt x="2460973" y="923330"/>
                  </a:lnTo>
                  <a:lnTo>
                    <a:pt x="2479613" y="968680"/>
                  </a:lnTo>
                  <a:lnTo>
                    <a:pt x="2497434" y="1014822"/>
                  </a:lnTo>
                  <a:lnTo>
                    <a:pt x="2514422" y="1061732"/>
                  </a:lnTo>
                  <a:lnTo>
                    <a:pt x="2530560" y="1109390"/>
                  </a:lnTo>
                  <a:lnTo>
                    <a:pt x="2545835" y="1157773"/>
                  </a:lnTo>
                  <a:lnTo>
                    <a:pt x="2560232" y="1206860"/>
                  </a:lnTo>
                  <a:lnTo>
                    <a:pt x="2573736" y="1256629"/>
                  </a:lnTo>
                  <a:lnTo>
                    <a:pt x="2586332" y="1307059"/>
                  </a:lnTo>
                  <a:lnTo>
                    <a:pt x="2598005" y="1358127"/>
                  </a:lnTo>
                  <a:lnTo>
                    <a:pt x="2608741" y="1409812"/>
                  </a:lnTo>
                  <a:lnTo>
                    <a:pt x="2618524" y="1462091"/>
                  </a:lnTo>
                  <a:lnTo>
                    <a:pt x="2627341" y="1514945"/>
                  </a:lnTo>
                  <a:lnTo>
                    <a:pt x="2635176" y="1568349"/>
                  </a:lnTo>
                  <a:lnTo>
                    <a:pt x="2642014" y="1622284"/>
                  </a:lnTo>
                  <a:lnTo>
                    <a:pt x="2647840" y="1676726"/>
                  </a:lnTo>
                  <a:lnTo>
                    <a:pt x="2652641" y="1731655"/>
                  </a:lnTo>
                  <a:lnTo>
                    <a:pt x="2656400" y="1787049"/>
                  </a:lnTo>
                  <a:lnTo>
                    <a:pt x="2659104" y="1842885"/>
                  </a:lnTo>
                  <a:lnTo>
                    <a:pt x="2660737" y="1899143"/>
                  </a:lnTo>
                  <a:lnTo>
                    <a:pt x="2661285" y="195580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77613" y="41846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2806700" y="0"/>
                  </a:moveTo>
                  <a:lnTo>
                    <a:pt x="0" y="0"/>
                  </a:lnTo>
                  <a:lnTo>
                    <a:pt x="0" y="2684144"/>
                  </a:lnTo>
                  <a:lnTo>
                    <a:pt x="2806700" y="2684144"/>
                  </a:lnTo>
                  <a:lnTo>
                    <a:pt x="2806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77613" y="41846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0" y="2684144"/>
                  </a:moveTo>
                  <a:lnTo>
                    <a:pt x="2806700" y="2684144"/>
                  </a:lnTo>
                  <a:lnTo>
                    <a:pt x="2806700" y="0"/>
                  </a:lnTo>
                  <a:lnTo>
                    <a:pt x="0" y="0"/>
                  </a:lnTo>
                  <a:lnTo>
                    <a:pt x="0" y="268414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63338" y="3276472"/>
              <a:ext cx="2613660" cy="887094"/>
            </a:xfrm>
            <a:custGeom>
              <a:avLst/>
              <a:gdLst/>
              <a:ahLst/>
              <a:cxnLst/>
              <a:rect l="l" t="t" r="r" b="b"/>
              <a:pathLst>
                <a:path w="2613659" h="887095">
                  <a:moveTo>
                    <a:pt x="0" y="0"/>
                  </a:moveTo>
                  <a:lnTo>
                    <a:pt x="501014" y="886713"/>
                  </a:lnTo>
                </a:path>
                <a:path w="2613659" h="887095">
                  <a:moveTo>
                    <a:pt x="2613660" y="10794"/>
                  </a:moveTo>
                  <a:lnTo>
                    <a:pt x="2200147" y="808608"/>
                  </a:lnTo>
                </a:path>
              </a:pathLst>
            </a:custGeom>
            <a:ln w="285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4633" y="3643503"/>
              <a:ext cx="98425" cy="11417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8238" y="3580003"/>
              <a:ext cx="98425" cy="1143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765038" y="4498340"/>
              <a:ext cx="866775" cy="0"/>
            </a:xfrm>
            <a:custGeom>
              <a:avLst/>
              <a:gdLst/>
              <a:ahLst/>
              <a:cxnLst/>
              <a:rect l="l" t="t" r="r" b="b"/>
              <a:pathLst>
                <a:path w="866775">
                  <a:moveTo>
                    <a:pt x="0" y="0"/>
                  </a:moveTo>
                  <a:lnTo>
                    <a:pt x="866775" y="0"/>
                  </a:lnTo>
                </a:path>
              </a:pathLst>
            </a:custGeom>
            <a:ln w="285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7463" y="4437253"/>
              <a:ext cx="98425" cy="114300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3104896" y="2479420"/>
            <a:ext cx="5188585" cy="2054860"/>
          </a:xfrm>
          <a:custGeom>
            <a:avLst/>
            <a:gdLst/>
            <a:ahLst/>
            <a:cxnLst/>
            <a:rect l="l" t="t" r="r" b="b"/>
            <a:pathLst>
              <a:path w="5188584" h="2054860">
                <a:moveTo>
                  <a:pt x="5188077" y="2016506"/>
                </a:moveTo>
                <a:lnTo>
                  <a:pt x="5175377" y="2010156"/>
                </a:lnTo>
                <a:lnTo>
                  <a:pt x="5111877" y="1978406"/>
                </a:lnTo>
                <a:lnTo>
                  <a:pt x="5111877" y="2010156"/>
                </a:lnTo>
                <a:lnTo>
                  <a:pt x="44450" y="2010156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2015998"/>
                </a:lnTo>
                <a:lnTo>
                  <a:pt x="40005" y="2015998"/>
                </a:lnTo>
                <a:lnTo>
                  <a:pt x="40005" y="2022856"/>
                </a:lnTo>
                <a:lnTo>
                  <a:pt x="5111877" y="2022856"/>
                </a:lnTo>
                <a:lnTo>
                  <a:pt x="5111877" y="2054606"/>
                </a:lnTo>
                <a:lnTo>
                  <a:pt x="5175377" y="2022856"/>
                </a:lnTo>
                <a:lnTo>
                  <a:pt x="5188077" y="20165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248025" y="2426970"/>
            <a:ext cx="477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-20" dirty="0">
                <a:latin typeface="Cambria Math"/>
                <a:cs typeface="Cambria Math"/>
              </a:rPr>
              <a:t>𝑓(𝑥)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09864" y="4331589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91636" y="3495802"/>
            <a:ext cx="17729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𝛻𝑓</a:t>
            </a:r>
            <a:r>
              <a:rPr sz="1200" spc="12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&lt;</a:t>
            </a:r>
            <a:r>
              <a:rPr sz="1200" spc="8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0</a:t>
            </a:r>
            <a:r>
              <a:rPr sz="1200" spc="15" dirty="0">
                <a:latin typeface="Cambria Math"/>
                <a:cs typeface="Cambria Math"/>
              </a:rPr>
              <a:t> </a:t>
            </a:r>
            <a:r>
              <a:rPr sz="1200" spc="-10" dirty="0">
                <a:latin typeface="Calibri"/>
                <a:cs typeface="Calibri"/>
              </a:rPr>
              <a:t>(gradiente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negativo)</a:t>
            </a:r>
            <a:endParaRPr sz="12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Porém,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mbria Math"/>
                <a:cs typeface="Cambria Math"/>
              </a:rPr>
              <a:t>−𝛻𝑓</a:t>
            </a:r>
            <a:r>
              <a:rPr sz="1200" spc="10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&gt;</a:t>
            </a:r>
            <a:r>
              <a:rPr sz="1200" spc="55" dirty="0">
                <a:latin typeface="Cambria Math"/>
                <a:cs typeface="Cambria Math"/>
              </a:rPr>
              <a:t> </a:t>
            </a:r>
            <a:r>
              <a:rPr sz="1200" spc="-50" dirty="0">
                <a:latin typeface="Cambria Math"/>
                <a:cs typeface="Cambria Math"/>
              </a:rPr>
              <a:t>0</a:t>
            </a:r>
            <a:endParaRPr sz="1200">
              <a:latin typeface="Cambria Math"/>
              <a:cs typeface="Cambria Math"/>
            </a:endParaRPr>
          </a:p>
          <a:p>
            <a:pPr marL="1270" algn="ctr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Portanto,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siga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em </a:t>
            </a:r>
            <a:r>
              <a:rPr sz="1200" spc="-10" dirty="0">
                <a:latin typeface="Calibri"/>
                <a:cs typeface="Calibri"/>
              </a:rPr>
              <a:t>frente.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47280" y="3452876"/>
            <a:ext cx="17316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𝛻𝑓</a:t>
            </a:r>
            <a:r>
              <a:rPr sz="1200" spc="12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&gt;</a:t>
            </a:r>
            <a:r>
              <a:rPr sz="1200" spc="8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0</a:t>
            </a:r>
            <a:r>
              <a:rPr sz="1200" spc="15" dirty="0">
                <a:latin typeface="Cambria Math"/>
                <a:cs typeface="Cambria Math"/>
              </a:rPr>
              <a:t> </a:t>
            </a:r>
            <a:r>
              <a:rPr sz="1200" spc="-10" dirty="0">
                <a:latin typeface="Calibri"/>
                <a:cs typeface="Calibri"/>
              </a:rPr>
              <a:t>(gradiente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positivo) </a:t>
            </a:r>
            <a:r>
              <a:rPr sz="1200" dirty="0">
                <a:latin typeface="Calibri"/>
                <a:cs typeface="Calibri"/>
              </a:rPr>
              <a:t>Porém,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mbria Math"/>
                <a:cs typeface="Cambria Math"/>
              </a:rPr>
              <a:t>−𝛻𝑓</a:t>
            </a:r>
            <a:r>
              <a:rPr sz="1200" spc="10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&lt;</a:t>
            </a:r>
            <a:r>
              <a:rPr sz="1200" spc="60" dirty="0">
                <a:latin typeface="Cambria Math"/>
                <a:cs typeface="Cambria Math"/>
              </a:rPr>
              <a:t> </a:t>
            </a:r>
            <a:r>
              <a:rPr sz="1200" spc="-50" dirty="0">
                <a:latin typeface="Cambria Math"/>
                <a:cs typeface="Cambria Math"/>
              </a:rPr>
              <a:t>0</a:t>
            </a:r>
            <a:endParaRPr sz="12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Portanto,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siga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para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trás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34710" y="3703066"/>
            <a:ext cx="1518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𝛻𝑓</a:t>
            </a:r>
            <a:r>
              <a:rPr sz="1200" spc="12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=</a:t>
            </a:r>
            <a:r>
              <a:rPr sz="1200" spc="9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0</a:t>
            </a:r>
            <a:r>
              <a:rPr sz="1200" spc="15" dirty="0">
                <a:latin typeface="Cambria Math"/>
                <a:cs typeface="Cambria Math"/>
              </a:rPr>
              <a:t> </a:t>
            </a:r>
            <a:r>
              <a:rPr sz="1200" spc="-10" dirty="0">
                <a:latin typeface="Calibri"/>
                <a:cs typeface="Calibri"/>
              </a:rPr>
              <a:t>(gradiente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nulo)</a:t>
            </a:r>
            <a:endParaRPr sz="12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ponto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mínimo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41190" y="2563748"/>
            <a:ext cx="2819400" cy="4080510"/>
            <a:chOff x="3941190" y="2563748"/>
            <a:chExt cx="2819400" cy="4080510"/>
          </a:xfrm>
        </p:grpSpPr>
        <p:sp>
          <p:nvSpPr>
            <p:cNvPr id="3" name="object 3"/>
            <p:cNvSpPr/>
            <p:nvPr/>
          </p:nvSpPr>
          <p:spPr>
            <a:xfrm>
              <a:off x="4179950" y="3579367"/>
              <a:ext cx="0" cy="360045"/>
            </a:xfrm>
            <a:custGeom>
              <a:avLst/>
              <a:gdLst/>
              <a:ahLst/>
              <a:cxnLst/>
              <a:rect l="l" t="t" r="r" b="b"/>
              <a:pathLst>
                <a:path h="360045">
                  <a:moveTo>
                    <a:pt x="0" y="0"/>
                  </a:moveTo>
                  <a:lnTo>
                    <a:pt x="0" y="360045"/>
                  </a:lnTo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16755" y="2570098"/>
              <a:ext cx="2661285" cy="3911600"/>
            </a:xfrm>
            <a:custGeom>
              <a:avLst/>
              <a:gdLst/>
              <a:ahLst/>
              <a:cxnLst/>
              <a:rect l="l" t="t" r="r" b="b"/>
              <a:pathLst>
                <a:path w="2661284" h="3911600">
                  <a:moveTo>
                    <a:pt x="0" y="1955800"/>
                  </a:moveTo>
                  <a:lnTo>
                    <a:pt x="547" y="1899136"/>
                  </a:lnTo>
                  <a:lnTo>
                    <a:pt x="2180" y="1842873"/>
                  </a:lnTo>
                  <a:lnTo>
                    <a:pt x="4884" y="1787031"/>
                  </a:lnTo>
                  <a:lnTo>
                    <a:pt x="8643" y="1731632"/>
                  </a:lnTo>
                  <a:lnTo>
                    <a:pt x="13444" y="1676699"/>
                  </a:lnTo>
                  <a:lnTo>
                    <a:pt x="19271" y="1622252"/>
                  </a:lnTo>
                  <a:lnTo>
                    <a:pt x="26109" y="1568313"/>
                  </a:lnTo>
                  <a:lnTo>
                    <a:pt x="33944" y="1514905"/>
                  </a:lnTo>
                  <a:lnTo>
                    <a:pt x="42760" y="1462049"/>
                  </a:lnTo>
                  <a:lnTo>
                    <a:pt x="52544" y="1409766"/>
                  </a:lnTo>
                  <a:lnTo>
                    <a:pt x="63280" y="1358079"/>
                  </a:lnTo>
                  <a:lnTo>
                    <a:pt x="74954" y="1307009"/>
                  </a:lnTo>
                  <a:lnTo>
                    <a:pt x="87550" y="1256578"/>
                  </a:lnTo>
                  <a:lnTo>
                    <a:pt x="101054" y="1206807"/>
                  </a:lnTo>
                  <a:lnTo>
                    <a:pt x="115451" y="1157719"/>
                  </a:lnTo>
                  <a:lnTo>
                    <a:pt x="130727" y="1109335"/>
                  </a:lnTo>
                  <a:lnTo>
                    <a:pt x="146866" y="1061676"/>
                  </a:lnTo>
                  <a:lnTo>
                    <a:pt x="163854" y="1014765"/>
                  </a:lnTo>
                  <a:lnTo>
                    <a:pt x="181675" y="968624"/>
                  </a:lnTo>
                  <a:lnTo>
                    <a:pt x="200316" y="923273"/>
                  </a:lnTo>
                  <a:lnTo>
                    <a:pt x="219761" y="878735"/>
                  </a:lnTo>
                  <a:lnTo>
                    <a:pt x="239996" y="835032"/>
                  </a:lnTo>
                  <a:lnTo>
                    <a:pt x="261006" y="792185"/>
                  </a:lnTo>
                  <a:lnTo>
                    <a:pt x="282775" y="750216"/>
                  </a:lnTo>
                  <a:lnTo>
                    <a:pt x="305290" y="709146"/>
                  </a:lnTo>
                  <a:lnTo>
                    <a:pt x="328535" y="668998"/>
                  </a:lnTo>
                  <a:lnTo>
                    <a:pt x="352496" y="629793"/>
                  </a:lnTo>
                  <a:lnTo>
                    <a:pt x="377158" y="591553"/>
                  </a:lnTo>
                  <a:lnTo>
                    <a:pt x="402505" y="554299"/>
                  </a:lnTo>
                  <a:lnTo>
                    <a:pt x="428524" y="518054"/>
                  </a:lnTo>
                  <a:lnTo>
                    <a:pt x="455199" y="482839"/>
                  </a:lnTo>
                  <a:lnTo>
                    <a:pt x="482516" y="448676"/>
                  </a:lnTo>
                  <a:lnTo>
                    <a:pt x="510460" y="415586"/>
                  </a:lnTo>
                  <a:lnTo>
                    <a:pt x="539016" y="383591"/>
                  </a:lnTo>
                  <a:lnTo>
                    <a:pt x="568169" y="352714"/>
                  </a:lnTo>
                  <a:lnTo>
                    <a:pt x="597904" y="322975"/>
                  </a:lnTo>
                  <a:lnTo>
                    <a:pt x="628208" y="294397"/>
                  </a:lnTo>
                  <a:lnTo>
                    <a:pt x="659064" y="267001"/>
                  </a:lnTo>
                  <a:lnTo>
                    <a:pt x="690458" y="240808"/>
                  </a:lnTo>
                  <a:lnTo>
                    <a:pt x="722375" y="215842"/>
                  </a:lnTo>
                  <a:lnTo>
                    <a:pt x="754801" y="192123"/>
                  </a:lnTo>
                  <a:lnTo>
                    <a:pt x="787721" y="169673"/>
                  </a:lnTo>
                  <a:lnTo>
                    <a:pt x="821120" y="148514"/>
                  </a:lnTo>
                  <a:lnTo>
                    <a:pt x="854983" y="128667"/>
                  </a:lnTo>
                  <a:lnTo>
                    <a:pt x="889295" y="110155"/>
                  </a:lnTo>
                  <a:lnTo>
                    <a:pt x="924042" y="92999"/>
                  </a:lnTo>
                  <a:lnTo>
                    <a:pt x="959208" y="77221"/>
                  </a:lnTo>
                  <a:lnTo>
                    <a:pt x="994779" y="62842"/>
                  </a:lnTo>
                  <a:lnTo>
                    <a:pt x="1030741" y="49885"/>
                  </a:lnTo>
                  <a:lnTo>
                    <a:pt x="1067078" y="38371"/>
                  </a:lnTo>
                  <a:lnTo>
                    <a:pt x="1140819" y="19758"/>
                  </a:lnTo>
                  <a:lnTo>
                    <a:pt x="1215884" y="7178"/>
                  </a:lnTo>
                  <a:lnTo>
                    <a:pt x="1253876" y="3204"/>
                  </a:lnTo>
                  <a:lnTo>
                    <a:pt x="1292155" y="804"/>
                  </a:lnTo>
                  <a:lnTo>
                    <a:pt x="1330706" y="0"/>
                  </a:lnTo>
                  <a:lnTo>
                    <a:pt x="1369249" y="804"/>
                  </a:lnTo>
                  <a:lnTo>
                    <a:pt x="1407522" y="3204"/>
                  </a:lnTo>
                  <a:lnTo>
                    <a:pt x="1445508" y="7178"/>
                  </a:lnTo>
                  <a:lnTo>
                    <a:pt x="1520561" y="19758"/>
                  </a:lnTo>
                  <a:lnTo>
                    <a:pt x="1594292" y="38371"/>
                  </a:lnTo>
                  <a:lnTo>
                    <a:pt x="1630624" y="49885"/>
                  </a:lnTo>
                  <a:lnTo>
                    <a:pt x="1666580" y="62842"/>
                  </a:lnTo>
                  <a:lnTo>
                    <a:pt x="1702147" y="77221"/>
                  </a:lnTo>
                  <a:lnTo>
                    <a:pt x="1737309" y="92999"/>
                  </a:lnTo>
                  <a:lnTo>
                    <a:pt x="1772052" y="110155"/>
                  </a:lnTo>
                  <a:lnTo>
                    <a:pt x="1806360" y="128667"/>
                  </a:lnTo>
                  <a:lnTo>
                    <a:pt x="1840219" y="148514"/>
                  </a:lnTo>
                  <a:lnTo>
                    <a:pt x="1873614" y="169673"/>
                  </a:lnTo>
                  <a:lnTo>
                    <a:pt x="1906530" y="192123"/>
                  </a:lnTo>
                  <a:lnTo>
                    <a:pt x="1938953" y="215842"/>
                  </a:lnTo>
                  <a:lnTo>
                    <a:pt x="1970867" y="240808"/>
                  </a:lnTo>
                  <a:lnTo>
                    <a:pt x="2002258" y="267001"/>
                  </a:lnTo>
                  <a:lnTo>
                    <a:pt x="2033111" y="294397"/>
                  </a:lnTo>
                  <a:lnTo>
                    <a:pt x="2063412" y="322975"/>
                  </a:lnTo>
                  <a:lnTo>
                    <a:pt x="2093145" y="352714"/>
                  </a:lnTo>
                  <a:lnTo>
                    <a:pt x="2122295" y="383591"/>
                  </a:lnTo>
                  <a:lnTo>
                    <a:pt x="2150849" y="415586"/>
                  </a:lnTo>
                  <a:lnTo>
                    <a:pt x="2178790" y="448676"/>
                  </a:lnTo>
                  <a:lnTo>
                    <a:pt x="2206105" y="482839"/>
                  </a:lnTo>
                  <a:lnTo>
                    <a:pt x="2232778" y="518054"/>
                  </a:lnTo>
                  <a:lnTo>
                    <a:pt x="2258795" y="554299"/>
                  </a:lnTo>
                  <a:lnTo>
                    <a:pt x="2284141" y="591553"/>
                  </a:lnTo>
                  <a:lnTo>
                    <a:pt x="2308801" y="629793"/>
                  </a:lnTo>
                  <a:lnTo>
                    <a:pt x="2332761" y="668998"/>
                  </a:lnTo>
                  <a:lnTo>
                    <a:pt x="2356005" y="709146"/>
                  </a:lnTo>
                  <a:lnTo>
                    <a:pt x="2378518" y="750216"/>
                  </a:lnTo>
                  <a:lnTo>
                    <a:pt x="2400286" y="792185"/>
                  </a:lnTo>
                  <a:lnTo>
                    <a:pt x="2421295" y="835032"/>
                  </a:lnTo>
                  <a:lnTo>
                    <a:pt x="2441529" y="878735"/>
                  </a:lnTo>
                  <a:lnTo>
                    <a:pt x="2460973" y="923273"/>
                  </a:lnTo>
                  <a:lnTo>
                    <a:pt x="2479613" y="968624"/>
                  </a:lnTo>
                  <a:lnTo>
                    <a:pt x="2497434" y="1014765"/>
                  </a:lnTo>
                  <a:lnTo>
                    <a:pt x="2514422" y="1061676"/>
                  </a:lnTo>
                  <a:lnTo>
                    <a:pt x="2530560" y="1109335"/>
                  </a:lnTo>
                  <a:lnTo>
                    <a:pt x="2545835" y="1157719"/>
                  </a:lnTo>
                  <a:lnTo>
                    <a:pt x="2560232" y="1206807"/>
                  </a:lnTo>
                  <a:lnTo>
                    <a:pt x="2573736" y="1256578"/>
                  </a:lnTo>
                  <a:lnTo>
                    <a:pt x="2586332" y="1307009"/>
                  </a:lnTo>
                  <a:lnTo>
                    <a:pt x="2598005" y="1358079"/>
                  </a:lnTo>
                  <a:lnTo>
                    <a:pt x="2608741" y="1409766"/>
                  </a:lnTo>
                  <a:lnTo>
                    <a:pt x="2618524" y="1462049"/>
                  </a:lnTo>
                  <a:lnTo>
                    <a:pt x="2627341" y="1514905"/>
                  </a:lnTo>
                  <a:lnTo>
                    <a:pt x="2635176" y="1568313"/>
                  </a:lnTo>
                  <a:lnTo>
                    <a:pt x="2642014" y="1622252"/>
                  </a:lnTo>
                  <a:lnTo>
                    <a:pt x="2647840" y="1676699"/>
                  </a:lnTo>
                  <a:lnTo>
                    <a:pt x="2652641" y="1731632"/>
                  </a:lnTo>
                  <a:lnTo>
                    <a:pt x="2656400" y="1787031"/>
                  </a:lnTo>
                  <a:lnTo>
                    <a:pt x="2659104" y="1842873"/>
                  </a:lnTo>
                  <a:lnTo>
                    <a:pt x="2660737" y="1899136"/>
                  </a:lnTo>
                  <a:lnTo>
                    <a:pt x="2661285" y="1955800"/>
                  </a:lnTo>
                  <a:lnTo>
                    <a:pt x="2660737" y="2012455"/>
                  </a:lnTo>
                  <a:lnTo>
                    <a:pt x="2659104" y="2068711"/>
                  </a:lnTo>
                  <a:lnTo>
                    <a:pt x="2656400" y="2124546"/>
                  </a:lnTo>
                  <a:lnTo>
                    <a:pt x="2652641" y="2179938"/>
                  </a:lnTo>
                  <a:lnTo>
                    <a:pt x="2647840" y="2234866"/>
                  </a:lnTo>
                  <a:lnTo>
                    <a:pt x="2642014" y="2289307"/>
                  </a:lnTo>
                  <a:lnTo>
                    <a:pt x="2635176" y="2343240"/>
                  </a:lnTo>
                  <a:lnTo>
                    <a:pt x="2627341" y="2396644"/>
                  </a:lnTo>
                  <a:lnTo>
                    <a:pt x="2618524" y="2449496"/>
                  </a:lnTo>
                  <a:lnTo>
                    <a:pt x="2608741" y="2501774"/>
                  </a:lnTo>
                  <a:lnTo>
                    <a:pt x="2598005" y="2553458"/>
                  </a:lnTo>
                  <a:lnTo>
                    <a:pt x="2586332" y="2604524"/>
                  </a:lnTo>
                  <a:lnTo>
                    <a:pt x="2573736" y="2654952"/>
                  </a:lnTo>
                  <a:lnTo>
                    <a:pt x="2560232" y="2704720"/>
                  </a:lnTo>
                  <a:lnTo>
                    <a:pt x="2545835" y="2753806"/>
                  </a:lnTo>
                  <a:lnTo>
                    <a:pt x="2530560" y="2802188"/>
                  </a:lnTo>
                  <a:lnTo>
                    <a:pt x="2514422" y="2849845"/>
                  </a:lnTo>
                  <a:lnTo>
                    <a:pt x="2497434" y="2896754"/>
                  </a:lnTo>
                  <a:lnTo>
                    <a:pt x="2479613" y="2942894"/>
                  </a:lnTo>
                  <a:lnTo>
                    <a:pt x="2460973" y="2988244"/>
                  </a:lnTo>
                  <a:lnTo>
                    <a:pt x="2441529" y="3032781"/>
                  </a:lnTo>
                  <a:lnTo>
                    <a:pt x="2421295" y="3076484"/>
                  </a:lnTo>
                  <a:lnTo>
                    <a:pt x="2400286" y="3119330"/>
                  </a:lnTo>
                  <a:lnTo>
                    <a:pt x="2378518" y="3161299"/>
                  </a:lnTo>
                  <a:lnTo>
                    <a:pt x="2356005" y="3202369"/>
                  </a:lnTo>
                  <a:lnTo>
                    <a:pt x="2332761" y="3242517"/>
                  </a:lnTo>
                  <a:lnTo>
                    <a:pt x="2308801" y="3281723"/>
                  </a:lnTo>
                  <a:lnTo>
                    <a:pt x="2284141" y="3319963"/>
                  </a:lnTo>
                  <a:lnTo>
                    <a:pt x="2258795" y="3357218"/>
                  </a:lnTo>
                  <a:lnTo>
                    <a:pt x="2232778" y="3393464"/>
                  </a:lnTo>
                  <a:lnTo>
                    <a:pt x="2206105" y="3428680"/>
                  </a:lnTo>
                  <a:lnTo>
                    <a:pt x="2178790" y="3462844"/>
                  </a:lnTo>
                  <a:lnTo>
                    <a:pt x="2150849" y="3495935"/>
                  </a:lnTo>
                  <a:lnTo>
                    <a:pt x="2122295" y="3527931"/>
                  </a:lnTo>
                  <a:lnTo>
                    <a:pt x="2093145" y="3558810"/>
                  </a:lnTo>
                  <a:lnTo>
                    <a:pt x="2063412" y="3588550"/>
                  </a:lnTo>
                  <a:lnTo>
                    <a:pt x="2033111" y="3617129"/>
                  </a:lnTo>
                  <a:lnTo>
                    <a:pt x="2002258" y="3644527"/>
                  </a:lnTo>
                  <a:lnTo>
                    <a:pt x="1970867" y="3670721"/>
                  </a:lnTo>
                  <a:lnTo>
                    <a:pt x="1938953" y="3695689"/>
                  </a:lnTo>
                  <a:lnTo>
                    <a:pt x="1906530" y="3719409"/>
                  </a:lnTo>
                  <a:lnTo>
                    <a:pt x="1873614" y="3741861"/>
                  </a:lnTo>
                  <a:lnTo>
                    <a:pt x="1840219" y="3763021"/>
                  </a:lnTo>
                  <a:lnTo>
                    <a:pt x="1806360" y="3782869"/>
                  </a:lnTo>
                  <a:lnTo>
                    <a:pt x="1772052" y="3801383"/>
                  </a:lnTo>
                  <a:lnTo>
                    <a:pt x="1737309" y="3818540"/>
                  </a:lnTo>
                  <a:lnTo>
                    <a:pt x="1702147" y="3834320"/>
                  </a:lnTo>
                  <a:lnTo>
                    <a:pt x="1666580" y="3848700"/>
                  </a:lnTo>
                  <a:lnTo>
                    <a:pt x="1630624" y="3861658"/>
                  </a:lnTo>
                  <a:lnTo>
                    <a:pt x="1594292" y="3873174"/>
                  </a:lnTo>
                  <a:lnTo>
                    <a:pt x="1520561" y="3891788"/>
                  </a:lnTo>
                  <a:lnTo>
                    <a:pt x="1445508" y="3904370"/>
                  </a:lnTo>
                  <a:lnTo>
                    <a:pt x="1407522" y="3908344"/>
                  </a:lnTo>
                  <a:lnTo>
                    <a:pt x="1369249" y="3910744"/>
                  </a:lnTo>
                  <a:lnTo>
                    <a:pt x="1330706" y="3911549"/>
                  </a:lnTo>
                  <a:lnTo>
                    <a:pt x="1292155" y="3910744"/>
                  </a:lnTo>
                  <a:lnTo>
                    <a:pt x="1253876" y="3908344"/>
                  </a:lnTo>
                  <a:lnTo>
                    <a:pt x="1215884" y="3904370"/>
                  </a:lnTo>
                  <a:lnTo>
                    <a:pt x="1140819" y="3891788"/>
                  </a:lnTo>
                  <a:lnTo>
                    <a:pt x="1067078" y="3873174"/>
                  </a:lnTo>
                  <a:lnTo>
                    <a:pt x="1030741" y="3861658"/>
                  </a:lnTo>
                  <a:lnTo>
                    <a:pt x="994779" y="3848700"/>
                  </a:lnTo>
                  <a:lnTo>
                    <a:pt x="959208" y="3834320"/>
                  </a:lnTo>
                  <a:lnTo>
                    <a:pt x="924042" y="3818540"/>
                  </a:lnTo>
                  <a:lnTo>
                    <a:pt x="889295" y="3801383"/>
                  </a:lnTo>
                  <a:lnTo>
                    <a:pt x="854983" y="3782869"/>
                  </a:lnTo>
                  <a:lnTo>
                    <a:pt x="821120" y="3763021"/>
                  </a:lnTo>
                  <a:lnTo>
                    <a:pt x="787721" y="3741861"/>
                  </a:lnTo>
                  <a:lnTo>
                    <a:pt x="754801" y="3719409"/>
                  </a:lnTo>
                  <a:lnTo>
                    <a:pt x="722375" y="3695689"/>
                  </a:lnTo>
                  <a:lnTo>
                    <a:pt x="690458" y="3670721"/>
                  </a:lnTo>
                  <a:lnTo>
                    <a:pt x="659064" y="3644527"/>
                  </a:lnTo>
                  <a:lnTo>
                    <a:pt x="628208" y="3617129"/>
                  </a:lnTo>
                  <a:lnTo>
                    <a:pt x="597904" y="3588550"/>
                  </a:lnTo>
                  <a:lnTo>
                    <a:pt x="568169" y="3558810"/>
                  </a:lnTo>
                  <a:lnTo>
                    <a:pt x="539016" y="3527931"/>
                  </a:lnTo>
                  <a:lnTo>
                    <a:pt x="510460" y="3495935"/>
                  </a:lnTo>
                  <a:lnTo>
                    <a:pt x="482516" y="3462844"/>
                  </a:lnTo>
                  <a:lnTo>
                    <a:pt x="455199" y="3428680"/>
                  </a:lnTo>
                  <a:lnTo>
                    <a:pt x="428524" y="3393464"/>
                  </a:lnTo>
                  <a:lnTo>
                    <a:pt x="402505" y="3357218"/>
                  </a:lnTo>
                  <a:lnTo>
                    <a:pt x="377158" y="3319963"/>
                  </a:lnTo>
                  <a:lnTo>
                    <a:pt x="352496" y="3281723"/>
                  </a:lnTo>
                  <a:lnTo>
                    <a:pt x="328535" y="3242517"/>
                  </a:lnTo>
                  <a:lnTo>
                    <a:pt x="305290" y="3202369"/>
                  </a:lnTo>
                  <a:lnTo>
                    <a:pt x="282775" y="3161299"/>
                  </a:lnTo>
                  <a:lnTo>
                    <a:pt x="261006" y="3119330"/>
                  </a:lnTo>
                  <a:lnTo>
                    <a:pt x="239996" y="3076484"/>
                  </a:lnTo>
                  <a:lnTo>
                    <a:pt x="219761" y="3032781"/>
                  </a:lnTo>
                  <a:lnTo>
                    <a:pt x="200316" y="2988244"/>
                  </a:lnTo>
                  <a:lnTo>
                    <a:pt x="181675" y="2942894"/>
                  </a:lnTo>
                  <a:lnTo>
                    <a:pt x="163854" y="2896754"/>
                  </a:lnTo>
                  <a:lnTo>
                    <a:pt x="146866" y="2849845"/>
                  </a:lnTo>
                  <a:lnTo>
                    <a:pt x="130727" y="2802188"/>
                  </a:lnTo>
                  <a:lnTo>
                    <a:pt x="115451" y="2753806"/>
                  </a:lnTo>
                  <a:lnTo>
                    <a:pt x="101054" y="2704720"/>
                  </a:lnTo>
                  <a:lnTo>
                    <a:pt x="87550" y="2654952"/>
                  </a:lnTo>
                  <a:lnTo>
                    <a:pt x="74954" y="2604524"/>
                  </a:lnTo>
                  <a:lnTo>
                    <a:pt x="63280" y="2553458"/>
                  </a:lnTo>
                  <a:lnTo>
                    <a:pt x="52544" y="2501774"/>
                  </a:lnTo>
                  <a:lnTo>
                    <a:pt x="42760" y="2449496"/>
                  </a:lnTo>
                  <a:lnTo>
                    <a:pt x="33944" y="2396644"/>
                  </a:lnTo>
                  <a:lnTo>
                    <a:pt x="26109" y="2343240"/>
                  </a:lnTo>
                  <a:lnTo>
                    <a:pt x="19271" y="2289307"/>
                  </a:lnTo>
                  <a:lnTo>
                    <a:pt x="13444" y="2234866"/>
                  </a:lnTo>
                  <a:lnTo>
                    <a:pt x="8643" y="2179938"/>
                  </a:lnTo>
                  <a:lnTo>
                    <a:pt x="4884" y="2124546"/>
                  </a:lnTo>
                  <a:lnTo>
                    <a:pt x="2180" y="2068711"/>
                  </a:lnTo>
                  <a:lnTo>
                    <a:pt x="547" y="2012455"/>
                  </a:lnTo>
                  <a:lnTo>
                    <a:pt x="0" y="1955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47540" y="3953586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2806699" y="0"/>
                  </a:moveTo>
                  <a:lnTo>
                    <a:pt x="0" y="0"/>
                  </a:lnTo>
                  <a:lnTo>
                    <a:pt x="0" y="2684144"/>
                  </a:lnTo>
                  <a:lnTo>
                    <a:pt x="2806699" y="2684144"/>
                  </a:lnTo>
                  <a:lnTo>
                    <a:pt x="2806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47540" y="3953586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0" y="2684144"/>
                  </a:moveTo>
                  <a:lnTo>
                    <a:pt x="2806699" y="2684144"/>
                  </a:lnTo>
                  <a:lnTo>
                    <a:pt x="2806699" y="0"/>
                  </a:lnTo>
                  <a:lnTo>
                    <a:pt x="0" y="0"/>
                  </a:lnTo>
                  <a:lnTo>
                    <a:pt x="0" y="268414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0133" y="3496182"/>
              <a:ext cx="120776" cy="120649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3210941" y="1925954"/>
            <a:ext cx="4142104" cy="2054860"/>
          </a:xfrm>
          <a:custGeom>
            <a:avLst/>
            <a:gdLst/>
            <a:ahLst/>
            <a:cxnLst/>
            <a:rect l="l" t="t" r="r" b="b"/>
            <a:pathLst>
              <a:path w="4142104" h="2054860">
                <a:moveTo>
                  <a:pt x="4142105" y="2016506"/>
                </a:moveTo>
                <a:lnTo>
                  <a:pt x="4129405" y="2010156"/>
                </a:lnTo>
                <a:lnTo>
                  <a:pt x="4065905" y="1978406"/>
                </a:lnTo>
                <a:lnTo>
                  <a:pt x="4065905" y="2010156"/>
                </a:lnTo>
                <a:lnTo>
                  <a:pt x="44437" y="2010156"/>
                </a:lnTo>
                <a:lnTo>
                  <a:pt x="44437" y="76200"/>
                </a:lnTo>
                <a:lnTo>
                  <a:pt x="76187" y="76200"/>
                </a:lnTo>
                <a:lnTo>
                  <a:pt x="69837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2015998"/>
                </a:lnTo>
                <a:lnTo>
                  <a:pt x="38100" y="2015998"/>
                </a:lnTo>
                <a:lnTo>
                  <a:pt x="38100" y="2022856"/>
                </a:lnTo>
                <a:lnTo>
                  <a:pt x="4065905" y="2022856"/>
                </a:lnTo>
                <a:lnTo>
                  <a:pt x="4065905" y="2054606"/>
                </a:lnTo>
                <a:lnTo>
                  <a:pt x="4129405" y="2022856"/>
                </a:lnTo>
                <a:lnTo>
                  <a:pt x="4142105" y="20165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323971" y="1691766"/>
            <a:ext cx="477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-20" dirty="0">
                <a:latin typeface="Cambria Math"/>
                <a:cs typeface="Cambria Math"/>
              </a:rPr>
              <a:t>𝑓(𝑥)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25308" y="3778122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47008" y="2634614"/>
            <a:ext cx="1715770" cy="1320800"/>
            <a:chOff x="3247008" y="2634614"/>
            <a:chExt cx="1715770" cy="1320800"/>
          </a:xfrm>
        </p:grpSpPr>
        <p:sp>
          <p:nvSpPr>
            <p:cNvPr id="12" name="object 12"/>
            <p:cNvSpPr/>
            <p:nvPr/>
          </p:nvSpPr>
          <p:spPr>
            <a:xfrm>
              <a:off x="3256533" y="3556507"/>
              <a:ext cx="900430" cy="0"/>
            </a:xfrm>
            <a:custGeom>
              <a:avLst/>
              <a:gdLst/>
              <a:ahLst/>
              <a:cxnLst/>
              <a:rect l="l" t="t" r="r" b="b"/>
              <a:pathLst>
                <a:path w="900429">
                  <a:moveTo>
                    <a:pt x="900049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42001" y="2634614"/>
              <a:ext cx="120650" cy="1206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62248" y="2685795"/>
              <a:ext cx="1649095" cy="1260475"/>
            </a:xfrm>
            <a:custGeom>
              <a:avLst/>
              <a:gdLst/>
              <a:ahLst/>
              <a:cxnLst/>
              <a:rect l="l" t="t" r="r" b="b"/>
              <a:pathLst>
                <a:path w="1649095" h="1260475">
                  <a:moveTo>
                    <a:pt x="1649095" y="0"/>
                  </a:moveTo>
                  <a:lnTo>
                    <a:pt x="1649095" y="1260093"/>
                  </a:lnTo>
                </a:path>
                <a:path w="1649095" h="1260475">
                  <a:moveTo>
                    <a:pt x="0" y="17906"/>
                  </a:moveTo>
                  <a:lnTo>
                    <a:pt x="1620012" y="12318"/>
                  </a:lnTo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975353" y="4051172"/>
            <a:ext cx="321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ambria Math"/>
                <a:cs typeface="Cambria Math"/>
              </a:rPr>
              <a:t>𝑥(0)</a:t>
            </a:r>
            <a:endParaRPr sz="1200">
              <a:latin typeface="Cambria Math"/>
              <a:cs typeface="Cambria Math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10353" y="4105147"/>
            <a:ext cx="184276" cy="14109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499609" y="4054602"/>
            <a:ext cx="595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𝑥</a:t>
            </a:r>
            <a:r>
              <a:rPr sz="1200" spc="26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0</a:t>
            </a:r>
            <a:r>
              <a:rPr sz="1200" spc="48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+</a:t>
            </a:r>
            <a:r>
              <a:rPr sz="1200" spc="15" dirty="0">
                <a:latin typeface="Cambria Math"/>
                <a:cs typeface="Cambria Math"/>
              </a:rPr>
              <a:t> </a:t>
            </a:r>
            <a:r>
              <a:rPr sz="1200" spc="-50" dirty="0">
                <a:latin typeface="Cambria Math"/>
                <a:cs typeface="Cambria Math"/>
              </a:rPr>
              <a:t>𝛼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12003" y="3989323"/>
            <a:ext cx="596265" cy="191770"/>
            <a:chOff x="5112003" y="3989323"/>
            <a:chExt cx="596265" cy="191770"/>
          </a:xfrm>
        </p:grpSpPr>
        <p:sp>
          <p:nvSpPr>
            <p:cNvPr id="19" name="object 19"/>
            <p:cNvSpPr/>
            <p:nvPr/>
          </p:nvSpPr>
          <p:spPr>
            <a:xfrm>
              <a:off x="5112003" y="4170044"/>
              <a:ext cx="596265" cy="10795"/>
            </a:xfrm>
            <a:custGeom>
              <a:avLst/>
              <a:gdLst/>
              <a:ahLst/>
              <a:cxnLst/>
              <a:rect l="l" t="t" r="r" b="b"/>
              <a:pathLst>
                <a:path w="596264" h="10795">
                  <a:moveTo>
                    <a:pt x="595884" y="0"/>
                  </a:moveTo>
                  <a:lnTo>
                    <a:pt x="0" y="0"/>
                  </a:lnTo>
                  <a:lnTo>
                    <a:pt x="0" y="10667"/>
                  </a:lnTo>
                  <a:lnTo>
                    <a:pt x="595884" y="10667"/>
                  </a:lnTo>
                  <a:lnTo>
                    <a:pt x="5958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7029" y="3989323"/>
              <a:ext cx="184277" cy="141096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100065" y="3938778"/>
            <a:ext cx="622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𝜕𝑓(𝑥</a:t>
            </a:r>
            <a:r>
              <a:rPr sz="1200" spc="26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0</a:t>
            </a:r>
            <a:r>
              <a:rPr sz="1200" spc="245" dirty="0">
                <a:latin typeface="Cambria Math"/>
                <a:cs typeface="Cambria Math"/>
              </a:rPr>
              <a:t> </a:t>
            </a:r>
            <a:r>
              <a:rPr sz="1200" spc="-50" dirty="0">
                <a:latin typeface="Cambria Math"/>
                <a:cs typeface="Cambria Math"/>
              </a:rPr>
              <a:t>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13426" y="4156709"/>
            <a:ext cx="1924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𝜕𝑥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740025" y="3481578"/>
            <a:ext cx="398145" cy="141605"/>
          </a:xfrm>
          <a:custGeom>
            <a:avLst/>
            <a:gdLst/>
            <a:ahLst/>
            <a:cxnLst/>
            <a:rect l="l" t="t" r="r" b="b"/>
            <a:pathLst>
              <a:path w="398144" h="141604">
                <a:moveTo>
                  <a:pt x="352679" y="0"/>
                </a:moveTo>
                <a:lnTo>
                  <a:pt x="350647" y="5714"/>
                </a:lnTo>
                <a:lnTo>
                  <a:pt x="358836" y="9261"/>
                </a:lnTo>
                <a:lnTo>
                  <a:pt x="365871" y="14176"/>
                </a:lnTo>
                <a:lnTo>
                  <a:pt x="384286" y="57802"/>
                </a:lnTo>
                <a:lnTo>
                  <a:pt x="384810" y="69850"/>
                </a:lnTo>
                <a:lnTo>
                  <a:pt x="384286" y="82325"/>
                </a:lnTo>
                <a:lnTo>
                  <a:pt x="371689" y="120540"/>
                </a:lnTo>
                <a:lnTo>
                  <a:pt x="350900" y="135382"/>
                </a:lnTo>
                <a:lnTo>
                  <a:pt x="352679" y="141097"/>
                </a:lnTo>
                <a:lnTo>
                  <a:pt x="386080" y="116459"/>
                </a:lnTo>
                <a:lnTo>
                  <a:pt x="397637" y="70612"/>
                </a:lnTo>
                <a:lnTo>
                  <a:pt x="396920" y="57679"/>
                </a:lnTo>
                <a:lnTo>
                  <a:pt x="379628" y="16073"/>
                </a:lnTo>
                <a:lnTo>
                  <a:pt x="362916" y="3690"/>
                </a:lnTo>
                <a:lnTo>
                  <a:pt x="352679" y="0"/>
                </a:lnTo>
                <a:close/>
              </a:path>
              <a:path w="398144" h="141604">
                <a:moveTo>
                  <a:pt x="45085" y="0"/>
                </a:moveTo>
                <a:lnTo>
                  <a:pt x="11683" y="24764"/>
                </a:lnTo>
                <a:lnTo>
                  <a:pt x="0" y="70612"/>
                </a:lnTo>
                <a:lnTo>
                  <a:pt x="736" y="83562"/>
                </a:lnTo>
                <a:lnTo>
                  <a:pt x="18117" y="125130"/>
                </a:lnTo>
                <a:lnTo>
                  <a:pt x="45085" y="141097"/>
                </a:lnTo>
                <a:lnTo>
                  <a:pt x="46862" y="135382"/>
                </a:lnTo>
                <a:lnTo>
                  <a:pt x="38838" y="131831"/>
                </a:lnTo>
                <a:lnTo>
                  <a:pt x="31908" y="126888"/>
                </a:lnTo>
                <a:lnTo>
                  <a:pt x="13477" y="82325"/>
                </a:lnTo>
                <a:lnTo>
                  <a:pt x="12954" y="69850"/>
                </a:lnTo>
                <a:lnTo>
                  <a:pt x="13495" y="57679"/>
                </a:lnTo>
                <a:lnTo>
                  <a:pt x="26078" y="20448"/>
                </a:lnTo>
                <a:lnTo>
                  <a:pt x="47117" y="5714"/>
                </a:lnTo>
                <a:lnTo>
                  <a:pt x="450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625979" y="3430904"/>
            <a:ext cx="474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𝑓</a:t>
            </a:r>
            <a:r>
              <a:rPr sz="1200" spc="270" dirty="0">
                <a:latin typeface="Cambria Math"/>
                <a:cs typeface="Cambria Math"/>
              </a:rPr>
              <a:t> </a:t>
            </a:r>
            <a:r>
              <a:rPr sz="1200" spc="-20" dirty="0">
                <a:latin typeface="Cambria Math"/>
                <a:cs typeface="Cambria Math"/>
              </a:rPr>
              <a:t>𝑥(0)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813941" y="2528951"/>
            <a:ext cx="1348740" cy="388620"/>
            <a:chOff x="1813941" y="2528951"/>
            <a:chExt cx="1348740" cy="388620"/>
          </a:xfrm>
        </p:grpSpPr>
        <p:sp>
          <p:nvSpPr>
            <p:cNvPr id="26" name="object 26"/>
            <p:cNvSpPr/>
            <p:nvPr/>
          </p:nvSpPr>
          <p:spPr>
            <a:xfrm>
              <a:off x="1813941" y="2528951"/>
              <a:ext cx="1348740" cy="388620"/>
            </a:xfrm>
            <a:custGeom>
              <a:avLst/>
              <a:gdLst/>
              <a:ahLst/>
              <a:cxnLst/>
              <a:rect l="l" t="t" r="r" b="b"/>
              <a:pathLst>
                <a:path w="1348739" h="388619">
                  <a:moveTo>
                    <a:pt x="1282191" y="0"/>
                  </a:moveTo>
                  <a:lnTo>
                    <a:pt x="1278635" y="5587"/>
                  </a:lnTo>
                  <a:lnTo>
                    <a:pt x="1291040" y="20450"/>
                  </a:lnTo>
                  <a:lnTo>
                    <a:pt x="1301956" y="38195"/>
                  </a:lnTo>
                  <a:lnTo>
                    <a:pt x="1319276" y="82423"/>
                  </a:lnTo>
                  <a:lnTo>
                    <a:pt x="1330023" y="135334"/>
                  </a:lnTo>
                  <a:lnTo>
                    <a:pt x="1333627" y="194056"/>
                  </a:lnTo>
                  <a:lnTo>
                    <a:pt x="1332743" y="223654"/>
                  </a:lnTo>
                  <a:lnTo>
                    <a:pt x="1325643" y="279280"/>
                  </a:lnTo>
                  <a:lnTo>
                    <a:pt x="1311497" y="329239"/>
                  </a:lnTo>
                  <a:lnTo>
                    <a:pt x="1291113" y="368101"/>
                  </a:lnTo>
                  <a:lnTo>
                    <a:pt x="1278635" y="383032"/>
                  </a:lnTo>
                  <a:lnTo>
                    <a:pt x="1282191" y="388493"/>
                  </a:lnTo>
                  <a:lnTo>
                    <a:pt x="1309592" y="355838"/>
                  </a:lnTo>
                  <a:lnTo>
                    <a:pt x="1330706" y="309752"/>
                  </a:lnTo>
                  <a:lnTo>
                    <a:pt x="1344199" y="254523"/>
                  </a:lnTo>
                  <a:lnTo>
                    <a:pt x="1348739" y="194056"/>
                  </a:lnTo>
                  <a:lnTo>
                    <a:pt x="1347600" y="162812"/>
                  </a:lnTo>
                  <a:lnTo>
                    <a:pt x="1338560" y="104848"/>
                  </a:lnTo>
                  <a:lnTo>
                    <a:pt x="1320946" y="53721"/>
                  </a:lnTo>
                  <a:lnTo>
                    <a:pt x="1296666" y="14668"/>
                  </a:lnTo>
                  <a:lnTo>
                    <a:pt x="1282191" y="0"/>
                  </a:lnTo>
                  <a:close/>
                </a:path>
                <a:path w="1348739" h="388619">
                  <a:moveTo>
                    <a:pt x="66547" y="0"/>
                  </a:moveTo>
                  <a:lnTo>
                    <a:pt x="39084" y="32575"/>
                  </a:lnTo>
                  <a:lnTo>
                    <a:pt x="17906" y="78104"/>
                  </a:lnTo>
                  <a:lnTo>
                    <a:pt x="4476" y="133080"/>
                  </a:lnTo>
                  <a:lnTo>
                    <a:pt x="0" y="194056"/>
                  </a:lnTo>
                  <a:lnTo>
                    <a:pt x="1119" y="224938"/>
                  </a:lnTo>
                  <a:lnTo>
                    <a:pt x="10072" y="282799"/>
                  </a:lnTo>
                  <a:lnTo>
                    <a:pt x="27721" y="334468"/>
                  </a:lnTo>
                  <a:lnTo>
                    <a:pt x="52018" y="373850"/>
                  </a:lnTo>
                  <a:lnTo>
                    <a:pt x="66547" y="388493"/>
                  </a:lnTo>
                  <a:lnTo>
                    <a:pt x="69976" y="383032"/>
                  </a:lnTo>
                  <a:lnTo>
                    <a:pt x="57572" y="368101"/>
                  </a:lnTo>
                  <a:lnTo>
                    <a:pt x="46656" y="350170"/>
                  </a:lnTo>
                  <a:lnTo>
                    <a:pt x="29336" y="305308"/>
                  </a:lnTo>
                  <a:lnTo>
                    <a:pt x="18589" y="252063"/>
                  </a:lnTo>
                  <a:lnTo>
                    <a:pt x="14985" y="194056"/>
                  </a:lnTo>
                  <a:lnTo>
                    <a:pt x="15888" y="163986"/>
                  </a:lnTo>
                  <a:lnTo>
                    <a:pt x="23076" y="108134"/>
                  </a:lnTo>
                  <a:lnTo>
                    <a:pt x="37240" y="58844"/>
                  </a:lnTo>
                  <a:lnTo>
                    <a:pt x="57572" y="20450"/>
                  </a:lnTo>
                  <a:lnTo>
                    <a:pt x="69976" y="5587"/>
                  </a:lnTo>
                  <a:lnTo>
                    <a:pt x="665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88566" y="2653157"/>
              <a:ext cx="184276" cy="141223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674622" y="2602484"/>
            <a:ext cx="7969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𝑓</a:t>
            </a:r>
            <a:r>
              <a:rPr sz="1200" spc="195" dirty="0">
                <a:latin typeface="Cambria Math"/>
                <a:cs typeface="Cambria Math"/>
              </a:rPr>
              <a:t>  </a:t>
            </a:r>
            <a:r>
              <a:rPr sz="1200" dirty="0">
                <a:latin typeface="Cambria Math"/>
                <a:cs typeface="Cambria Math"/>
              </a:rPr>
              <a:t>𝑥</a:t>
            </a:r>
            <a:r>
              <a:rPr sz="1200" spc="28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0</a:t>
            </a:r>
            <a:r>
              <a:rPr sz="1200" spc="48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+ </a:t>
            </a:r>
            <a:r>
              <a:rPr sz="1200" spc="-50" dirty="0">
                <a:latin typeface="Cambria Math"/>
                <a:cs typeface="Cambria Math"/>
              </a:rPr>
              <a:t>𝛼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488692" y="2537332"/>
            <a:ext cx="596265" cy="191770"/>
            <a:chOff x="2488692" y="2537332"/>
            <a:chExt cx="596265" cy="191770"/>
          </a:xfrm>
        </p:grpSpPr>
        <p:sp>
          <p:nvSpPr>
            <p:cNvPr id="30" name="object 30"/>
            <p:cNvSpPr/>
            <p:nvPr/>
          </p:nvSpPr>
          <p:spPr>
            <a:xfrm>
              <a:off x="2488692" y="2718053"/>
              <a:ext cx="596265" cy="10795"/>
            </a:xfrm>
            <a:custGeom>
              <a:avLst/>
              <a:gdLst/>
              <a:ahLst/>
              <a:cxnLst/>
              <a:rect l="l" t="t" r="r" b="b"/>
              <a:pathLst>
                <a:path w="596264" h="10794">
                  <a:moveTo>
                    <a:pt x="595883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595883" y="10668"/>
                  </a:lnTo>
                  <a:lnTo>
                    <a:pt x="5958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5242" y="2537332"/>
              <a:ext cx="184276" cy="141224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2476245" y="2486101"/>
            <a:ext cx="6242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𝜕𝑓(𝑥</a:t>
            </a:r>
            <a:r>
              <a:rPr sz="1200" spc="28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0</a:t>
            </a:r>
            <a:r>
              <a:rPr sz="1200" spc="245" dirty="0">
                <a:latin typeface="Cambria Math"/>
                <a:cs typeface="Cambria Math"/>
              </a:rPr>
              <a:t> </a:t>
            </a:r>
            <a:r>
              <a:rPr sz="1200" spc="-50" dirty="0">
                <a:latin typeface="Cambria Math"/>
                <a:cs typeface="Cambria Math"/>
              </a:rPr>
              <a:t>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89605" y="2704591"/>
            <a:ext cx="193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𝜕𝑥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176776" y="1909445"/>
            <a:ext cx="2682875" cy="1590040"/>
            <a:chOff x="4176776" y="1909445"/>
            <a:chExt cx="2682875" cy="1590040"/>
          </a:xfrm>
        </p:grpSpPr>
        <p:sp>
          <p:nvSpPr>
            <p:cNvPr id="35" name="object 35"/>
            <p:cNvSpPr/>
            <p:nvPr/>
          </p:nvSpPr>
          <p:spPr>
            <a:xfrm>
              <a:off x="4176776" y="2409190"/>
              <a:ext cx="704850" cy="1090295"/>
            </a:xfrm>
            <a:custGeom>
              <a:avLst/>
              <a:gdLst/>
              <a:ahLst/>
              <a:cxnLst/>
              <a:rect l="l" t="t" r="r" b="b"/>
              <a:pathLst>
                <a:path w="704850" h="1090295">
                  <a:moveTo>
                    <a:pt x="345313" y="0"/>
                  </a:moveTo>
                  <a:lnTo>
                    <a:pt x="303911" y="9906"/>
                  </a:lnTo>
                  <a:lnTo>
                    <a:pt x="271525" y="31496"/>
                  </a:lnTo>
                  <a:lnTo>
                    <a:pt x="240157" y="63881"/>
                  </a:lnTo>
                  <a:lnTo>
                    <a:pt x="217043" y="94742"/>
                  </a:lnTo>
                  <a:lnTo>
                    <a:pt x="194690" y="131063"/>
                  </a:lnTo>
                  <a:lnTo>
                    <a:pt x="172974" y="172465"/>
                  </a:lnTo>
                  <a:lnTo>
                    <a:pt x="145414" y="234569"/>
                  </a:lnTo>
                  <a:lnTo>
                    <a:pt x="119379" y="304419"/>
                  </a:lnTo>
                  <a:lnTo>
                    <a:pt x="107061" y="341884"/>
                  </a:lnTo>
                  <a:lnTo>
                    <a:pt x="95250" y="381000"/>
                  </a:lnTo>
                  <a:lnTo>
                    <a:pt x="84074" y="421513"/>
                  </a:lnTo>
                  <a:lnTo>
                    <a:pt x="73278" y="463423"/>
                  </a:lnTo>
                  <a:lnTo>
                    <a:pt x="63246" y="506730"/>
                  </a:lnTo>
                  <a:lnTo>
                    <a:pt x="53721" y="551052"/>
                  </a:lnTo>
                  <a:lnTo>
                    <a:pt x="44958" y="596646"/>
                  </a:lnTo>
                  <a:lnTo>
                    <a:pt x="36829" y="643001"/>
                  </a:lnTo>
                  <a:lnTo>
                    <a:pt x="29463" y="690499"/>
                  </a:lnTo>
                  <a:lnTo>
                    <a:pt x="22733" y="738759"/>
                  </a:lnTo>
                  <a:lnTo>
                    <a:pt x="16952" y="788288"/>
                  </a:lnTo>
                  <a:lnTo>
                    <a:pt x="11884" y="837692"/>
                  </a:lnTo>
                  <a:lnTo>
                    <a:pt x="7713" y="887602"/>
                  </a:lnTo>
                  <a:lnTo>
                    <a:pt x="4426" y="937768"/>
                  </a:lnTo>
                  <a:lnTo>
                    <a:pt x="2024" y="988440"/>
                  </a:lnTo>
                  <a:lnTo>
                    <a:pt x="506" y="1039113"/>
                  </a:lnTo>
                  <a:lnTo>
                    <a:pt x="0" y="1090040"/>
                  </a:lnTo>
                  <a:lnTo>
                    <a:pt x="6350" y="1090040"/>
                  </a:lnTo>
                  <a:lnTo>
                    <a:pt x="6861" y="1038987"/>
                  </a:lnTo>
                  <a:lnTo>
                    <a:pt x="8393" y="988187"/>
                  </a:lnTo>
                  <a:lnTo>
                    <a:pt x="10693" y="937387"/>
                  </a:lnTo>
                  <a:lnTo>
                    <a:pt x="14139" y="887095"/>
                  </a:lnTo>
                  <a:lnTo>
                    <a:pt x="18351" y="837057"/>
                  </a:lnTo>
                  <a:lnTo>
                    <a:pt x="23317" y="787654"/>
                  </a:lnTo>
                  <a:lnTo>
                    <a:pt x="29083" y="739521"/>
                  </a:lnTo>
                  <a:lnTo>
                    <a:pt x="35813" y="691388"/>
                  </a:lnTo>
                  <a:lnTo>
                    <a:pt x="43033" y="644144"/>
                  </a:lnTo>
                  <a:lnTo>
                    <a:pt x="51181" y="597788"/>
                  </a:lnTo>
                  <a:lnTo>
                    <a:pt x="60071" y="552323"/>
                  </a:lnTo>
                  <a:lnTo>
                    <a:pt x="69441" y="508126"/>
                  </a:lnTo>
                  <a:lnTo>
                    <a:pt x="79501" y="464947"/>
                  </a:lnTo>
                  <a:lnTo>
                    <a:pt x="90137" y="423163"/>
                  </a:lnTo>
                  <a:lnTo>
                    <a:pt x="101310" y="382777"/>
                  </a:lnTo>
                  <a:lnTo>
                    <a:pt x="113157" y="343788"/>
                  </a:lnTo>
                  <a:lnTo>
                    <a:pt x="125349" y="306450"/>
                  </a:lnTo>
                  <a:lnTo>
                    <a:pt x="138003" y="270890"/>
                  </a:lnTo>
                  <a:lnTo>
                    <a:pt x="151257" y="236982"/>
                  </a:lnTo>
                  <a:lnTo>
                    <a:pt x="164792" y="205105"/>
                  </a:lnTo>
                  <a:lnTo>
                    <a:pt x="178629" y="175260"/>
                  </a:lnTo>
                  <a:lnTo>
                    <a:pt x="178754" y="175132"/>
                  </a:lnTo>
                  <a:lnTo>
                    <a:pt x="192975" y="147320"/>
                  </a:lnTo>
                  <a:lnTo>
                    <a:pt x="200151" y="134238"/>
                  </a:lnTo>
                  <a:lnTo>
                    <a:pt x="207518" y="121665"/>
                  </a:lnTo>
                  <a:lnTo>
                    <a:pt x="214806" y="109855"/>
                  </a:lnTo>
                  <a:lnTo>
                    <a:pt x="222293" y="98425"/>
                  </a:lnTo>
                  <a:lnTo>
                    <a:pt x="229743" y="87630"/>
                  </a:lnTo>
                  <a:lnTo>
                    <a:pt x="237268" y="77470"/>
                  </a:lnTo>
                  <a:lnTo>
                    <a:pt x="244983" y="67818"/>
                  </a:lnTo>
                  <a:lnTo>
                    <a:pt x="252602" y="59055"/>
                  </a:lnTo>
                  <a:lnTo>
                    <a:pt x="260232" y="50800"/>
                  </a:lnTo>
                  <a:lnTo>
                    <a:pt x="267970" y="43180"/>
                  </a:lnTo>
                  <a:lnTo>
                    <a:pt x="275716" y="36195"/>
                  </a:lnTo>
                  <a:lnTo>
                    <a:pt x="283463" y="30099"/>
                  </a:lnTo>
                  <a:lnTo>
                    <a:pt x="291211" y="24511"/>
                  </a:lnTo>
                  <a:lnTo>
                    <a:pt x="298958" y="19685"/>
                  </a:lnTo>
                  <a:lnTo>
                    <a:pt x="306589" y="15748"/>
                  </a:lnTo>
                  <a:lnTo>
                    <a:pt x="306832" y="15621"/>
                  </a:lnTo>
                  <a:lnTo>
                    <a:pt x="314578" y="12319"/>
                  </a:lnTo>
                  <a:lnTo>
                    <a:pt x="322325" y="9779"/>
                  </a:lnTo>
                  <a:lnTo>
                    <a:pt x="322072" y="9779"/>
                  </a:lnTo>
                  <a:lnTo>
                    <a:pt x="330073" y="7874"/>
                  </a:lnTo>
                  <a:lnTo>
                    <a:pt x="329819" y="7874"/>
                  </a:lnTo>
                  <a:lnTo>
                    <a:pt x="337820" y="6731"/>
                  </a:lnTo>
                  <a:lnTo>
                    <a:pt x="337438" y="6731"/>
                  </a:lnTo>
                  <a:lnTo>
                    <a:pt x="345355" y="6354"/>
                  </a:lnTo>
                  <a:lnTo>
                    <a:pt x="345186" y="6350"/>
                  </a:lnTo>
                  <a:lnTo>
                    <a:pt x="413638" y="6350"/>
                  </a:lnTo>
                  <a:lnTo>
                    <a:pt x="409701" y="5587"/>
                  </a:lnTo>
                  <a:lnTo>
                    <a:pt x="393700" y="3175"/>
                  </a:lnTo>
                  <a:lnTo>
                    <a:pt x="377571" y="1524"/>
                  </a:lnTo>
                  <a:lnTo>
                    <a:pt x="361441" y="381"/>
                  </a:lnTo>
                  <a:lnTo>
                    <a:pt x="345313" y="0"/>
                  </a:lnTo>
                  <a:close/>
                </a:path>
                <a:path w="704850" h="1090295">
                  <a:moveTo>
                    <a:pt x="14107" y="887476"/>
                  </a:moveTo>
                  <a:close/>
                </a:path>
                <a:path w="704850" h="1090295">
                  <a:moveTo>
                    <a:pt x="43075" y="644017"/>
                  </a:moveTo>
                  <a:close/>
                </a:path>
                <a:path w="704850" h="1090295">
                  <a:moveTo>
                    <a:pt x="69498" y="508000"/>
                  </a:moveTo>
                  <a:close/>
                </a:path>
                <a:path w="704850" h="1090295">
                  <a:moveTo>
                    <a:pt x="90205" y="423037"/>
                  </a:moveTo>
                  <a:close/>
                </a:path>
                <a:path w="704850" h="1090295">
                  <a:moveTo>
                    <a:pt x="101384" y="382650"/>
                  </a:moveTo>
                  <a:close/>
                </a:path>
                <a:path w="704850" h="1090295">
                  <a:moveTo>
                    <a:pt x="138098" y="270763"/>
                  </a:moveTo>
                  <a:close/>
                </a:path>
                <a:path w="704850" h="1090295">
                  <a:moveTo>
                    <a:pt x="663595" y="175132"/>
                  </a:moveTo>
                  <a:lnTo>
                    <a:pt x="630809" y="184023"/>
                  </a:lnTo>
                  <a:lnTo>
                    <a:pt x="687451" y="247650"/>
                  </a:lnTo>
                  <a:lnTo>
                    <a:pt x="699644" y="187325"/>
                  </a:lnTo>
                  <a:lnTo>
                    <a:pt x="667893" y="187325"/>
                  </a:lnTo>
                  <a:lnTo>
                    <a:pt x="663595" y="175132"/>
                  </a:lnTo>
                  <a:close/>
                </a:path>
                <a:path w="704850" h="1090295">
                  <a:moveTo>
                    <a:pt x="164846" y="204977"/>
                  </a:moveTo>
                  <a:lnTo>
                    <a:pt x="164719" y="205105"/>
                  </a:lnTo>
                  <a:lnTo>
                    <a:pt x="164846" y="204977"/>
                  </a:lnTo>
                  <a:close/>
                </a:path>
                <a:path w="704850" h="1090295">
                  <a:moveTo>
                    <a:pt x="669701" y="173477"/>
                  </a:moveTo>
                  <a:lnTo>
                    <a:pt x="663595" y="175132"/>
                  </a:lnTo>
                  <a:lnTo>
                    <a:pt x="667893" y="187325"/>
                  </a:lnTo>
                  <a:lnTo>
                    <a:pt x="673862" y="185293"/>
                  </a:lnTo>
                  <a:lnTo>
                    <a:pt x="669701" y="173477"/>
                  </a:lnTo>
                  <a:close/>
                </a:path>
                <a:path w="704850" h="1090295">
                  <a:moveTo>
                    <a:pt x="704341" y="164084"/>
                  </a:moveTo>
                  <a:lnTo>
                    <a:pt x="669701" y="173477"/>
                  </a:lnTo>
                  <a:lnTo>
                    <a:pt x="673862" y="185293"/>
                  </a:lnTo>
                  <a:lnTo>
                    <a:pt x="667893" y="187325"/>
                  </a:lnTo>
                  <a:lnTo>
                    <a:pt x="699644" y="187325"/>
                  </a:lnTo>
                  <a:lnTo>
                    <a:pt x="704341" y="164084"/>
                  </a:lnTo>
                  <a:close/>
                </a:path>
                <a:path w="704850" h="1090295">
                  <a:moveTo>
                    <a:pt x="178753" y="175133"/>
                  </a:moveTo>
                  <a:close/>
                </a:path>
                <a:path w="704850" h="1090295">
                  <a:moveTo>
                    <a:pt x="668361" y="169672"/>
                  </a:moveTo>
                  <a:lnTo>
                    <a:pt x="661670" y="169672"/>
                  </a:lnTo>
                  <a:lnTo>
                    <a:pt x="661924" y="170307"/>
                  </a:lnTo>
                  <a:lnTo>
                    <a:pt x="663595" y="175132"/>
                  </a:lnTo>
                  <a:lnTo>
                    <a:pt x="669701" y="173477"/>
                  </a:lnTo>
                  <a:lnTo>
                    <a:pt x="668361" y="169672"/>
                  </a:lnTo>
                  <a:close/>
                </a:path>
                <a:path w="704850" h="1090295">
                  <a:moveTo>
                    <a:pt x="661852" y="170190"/>
                  </a:moveTo>
                  <a:close/>
                </a:path>
                <a:path w="704850" h="1090295">
                  <a:moveTo>
                    <a:pt x="661670" y="169672"/>
                  </a:moveTo>
                  <a:lnTo>
                    <a:pt x="661852" y="170190"/>
                  </a:lnTo>
                  <a:lnTo>
                    <a:pt x="661670" y="169672"/>
                  </a:lnTo>
                  <a:close/>
                </a:path>
                <a:path w="704850" h="1090295">
                  <a:moveTo>
                    <a:pt x="655714" y="148971"/>
                  </a:moveTo>
                  <a:lnTo>
                    <a:pt x="648081" y="148971"/>
                  </a:lnTo>
                  <a:lnTo>
                    <a:pt x="655447" y="159638"/>
                  </a:lnTo>
                  <a:lnTo>
                    <a:pt x="661852" y="170190"/>
                  </a:lnTo>
                  <a:lnTo>
                    <a:pt x="661670" y="169672"/>
                  </a:lnTo>
                  <a:lnTo>
                    <a:pt x="668361" y="169672"/>
                  </a:lnTo>
                  <a:lnTo>
                    <a:pt x="667512" y="167259"/>
                  </a:lnTo>
                  <a:lnTo>
                    <a:pt x="660653" y="156210"/>
                  </a:lnTo>
                  <a:lnTo>
                    <a:pt x="655714" y="148971"/>
                  </a:lnTo>
                  <a:close/>
                </a:path>
                <a:path w="704850" h="1090295">
                  <a:moveTo>
                    <a:pt x="655320" y="159512"/>
                  </a:moveTo>
                  <a:close/>
                </a:path>
                <a:path w="704850" h="1090295">
                  <a:moveTo>
                    <a:pt x="630785" y="118745"/>
                  </a:moveTo>
                  <a:lnTo>
                    <a:pt x="622046" y="118745"/>
                  </a:lnTo>
                  <a:lnTo>
                    <a:pt x="631444" y="128777"/>
                  </a:lnTo>
                  <a:lnTo>
                    <a:pt x="640207" y="138811"/>
                  </a:lnTo>
                  <a:lnTo>
                    <a:pt x="648208" y="149225"/>
                  </a:lnTo>
                  <a:lnTo>
                    <a:pt x="648081" y="148971"/>
                  </a:lnTo>
                  <a:lnTo>
                    <a:pt x="655714" y="148971"/>
                  </a:lnTo>
                  <a:lnTo>
                    <a:pt x="653288" y="145414"/>
                  </a:lnTo>
                  <a:lnTo>
                    <a:pt x="645033" y="134747"/>
                  </a:lnTo>
                  <a:lnTo>
                    <a:pt x="636143" y="124460"/>
                  </a:lnTo>
                  <a:lnTo>
                    <a:pt x="630785" y="118745"/>
                  </a:lnTo>
                  <a:close/>
                </a:path>
                <a:path w="704850" h="1090295">
                  <a:moveTo>
                    <a:pt x="193039" y="147193"/>
                  </a:moveTo>
                  <a:close/>
                </a:path>
                <a:path w="704850" h="1090295">
                  <a:moveTo>
                    <a:pt x="640079" y="138684"/>
                  </a:moveTo>
                  <a:lnTo>
                    <a:pt x="640207" y="138811"/>
                  </a:lnTo>
                  <a:lnTo>
                    <a:pt x="640079" y="138684"/>
                  </a:lnTo>
                  <a:close/>
                </a:path>
                <a:path w="704850" h="1090295">
                  <a:moveTo>
                    <a:pt x="631316" y="128650"/>
                  </a:moveTo>
                  <a:lnTo>
                    <a:pt x="631444" y="128777"/>
                  </a:lnTo>
                  <a:lnTo>
                    <a:pt x="631316" y="128650"/>
                  </a:lnTo>
                  <a:close/>
                </a:path>
                <a:path w="704850" h="1090295">
                  <a:moveTo>
                    <a:pt x="207595" y="121665"/>
                  </a:moveTo>
                  <a:lnTo>
                    <a:pt x="207518" y="121793"/>
                  </a:lnTo>
                  <a:lnTo>
                    <a:pt x="207595" y="121665"/>
                  </a:lnTo>
                  <a:close/>
                </a:path>
                <a:path w="704850" h="1090295">
                  <a:moveTo>
                    <a:pt x="621140" y="109093"/>
                  </a:moveTo>
                  <a:lnTo>
                    <a:pt x="612013" y="109093"/>
                  </a:lnTo>
                  <a:lnTo>
                    <a:pt x="622046" y="118872"/>
                  </a:lnTo>
                  <a:lnTo>
                    <a:pt x="630785" y="118745"/>
                  </a:lnTo>
                  <a:lnTo>
                    <a:pt x="626618" y="114300"/>
                  </a:lnTo>
                  <a:lnTo>
                    <a:pt x="621140" y="109093"/>
                  </a:lnTo>
                  <a:close/>
                </a:path>
                <a:path w="704850" h="1090295">
                  <a:moveTo>
                    <a:pt x="214884" y="109727"/>
                  </a:moveTo>
                  <a:lnTo>
                    <a:pt x="214757" y="109855"/>
                  </a:lnTo>
                  <a:lnTo>
                    <a:pt x="214884" y="109727"/>
                  </a:lnTo>
                  <a:close/>
                </a:path>
                <a:path w="704850" h="1090295">
                  <a:moveTo>
                    <a:pt x="611005" y="99822"/>
                  </a:moveTo>
                  <a:lnTo>
                    <a:pt x="601472" y="99822"/>
                  </a:lnTo>
                  <a:lnTo>
                    <a:pt x="612139" y="109220"/>
                  </a:lnTo>
                  <a:lnTo>
                    <a:pt x="621140" y="109093"/>
                  </a:lnTo>
                  <a:lnTo>
                    <a:pt x="616331" y="104521"/>
                  </a:lnTo>
                  <a:lnTo>
                    <a:pt x="611005" y="99822"/>
                  </a:lnTo>
                  <a:close/>
                </a:path>
                <a:path w="704850" h="1090295">
                  <a:moveTo>
                    <a:pt x="565314" y="65786"/>
                  </a:moveTo>
                  <a:lnTo>
                    <a:pt x="553847" y="65786"/>
                  </a:lnTo>
                  <a:lnTo>
                    <a:pt x="578865" y="82296"/>
                  </a:lnTo>
                  <a:lnTo>
                    <a:pt x="601599" y="99949"/>
                  </a:lnTo>
                  <a:lnTo>
                    <a:pt x="611005" y="99822"/>
                  </a:lnTo>
                  <a:lnTo>
                    <a:pt x="605536" y="94996"/>
                  </a:lnTo>
                  <a:lnTo>
                    <a:pt x="582422" y="76962"/>
                  </a:lnTo>
                  <a:lnTo>
                    <a:pt x="565314" y="65786"/>
                  </a:lnTo>
                  <a:close/>
                </a:path>
                <a:path w="704850" h="1090295">
                  <a:moveTo>
                    <a:pt x="222376" y="98298"/>
                  </a:moveTo>
                  <a:close/>
                </a:path>
                <a:path w="704850" h="1090295">
                  <a:moveTo>
                    <a:pt x="578612" y="82169"/>
                  </a:moveTo>
                  <a:lnTo>
                    <a:pt x="578776" y="82296"/>
                  </a:lnTo>
                  <a:lnTo>
                    <a:pt x="578612" y="82169"/>
                  </a:lnTo>
                  <a:close/>
                </a:path>
                <a:path w="704850" h="1090295">
                  <a:moveTo>
                    <a:pt x="237362" y="77343"/>
                  </a:moveTo>
                  <a:close/>
                </a:path>
                <a:path w="704850" h="1090295">
                  <a:moveTo>
                    <a:pt x="245091" y="67818"/>
                  </a:moveTo>
                  <a:close/>
                </a:path>
                <a:path w="704850" h="1090295">
                  <a:moveTo>
                    <a:pt x="487804" y="27177"/>
                  </a:moveTo>
                  <a:lnTo>
                    <a:pt x="469773" y="27177"/>
                  </a:lnTo>
                  <a:lnTo>
                    <a:pt x="499363" y="38226"/>
                  </a:lnTo>
                  <a:lnTo>
                    <a:pt x="499110" y="38226"/>
                  </a:lnTo>
                  <a:lnTo>
                    <a:pt x="527431" y="51181"/>
                  </a:lnTo>
                  <a:lnTo>
                    <a:pt x="527176" y="51181"/>
                  </a:lnTo>
                  <a:lnTo>
                    <a:pt x="553974" y="65912"/>
                  </a:lnTo>
                  <a:lnTo>
                    <a:pt x="565314" y="65786"/>
                  </a:lnTo>
                  <a:lnTo>
                    <a:pt x="557149" y="60451"/>
                  </a:lnTo>
                  <a:lnTo>
                    <a:pt x="530225" y="45465"/>
                  </a:lnTo>
                  <a:lnTo>
                    <a:pt x="501650" y="32385"/>
                  </a:lnTo>
                  <a:lnTo>
                    <a:pt x="487804" y="27177"/>
                  </a:lnTo>
                  <a:close/>
                </a:path>
                <a:path w="704850" h="1090295">
                  <a:moveTo>
                    <a:pt x="275750" y="36195"/>
                  </a:moveTo>
                  <a:lnTo>
                    <a:pt x="275589" y="36322"/>
                  </a:lnTo>
                  <a:lnTo>
                    <a:pt x="275750" y="36195"/>
                  </a:lnTo>
                  <a:close/>
                </a:path>
                <a:path w="704850" h="1090295">
                  <a:moveTo>
                    <a:pt x="283511" y="30099"/>
                  </a:moveTo>
                  <a:lnTo>
                    <a:pt x="283337" y="30225"/>
                  </a:lnTo>
                  <a:lnTo>
                    <a:pt x="283511" y="30099"/>
                  </a:lnTo>
                  <a:close/>
                </a:path>
                <a:path w="704850" h="1090295">
                  <a:moveTo>
                    <a:pt x="475309" y="22479"/>
                  </a:moveTo>
                  <a:lnTo>
                    <a:pt x="454787" y="22479"/>
                  </a:lnTo>
                  <a:lnTo>
                    <a:pt x="470026" y="27305"/>
                  </a:lnTo>
                  <a:lnTo>
                    <a:pt x="469773" y="27177"/>
                  </a:lnTo>
                  <a:lnTo>
                    <a:pt x="487804" y="27177"/>
                  </a:lnTo>
                  <a:lnTo>
                    <a:pt x="475309" y="22479"/>
                  </a:lnTo>
                  <a:close/>
                </a:path>
                <a:path w="704850" h="1090295">
                  <a:moveTo>
                    <a:pt x="291285" y="24511"/>
                  </a:moveTo>
                  <a:lnTo>
                    <a:pt x="291084" y="24637"/>
                  </a:lnTo>
                  <a:lnTo>
                    <a:pt x="291285" y="24511"/>
                  </a:lnTo>
                  <a:close/>
                </a:path>
                <a:path w="704850" h="1090295">
                  <a:moveTo>
                    <a:pt x="450312" y="14732"/>
                  </a:moveTo>
                  <a:lnTo>
                    <a:pt x="424179" y="14732"/>
                  </a:lnTo>
                  <a:lnTo>
                    <a:pt x="439674" y="18414"/>
                  </a:lnTo>
                  <a:lnTo>
                    <a:pt x="454913" y="22606"/>
                  </a:lnTo>
                  <a:lnTo>
                    <a:pt x="475309" y="22479"/>
                  </a:lnTo>
                  <a:lnTo>
                    <a:pt x="471932" y="21209"/>
                  </a:lnTo>
                  <a:lnTo>
                    <a:pt x="456691" y="16510"/>
                  </a:lnTo>
                  <a:lnTo>
                    <a:pt x="450312" y="14732"/>
                  </a:lnTo>
                  <a:close/>
                </a:path>
                <a:path w="704850" h="1090295">
                  <a:moveTo>
                    <a:pt x="299073" y="19685"/>
                  </a:moveTo>
                  <a:lnTo>
                    <a:pt x="298831" y="19812"/>
                  </a:lnTo>
                  <a:lnTo>
                    <a:pt x="299073" y="19685"/>
                  </a:lnTo>
                  <a:close/>
                </a:path>
                <a:path w="704850" h="1090295">
                  <a:moveTo>
                    <a:pt x="306874" y="15621"/>
                  </a:moveTo>
                  <a:lnTo>
                    <a:pt x="306641" y="15720"/>
                  </a:lnTo>
                  <a:lnTo>
                    <a:pt x="306874" y="15621"/>
                  </a:lnTo>
                  <a:close/>
                </a:path>
                <a:path w="704850" h="1090295">
                  <a:moveTo>
                    <a:pt x="413638" y="6350"/>
                  </a:moveTo>
                  <a:lnTo>
                    <a:pt x="345355" y="6354"/>
                  </a:lnTo>
                  <a:lnTo>
                    <a:pt x="361188" y="6731"/>
                  </a:lnTo>
                  <a:lnTo>
                    <a:pt x="377063" y="7747"/>
                  </a:lnTo>
                  <a:lnTo>
                    <a:pt x="392938" y="9525"/>
                  </a:lnTo>
                  <a:lnTo>
                    <a:pt x="408686" y="11811"/>
                  </a:lnTo>
                  <a:lnTo>
                    <a:pt x="424307" y="14859"/>
                  </a:lnTo>
                  <a:lnTo>
                    <a:pt x="424179" y="14732"/>
                  </a:lnTo>
                  <a:lnTo>
                    <a:pt x="450312" y="14732"/>
                  </a:lnTo>
                  <a:lnTo>
                    <a:pt x="441198" y="12192"/>
                  </a:lnTo>
                  <a:lnTo>
                    <a:pt x="425450" y="8636"/>
                  </a:lnTo>
                  <a:lnTo>
                    <a:pt x="413638" y="6350"/>
                  </a:lnTo>
                  <a:close/>
                </a:path>
                <a:path w="704850" h="1090295">
                  <a:moveTo>
                    <a:pt x="314705" y="12319"/>
                  </a:moveTo>
                  <a:lnTo>
                    <a:pt x="314325" y="12446"/>
                  </a:lnTo>
                  <a:lnTo>
                    <a:pt x="314705" y="12319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512439" y="1909445"/>
              <a:ext cx="1347470" cy="388620"/>
            </a:xfrm>
            <a:custGeom>
              <a:avLst/>
              <a:gdLst/>
              <a:ahLst/>
              <a:cxnLst/>
              <a:rect l="l" t="t" r="r" b="b"/>
              <a:pathLst>
                <a:path w="1347470" h="388619">
                  <a:moveTo>
                    <a:pt x="1280663" y="0"/>
                  </a:moveTo>
                  <a:lnTo>
                    <a:pt x="1277107" y="5587"/>
                  </a:lnTo>
                  <a:lnTo>
                    <a:pt x="1289511" y="20470"/>
                  </a:lnTo>
                  <a:lnTo>
                    <a:pt x="1300427" y="38258"/>
                  </a:lnTo>
                  <a:lnTo>
                    <a:pt x="1317747" y="82550"/>
                  </a:lnTo>
                  <a:lnTo>
                    <a:pt x="1328605" y="135413"/>
                  </a:lnTo>
                  <a:lnTo>
                    <a:pt x="1332225" y="194182"/>
                  </a:lnTo>
                  <a:lnTo>
                    <a:pt x="1331322" y="223708"/>
                  </a:lnTo>
                  <a:lnTo>
                    <a:pt x="1324135" y="279282"/>
                  </a:lnTo>
                  <a:lnTo>
                    <a:pt x="1309968" y="329312"/>
                  </a:lnTo>
                  <a:lnTo>
                    <a:pt x="1289585" y="368226"/>
                  </a:lnTo>
                  <a:lnTo>
                    <a:pt x="1277107" y="383158"/>
                  </a:lnTo>
                  <a:lnTo>
                    <a:pt x="1280663" y="388619"/>
                  </a:lnTo>
                  <a:lnTo>
                    <a:pt x="1308111" y="355917"/>
                  </a:lnTo>
                  <a:lnTo>
                    <a:pt x="1329177" y="309879"/>
                  </a:lnTo>
                  <a:lnTo>
                    <a:pt x="1342718" y="254539"/>
                  </a:lnTo>
                  <a:lnTo>
                    <a:pt x="1347211" y="194055"/>
                  </a:lnTo>
                  <a:lnTo>
                    <a:pt x="1346090" y="162867"/>
                  </a:lnTo>
                  <a:lnTo>
                    <a:pt x="1337085" y="104919"/>
                  </a:lnTo>
                  <a:lnTo>
                    <a:pt x="1319436" y="53846"/>
                  </a:lnTo>
                  <a:lnTo>
                    <a:pt x="1295190" y="14741"/>
                  </a:lnTo>
                  <a:lnTo>
                    <a:pt x="1280663" y="0"/>
                  </a:lnTo>
                  <a:close/>
                </a:path>
                <a:path w="1347470" h="388619">
                  <a:moveTo>
                    <a:pt x="66543" y="0"/>
                  </a:moveTo>
                  <a:lnTo>
                    <a:pt x="39143" y="32686"/>
                  </a:lnTo>
                  <a:lnTo>
                    <a:pt x="18029" y="78231"/>
                  </a:lnTo>
                  <a:lnTo>
                    <a:pt x="4488" y="133143"/>
                  </a:lnTo>
                  <a:lnTo>
                    <a:pt x="0" y="194182"/>
                  </a:lnTo>
                  <a:lnTo>
                    <a:pt x="1116" y="224940"/>
                  </a:lnTo>
                  <a:lnTo>
                    <a:pt x="10121" y="282852"/>
                  </a:lnTo>
                  <a:lnTo>
                    <a:pt x="27788" y="334577"/>
                  </a:lnTo>
                  <a:lnTo>
                    <a:pt x="52069" y="373923"/>
                  </a:lnTo>
                  <a:lnTo>
                    <a:pt x="66543" y="388619"/>
                  </a:lnTo>
                  <a:lnTo>
                    <a:pt x="70099" y="383158"/>
                  </a:lnTo>
                  <a:lnTo>
                    <a:pt x="57621" y="368226"/>
                  </a:lnTo>
                  <a:lnTo>
                    <a:pt x="46667" y="350281"/>
                  </a:lnTo>
                  <a:lnTo>
                    <a:pt x="29332" y="305307"/>
                  </a:lnTo>
                  <a:lnTo>
                    <a:pt x="18648" y="252079"/>
                  </a:lnTo>
                  <a:lnTo>
                    <a:pt x="15112" y="194055"/>
                  </a:lnTo>
                  <a:lnTo>
                    <a:pt x="15991" y="164060"/>
                  </a:lnTo>
                  <a:lnTo>
                    <a:pt x="23091" y="108243"/>
                  </a:lnTo>
                  <a:lnTo>
                    <a:pt x="37291" y="58951"/>
                  </a:lnTo>
                  <a:lnTo>
                    <a:pt x="57639" y="20470"/>
                  </a:lnTo>
                  <a:lnTo>
                    <a:pt x="70099" y="5587"/>
                  </a:lnTo>
                  <a:lnTo>
                    <a:pt x="665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85536" y="2033778"/>
              <a:ext cx="184276" cy="141097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5373751" y="1982851"/>
            <a:ext cx="7969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𝑓</a:t>
            </a:r>
            <a:r>
              <a:rPr sz="1200" spc="195" dirty="0">
                <a:latin typeface="Cambria Math"/>
                <a:cs typeface="Cambria Math"/>
              </a:rPr>
              <a:t>  </a:t>
            </a:r>
            <a:r>
              <a:rPr sz="1200" dirty="0">
                <a:latin typeface="Cambria Math"/>
                <a:cs typeface="Cambria Math"/>
              </a:rPr>
              <a:t>𝑥</a:t>
            </a:r>
            <a:r>
              <a:rPr sz="1200" spc="26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0</a:t>
            </a:r>
            <a:r>
              <a:rPr sz="1200" spc="49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+ </a:t>
            </a:r>
            <a:r>
              <a:rPr sz="1200" spc="-50" dirty="0">
                <a:latin typeface="Cambria Math"/>
                <a:cs typeface="Cambria Math"/>
              </a:rPr>
              <a:t>𝛼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187313" y="1917954"/>
            <a:ext cx="596265" cy="191770"/>
            <a:chOff x="6187313" y="1917954"/>
            <a:chExt cx="596265" cy="191770"/>
          </a:xfrm>
        </p:grpSpPr>
        <p:sp>
          <p:nvSpPr>
            <p:cNvPr id="40" name="object 40"/>
            <p:cNvSpPr/>
            <p:nvPr/>
          </p:nvSpPr>
          <p:spPr>
            <a:xfrm>
              <a:off x="6187313" y="2098675"/>
              <a:ext cx="596265" cy="10795"/>
            </a:xfrm>
            <a:custGeom>
              <a:avLst/>
              <a:gdLst/>
              <a:ahLst/>
              <a:cxnLst/>
              <a:rect l="l" t="t" r="r" b="b"/>
              <a:pathLst>
                <a:path w="596265" h="10794">
                  <a:moveTo>
                    <a:pt x="595884" y="0"/>
                  </a:moveTo>
                  <a:lnTo>
                    <a:pt x="0" y="0"/>
                  </a:lnTo>
                  <a:lnTo>
                    <a:pt x="0" y="10667"/>
                  </a:lnTo>
                  <a:lnTo>
                    <a:pt x="595884" y="10667"/>
                  </a:lnTo>
                  <a:lnTo>
                    <a:pt x="5958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22212" y="1917954"/>
              <a:ext cx="184277" cy="141097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6175375" y="1867027"/>
            <a:ext cx="622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𝜕𝑓(𝑥</a:t>
            </a:r>
            <a:r>
              <a:rPr sz="1200" spc="27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0</a:t>
            </a:r>
            <a:r>
              <a:rPr sz="1200" spc="250" dirty="0">
                <a:latin typeface="Cambria Math"/>
                <a:cs typeface="Cambria Math"/>
              </a:rPr>
              <a:t> </a:t>
            </a:r>
            <a:r>
              <a:rPr sz="1200" spc="-50" dirty="0">
                <a:latin typeface="Cambria Math"/>
                <a:cs typeface="Cambria Math"/>
              </a:rPr>
              <a:t>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388734" y="2084959"/>
            <a:ext cx="193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𝜕𝑥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171435" y="2033777"/>
            <a:ext cx="398145" cy="141605"/>
          </a:xfrm>
          <a:custGeom>
            <a:avLst/>
            <a:gdLst/>
            <a:ahLst/>
            <a:cxnLst/>
            <a:rect l="l" t="t" r="r" b="b"/>
            <a:pathLst>
              <a:path w="398145" h="141605">
                <a:moveTo>
                  <a:pt x="352679" y="0"/>
                </a:moveTo>
                <a:lnTo>
                  <a:pt x="350647" y="5714"/>
                </a:lnTo>
                <a:lnTo>
                  <a:pt x="358836" y="9261"/>
                </a:lnTo>
                <a:lnTo>
                  <a:pt x="365871" y="14176"/>
                </a:lnTo>
                <a:lnTo>
                  <a:pt x="384286" y="57802"/>
                </a:lnTo>
                <a:lnTo>
                  <a:pt x="384810" y="69850"/>
                </a:lnTo>
                <a:lnTo>
                  <a:pt x="384286" y="82325"/>
                </a:lnTo>
                <a:lnTo>
                  <a:pt x="371689" y="120540"/>
                </a:lnTo>
                <a:lnTo>
                  <a:pt x="350900" y="135382"/>
                </a:lnTo>
                <a:lnTo>
                  <a:pt x="352679" y="141097"/>
                </a:lnTo>
                <a:lnTo>
                  <a:pt x="386080" y="116459"/>
                </a:lnTo>
                <a:lnTo>
                  <a:pt x="397637" y="70612"/>
                </a:lnTo>
                <a:lnTo>
                  <a:pt x="396920" y="57679"/>
                </a:lnTo>
                <a:lnTo>
                  <a:pt x="379628" y="16073"/>
                </a:lnTo>
                <a:lnTo>
                  <a:pt x="362916" y="3690"/>
                </a:lnTo>
                <a:lnTo>
                  <a:pt x="352679" y="0"/>
                </a:lnTo>
                <a:close/>
              </a:path>
              <a:path w="398145" h="141605">
                <a:moveTo>
                  <a:pt x="45085" y="0"/>
                </a:moveTo>
                <a:lnTo>
                  <a:pt x="11684" y="24764"/>
                </a:lnTo>
                <a:lnTo>
                  <a:pt x="0" y="70612"/>
                </a:lnTo>
                <a:lnTo>
                  <a:pt x="736" y="83562"/>
                </a:lnTo>
                <a:lnTo>
                  <a:pt x="18117" y="125130"/>
                </a:lnTo>
                <a:lnTo>
                  <a:pt x="45085" y="141097"/>
                </a:lnTo>
                <a:lnTo>
                  <a:pt x="46863" y="135382"/>
                </a:lnTo>
                <a:lnTo>
                  <a:pt x="38838" y="131831"/>
                </a:lnTo>
                <a:lnTo>
                  <a:pt x="31908" y="126888"/>
                </a:lnTo>
                <a:lnTo>
                  <a:pt x="13477" y="82325"/>
                </a:lnTo>
                <a:lnTo>
                  <a:pt x="12954" y="69850"/>
                </a:lnTo>
                <a:lnTo>
                  <a:pt x="13495" y="57679"/>
                </a:lnTo>
                <a:lnTo>
                  <a:pt x="26078" y="20448"/>
                </a:lnTo>
                <a:lnTo>
                  <a:pt x="47117" y="5714"/>
                </a:lnTo>
                <a:lnTo>
                  <a:pt x="450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900798" y="1982851"/>
            <a:ext cx="631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&gt;</a:t>
            </a:r>
            <a:r>
              <a:rPr sz="1200" spc="7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𝑓</a:t>
            </a:r>
            <a:r>
              <a:rPr sz="1200" spc="270" dirty="0">
                <a:latin typeface="Cambria Math"/>
                <a:cs typeface="Cambria Math"/>
              </a:rPr>
              <a:t> </a:t>
            </a:r>
            <a:r>
              <a:rPr sz="1200" spc="-20" dirty="0">
                <a:latin typeface="Cambria Math"/>
                <a:cs typeface="Cambria Math"/>
              </a:rPr>
              <a:t>𝑥(0)</a:t>
            </a:r>
            <a:endParaRPr sz="12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62750" y="638555"/>
            <a:ext cx="2819400" cy="4139565"/>
            <a:chOff x="6762750" y="638555"/>
            <a:chExt cx="2819400" cy="4139565"/>
          </a:xfrm>
        </p:grpSpPr>
        <p:sp>
          <p:nvSpPr>
            <p:cNvPr id="3" name="object 3"/>
            <p:cNvSpPr/>
            <p:nvPr/>
          </p:nvSpPr>
          <p:spPr>
            <a:xfrm>
              <a:off x="6845300" y="800861"/>
              <a:ext cx="2661285" cy="3911600"/>
            </a:xfrm>
            <a:custGeom>
              <a:avLst/>
              <a:gdLst/>
              <a:ahLst/>
              <a:cxnLst/>
              <a:rect l="l" t="t" r="r" b="b"/>
              <a:pathLst>
                <a:path w="2661284" h="3911600">
                  <a:moveTo>
                    <a:pt x="2661284" y="1955800"/>
                  </a:moveTo>
                  <a:lnTo>
                    <a:pt x="2660737" y="2012456"/>
                  </a:lnTo>
                  <a:lnTo>
                    <a:pt x="2659104" y="2068714"/>
                  </a:lnTo>
                  <a:lnTo>
                    <a:pt x="2656400" y="2124550"/>
                  </a:lnTo>
                  <a:lnTo>
                    <a:pt x="2652641" y="2179944"/>
                  </a:lnTo>
                  <a:lnTo>
                    <a:pt x="2647840" y="2234873"/>
                  </a:lnTo>
                  <a:lnTo>
                    <a:pt x="2642014" y="2289315"/>
                  </a:lnTo>
                  <a:lnTo>
                    <a:pt x="2635176" y="2343250"/>
                  </a:lnTo>
                  <a:lnTo>
                    <a:pt x="2627341" y="2396654"/>
                  </a:lnTo>
                  <a:lnTo>
                    <a:pt x="2618524" y="2449508"/>
                  </a:lnTo>
                  <a:lnTo>
                    <a:pt x="2608741" y="2501787"/>
                  </a:lnTo>
                  <a:lnTo>
                    <a:pt x="2598005" y="2553472"/>
                  </a:lnTo>
                  <a:lnTo>
                    <a:pt x="2586332" y="2604540"/>
                  </a:lnTo>
                  <a:lnTo>
                    <a:pt x="2573736" y="2654970"/>
                  </a:lnTo>
                  <a:lnTo>
                    <a:pt x="2560232" y="2704739"/>
                  </a:lnTo>
                  <a:lnTo>
                    <a:pt x="2545835" y="2753826"/>
                  </a:lnTo>
                  <a:lnTo>
                    <a:pt x="2530560" y="2802209"/>
                  </a:lnTo>
                  <a:lnTo>
                    <a:pt x="2514422" y="2849867"/>
                  </a:lnTo>
                  <a:lnTo>
                    <a:pt x="2497434" y="2896777"/>
                  </a:lnTo>
                  <a:lnTo>
                    <a:pt x="2479613" y="2942919"/>
                  </a:lnTo>
                  <a:lnTo>
                    <a:pt x="2460973" y="2988269"/>
                  </a:lnTo>
                  <a:lnTo>
                    <a:pt x="2441529" y="3032808"/>
                  </a:lnTo>
                  <a:lnTo>
                    <a:pt x="2421295" y="3076512"/>
                  </a:lnTo>
                  <a:lnTo>
                    <a:pt x="2400286" y="3119359"/>
                  </a:lnTo>
                  <a:lnTo>
                    <a:pt x="2378518" y="3161330"/>
                  </a:lnTo>
                  <a:lnTo>
                    <a:pt x="2356005" y="3202400"/>
                  </a:lnTo>
                  <a:lnTo>
                    <a:pt x="2332761" y="3242550"/>
                  </a:lnTo>
                  <a:lnTo>
                    <a:pt x="2308801" y="3281756"/>
                  </a:lnTo>
                  <a:lnTo>
                    <a:pt x="2284141" y="3319998"/>
                  </a:lnTo>
                  <a:lnTo>
                    <a:pt x="2258795" y="3357253"/>
                  </a:lnTo>
                  <a:lnTo>
                    <a:pt x="2232778" y="3393500"/>
                  </a:lnTo>
                  <a:lnTo>
                    <a:pt x="2206105" y="3428717"/>
                  </a:lnTo>
                  <a:lnTo>
                    <a:pt x="2178790" y="3462882"/>
                  </a:lnTo>
                  <a:lnTo>
                    <a:pt x="2150849" y="3495974"/>
                  </a:lnTo>
                  <a:lnTo>
                    <a:pt x="2122295" y="3527971"/>
                  </a:lnTo>
                  <a:lnTo>
                    <a:pt x="2093145" y="3558850"/>
                  </a:lnTo>
                  <a:lnTo>
                    <a:pt x="2063412" y="3588591"/>
                  </a:lnTo>
                  <a:lnTo>
                    <a:pt x="2033111" y="3617172"/>
                  </a:lnTo>
                  <a:lnTo>
                    <a:pt x="2002258" y="3644570"/>
                  </a:lnTo>
                  <a:lnTo>
                    <a:pt x="1970867" y="3670765"/>
                  </a:lnTo>
                  <a:lnTo>
                    <a:pt x="1938953" y="3695733"/>
                  </a:lnTo>
                  <a:lnTo>
                    <a:pt x="1906530" y="3719455"/>
                  </a:lnTo>
                  <a:lnTo>
                    <a:pt x="1873614" y="3741907"/>
                  </a:lnTo>
                  <a:lnTo>
                    <a:pt x="1840219" y="3763068"/>
                  </a:lnTo>
                  <a:lnTo>
                    <a:pt x="1806360" y="3782916"/>
                  </a:lnTo>
                  <a:lnTo>
                    <a:pt x="1772052" y="3801430"/>
                  </a:lnTo>
                  <a:lnTo>
                    <a:pt x="1737309" y="3818588"/>
                  </a:lnTo>
                  <a:lnTo>
                    <a:pt x="1702147" y="3834368"/>
                  </a:lnTo>
                  <a:lnTo>
                    <a:pt x="1666580" y="3848749"/>
                  </a:lnTo>
                  <a:lnTo>
                    <a:pt x="1630624" y="3861708"/>
                  </a:lnTo>
                  <a:lnTo>
                    <a:pt x="1594292" y="3873223"/>
                  </a:lnTo>
                  <a:lnTo>
                    <a:pt x="1520561" y="3891839"/>
                  </a:lnTo>
                  <a:lnTo>
                    <a:pt x="1445508" y="3904420"/>
                  </a:lnTo>
                  <a:lnTo>
                    <a:pt x="1407522" y="3908394"/>
                  </a:lnTo>
                  <a:lnTo>
                    <a:pt x="1369249" y="3910795"/>
                  </a:lnTo>
                  <a:lnTo>
                    <a:pt x="1330705" y="3911600"/>
                  </a:lnTo>
                  <a:lnTo>
                    <a:pt x="1292155" y="3910795"/>
                  </a:lnTo>
                  <a:lnTo>
                    <a:pt x="1253876" y="3908394"/>
                  </a:lnTo>
                  <a:lnTo>
                    <a:pt x="1215884" y="3904420"/>
                  </a:lnTo>
                  <a:lnTo>
                    <a:pt x="1140819" y="3891839"/>
                  </a:lnTo>
                  <a:lnTo>
                    <a:pt x="1067078" y="3873223"/>
                  </a:lnTo>
                  <a:lnTo>
                    <a:pt x="1030741" y="3861708"/>
                  </a:lnTo>
                  <a:lnTo>
                    <a:pt x="994779" y="3848749"/>
                  </a:lnTo>
                  <a:lnTo>
                    <a:pt x="959208" y="3834368"/>
                  </a:lnTo>
                  <a:lnTo>
                    <a:pt x="924042" y="3818588"/>
                  </a:lnTo>
                  <a:lnTo>
                    <a:pt x="889295" y="3801430"/>
                  </a:lnTo>
                  <a:lnTo>
                    <a:pt x="854983" y="3782916"/>
                  </a:lnTo>
                  <a:lnTo>
                    <a:pt x="821120" y="3763068"/>
                  </a:lnTo>
                  <a:lnTo>
                    <a:pt x="787721" y="3741907"/>
                  </a:lnTo>
                  <a:lnTo>
                    <a:pt x="754801" y="3719455"/>
                  </a:lnTo>
                  <a:lnTo>
                    <a:pt x="722375" y="3695733"/>
                  </a:lnTo>
                  <a:lnTo>
                    <a:pt x="690458" y="3670765"/>
                  </a:lnTo>
                  <a:lnTo>
                    <a:pt x="659064" y="3644570"/>
                  </a:lnTo>
                  <a:lnTo>
                    <a:pt x="628208" y="3617172"/>
                  </a:lnTo>
                  <a:lnTo>
                    <a:pt x="597904" y="3588591"/>
                  </a:lnTo>
                  <a:lnTo>
                    <a:pt x="568169" y="3558850"/>
                  </a:lnTo>
                  <a:lnTo>
                    <a:pt x="539016" y="3527971"/>
                  </a:lnTo>
                  <a:lnTo>
                    <a:pt x="510460" y="3495974"/>
                  </a:lnTo>
                  <a:lnTo>
                    <a:pt x="482516" y="3462882"/>
                  </a:lnTo>
                  <a:lnTo>
                    <a:pt x="455199" y="3428717"/>
                  </a:lnTo>
                  <a:lnTo>
                    <a:pt x="428524" y="3393500"/>
                  </a:lnTo>
                  <a:lnTo>
                    <a:pt x="402505" y="3357253"/>
                  </a:lnTo>
                  <a:lnTo>
                    <a:pt x="377158" y="3319998"/>
                  </a:lnTo>
                  <a:lnTo>
                    <a:pt x="352496" y="3281756"/>
                  </a:lnTo>
                  <a:lnTo>
                    <a:pt x="328535" y="3242550"/>
                  </a:lnTo>
                  <a:lnTo>
                    <a:pt x="305290" y="3202400"/>
                  </a:lnTo>
                  <a:lnTo>
                    <a:pt x="282775" y="3161330"/>
                  </a:lnTo>
                  <a:lnTo>
                    <a:pt x="261006" y="3119359"/>
                  </a:lnTo>
                  <a:lnTo>
                    <a:pt x="239996" y="3076512"/>
                  </a:lnTo>
                  <a:lnTo>
                    <a:pt x="219761" y="3032808"/>
                  </a:lnTo>
                  <a:lnTo>
                    <a:pt x="200316" y="2988269"/>
                  </a:lnTo>
                  <a:lnTo>
                    <a:pt x="181675" y="2942919"/>
                  </a:lnTo>
                  <a:lnTo>
                    <a:pt x="163854" y="2896777"/>
                  </a:lnTo>
                  <a:lnTo>
                    <a:pt x="146866" y="2849867"/>
                  </a:lnTo>
                  <a:lnTo>
                    <a:pt x="130727" y="2802209"/>
                  </a:lnTo>
                  <a:lnTo>
                    <a:pt x="115451" y="2753826"/>
                  </a:lnTo>
                  <a:lnTo>
                    <a:pt x="101054" y="2704739"/>
                  </a:lnTo>
                  <a:lnTo>
                    <a:pt x="87550" y="2654970"/>
                  </a:lnTo>
                  <a:lnTo>
                    <a:pt x="74954" y="2604540"/>
                  </a:lnTo>
                  <a:lnTo>
                    <a:pt x="63280" y="2553472"/>
                  </a:lnTo>
                  <a:lnTo>
                    <a:pt x="52544" y="2501787"/>
                  </a:lnTo>
                  <a:lnTo>
                    <a:pt x="42760" y="2449508"/>
                  </a:lnTo>
                  <a:lnTo>
                    <a:pt x="33944" y="2396654"/>
                  </a:lnTo>
                  <a:lnTo>
                    <a:pt x="26109" y="2343250"/>
                  </a:lnTo>
                  <a:lnTo>
                    <a:pt x="19271" y="2289315"/>
                  </a:lnTo>
                  <a:lnTo>
                    <a:pt x="13444" y="2234873"/>
                  </a:lnTo>
                  <a:lnTo>
                    <a:pt x="8643" y="2179944"/>
                  </a:lnTo>
                  <a:lnTo>
                    <a:pt x="4884" y="2124550"/>
                  </a:lnTo>
                  <a:lnTo>
                    <a:pt x="2180" y="2068714"/>
                  </a:lnTo>
                  <a:lnTo>
                    <a:pt x="547" y="2012456"/>
                  </a:lnTo>
                  <a:lnTo>
                    <a:pt x="0" y="1955800"/>
                  </a:lnTo>
                  <a:lnTo>
                    <a:pt x="547" y="1899143"/>
                  </a:lnTo>
                  <a:lnTo>
                    <a:pt x="2180" y="1842885"/>
                  </a:lnTo>
                  <a:lnTo>
                    <a:pt x="4884" y="1787049"/>
                  </a:lnTo>
                  <a:lnTo>
                    <a:pt x="8643" y="1731655"/>
                  </a:lnTo>
                  <a:lnTo>
                    <a:pt x="13444" y="1676726"/>
                  </a:lnTo>
                  <a:lnTo>
                    <a:pt x="19271" y="1622284"/>
                  </a:lnTo>
                  <a:lnTo>
                    <a:pt x="26109" y="1568349"/>
                  </a:lnTo>
                  <a:lnTo>
                    <a:pt x="33944" y="1514945"/>
                  </a:lnTo>
                  <a:lnTo>
                    <a:pt x="42760" y="1462091"/>
                  </a:lnTo>
                  <a:lnTo>
                    <a:pt x="52544" y="1409812"/>
                  </a:lnTo>
                  <a:lnTo>
                    <a:pt x="63280" y="1358127"/>
                  </a:lnTo>
                  <a:lnTo>
                    <a:pt x="74954" y="1307059"/>
                  </a:lnTo>
                  <a:lnTo>
                    <a:pt x="87550" y="1256629"/>
                  </a:lnTo>
                  <a:lnTo>
                    <a:pt x="101054" y="1206860"/>
                  </a:lnTo>
                  <a:lnTo>
                    <a:pt x="115451" y="1157773"/>
                  </a:lnTo>
                  <a:lnTo>
                    <a:pt x="130727" y="1109390"/>
                  </a:lnTo>
                  <a:lnTo>
                    <a:pt x="146866" y="1061732"/>
                  </a:lnTo>
                  <a:lnTo>
                    <a:pt x="163854" y="1014822"/>
                  </a:lnTo>
                  <a:lnTo>
                    <a:pt x="181675" y="968680"/>
                  </a:lnTo>
                  <a:lnTo>
                    <a:pt x="200316" y="923330"/>
                  </a:lnTo>
                  <a:lnTo>
                    <a:pt x="219761" y="878791"/>
                  </a:lnTo>
                  <a:lnTo>
                    <a:pt x="239996" y="835087"/>
                  </a:lnTo>
                  <a:lnTo>
                    <a:pt x="261006" y="792240"/>
                  </a:lnTo>
                  <a:lnTo>
                    <a:pt x="282775" y="750269"/>
                  </a:lnTo>
                  <a:lnTo>
                    <a:pt x="305290" y="709199"/>
                  </a:lnTo>
                  <a:lnTo>
                    <a:pt x="328535" y="669049"/>
                  </a:lnTo>
                  <a:lnTo>
                    <a:pt x="352496" y="629843"/>
                  </a:lnTo>
                  <a:lnTo>
                    <a:pt x="377158" y="591601"/>
                  </a:lnTo>
                  <a:lnTo>
                    <a:pt x="402505" y="554346"/>
                  </a:lnTo>
                  <a:lnTo>
                    <a:pt x="428524" y="518099"/>
                  </a:lnTo>
                  <a:lnTo>
                    <a:pt x="455199" y="482882"/>
                  </a:lnTo>
                  <a:lnTo>
                    <a:pt x="482516" y="448717"/>
                  </a:lnTo>
                  <a:lnTo>
                    <a:pt x="510460" y="415625"/>
                  </a:lnTo>
                  <a:lnTo>
                    <a:pt x="539016" y="383628"/>
                  </a:lnTo>
                  <a:lnTo>
                    <a:pt x="568169" y="352749"/>
                  </a:lnTo>
                  <a:lnTo>
                    <a:pt x="597904" y="323008"/>
                  </a:lnTo>
                  <a:lnTo>
                    <a:pt x="628208" y="294427"/>
                  </a:lnTo>
                  <a:lnTo>
                    <a:pt x="659064" y="267029"/>
                  </a:lnTo>
                  <a:lnTo>
                    <a:pt x="690458" y="240834"/>
                  </a:lnTo>
                  <a:lnTo>
                    <a:pt x="722375" y="215866"/>
                  </a:lnTo>
                  <a:lnTo>
                    <a:pt x="754801" y="192144"/>
                  </a:lnTo>
                  <a:lnTo>
                    <a:pt x="787721" y="169692"/>
                  </a:lnTo>
                  <a:lnTo>
                    <a:pt x="821120" y="148531"/>
                  </a:lnTo>
                  <a:lnTo>
                    <a:pt x="854983" y="128683"/>
                  </a:lnTo>
                  <a:lnTo>
                    <a:pt x="889295" y="110169"/>
                  </a:lnTo>
                  <a:lnTo>
                    <a:pt x="924042" y="93011"/>
                  </a:lnTo>
                  <a:lnTo>
                    <a:pt x="959208" y="77231"/>
                  </a:lnTo>
                  <a:lnTo>
                    <a:pt x="994779" y="62850"/>
                  </a:lnTo>
                  <a:lnTo>
                    <a:pt x="1030741" y="49891"/>
                  </a:lnTo>
                  <a:lnTo>
                    <a:pt x="1067078" y="38376"/>
                  </a:lnTo>
                  <a:lnTo>
                    <a:pt x="1140819" y="19760"/>
                  </a:lnTo>
                  <a:lnTo>
                    <a:pt x="1215884" y="7179"/>
                  </a:lnTo>
                  <a:lnTo>
                    <a:pt x="1253876" y="3205"/>
                  </a:lnTo>
                  <a:lnTo>
                    <a:pt x="1292155" y="804"/>
                  </a:lnTo>
                  <a:lnTo>
                    <a:pt x="1330705" y="0"/>
                  </a:lnTo>
                  <a:lnTo>
                    <a:pt x="1369249" y="804"/>
                  </a:lnTo>
                  <a:lnTo>
                    <a:pt x="1407522" y="3205"/>
                  </a:lnTo>
                  <a:lnTo>
                    <a:pt x="1445508" y="7179"/>
                  </a:lnTo>
                  <a:lnTo>
                    <a:pt x="1520561" y="19760"/>
                  </a:lnTo>
                  <a:lnTo>
                    <a:pt x="1594292" y="38376"/>
                  </a:lnTo>
                  <a:lnTo>
                    <a:pt x="1630624" y="49891"/>
                  </a:lnTo>
                  <a:lnTo>
                    <a:pt x="1666580" y="62850"/>
                  </a:lnTo>
                  <a:lnTo>
                    <a:pt x="1702147" y="77231"/>
                  </a:lnTo>
                  <a:lnTo>
                    <a:pt x="1737309" y="93011"/>
                  </a:lnTo>
                  <a:lnTo>
                    <a:pt x="1772052" y="110169"/>
                  </a:lnTo>
                  <a:lnTo>
                    <a:pt x="1806360" y="128683"/>
                  </a:lnTo>
                  <a:lnTo>
                    <a:pt x="1840219" y="148531"/>
                  </a:lnTo>
                  <a:lnTo>
                    <a:pt x="1873614" y="169692"/>
                  </a:lnTo>
                  <a:lnTo>
                    <a:pt x="1906530" y="192144"/>
                  </a:lnTo>
                  <a:lnTo>
                    <a:pt x="1938953" y="215866"/>
                  </a:lnTo>
                  <a:lnTo>
                    <a:pt x="1970867" y="240834"/>
                  </a:lnTo>
                  <a:lnTo>
                    <a:pt x="2002258" y="267029"/>
                  </a:lnTo>
                  <a:lnTo>
                    <a:pt x="2033111" y="294427"/>
                  </a:lnTo>
                  <a:lnTo>
                    <a:pt x="2063412" y="323008"/>
                  </a:lnTo>
                  <a:lnTo>
                    <a:pt x="2093145" y="352749"/>
                  </a:lnTo>
                  <a:lnTo>
                    <a:pt x="2122295" y="383628"/>
                  </a:lnTo>
                  <a:lnTo>
                    <a:pt x="2150849" y="415625"/>
                  </a:lnTo>
                  <a:lnTo>
                    <a:pt x="2178790" y="448717"/>
                  </a:lnTo>
                  <a:lnTo>
                    <a:pt x="2206105" y="482882"/>
                  </a:lnTo>
                  <a:lnTo>
                    <a:pt x="2232778" y="518099"/>
                  </a:lnTo>
                  <a:lnTo>
                    <a:pt x="2258795" y="554346"/>
                  </a:lnTo>
                  <a:lnTo>
                    <a:pt x="2284141" y="591601"/>
                  </a:lnTo>
                  <a:lnTo>
                    <a:pt x="2308801" y="629843"/>
                  </a:lnTo>
                  <a:lnTo>
                    <a:pt x="2332761" y="669049"/>
                  </a:lnTo>
                  <a:lnTo>
                    <a:pt x="2356005" y="709199"/>
                  </a:lnTo>
                  <a:lnTo>
                    <a:pt x="2378518" y="750269"/>
                  </a:lnTo>
                  <a:lnTo>
                    <a:pt x="2400286" y="792240"/>
                  </a:lnTo>
                  <a:lnTo>
                    <a:pt x="2421295" y="835087"/>
                  </a:lnTo>
                  <a:lnTo>
                    <a:pt x="2441529" y="878791"/>
                  </a:lnTo>
                  <a:lnTo>
                    <a:pt x="2460973" y="923330"/>
                  </a:lnTo>
                  <a:lnTo>
                    <a:pt x="2479613" y="968680"/>
                  </a:lnTo>
                  <a:lnTo>
                    <a:pt x="2497434" y="1014822"/>
                  </a:lnTo>
                  <a:lnTo>
                    <a:pt x="2514422" y="1061732"/>
                  </a:lnTo>
                  <a:lnTo>
                    <a:pt x="2530560" y="1109390"/>
                  </a:lnTo>
                  <a:lnTo>
                    <a:pt x="2545835" y="1157773"/>
                  </a:lnTo>
                  <a:lnTo>
                    <a:pt x="2560232" y="1206860"/>
                  </a:lnTo>
                  <a:lnTo>
                    <a:pt x="2573736" y="1256629"/>
                  </a:lnTo>
                  <a:lnTo>
                    <a:pt x="2586332" y="1307059"/>
                  </a:lnTo>
                  <a:lnTo>
                    <a:pt x="2598005" y="1358127"/>
                  </a:lnTo>
                  <a:lnTo>
                    <a:pt x="2608741" y="1409812"/>
                  </a:lnTo>
                  <a:lnTo>
                    <a:pt x="2618524" y="1462091"/>
                  </a:lnTo>
                  <a:lnTo>
                    <a:pt x="2627341" y="1514945"/>
                  </a:lnTo>
                  <a:lnTo>
                    <a:pt x="2635176" y="1568349"/>
                  </a:lnTo>
                  <a:lnTo>
                    <a:pt x="2642014" y="1622284"/>
                  </a:lnTo>
                  <a:lnTo>
                    <a:pt x="2647840" y="1676726"/>
                  </a:lnTo>
                  <a:lnTo>
                    <a:pt x="2652641" y="1731655"/>
                  </a:lnTo>
                  <a:lnTo>
                    <a:pt x="2656400" y="1787049"/>
                  </a:lnTo>
                  <a:lnTo>
                    <a:pt x="2659104" y="1842885"/>
                  </a:lnTo>
                  <a:lnTo>
                    <a:pt x="2660737" y="1899143"/>
                  </a:lnTo>
                  <a:lnTo>
                    <a:pt x="2661284" y="1955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69100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2806700" y="0"/>
                  </a:moveTo>
                  <a:lnTo>
                    <a:pt x="0" y="0"/>
                  </a:lnTo>
                  <a:lnTo>
                    <a:pt x="0" y="2684145"/>
                  </a:lnTo>
                  <a:lnTo>
                    <a:pt x="2806700" y="2684145"/>
                  </a:lnTo>
                  <a:lnTo>
                    <a:pt x="2806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69100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0" y="2684145"/>
                  </a:moveTo>
                  <a:lnTo>
                    <a:pt x="2806700" y="2684145"/>
                  </a:lnTo>
                  <a:lnTo>
                    <a:pt x="2806700" y="0"/>
                  </a:lnTo>
                  <a:lnTo>
                    <a:pt x="0" y="0"/>
                  </a:lnTo>
                  <a:lnTo>
                    <a:pt x="0" y="268414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08950" y="4663694"/>
              <a:ext cx="98425" cy="114173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6394450" y="2924809"/>
            <a:ext cx="3199765" cy="1839595"/>
          </a:xfrm>
          <a:custGeom>
            <a:avLst/>
            <a:gdLst/>
            <a:ahLst/>
            <a:cxnLst/>
            <a:rect l="l" t="t" r="r" b="b"/>
            <a:pathLst>
              <a:path w="3199765" h="1839595">
                <a:moveTo>
                  <a:pt x="3199765" y="1801241"/>
                </a:moveTo>
                <a:lnTo>
                  <a:pt x="3187065" y="1794891"/>
                </a:lnTo>
                <a:lnTo>
                  <a:pt x="3123565" y="1763141"/>
                </a:lnTo>
                <a:lnTo>
                  <a:pt x="3123565" y="1794891"/>
                </a:lnTo>
                <a:lnTo>
                  <a:pt x="44450" y="1794891"/>
                </a:lnTo>
                <a:lnTo>
                  <a:pt x="44450" y="76200"/>
                </a:lnTo>
                <a:lnTo>
                  <a:pt x="76200" y="76200"/>
                </a:lnTo>
                <a:lnTo>
                  <a:pt x="69913" y="63627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1794891"/>
                </a:lnTo>
                <a:lnTo>
                  <a:pt x="31750" y="1800098"/>
                </a:lnTo>
                <a:lnTo>
                  <a:pt x="31750" y="1807591"/>
                </a:lnTo>
                <a:lnTo>
                  <a:pt x="3123565" y="1807591"/>
                </a:lnTo>
                <a:lnTo>
                  <a:pt x="3123565" y="1839341"/>
                </a:lnTo>
                <a:lnTo>
                  <a:pt x="3187065" y="1807591"/>
                </a:lnTo>
                <a:lnTo>
                  <a:pt x="3199765" y="180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740900" y="454837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17586" y="4697069"/>
            <a:ext cx="1108710" cy="52832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400" dirty="0">
                <a:latin typeface="Calibri"/>
                <a:cs typeface="Calibri"/>
              </a:rPr>
              <a:t>mínimo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global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100" spc="60" baseline="11904" dirty="0">
                <a:latin typeface="Cambria Math"/>
                <a:cs typeface="Cambria Math"/>
              </a:rPr>
              <a:t>𝑎</a:t>
            </a:r>
            <a:r>
              <a:rPr sz="1000" spc="40" dirty="0">
                <a:latin typeface="Cambria Math"/>
                <a:cs typeface="Cambria Math"/>
              </a:rPr>
              <a:t>ótimo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54469" y="4734559"/>
            <a:ext cx="844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" marR="5080" indent="-8382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valor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inicial aleatório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32294" y="3555491"/>
            <a:ext cx="1248028" cy="12058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573393" y="2859785"/>
            <a:ext cx="2292985" cy="897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𝐽</a:t>
            </a:r>
            <a:r>
              <a:rPr sz="1950" spc="-15" baseline="-14957" dirty="0">
                <a:latin typeface="Cambria Math"/>
                <a:cs typeface="Cambria Math"/>
              </a:rPr>
              <a:t>𝑒</a:t>
            </a:r>
            <a:r>
              <a:rPr sz="1800" spc="-10" dirty="0">
                <a:latin typeface="Cambria Math"/>
                <a:cs typeface="Cambria Math"/>
              </a:rPr>
              <a:t>(𝑎)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50">
              <a:latin typeface="Cambria Math"/>
              <a:cs typeface="Cambria Math"/>
            </a:endParaRPr>
          </a:p>
          <a:p>
            <a:pPr marL="57277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passo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aprendizagem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62750" y="638555"/>
            <a:ext cx="2819400" cy="4139565"/>
            <a:chOff x="6762750" y="638555"/>
            <a:chExt cx="2819400" cy="4139565"/>
          </a:xfrm>
        </p:grpSpPr>
        <p:sp>
          <p:nvSpPr>
            <p:cNvPr id="3" name="object 3"/>
            <p:cNvSpPr/>
            <p:nvPr/>
          </p:nvSpPr>
          <p:spPr>
            <a:xfrm>
              <a:off x="6845300" y="800861"/>
              <a:ext cx="2661285" cy="3911600"/>
            </a:xfrm>
            <a:custGeom>
              <a:avLst/>
              <a:gdLst/>
              <a:ahLst/>
              <a:cxnLst/>
              <a:rect l="l" t="t" r="r" b="b"/>
              <a:pathLst>
                <a:path w="2661284" h="3911600">
                  <a:moveTo>
                    <a:pt x="2661284" y="1955800"/>
                  </a:moveTo>
                  <a:lnTo>
                    <a:pt x="2660737" y="2012456"/>
                  </a:lnTo>
                  <a:lnTo>
                    <a:pt x="2659104" y="2068714"/>
                  </a:lnTo>
                  <a:lnTo>
                    <a:pt x="2656400" y="2124550"/>
                  </a:lnTo>
                  <a:lnTo>
                    <a:pt x="2652641" y="2179944"/>
                  </a:lnTo>
                  <a:lnTo>
                    <a:pt x="2647840" y="2234873"/>
                  </a:lnTo>
                  <a:lnTo>
                    <a:pt x="2642014" y="2289315"/>
                  </a:lnTo>
                  <a:lnTo>
                    <a:pt x="2635176" y="2343250"/>
                  </a:lnTo>
                  <a:lnTo>
                    <a:pt x="2627341" y="2396654"/>
                  </a:lnTo>
                  <a:lnTo>
                    <a:pt x="2618524" y="2449508"/>
                  </a:lnTo>
                  <a:lnTo>
                    <a:pt x="2608741" y="2501787"/>
                  </a:lnTo>
                  <a:lnTo>
                    <a:pt x="2598005" y="2553472"/>
                  </a:lnTo>
                  <a:lnTo>
                    <a:pt x="2586332" y="2604540"/>
                  </a:lnTo>
                  <a:lnTo>
                    <a:pt x="2573736" y="2654970"/>
                  </a:lnTo>
                  <a:lnTo>
                    <a:pt x="2560232" y="2704739"/>
                  </a:lnTo>
                  <a:lnTo>
                    <a:pt x="2545835" y="2753826"/>
                  </a:lnTo>
                  <a:lnTo>
                    <a:pt x="2530560" y="2802209"/>
                  </a:lnTo>
                  <a:lnTo>
                    <a:pt x="2514422" y="2849867"/>
                  </a:lnTo>
                  <a:lnTo>
                    <a:pt x="2497434" y="2896777"/>
                  </a:lnTo>
                  <a:lnTo>
                    <a:pt x="2479613" y="2942919"/>
                  </a:lnTo>
                  <a:lnTo>
                    <a:pt x="2460973" y="2988269"/>
                  </a:lnTo>
                  <a:lnTo>
                    <a:pt x="2441529" y="3032808"/>
                  </a:lnTo>
                  <a:lnTo>
                    <a:pt x="2421295" y="3076512"/>
                  </a:lnTo>
                  <a:lnTo>
                    <a:pt x="2400286" y="3119359"/>
                  </a:lnTo>
                  <a:lnTo>
                    <a:pt x="2378518" y="3161330"/>
                  </a:lnTo>
                  <a:lnTo>
                    <a:pt x="2356005" y="3202400"/>
                  </a:lnTo>
                  <a:lnTo>
                    <a:pt x="2332761" y="3242550"/>
                  </a:lnTo>
                  <a:lnTo>
                    <a:pt x="2308801" y="3281756"/>
                  </a:lnTo>
                  <a:lnTo>
                    <a:pt x="2284141" y="3319998"/>
                  </a:lnTo>
                  <a:lnTo>
                    <a:pt x="2258795" y="3357253"/>
                  </a:lnTo>
                  <a:lnTo>
                    <a:pt x="2232778" y="3393500"/>
                  </a:lnTo>
                  <a:lnTo>
                    <a:pt x="2206105" y="3428717"/>
                  </a:lnTo>
                  <a:lnTo>
                    <a:pt x="2178790" y="3462882"/>
                  </a:lnTo>
                  <a:lnTo>
                    <a:pt x="2150849" y="3495974"/>
                  </a:lnTo>
                  <a:lnTo>
                    <a:pt x="2122295" y="3527971"/>
                  </a:lnTo>
                  <a:lnTo>
                    <a:pt x="2093145" y="3558850"/>
                  </a:lnTo>
                  <a:lnTo>
                    <a:pt x="2063412" y="3588591"/>
                  </a:lnTo>
                  <a:lnTo>
                    <a:pt x="2033111" y="3617172"/>
                  </a:lnTo>
                  <a:lnTo>
                    <a:pt x="2002258" y="3644570"/>
                  </a:lnTo>
                  <a:lnTo>
                    <a:pt x="1970867" y="3670765"/>
                  </a:lnTo>
                  <a:lnTo>
                    <a:pt x="1938953" y="3695733"/>
                  </a:lnTo>
                  <a:lnTo>
                    <a:pt x="1906530" y="3719455"/>
                  </a:lnTo>
                  <a:lnTo>
                    <a:pt x="1873614" y="3741907"/>
                  </a:lnTo>
                  <a:lnTo>
                    <a:pt x="1840219" y="3763068"/>
                  </a:lnTo>
                  <a:lnTo>
                    <a:pt x="1806360" y="3782916"/>
                  </a:lnTo>
                  <a:lnTo>
                    <a:pt x="1772052" y="3801430"/>
                  </a:lnTo>
                  <a:lnTo>
                    <a:pt x="1737309" y="3818588"/>
                  </a:lnTo>
                  <a:lnTo>
                    <a:pt x="1702147" y="3834368"/>
                  </a:lnTo>
                  <a:lnTo>
                    <a:pt x="1666580" y="3848749"/>
                  </a:lnTo>
                  <a:lnTo>
                    <a:pt x="1630624" y="3861708"/>
                  </a:lnTo>
                  <a:lnTo>
                    <a:pt x="1594292" y="3873223"/>
                  </a:lnTo>
                  <a:lnTo>
                    <a:pt x="1520561" y="3891839"/>
                  </a:lnTo>
                  <a:lnTo>
                    <a:pt x="1445508" y="3904420"/>
                  </a:lnTo>
                  <a:lnTo>
                    <a:pt x="1407522" y="3908394"/>
                  </a:lnTo>
                  <a:lnTo>
                    <a:pt x="1369249" y="3910795"/>
                  </a:lnTo>
                  <a:lnTo>
                    <a:pt x="1330705" y="3911600"/>
                  </a:lnTo>
                  <a:lnTo>
                    <a:pt x="1292155" y="3910795"/>
                  </a:lnTo>
                  <a:lnTo>
                    <a:pt x="1253876" y="3908394"/>
                  </a:lnTo>
                  <a:lnTo>
                    <a:pt x="1215884" y="3904420"/>
                  </a:lnTo>
                  <a:lnTo>
                    <a:pt x="1140819" y="3891839"/>
                  </a:lnTo>
                  <a:lnTo>
                    <a:pt x="1067078" y="3873223"/>
                  </a:lnTo>
                  <a:lnTo>
                    <a:pt x="1030741" y="3861708"/>
                  </a:lnTo>
                  <a:lnTo>
                    <a:pt x="994779" y="3848749"/>
                  </a:lnTo>
                  <a:lnTo>
                    <a:pt x="959208" y="3834368"/>
                  </a:lnTo>
                  <a:lnTo>
                    <a:pt x="924042" y="3818588"/>
                  </a:lnTo>
                  <a:lnTo>
                    <a:pt x="889295" y="3801430"/>
                  </a:lnTo>
                  <a:lnTo>
                    <a:pt x="854983" y="3782916"/>
                  </a:lnTo>
                  <a:lnTo>
                    <a:pt x="821120" y="3763068"/>
                  </a:lnTo>
                  <a:lnTo>
                    <a:pt x="787721" y="3741907"/>
                  </a:lnTo>
                  <a:lnTo>
                    <a:pt x="754801" y="3719455"/>
                  </a:lnTo>
                  <a:lnTo>
                    <a:pt x="722375" y="3695733"/>
                  </a:lnTo>
                  <a:lnTo>
                    <a:pt x="690458" y="3670765"/>
                  </a:lnTo>
                  <a:lnTo>
                    <a:pt x="659064" y="3644570"/>
                  </a:lnTo>
                  <a:lnTo>
                    <a:pt x="628208" y="3617172"/>
                  </a:lnTo>
                  <a:lnTo>
                    <a:pt x="597904" y="3588591"/>
                  </a:lnTo>
                  <a:lnTo>
                    <a:pt x="568169" y="3558850"/>
                  </a:lnTo>
                  <a:lnTo>
                    <a:pt x="539016" y="3527971"/>
                  </a:lnTo>
                  <a:lnTo>
                    <a:pt x="510460" y="3495974"/>
                  </a:lnTo>
                  <a:lnTo>
                    <a:pt x="482516" y="3462882"/>
                  </a:lnTo>
                  <a:lnTo>
                    <a:pt x="455199" y="3428717"/>
                  </a:lnTo>
                  <a:lnTo>
                    <a:pt x="428524" y="3393500"/>
                  </a:lnTo>
                  <a:lnTo>
                    <a:pt x="402505" y="3357253"/>
                  </a:lnTo>
                  <a:lnTo>
                    <a:pt x="377158" y="3319998"/>
                  </a:lnTo>
                  <a:lnTo>
                    <a:pt x="352496" y="3281756"/>
                  </a:lnTo>
                  <a:lnTo>
                    <a:pt x="328535" y="3242550"/>
                  </a:lnTo>
                  <a:lnTo>
                    <a:pt x="305290" y="3202400"/>
                  </a:lnTo>
                  <a:lnTo>
                    <a:pt x="282775" y="3161330"/>
                  </a:lnTo>
                  <a:lnTo>
                    <a:pt x="261006" y="3119359"/>
                  </a:lnTo>
                  <a:lnTo>
                    <a:pt x="239996" y="3076512"/>
                  </a:lnTo>
                  <a:lnTo>
                    <a:pt x="219761" y="3032808"/>
                  </a:lnTo>
                  <a:lnTo>
                    <a:pt x="200316" y="2988269"/>
                  </a:lnTo>
                  <a:lnTo>
                    <a:pt x="181675" y="2942919"/>
                  </a:lnTo>
                  <a:lnTo>
                    <a:pt x="163854" y="2896777"/>
                  </a:lnTo>
                  <a:lnTo>
                    <a:pt x="146866" y="2849867"/>
                  </a:lnTo>
                  <a:lnTo>
                    <a:pt x="130727" y="2802209"/>
                  </a:lnTo>
                  <a:lnTo>
                    <a:pt x="115451" y="2753826"/>
                  </a:lnTo>
                  <a:lnTo>
                    <a:pt x="101054" y="2704739"/>
                  </a:lnTo>
                  <a:lnTo>
                    <a:pt x="87550" y="2654970"/>
                  </a:lnTo>
                  <a:lnTo>
                    <a:pt x="74954" y="2604540"/>
                  </a:lnTo>
                  <a:lnTo>
                    <a:pt x="63280" y="2553472"/>
                  </a:lnTo>
                  <a:lnTo>
                    <a:pt x="52544" y="2501787"/>
                  </a:lnTo>
                  <a:lnTo>
                    <a:pt x="42760" y="2449508"/>
                  </a:lnTo>
                  <a:lnTo>
                    <a:pt x="33944" y="2396654"/>
                  </a:lnTo>
                  <a:lnTo>
                    <a:pt x="26109" y="2343250"/>
                  </a:lnTo>
                  <a:lnTo>
                    <a:pt x="19271" y="2289315"/>
                  </a:lnTo>
                  <a:lnTo>
                    <a:pt x="13444" y="2234873"/>
                  </a:lnTo>
                  <a:lnTo>
                    <a:pt x="8643" y="2179944"/>
                  </a:lnTo>
                  <a:lnTo>
                    <a:pt x="4884" y="2124550"/>
                  </a:lnTo>
                  <a:lnTo>
                    <a:pt x="2180" y="2068714"/>
                  </a:lnTo>
                  <a:lnTo>
                    <a:pt x="547" y="2012456"/>
                  </a:lnTo>
                  <a:lnTo>
                    <a:pt x="0" y="1955800"/>
                  </a:lnTo>
                  <a:lnTo>
                    <a:pt x="547" y="1899143"/>
                  </a:lnTo>
                  <a:lnTo>
                    <a:pt x="2180" y="1842885"/>
                  </a:lnTo>
                  <a:lnTo>
                    <a:pt x="4884" y="1787049"/>
                  </a:lnTo>
                  <a:lnTo>
                    <a:pt x="8643" y="1731655"/>
                  </a:lnTo>
                  <a:lnTo>
                    <a:pt x="13444" y="1676726"/>
                  </a:lnTo>
                  <a:lnTo>
                    <a:pt x="19271" y="1622284"/>
                  </a:lnTo>
                  <a:lnTo>
                    <a:pt x="26109" y="1568349"/>
                  </a:lnTo>
                  <a:lnTo>
                    <a:pt x="33944" y="1514945"/>
                  </a:lnTo>
                  <a:lnTo>
                    <a:pt x="42760" y="1462091"/>
                  </a:lnTo>
                  <a:lnTo>
                    <a:pt x="52544" y="1409812"/>
                  </a:lnTo>
                  <a:lnTo>
                    <a:pt x="63280" y="1358127"/>
                  </a:lnTo>
                  <a:lnTo>
                    <a:pt x="74954" y="1307059"/>
                  </a:lnTo>
                  <a:lnTo>
                    <a:pt x="87550" y="1256629"/>
                  </a:lnTo>
                  <a:lnTo>
                    <a:pt x="101054" y="1206860"/>
                  </a:lnTo>
                  <a:lnTo>
                    <a:pt x="115451" y="1157773"/>
                  </a:lnTo>
                  <a:lnTo>
                    <a:pt x="130727" y="1109390"/>
                  </a:lnTo>
                  <a:lnTo>
                    <a:pt x="146866" y="1061732"/>
                  </a:lnTo>
                  <a:lnTo>
                    <a:pt x="163854" y="1014822"/>
                  </a:lnTo>
                  <a:lnTo>
                    <a:pt x="181675" y="968680"/>
                  </a:lnTo>
                  <a:lnTo>
                    <a:pt x="200316" y="923330"/>
                  </a:lnTo>
                  <a:lnTo>
                    <a:pt x="219761" y="878791"/>
                  </a:lnTo>
                  <a:lnTo>
                    <a:pt x="239996" y="835087"/>
                  </a:lnTo>
                  <a:lnTo>
                    <a:pt x="261006" y="792240"/>
                  </a:lnTo>
                  <a:lnTo>
                    <a:pt x="282775" y="750269"/>
                  </a:lnTo>
                  <a:lnTo>
                    <a:pt x="305290" y="709199"/>
                  </a:lnTo>
                  <a:lnTo>
                    <a:pt x="328535" y="669049"/>
                  </a:lnTo>
                  <a:lnTo>
                    <a:pt x="352496" y="629843"/>
                  </a:lnTo>
                  <a:lnTo>
                    <a:pt x="377158" y="591601"/>
                  </a:lnTo>
                  <a:lnTo>
                    <a:pt x="402505" y="554346"/>
                  </a:lnTo>
                  <a:lnTo>
                    <a:pt x="428524" y="518099"/>
                  </a:lnTo>
                  <a:lnTo>
                    <a:pt x="455199" y="482882"/>
                  </a:lnTo>
                  <a:lnTo>
                    <a:pt x="482516" y="448717"/>
                  </a:lnTo>
                  <a:lnTo>
                    <a:pt x="510460" y="415625"/>
                  </a:lnTo>
                  <a:lnTo>
                    <a:pt x="539016" y="383628"/>
                  </a:lnTo>
                  <a:lnTo>
                    <a:pt x="568169" y="352749"/>
                  </a:lnTo>
                  <a:lnTo>
                    <a:pt x="597904" y="323008"/>
                  </a:lnTo>
                  <a:lnTo>
                    <a:pt x="628208" y="294427"/>
                  </a:lnTo>
                  <a:lnTo>
                    <a:pt x="659064" y="267029"/>
                  </a:lnTo>
                  <a:lnTo>
                    <a:pt x="690458" y="240834"/>
                  </a:lnTo>
                  <a:lnTo>
                    <a:pt x="722375" y="215866"/>
                  </a:lnTo>
                  <a:lnTo>
                    <a:pt x="754801" y="192144"/>
                  </a:lnTo>
                  <a:lnTo>
                    <a:pt x="787721" y="169692"/>
                  </a:lnTo>
                  <a:lnTo>
                    <a:pt x="821120" y="148531"/>
                  </a:lnTo>
                  <a:lnTo>
                    <a:pt x="854983" y="128683"/>
                  </a:lnTo>
                  <a:lnTo>
                    <a:pt x="889295" y="110169"/>
                  </a:lnTo>
                  <a:lnTo>
                    <a:pt x="924042" y="93011"/>
                  </a:lnTo>
                  <a:lnTo>
                    <a:pt x="959208" y="77231"/>
                  </a:lnTo>
                  <a:lnTo>
                    <a:pt x="994779" y="62850"/>
                  </a:lnTo>
                  <a:lnTo>
                    <a:pt x="1030741" y="49891"/>
                  </a:lnTo>
                  <a:lnTo>
                    <a:pt x="1067078" y="38376"/>
                  </a:lnTo>
                  <a:lnTo>
                    <a:pt x="1140819" y="19760"/>
                  </a:lnTo>
                  <a:lnTo>
                    <a:pt x="1215884" y="7179"/>
                  </a:lnTo>
                  <a:lnTo>
                    <a:pt x="1253876" y="3205"/>
                  </a:lnTo>
                  <a:lnTo>
                    <a:pt x="1292155" y="804"/>
                  </a:lnTo>
                  <a:lnTo>
                    <a:pt x="1330705" y="0"/>
                  </a:lnTo>
                  <a:lnTo>
                    <a:pt x="1369249" y="804"/>
                  </a:lnTo>
                  <a:lnTo>
                    <a:pt x="1407522" y="3205"/>
                  </a:lnTo>
                  <a:lnTo>
                    <a:pt x="1445508" y="7179"/>
                  </a:lnTo>
                  <a:lnTo>
                    <a:pt x="1520561" y="19760"/>
                  </a:lnTo>
                  <a:lnTo>
                    <a:pt x="1594292" y="38376"/>
                  </a:lnTo>
                  <a:lnTo>
                    <a:pt x="1630624" y="49891"/>
                  </a:lnTo>
                  <a:lnTo>
                    <a:pt x="1666580" y="62850"/>
                  </a:lnTo>
                  <a:lnTo>
                    <a:pt x="1702147" y="77231"/>
                  </a:lnTo>
                  <a:lnTo>
                    <a:pt x="1737309" y="93011"/>
                  </a:lnTo>
                  <a:lnTo>
                    <a:pt x="1772052" y="110169"/>
                  </a:lnTo>
                  <a:lnTo>
                    <a:pt x="1806360" y="128683"/>
                  </a:lnTo>
                  <a:lnTo>
                    <a:pt x="1840219" y="148531"/>
                  </a:lnTo>
                  <a:lnTo>
                    <a:pt x="1873614" y="169692"/>
                  </a:lnTo>
                  <a:lnTo>
                    <a:pt x="1906530" y="192144"/>
                  </a:lnTo>
                  <a:lnTo>
                    <a:pt x="1938953" y="215866"/>
                  </a:lnTo>
                  <a:lnTo>
                    <a:pt x="1970867" y="240834"/>
                  </a:lnTo>
                  <a:lnTo>
                    <a:pt x="2002258" y="267029"/>
                  </a:lnTo>
                  <a:lnTo>
                    <a:pt x="2033111" y="294427"/>
                  </a:lnTo>
                  <a:lnTo>
                    <a:pt x="2063412" y="323008"/>
                  </a:lnTo>
                  <a:lnTo>
                    <a:pt x="2093145" y="352749"/>
                  </a:lnTo>
                  <a:lnTo>
                    <a:pt x="2122295" y="383628"/>
                  </a:lnTo>
                  <a:lnTo>
                    <a:pt x="2150849" y="415625"/>
                  </a:lnTo>
                  <a:lnTo>
                    <a:pt x="2178790" y="448717"/>
                  </a:lnTo>
                  <a:lnTo>
                    <a:pt x="2206105" y="482882"/>
                  </a:lnTo>
                  <a:lnTo>
                    <a:pt x="2232778" y="518099"/>
                  </a:lnTo>
                  <a:lnTo>
                    <a:pt x="2258795" y="554346"/>
                  </a:lnTo>
                  <a:lnTo>
                    <a:pt x="2284141" y="591601"/>
                  </a:lnTo>
                  <a:lnTo>
                    <a:pt x="2308801" y="629843"/>
                  </a:lnTo>
                  <a:lnTo>
                    <a:pt x="2332761" y="669049"/>
                  </a:lnTo>
                  <a:lnTo>
                    <a:pt x="2356005" y="709199"/>
                  </a:lnTo>
                  <a:lnTo>
                    <a:pt x="2378518" y="750269"/>
                  </a:lnTo>
                  <a:lnTo>
                    <a:pt x="2400286" y="792240"/>
                  </a:lnTo>
                  <a:lnTo>
                    <a:pt x="2421295" y="835087"/>
                  </a:lnTo>
                  <a:lnTo>
                    <a:pt x="2441529" y="878791"/>
                  </a:lnTo>
                  <a:lnTo>
                    <a:pt x="2460973" y="923330"/>
                  </a:lnTo>
                  <a:lnTo>
                    <a:pt x="2479613" y="968680"/>
                  </a:lnTo>
                  <a:lnTo>
                    <a:pt x="2497434" y="1014822"/>
                  </a:lnTo>
                  <a:lnTo>
                    <a:pt x="2514422" y="1061732"/>
                  </a:lnTo>
                  <a:lnTo>
                    <a:pt x="2530560" y="1109390"/>
                  </a:lnTo>
                  <a:lnTo>
                    <a:pt x="2545835" y="1157773"/>
                  </a:lnTo>
                  <a:lnTo>
                    <a:pt x="2560232" y="1206860"/>
                  </a:lnTo>
                  <a:lnTo>
                    <a:pt x="2573736" y="1256629"/>
                  </a:lnTo>
                  <a:lnTo>
                    <a:pt x="2586332" y="1307059"/>
                  </a:lnTo>
                  <a:lnTo>
                    <a:pt x="2598005" y="1358127"/>
                  </a:lnTo>
                  <a:lnTo>
                    <a:pt x="2608741" y="1409812"/>
                  </a:lnTo>
                  <a:lnTo>
                    <a:pt x="2618524" y="1462091"/>
                  </a:lnTo>
                  <a:lnTo>
                    <a:pt x="2627341" y="1514945"/>
                  </a:lnTo>
                  <a:lnTo>
                    <a:pt x="2635176" y="1568349"/>
                  </a:lnTo>
                  <a:lnTo>
                    <a:pt x="2642014" y="1622284"/>
                  </a:lnTo>
                  <a:lnTo>
                    <a:pt x="2647840" y="1676726"/>
                  </a:lnTo>
                  <a:lnTo>
                    <a:pt x="2652641" y="1731655"/>
                  </a:lnTo>
                  <a:lnTo>
                    <a:pt x="2656400" y="1787049"/>
                  </a:lnTo>
                  <a:lnTo>
                    <a:pt x="2659104" y="1842885"/>
                  </a:lnTo>
                  <a:lnTo>
                    <a:pt x="2660737" y="1899143"/>
                  </a:lnTo>
                  <a:lnTo>
                    <a:pt x="2661284" y="1955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69100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2806700" y="0"/>
                  </a:moveTo>
                  <a:lnTo>
                    <a:pt x="0" y="0"/>
                  </a:lnTo>
                  <a:lnTo>
                    <a:pt x="0" y="2684145"/>
                  </a:lnTo>
                  <a:lnTo>
                    <a:pt x="2806700" y="2684145"/>
                  </a:lnTo>
                  <a:lnTo>
                    <a:pt x="2806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69100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0" y="2684145"/>
                  </a:moveTo>
                  <a:lnTo>
                    <a:pt x="2806700" y="2684145"/>
                  </a:lnTo>
                  <a:lnTo>
                    <a:pt x="2806700" y="0"/>
                  </a:lnTo>
                  <a:lnTo>
                    <a:pt x="0" y="0"/>
                  </a:lnTo>
                  <a:lnTo>
                    <a:pt x="0" y="268414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08950" y="4663694"/>
              <a:ext cx="98425" cy="114173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6394450" y="2924809"/>
            <a:ext cx="3199765" cy="1839595"/>
          </a:xfrm>
          <a:custGeom>
            <a:avLst/>
            <a:gdLst/>
            <a:ahLst/>
            <a:cxnLst/>
            <a:rect l="l" t="t" r="r" b="b"/>
            <a:pathLst>
              <a:path w="3199765" h="1839595">
                <a:moveTo>
                  <a:pt x="3199765" y="1801241"/>
                </a:moveTo>
                <a:lnTo>
                  <a:pt x="3187065" y="1794891"/>
                </a:lnTo>
                <a:lnTo>
                  <a:pt x="3123565" y="1763141"/>
                </a:lnTo>
                <a:lnTo>
                  <a:pt x="3123565" y="1794891"/>
                </a:lnTo>
                <a:lnTo>
                  <a:pt x="44450" y="1794891"/>
                </a:lnTo>
                <a:lnTo>
                  <a:pt x="44450" y="76200"/>
                </a:lnTo>
                <a:lnTo>
                  <a:pt x="76200" y="76200"/>
                </a:lnTo>
                <a:lnTo>
                  <a:pt x="69913" y="63627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1794891"/>
                </a:lnTo>
                <a:lnTo>
                  <a:pt x="31750" y="1800098"/>
                </a:lnTo>
                <a:lnTo>
                  <a:pt x="31750" y="1807591"/>
                </a:lnTo>
                <a:lnTo>
                  <a:pt x="3123565" y="1807591"/>
                </a:lnTo>
                <a:lnTo>
                  <a:pt x="3123565" y="1839341"/>
                </a:lnTo>
                <a:lnTo>
                  <a:pt x="3187065" y="1807591"/>
                </a:lnTo>
                <a:lnTo>
                  <a:pt x="3199765" y="180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81520" y="2859785"/>
            <a:ext cx="587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𝐽</a:t>
            </a:r>
            <a:r>
              <a:rPr sz="1950" spc="-15" baseline="-14957" dirty="0">
                <a:latin typeface="Cambria Math"/>
                <a:cs typeface="Cambria Math"/>
              </a:rPr>
              <a:t>𝑒</a:t>
            </a:r>
            <a:r>
              <a:rPr sz="1800" spc="-10" dirty="0">
                <a:latin typeface="Cambria Math"/>
                <a:cs typeface="Cambria Math"/>
              </a:rPr>
              <a:t>(𝒂)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40900" y="454837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54469" y="4734559"/>
            <a:ext cx="844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" marR="5080" indent="-8382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valor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inicial aleatório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32294" y="3555491"/>
            <a:ext cx="1248028" cy="120586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1071816" y="566293"/>
            <a:ext cx="3199765" cy="4139565"/>
            <a:chOff x="1071816" y="566293"/>
            <a:chExt cx="3199765" cy="4139565"/>
          </a:xfrm>
        </p:grpSpPr>
        <p:sp>
          <p:nvSpPr>
            <p:cNvPr id="13" name="object 13"/>
            <p:cNvSpPr/>
            <p:nvPr/>
          </p:nvSpPr>
          <p:spPr>
            <a:xfrm>
              <a:off x="1522602" y="728726"/>
              <a:ext cx="2661920" cy="3911600"/>
            </a:xfrm>
            <a:custGeom>
              <a:avLst/>
              <a:gdLst/>
              <a:ahLst/>
              <a:cxnLst/>
              <a:rect l="l" t="t" r="r" b="b"/>
              <a:pathLst>
                <a:path w="2661920" h="3911600">
                  <a:moveTo>
                    <a:pt x="2661412" y="1955800"/>
                  </a:moveTo>
                  <a:lnTo>
                    <a:pt x="2660864" y="2012456"/>
                  </a:lnTo>
                  <a:lnTo>
                    <a:pt x="2659231" y="2068714"/>
                  </a:lnTo>
                  <a:lnTo>
                    <a:pt x="2656527" y="2124550"/>
                  </a:lnTo>
                  <a:lnTo>
                    <a:pt x="2652768" y="2179944"/>
                  </a:lnTo>
                  <a:lnTo>
                    <a:pt x="2647967" y="2234873"/>
                  </a:lnTo>
                  <a:lnTo>
                    <a:pt x="2642140" y="2289315"/>
                  </a:lnTo>
                  <a:lnTo>
                    <a:pt x="2635302" y="2343250"/>
                  </a:lnTo>
                  <a:lnTo>
                    <a:pt x="2627467" y="2396654"/>
                  </a:lnTo>
                  <a:lnTo>
                    <a:pt x="2618651" y="2449508"/>
                  </a:lnTo>
                  <a:lnTo>
                    <a:pt x="2608867" y="2501787"/>
                  </a:lnTo>
                  <a:lnTo>
                    <a:pt x="2598131" y="2553472"/>
                  </a:lnTo>
                  <a:lnTo>
                    <a:pt x="2586457" y="2604540"/>
                  </a:lnTo>
                  <a:lnTo>
                    <a:pt x="2573861" y="2654970"/>
                  </a:lnTo>
                  <a:lnTo>
                    <a:pt x="2560357" y="2704739"/>
                  </a:lnTo>
                  <a:lnTo>
                    <a:pt x="2545960" y="2753826"/>
                  </a:lnTo>
                  <a:lnTo>
                    <a:pt x="2530684" y="2802209"/>
                  </a:lnTo>
                  <a:lnTo>
                    <a:pt x="2514545" y="2849867"/>
                  </a:lnTo>
                  <a:lnTo>
                    <a:pt x="2497557" y="2896777"/>
                  </a:lnTo>
                  <a:lnTo>
                    <a:pt x="2479736" y="2942919"/>
                  </a:lnTo>
                  <a:lnTo>
                    <a:pt x="2461095" y="2988269"/>
                  </a:lnTo>
                  <a:lnTo>
                    <a:pt x="2441650" y="3032808"/>
                  </a:lnTo>
                  <a:lnTo>
                    <a:pt x="2421415" y="3076512"/>
                  </a:lnTo>
                  <a:lnTo>
                    <a:pt x="2400405" y="3119359"/>
                  </a:lnTo>
                  <a:lnTo>
                    <a:pt x="2378636" y="3161330"/>
                  </a:lnTo>
                  <a:lnTo>
                    <a:pt x="2356121" y="3202400"/>
                  </a:lnTo>
                  <a:lnTo>
                    <a:pt x="2332876" y="3242550"/>
                  </a:lnTo>
                  <a:lnTo>
                    <a:pt x="2308915" y="3281756"/>
                  </a:lnTo>
                  <a:lnTo>
                    <a:pt x="2284253" y="3319998"/>
                  </a:lnTo>
                  <a:lnTo>
                    <a:pt x="2258906" y="3357253"/>
                  </a:lnTo>
                  <a:lnTo>
                    <a:pt x="2232887" y="3393500"/>
                  </a:lnTo>
                  <a:lnTo>
                    <a:pt x="2206212" y="3428717"/>
                  </a:lnTo>
                  <a:lnTo>
                    <a:pt x="2178895" y="3462882"/>
                  </a:lnTo>
                  <a:lnTo>
                    <a:pt x="2150951" y="3495974"/>
                  </a:lnTo>
                  <a:lnTo>
                    <a:pt x="2122395" y="3527971"/>
                  </a:lnTo>
                  <a:lnTo>
                    <a:pt x="2093242" y="3558850"/>
                  </a:lnTo>
                  <a:lnTo>
                    <a:pt x="2063507" y="3588591"/>
                  </a:lnTo>
                  <a:lnTo>
                    <a:pt x="2033203" y="3617172"/>
                  </a:lnTo>
                  <a:lnTo>
                    <a:pt x="2002347" y="3644570"/>
                  </a:lnTo>
                  <a:lnTo>
                    <a:pt x="1970953" y="3670765"/>
                  </a:lnTo>
                  <a:lnTo>
                    <a:pt x="1939036" y="3695733"/>
                  </a:lnTo>
                  <a:lnTo>
                    <a:pt x="1906610" y="3719455"/>
                  </a:lnTo>
                  <a:lnTo>
                    <a:pt x="1873690" y="3741907"/>
                  </a:lnTo>
                  <a:lnTo>
                    <a:pt x="1840291" y="3763068"/>
                  </a:lnTo>
                  <a:lnTo>
                    <a:pt x="1806428" y="3782916"/>
                  </a:lnTo>
                  <a:lnTo>
                    <a:pt x="1772116" y="3801430"/>
                  </a:lnTo>
                  <a:lnTo>
                    <a:pt x="1737369" y="3818588"/>
                  </a:lnTo>
                  <a:lnTo>
                    <a:pt x="1702203" y="3834368"/>
                  </a:lnTo>
                  <a:lnTo>
                    <a:pt x="1666632" y="3848749"/>
                  </a:lnTo>
                  <a:lnTo>
                    <a:pt x="1630670" y="3861708"/>
                  </a:lnTo>
                  <a:lnTo>
                    <a:pt x="1594333" y="3873223"/>
                  </a:lnTo>
                  <a:lnTo>
                    <a:pt x="1520592" y="3891839"/>
                  </a:lnTo>
                  <a:lnTo>
                    <a:pt x="1445527" y="3904420"/>
                  </a:lnTo>
                  <a:lnTo>
                    <a:pt x="1407535" y="3908394"/>
                  </a:lnTo>
                  <a:lnTo>
                    <a:pt x="1369256" y="3910795"/>
                  </a:lnTo>
                  <a:lnTo>
                    <a:pt x="1330705" y="3911600"/>
                  </a:lnTo>
                  <a:lnTo>
                    <a:pt x="1292161" y="3910795"/>
                  </a:lnTo>
                  <a:lnTo>
                    <a:pt x="1253889" y="3908394"/>
                  </a:lnTo>
                  <a:lnTo>
                    <a:pt x="1215902" y="3904420"/>
                  </a:lnTo>
                  <a:lnTo>
                    <a:pt x="1140847" y="3891839"/>
                  </a:lnTo>
                  <a:lnTo>
                    <a:pt x="1067114" y="3873223"/>
                  </a:lnTo>
                  <a:lnTo>
                    <a:pt x="1030781" y="3861708"/>
                  </a:lnTo>
                  <a:lnTo>
                    <a:pt x="994822" y="3848749"/>
                  </a:lnTo>
                  <a:lnTo>
                    <a:pt x="959253" y="3834368"/>
                  </a:lnTo>
                  <a:lnTo>
                    <a:pt x="924089" y="3818588"/>
                  </a:lnTo>
                  <a:lnTo>
                    <a:pt x="889345" y="3801430"/>
                  </a:lnTo>
                  <a:lnTo>
                    <a:pt x="855034" y="3782916"/>
                  </a:lnTo>
                  <a:lnTo>
                    <a:pt x="821173" y="3763068"/>
                  </a:lnTo>
                  <a:lnTo>
                    <a:pt x="787776" y="3741907"/>
                  </a:lnTo>
                  <a:lnTo>
                    <a:pt x="754857" y="3719455"/>
                  </a:lnTo>
                  <a:lnTo>
                    <a:pt x="722431" y="3695733"/>
                  </a:lnTo>
                  <a:lnTo>
                    <a:pt x="690514" y="3670765"/>
                  </a:lnTo>
                  <a:lnTo>
                    <a:pt x="659120" y="3644570"/>
                  </a:lnTo>
                  <a:lnTo>
                    <a:pt x="628264" y="3617172"/>
                  </a:lnTo>
                  <a:lnTo>
                    <a:pt x="597960" y="3588591"/>
                  </a:lnTo>
                  <a:lnTo>
                    <a:pt x="568224" y="3558850"/>
                  </a:lnTo>
                  <a:lnTo>
                    <a:pt x="539070" y="3527971"/>
                  </a:lnTo>
                  <a:lnTo>
                    <a:pt x="510514" y="3495974"/>
                  </a:lnTo>
                  <a:lnTo>
                    <a:pt x="482569" y="3462882"/>
                  </a:lnTo>
                  <a:lnTo>
                    <a:pt x="455251" y="3428717"/>
                  </a:lnTo>
                  <a:lnTo>
                    <a:pt x="428574" y="3393500"/>
                  </a:lnTo>
                  <a:lnTo>
                    <a:pt x="402554" y="3357253"/>
                  </a:lnTo>
                  <a:lnTo>
                    <a:pt x="377204" y="3319998"/>
                  </a:lnTo>
                  <a:lnTo>
                    <a:pt x="352541" y="3281756"/>
                  </a:lnTo>
                  <a:lnTo>
                    <a:pt x="328578" y="3242550"/>
                  </a:lnTo>
                  <a:lnTo>
                    <a:pt x="305331" y="3202400"/>
                  </a:lnTo>
                  <a:lnTo>
                    <a:pt x="282815" y="3161330"/>
                  </a:lnTo>
                  <a:lnTo>
                    <a:pt x="261043" y="3119359"/>
                  </a:lnTo>
                  <a:lnTo>
                    <a:pt x="240031" y="3076512"/>
                  </a:lnTo>
                  <a:lnTo>
                    <a:pt x="219794" y="3032808"/>
                  </a:lnTo>
                  <a:lnTo>
                    <a:pt x="200347" y="2988269"/>
                  </a:lnTo>
                  <a:lnTo>
                    <a:pt x="181704" y="2942919"/>
                  </a:lnTo>
                  <a:lnTo>
                    <a:pt x="163880" y="2896777"/>
                  </a:lnTo>
                  <a:lnTo>
                    <a:pt x="146890" y="2849867"/>
                  </a:lnTo>
                  <a:lnTo>
                    <a:pt x="130748" y="2802209"/>
                  </a:lnTo>
                  <a:lnTo>
                    <a:pt x="115471" y="2753826"/>
                  </a:lnTo>
                  <a:lnTo>
                    <a:pt x="101071" y="2704739"/>
                  </a:lnTo>
                  <a:lnTo>
                    <a:pt x="87565" y="2654970"/>
                  </a:lnTo>
                  <a:lnTo>
                    <a:pt x="74967" y="2604540"/>
                  </a:lnTo>
                  <a:lnTo>
                    <a:pt x="63292" y="2553472"/>
                  </a:lnTo>
                  <a:lnTo>
                    <a:pt x="52554" y="2501787"/>
                  </a:lnTo>
                  <a:lnTo>
                    <a:pt x="42768" y="2449508"/>
                  </a:lnTo>
                  <a:lnTo>
                    <a:pt x="33950" y="2396654"/>
                  </a:lnTo>
                  <a:lnTo>
                    <a:pt x="26114" y="2343250"/>
                  </a:lnTo>
                  <a:lnTo>
                    <a:pt x="19274" y="2289315"/>
                  </a:lnTo>
                  <a:lnTo>
                    <a:pt x="13446" y="2234873"/>
                  </a:lnTo>
                  <a:lnTo>
                    <a:pt x="8645" y="2179944"/>
                  </a:lnTo>
                  <a:lnTo>
                    <a:pt x="4885" y="2124550"/>
                  </a:lnTo>
                  <a:lnTo>
                    <a:pt x="2181" y="2068714"/>
                  </a:lnTo>
                  <a:lnTo>
                    <a:pt x="547" y="2012456"/>
                  </a:lnTo>
                  <a:lnTo>
                    <a:pt x="0" y="1955800"/>
                  </a:lnTo>
                  <a:lnTo>
                    <a:pt x="547" y="1899136"/>
                  </a:lnTo>
                  <a:lnTo>
                    <a:pt x="2181" y="1842873"/>
                  </a:lnTo>
                  <a:lnTo>
                    <a:pt x="4885" y="1787031"/>
                  </a:lnTo>
                  <a:lnTo>
                    <a:pt x="8645" y="1731632"/>
                  </a:lnTo>
                  <a:lnTo>
                    <a:pt x="13446" y="1676699"/>
                  </a:lnTo>
                  <a:lnTo>
                    <a:pt x="19274" y="1622252"/>
                  </a:lnTo>
                  <a:lnTo>
                    <a:pt x="26114" y="1568313"/>
                  </a:lnTo>
                  <a:lnTo>
                    <a:pt x="33950" y="1514905"/>
                  </a:lnTo>
                  <a:lnTo>
                    <a:pt x="42768" y="1462049"/>
                  </a:lnTo>
                  <a:lnTo>
                    <a:pt x="52554" y="1409766"/>
                  </a:lnTo>
                  <a:lnTo>
                    <a:pt x="63292" y="1358079"/>
                  </a:lnTo>
                  <a:lnTo>
                    <a:pt x="74967" y="1307009"/>
                  </a:lnTo>
                  <a:lnTo>
                    <a:pt x="87565" y="1256578"/>
                  </a:lnTo>
                  <a:lnTo>
                    <a:pt x="101071" y="1206807"/>
                  </a:lnTo>
                  <a:lnTo>
                    <a:pt x="115471" y="1157719"/>
                  </a:lnTo>
                  <a:lnTo>
                    <a:pt x="130748" y="1109335"/>
                  </a:lnTo>
                  <a:lnTo>
                    <a:pt x="146890" y="1061676"/>
                  </a:lnTo>
                  <a:lnTo>
                    <a:pt x="163880" y="1014765"/>
                  </a:lnTo>
                  <a:lnTo>
                    <a:pt x="181704" y="968624"/>
                  </a:lnTo>
                  <a:lnTo>
                    <a:pt x="200347" y="923273"/>
                  </a:lnTo>
                  <a:lnTo>
                    <a:pt x="219794" y="878735"/>
                  </a:lnTo>
                  <a:lnTo>
                    <a:pt x="240031" y="835032"/>
                  </a:lnTo>
                  <a:lnTo>
                    <a:pt x="261043" y="792185"/>
                  </a:lnTo>
                  <a:lnTo>
                    <a:pt x="282815" y="750216"/>
                  </a:lnTo>
                  <a:lnTo>
                    <a:pt x="305331" y="709146"/>
                  </a:lnTo>
                  <a:lnTo>
                    <a:pt x="328578" y="668998"/>
                  </a:lnTo>
                  <a:lnTo>
                    <a:pt x="352541" y="629793"/>
                  </a:lnTo>
                  <a:lnTo>
                    <a:pt x="377204" y="591553"/>
                  </a:lnTo>
                  <a:lnTo>
                    <a:pt x="402554" y="554299"/>
                  </a:lnTo>
                  <a:lnTo>
                    <a:pt x="428574" y="518054"/>
                  </a:lnTo>
                  <a:lnTo>
                    <a:pt x="455251" y="482839"/>
                  </a:lnTo>
                  <a:lnTo>
                    <a:pt x="482569" y="448676"/>
                  </a:lnTo>
                  <a:lnTo>
                    <a:pt x="510514" y="415586"/>
                  </a:lnTo>
                  <a:lnTo>
                    <a:pt x="539070" y="383591"/>
                  </a:lnTo>
                  <a:lnTo>
                    <a:pt x="568224" y="352714"/>
                  </a:lnTo>
                  <a:lnTo>
                    <a:pt x="597960" y="322975"/>
                  </a:lnTo>
                  <a:lnTo>
                    <a:pt x="628264" y="294397"/>
                  </a:lnTo>
                  <a:lnTo>
                    <a:pt x="659120" y="267001"/>
                  </a:lnTo>
                  <a:lnTo>
                    <a:pt x="690514" y="240808"/>
                  </a:lnTo>
                  <a:lnTo>
                    <a:pt x="722431" y="215842"/>
                  </a:lnTo>
                  <a:lnTo>
                    <a:pt x="754857" y="192123"/>
                  </a:lnTo>
                  <a:lnTo>
                    <a:pt x="787776" y="169673"/>
                  </a:lnTo>
                  <a:lnTo>
                    <a:pt x="821173" y="148514"/>
                  </a:lnTo>
                  <a:lnTo>
                    <a:pt x="855034" y="128667"/>
                  </a:lnTo>
                  <a:lnTo>
                    <a:pt x="889345" y="110155"/>
                  </a:lnTo>
                  <a:lnTo>
                    <a:pt x="924089" y="92999"/>
                  </a:lnTo>
                  <a:lnTo>
                    <a:pt x="959253" y="77221"/>
                  </a:lnTo>
                  <a:lnTo>
                    <a:pt x="994822" y="62842"/>
                  </a:lnTo>
                  <a:lnTo>
                    <a:pt x="1030781" y="49885"/>
                  </a:lnTo>
                  <a:lnTo>
                    <a:pt x="1067114" y="38371"/>
                  </a:lnTo>
                  <a:lnTo>
                    <a:pt x="1140847" y="19758"/>
                  </a:lnTo>
                  <a:lnTo>
                    <a:pt x="1215902" y="7178"/>
                  </a:lnTo>
                  <a:lnTo>
                    <a:pt x="1253889" y="3204"/>
                  </a:lnTo>
                  <a:lnTo>
                    <a:pt x="1292161" y="804"/>
                  </a:lnTo>
                  <a:lnTo>
                    <a:pt x="1330705" y="0"/>
                  </a:lnTo>
                  <a:lnTo>
                    <a:pt x="1369256" y="804"/>
                  </a:lnTo>
                  <a:lnTo>
                    <a:pt x="1407535" y="3204"/>
                  </a:lnTo>
                  <a:lnTo>
                    <a:pt x="1445527" y="7178"/>
                  </a:lnTo>
                  <a:lnTo>
                    <a:pt x="1520592" y="19758"/>
                  </a:lnTo>
                  <a:lnTo>
                    <a:pt x="1594333" y="38371"/>
                  </a:lnTo>
                  <a:lnTo>
                    <a:pt x="1630670" y="49885"/>
                  </a:lnTo>
                  <a:lnTo>
                    <a:pt x="1666632" y="62842"/>
                  </a:lnTo>
                  <a:lnTo>
                    <a:pt x="1702203" y="77221"/>
                  </a:lnTo>
                  <a:lnTo>
                    <a:pt x="1737369" y="92999"/>
                  </a:lnTo>
                  <a:lnTo>
                    <a:pt x="1772116" y="110155"/>
                  </a:lnTo>
                  <a:lnTo>
                    <a:pt x="1806428" y="128667"/>
                  </a:lnTo>
                  <a:lnTo>
                    <a:pt x="1840291" y="148514"/>
                  </a:lnTo>
                  <a:lnTo>
                    <a:pt x="1873690" y="169673"/>
                  </a:lnTo>
                  <a:lnTo>
                    <a:pt x="1906610" y="192123"/>
                  </a:lnTo>
                  <a:lnTo>
                    <a:pt x="1939036" y="215842"/>
                  </a:lnTo>
                  <a:lnTo>
                    <a:pt x="1970953" y="240808"/>
                  </a:lnTo>
                  <a:lnTo>
                    <a:pt x="2002347" y="267001"/>
                  </a:lnTo>
                  <a:lnTo>
                    <a:pt x="2033203" y="294397"/>
                  </a:lnTo>
                  <a:lnTo>
                    <a:pt x="2063507" y="322975"/>
                  </a:lnTo>
                  <a:lnTo>
                    <a:pt x="2093242" y="352714"/>
                  </a:lnTo>
                  <a:lnTo>
                    <a:pt x="2122395" y="383591"/>
                  </a:lnTo>
                  <a:lnTo>
                    <a:pt x="2150951" y="415586"/>
                  </a:lnTo>
                  <a:lnTo>
                    <a:pt x="2178895" y="448676"/>
                  </a:lnTo>
                  <a:lnTo>
                    <a:pt x="2206212" y="482839"/>
                  </a:lnTo>
                  <a:lnTo>
                    <a:pt x="2232887" y="518054"/>
                  </a:lnTo>
                  <a:lnTo>
                    <a:pt x="2258906" y="554299"/>
                  </a:lnTo>
                  <a:lnTo>
                    <a:pt x="2284253" y="591553"/>
                  </a:lnTo>
                  <a:lnTo>
                    <a:pt x="2308915" y="629793"/>
                  </a:lnTo>
                  <a:lnTo>
                    <a:pt x="2332876" y="668998"/>
                  </a:lnTo>
                  <a:lnTo>
                    <a:pt x="2356121" y="709146"/>
                  </a:lnTo>
                  <a:lnTo>
                    <a:pt x="2378636" y="750216"/>
                  </a:lnTo>
                  <a:lnTo>
                    <a:pt x="2400405" y="792185"/>
                  </a:lnTo>
                  <a:lnTo>
                    <a:pt x="2421415" y="835032"/>
                  </a:lnTo>
                  <a:lnTo>
                    <a:pt x="2441650" y="878735"/>
                  </a:lnTo>
                  <a:lnTo>
                    <a:pt x="2461095" y="923273"/>
                  </a:lnTo>
                  <a:lnTo>
                    <a:pt x="2479736" y="968624"/>
                  </a:lnTo>
                  <a:lnTo>
                    <a:pt x="2497557" y="1014765"/>
                  </a:lnTo>
                  <a:lnTo>
                    <a:pt x="2514545" y="1061676"/>
                  </a:lnTo>
                  <a:lnTo>
                    <a:pt x="2530684" y="1109335"/>
                  </a:lnTo>
                  <a:lnTo>
                    <a:pt x="2545960" y="1157719"/>
                  </a:lnTo>
                  <a:lnTo>
                    <a:pt x="2560357" y="1206807"/>
                  </a:lnTo>
                  <a:lnTo>
                    <a:pt x="2573861" y="1256578"/>
                  </a:lnTo>
                  <a:lnTo>
                    <a:pt x="2586457" y="1307009"/>
                  </a:lnTo>
                  <a:lnTo>
                    <a:pt x="2598131" y="1358079"/>
                  </a:lnTo>
                  <a:lnTo>
                    <a:pt x="2608867" y="1409766"/>
                  </a:lnTo>
                  <a:lnTo>
                    <a:pt x="2618651" y="1462049"/>
                  </a:lnTo>
                  <a:lnTo>
                    <a:pt x="2627467" y="1514905"/>
                  </a:lnTo>
                  <a:lnTo>
                    <a:pt x="2635302" y="1568313"/>
                  </a:lnTo>
                  <a:lnTo>
                    <a:pt x="2642140" y="1622252"/>
                  </a:lnTo>
                  <a:lnTo>
                    <a:pt x="2647967" y="1676699"/>
                  </a:lnTo>
                  <a:lnTo>
                    <a:pt x="2652768" y="1731632"/>
                  </a:lnTo>
                  <a:lnTo>
                    <a:pt x="2656527" y="1787031"/>
                  </a:lnTo>
                  <a:lnTo>
                    <a:pt x="2659231" y="1842873"/>
                  </a:lnTo>
                  <a:lnTo>
                    <a:pt x="2660864" y="1899136"/>
                  </a:lnTo>
                  <a:lnTo>
                    <a:pt x="2661412" y="1955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46402" y="572643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2806700" y="0"/>
                  </a:moveTo>
                  <a:lnTo>
                    <a:pt x="0" y="0"/>
                  </a:lnTo>
                  <a:lnTo>
                    <a:pt x="0" y="2684144"/>
                  </a:lnTo>
                  <a:lnTo>
                    <a:pt x="2806700" y="2684144"/>
                  </a:lnTo>
                  <a:lnTo>
                    <a:pt x="2806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46402" y="572643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0" y="2684144"/>
                  </a:moveTo>
                  <a:lnTo>
                    <a:pt x="2806700" y="2684144"/>
                  </a:lnTo>
                  <a:lnTo>
                    <a:pt x="2806700" y="0"/>
                  </a:lnTo>
                  <a:lnTo>
                    <a:pt x="0" y="0"/>
                  </a:lnTo>
                  <a:lnTo>
                    <a:pt x="0" y="268414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86252" y="4591431"/>
              <a:ext cx="98425" cy="11417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71816" y="2852673"/>
              <a:ext cx="3199765" cy="1839595"/>
            </a:xfrm>
            <a:custGeom>
              <a:avLst/>
              <a:gdLst/>
              <a:ahLst/>
              <a:cxnLst/>
              <a:rect l="l" t="t" r="r" b="b"/>
              <a:pathLst>
                <a:path w="3199765" h="1839595">
                  <a:moveTo>
                    <a:pt x="3199701" y="1801241"/>
                  </a:moveTo>
                  <a:lnTo>
                    <a:pt x="3187001" y="1794891"/>
                  </a:lnTo>
                  <a:lnTo>
                    <a:pt x="3123501" y="1763141"/>
                  </a:lnTo>
                  <a:lnTo>
                    <a:pt x="3123501" y="1794891"/>
                  </a:lnTo>
                  <a:lnTo>
                    <a:pt x="44450" y="1794891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1794891"/>
                  </a:lnTo>
                  <a:lnTo>
                    <a:pt x="31750" y="1799971"/>
                  </a:lnTo>
                  <a:lnTo>
                    <a:pt x="31750" y="1807591"/>
                  </a:lnTo>
                  <a:lnTo>
                    <a:pt x="3123501" y="1807591"/>
                  </a:lnTo>
                  <a:lnTo>
                    <a:pt x="3123501" y="1839341"/>
                  </a:lnTo>
                  <a:lnTo>
                    <a:pt x="3187001" y="1807591"/>
                  </a:lnTo>
                  <a:lnTo>
                    <a:pt x="3199701" y="18012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58188" y="2787522"/>
            <a:ext cx="587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𝐽</a:t>
            </a:r>
            <a:r>
              <a:rPr sz="1950" spc="-15" baseline="-14957" dirty="0">
                <a:latin typeface="Cambria Math"/>
                <a:cs typeface="Cambria Math"/>
              </a:rPr>
              <a:t>𝑒</a:t>
            </a:r>
            <a:r>
              <a:rPr sz="1800" spc="-10" dirty="0">
                <a:latin typeface="Cambria Math"/>
                <a:cs typeface="Cambria Math"/>
              </a:rPr>
              <a:t>(𝒂)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17567" y="44761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31188" y="4662296"/>
            <a:ext cx="8439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valor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inicial aleatório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09597" y="3483355"/>
            <a:ext cx="1258062" cy="1180338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62750" y="638555"/>
            <a:ext cx="2819400" cy="4139565"/>
            <a:chOff x="6762750" y="638555"/>
            <a:chExt cx="2819400" cy="4139565"/>
          </a:xfrm>
        </p:grpSpPr>
        <p:sp>
          <p:nvSpPr>
            <p:cNvPr id="3" name="object 3"/>
            <p:cNvSpPr/>
            <p:nvPr/>
          </p:nvSpPr>
          <p:spPr>
            <a:xfrm>
              <a:off x="6845300" y="800861"/>
              <a:ext cx="2661285" cy="3911600"/>
            </a:xfrm>
            <a:custGeom>
              <a:avLst/>
              <a:gdLst/>
              <a:ahLst/>
              <a:cxnLst/>
              <a:rect l="l" t="t" r="r" b="b"/>
              <a:pathLst>
                <a:path w="2661284" h="3911600">
                  <a:moveTo>
                    <a:pt x="2661284" y="1955800"/>
                  </a:moveTo>
                  <a:lnTo>
                    <a:pt x="2660737" y="2012456"/>
                  </a:lnTo>
                  <a:lnTo>
                    <a:pt x="2659104" y="2068714"/>
                  </a:lnTo>
                  <a:lnTo>
                    <a:pt x="2656400" y="2124550"/>
                  </a:lnTo>
                  <a:lnTo>
                    <a:pt x="2652641" y="2179944"/>
                  </a:lnTo>
                  <a:lnTo>
                    <a:pt x="2647840" y="2234873"/>
                  </a:lnTo>
                  <a:lnTo>
                    <a:pt x="2642014" y="2289315"/>
                  </a:lnTo>
                  <a:lnTo>
                    <a:pt x="2635176" y="2343250"/>
                  </a:lnTo>
                  <a:lnTo>
                    <a:pt x="2627341" y="2396654"/>
                  </a:lnTo>
                  <a:lnTo>
                    <a:pt x="2618524" y="2449508"/>
                  </a:lnTo>
                  <a:lnTo>
                    <a:pt x="2608741" y="2501787"/>
                  </a:lnTo>
                  <a:lnTo>
                    <a:pt x="2598005" y="2553472"/>
                  </a:lnTo>
                  <a:lnTo>
                    <a:pt x="2586332" y="2604540"/>
                  </a:lnTo>
                  <a:lnTo>
                    <a:pt x="2573736" y="2654970"/>
                  </a:lnTo>
                  <a:lnTo>
                    <a:pt x="2560232" y="2704739"/>
                  </a:lnTo>
                  <a:lnTo>
                    <a:pt x="2545835" y="2753826"/>
                  </a:lnTo>
                  <a:lnTo>
                    <a:pt x="2530560" y="2802209"/>
                  </a:lnTo>
                  <a:lnTo>
                    <a:pt x="2514422" y="2849867"/>
                  </a:lnTo>
                  <a:lnTo>
                    <a:pt x="2497434" y="2896777"/>
                  </a:lnTo>
                  <a:lnTo>
                    <a:pt x="2479613" y="2942919"/>
                  </a:lnTo>
                  <a:lnTo>
                    <a:pt x="2460973" y="2988269"/>
                  </a:lnTo>
                  <a:lnTo>
                    <a:pt x="2441529" y="3032808"/>
                  </a:lnTo>
                  <a:lnTo>
                    <a:pt x="2421295" y="3076512"/>
                  </a:lnTo>
                  <a:lnTo>
                    <a:pt x="2400286" y="3119359"/>
                  </a:lnTo>
                  <a:lnTo>
                    <a:pt x="2378518" y="3161330"/>
                  </a:lnTo>
                  <a:lnTo>
                    <a:pt x="2356005" y="3202400"/>
                  </a:lnTo>
                  <a:lnTo>
                    <a:pt x="2332761" y="3242550"/>
                  </a:lnTo>
                  <a:lnTo>
                    <a:pt x="2308801" y="3281756"/>
                  </a:lnTo>
                  <a:lnTo>
                    <a:pt x="2284141" y="3319998"/>
                  </a:lnTo>
                  <a:lnTo>
                    <a:pt x="2258795" y="3357253"/>
                  </a:lnTo>
                  <a:lnTo>
                    <a:pt x="2232778" y="3393500"/>
                  </a:lnTo>
                  <a:lnTo>
                    <a:pt x="2206105" y="3428717"/>
                  </a:lnTo>
                  <a:lnTo>
                    <a:pt x="2178790" y="3462882"/>
                  </a:lnTo>
                  <a:lnTo>
                    <a:pt x="2150849" y="3495974"/>
                  </a:lnTo>
                  <a:lnTo>
                    <a:pt x="2122295" y="3527971"/>
                  </a:lnTo>
                  <a:lnTo>
                    <a:pt x="2093145" y="3558850"/>
                  </a:lnTo>
                  <a:lnTo>
                    <a:pt x="2063412" y="3588591"/>
                  </a:lnTo>
                  <a:lnTo>
                    <a:pt x="2033111" y="3617172"/>
                  </a:lnTo>
                  <a:lnTo>
                    <a:pt x="2002258" y="3644570"/>
                  </a:lnTo>
                  <a:lnTo>
                    <a:pt x="1970867" y="3670765"/>
                  </a:lnTo>
                  <a:lnTo>
                    <a:pt x="1938953" y="3695733"/>
                  </a:lnTo>
                  <a:lnTo>
                    <a:pt x="1906530" y="3719455"/>
                  </a:lnTo>
                  <a:lnTo>
                    <a:pt x="1873614" y="3741907"/>
                  </a:lnTo>
                  <a:lnTo>
                    <a:pt x="1840219" y="3763068"/>
                  </a:lnTo>
                  <a:lnTo>
                    <a:pt x="1806360" y="3782916"/>
                  </a:lnTo>
                  <a:lnTo>
                    <a:pt x="1772052" y="3801430"/>
                  </a:lnTo>
                  <a:lnTo>
                    <a:pt x="1737309" y="3818588"/>
                  </a:lnTo>
                  <a:lnTo>
                    <a:pt x="1702147" y="3834368"/>
                  </a:lnTo>
                  <a:lnTo>
                    <a:pt x="1666580" y="3848749"/>
                  </a:lnTo>
                  <a:lnTo>
                    <a:pt x="1630624" y="3861708"/>
                  </a:lnTo>
                  <a:lnTo>
                    <a:pt x="1594292" y="3873223"/>
                  </a:lnTo>
                  <a:lnTo>
                    <a:pt x="1520561" y="3891839"/>
                  </a:lnTo>
                  <a:lnTo>
                    <a:pt x="1445508" y="3904420"/>
                  </a:lnTo>
                  <a:lnTo>
                    <a:pt x="1407522" y="3908394"/>
                  </a:lnTo>
                  <a:lnTo>
                    <a:pt x="1369249" y="3910795"/>
                  </a:lnTo>
                  <a:lnTo>
                    <a:pt x="1330705" y="3911600"/>
                  </a:lnTo>
                  <a:lnTo>
                    <a:pt x="1292155" y="3910795"/>
                  </a:lnTo>
                  <a:lnTo>
                    <a:pt x="1253876" y="3908394"/>
                  </a:lnTo>
                  <a:lnTo>
                    <a:pt x="1215884" y="3904420"/>
                  </a:lnTo>
                  <a:lnTo>
                    <a:pt x="1140819" y="3891839"/>
                  </a:lnTo>
                  <a:lnTo>
                    <a:pt x="1067078" y="3873223"/>
                  </a:lnTo>
                  <a:lnTo>
                    <a:pt x="1030741" y="3861708"/>
                  </a:lnTo>
                  <a:lnTo>
                    <a:pt x="994779" y="3848749"/>
                  </a:lnTo>
                  <a:lnTo>
                    <a:pt x="959208" y="3834368"/>
                  </a:lnTo>
                  <a:lnTo>
                    <a:pt x="924042" y="3818588"/>
                  </a:lnTo>
                  <a:lnTo>
                    <a:pt x="889295" y="3801430"/>
                  </a:lnTo>
                  <a:lnTo>
                    <a:pt x="854983" y="3782916"/>
                  </a:lnTo>
                  <a:lnTo>
                    <a:pt x="821120" y="3763068"/>
                  </a:lnTo>
                  <a:lnTo>
                    <a:pt x="787721" y="3741907"/>
                  </a:lnTo>
                  <a:lnTo>
                    <a:pt x="754801" y="3719455"/>
                  </a:lnTo>
                  <a:lnTo>
                    <a:pt x="722375" y="3695733"/>
                  </a:lnTo>
                  <a:lnTo>
                    <a:pt x="690458" y="3670765"/>
                  </a:lnTo>
                  <a:lnTo>
                    <a:pt x="659064" y="3644570"/>
                  </a:lnTo>
                  <a:lnTo>
                    <a:pt x="628208" y="3617172"/>
                  </a:lnTo>
                  <a:lnTo>
                    <a:pt x="597904" y="3588591"/>
                  </a:lnTo>
                  <a:lnTo>
                    <a:pt x="568169" y="3558850"/>
                  </a:lnTo>
                  <a:lnTo>
                    <a:pt x="539016" y="3527971"/>
                  </a:lnTo>
                  <a:lnTo>
                    <a:pt x="510460" y="3495974"/>
                  </a:lnTo>
                  <a:lnTo>
                    <a:pt x="482516" y="3462882"/>
                  </a:lnTo>
                  <a:lnTo>
                    <a:pt x="455199" y="3428717"/>
                  </a:lnTo>
                  <a:lnTo>
                    <a:pt x="428524" y="3393500"/>
                  </a:lnTo>
                  <a:lnTo>
                    <a:pt x="402505" y="3357253"/>
                  </a:lnTo>
                  <a:lnTo>
                    <a:pt x="377158" y="3319998"/>
                  </a:lnTo>
                  <a:lnTo>
                    <a:pt x="352496" y="3281756"/>
                  </a:lnTo>
                  <a:lnTo>
                    <a:pt x="328535" y="3242550"/>
                  </a:lnTo>
                  <a:lnTo>
                    <a:pt x="305290" y="3202400"/>
                  </a:lnTo>
                  <a:lnTo>
                    <a:pt x="282775" y="3161330"/>
                  </a:lnTo>
                  <a:lnTo>
                    <a:pt x="261006" y="3119359"/>
                  </a:lnTo>
                  <a:lnTo>
                    <a:pt x="239996" y="3076512"/>
                  </a:lnTo>
                  <a:lnTo>
                    <a:pt x="219761" y="3032808"/>
                  </a:lnTo>
                  <a:lnTo>
                    <a:pt x="200316" y="2988269"/>
                  </a:lnTo>
                  <a:lnTo>
                    <a:pt x="181675" y="2942919"/>
                  </a:lnTo>
                  <a:lnTo>
                    <a:pt x="163854" y="2896777"/>
                  </a:lnTo>
                  <a:lnTo>
                    <a:pt x="146866" y="2849867"/>
                  </a:lnTo>
                  <a:lnTo>
                    <a:pt x="130727" y="2802209"/>
                  </a:lnTo>
                  <a:lnTo>
                    <a:pt x="115451" y="2753826"/>
                  </a:lnTo>
                  <a:lnTo>
                    <a:pt x="101054" y="2704739"/>
                  </a:lnTo>
                  <a:lnTo>
                    <a:pt x="87550" y="2654970"/>
                  </a:lnTo>
                  <a:lnTo>
                    <a:pt x="74954" y="2604540"/>
                  </a:lnTo>
                  <a:lnTo>
                    <a:pt x="63280" y="2553472"/>
                  </a:lnTo>
                  <a:lnTo>
                    <a:pt x="52544" y="2501787"/>
                  </a:lnTo>
                  <a:lnTo>
                    <a:pt x="42760" y="2449508"/>
                  </a:lnTo>
                  <a:lnTo>
                    <a:pt x="33944" y="2396654"/>
                  </a:lnTo>
                  <a:lnTo>
                    <a:pt x="26109" y="2343250"/>
                  </a:lnTo>
                  <a:lnTo>
                    <a:pt x="19271" y="2289315"/>
                  </a:lnTo>
                  <a:lnTo>
                    <a:pt x="13444" y="2234873"/>
                  </a:lnTo>
                  <a:lnTo>
                    <a:pt x="8643" y="2179944"/>
                  </a:lnTo>
                  <a:lnTo>
                    <a:pt x="4884" y="2124550"/>
                  </a:lnTo>
                  <a:lnTo>
                    <a:pt x="2180" y="2068714"/>
                  </a:lnTo>
                  <a:lnTo>
                    <a:pt x="547" y="2012456"/>
                  </a:lnTo>
                  <a:lnTo>
                    <a:pt x="0" y="1955800"/>
                  </a:lnTo>
                  <a:lnTo>
                    <a:pt x="547" y="1899143"/>
                  </a:lnTo>
                  <a:lnTo>
                    <a:pt x="2180" y="1842885"/>
                  </a:lnTo>
                  <a:lnTo>
                    <a:pt x="4884" y="1787049"/>
                  </a:lnTo>
                  <a:lnTo>
                    <a:pt x="8643" y="1731655"/>
                  </a:lnTo>
                  <a:lnTo>
                    <a:pt x="13444" y="1676726"/>
                  </a:lnTo>
                  <a:lnTo>
                    <a:pt x="19271" y="1622284"/>
                  </a:lnTo>
                  <a:lnTo>
                    <a:pt x="26109" y="1568349"/>
                  </a:lnTo>
                  <a:lnTo>
                    <a:pt x="33944" y="1514945"/>
                  </a:lnTo>
                  <a:lnTo>
                    <a:pt x="42760" y="1462091"/>
                  </a:lnTo>
                  <a:lnTo>
                    <a:pt x="52544" y="1409812"/>
                  </a:lnTo>
                  <a:lnTo>
                    <a:pt x="63280" y="1358127"/>
                  </a:lnTo>
                  <a:lnTo>
                    <a:pt x="74954" y="1307059"/>
                  </a:lnTo>
                  <a:lnTo>
                    <a:pt x="87550" y="1256629"/>
                  </a:lnTo>
                  <a:lnTo>
                    <a:pt x="101054" y="1206860"/>
                  </a:lnTo>
                  <a:lnTo>
                    <a:pt x="115451" y="1157773"/>
                  </a:lnTo>
                  <a:lnTo>
                    <a:pt x="130727" y="1109390"/>
                  </a:lnTo>
                  <a:lnTo>
                    <a:pt x="146866" y="1061732"/>
                  </a:lnTo>
                  <a:lnTo>
                    <a:pt x="163854" y="1014822"/>
                  </a:lnTo>
                  <a:lnTo>
                    <a:pt x="181675" y="968680"/>
                  </a:lnTo>
                  <a:lnTo>
                    <a:pt x="200316" y="923330"/>
                  </a:lnTo>
                  <a:lnTo>
                    <a:pt x="219761" y="878791"/>
                  </a:lnTo>
                  <a:lnTo>
                    <a:pt x="239996" y="835087"/>
                  </a:lnTo>
                  <a:lnTo>
                    <a:pt x="261006" y="792240"/>
                  </a:lnTo>
                  <a:lnTo>
                    <a:pt x="282775" y="750269"/>
                  </a:lnTo>
                  <a:lnTo>
                    <a:pt x="305290" y="709199"/>
                  </a:lnTo>
                  <a:lnTo>
                    <a:pt x="328535" y="669049"/>
                  </a:lnTo>
                  <a:lnTo>
                    <a:pt x="352496" y="629843"/>
                  </a:lnTo>
                  <a:lnTo>
                    <a:pt x="377158" y="591601"/>
                  </a:lnTo>
                  <a:lnTo>
                    <a:pt x="402505" y="554346"/>
                  </a:lnTo>
                  <a:lnTo>
                    <a:pt x="428524" y="518099"/>
                  </a:lnTo>
                  <a:lnTo>
                    <a:pt x="455199" y="482882"/>
                  </a:lnTo>
                  <a:lnTo>
                    <a:pt x="482516" y="448717"/>
                  </a:lnTo>
                  <a:lnTo>
                    <a:pt x="510460" y="415625"/>
                  </a:lnTo>
                  <a:lnTo>
                    <a:pt x="539016" y="383628"/>
                  </a:lnTo>
                  <a:lnTo>
                    <a:pt x="568169" y="352749"/>
                  </a:lnTo>
                  <a:lnTo>
                    <a:pt x="597904" y="323008"/>
                  </a:lnTo>
                  <a:lnTo>
                    <a:pt x="628208" y="294427"/>
                  </a:lnTo>
                  <a:lnTo>
                    <a:pt x="659064" y="267029"/>
                  </a:lnTo>
                  <a:lnTo>
                    <a:pt x="690458" y="240834"/>
                  </a:lnTo>
                  <a:lnTo>
                    <a:pt x="722375" y="215866"/>
                  </a:lnTo>
                  <a:lnTo>
                    <a:pt x="754801" y="192144"/>
                  </a:lnTo>
                  <a:lnTo>
                    <a:pt x="787721" y="169692"/>
                  </a:lnTo>
                  <a:lnTo>
                    <a:pt x="821120" y="148531"/>
                  </a:lnTo>
                  <a:lnTo>
                    <a:pt x="854983" y="128683"/>
                  </a:lnTo>
                  <a:lnTo>
                    <a:pt x="889295" y="110169"/>
                  </a:lnTo>
                  <a:lnTo>
                    <a:pt x="924042" y="93011"/>
                  </a:lnTo>
                  <a:lnTo>
                    <a:pt x="959208" y="77231"/>
                  </a:lnTo>
                  <a:lnTo>
                    <a:pt x="994779" y="62850"/>
                  </a:lnTo>
                  <a:lnTo>
                    <a:pt x="1030741" y="49891"/>
                  </a:lnTo>
                  <a:lnTo>
                    <a:pt x="1067078" y="38376"/>
                  </a:lnTo>
                  <a:lnTo>
                    <a:pt x="1140819" y="19760"/>
                  </a:lnTo>
                  <a:lnTo>
                    <a:pt x="1215884" y="7179"/>
                  </a:lnTo>
                  <a:lnTo>
                    <a:pt x="1253876" y="3205"/>
                  </a:lnTo>
                  <a:lnTo>
                    <a:pt x="1292155" y="804"/>
                  </a:lnTo>
                  <a:lnTo>
                    <a:pt x="1330705" y="0"/>
                  </a:lnTo>
                  <a:lnTo>
                    <a:pt x="1369249" y="804"/>
                  </a:lnTo>
                  <a:lnTo>
                    <a:pt x="1407522" y="3205"/>
                  </a:lnTo>
                  <a:lnTo>
                    <a:pt x="1445508" y="7179"/>
                  </a:lnTo>
                  <a:lnTo>
                    <a:pt x="1520561" y="19760"/>
                  </a:lnTo>
                  <a:lnTo>
                    <a:pt x="1594292" y="38376"/>
                  </a:lnTo>
                  <a:lnTo>
                    <a:pt x="1630624" y="49891"/>
                  </a:lnTo>
                  <a:lnTo>
                    <a:pt x="1666580" y="62850"/>
                  </a:lnTo>
                  <a:lnTo>
                    <a:pt x="1702147" y="77231"/>
                  </a:lnTo>
                  <a:lnTo>
                    <a:pt x="1737309" y="93011"/>
                  </a:lnTo>
                  <a:lnTo>
                    <a:pt x="1772052" y="110169"/>
                  </a:lnTo>
                  <a:lnTo>
                    <a:pt x="1806360" y="128683"/>
                  </a:lnTo>
                  <a:lnTo>
                    <a:pt x="1840219" y="148531"/>
                  </a:lnTo>
                  <a:lnTo>
                    <a:pt x="1873614" y="169692"/>
                  </a:lnTo>
                  <a:lnTo>
                    <a:pt x="1906530" y="192144"/>
                  </a:lnTo>
                  <a:lnTo>
                    <a:pt x="1938953" y="215866"/>
                  </a:lnTo>
                  <a:lnTo>
                    <a:pt x="1970867" y="240834"/>
                  </a:lnTo>
                  <a:lnTo>
                    <a:pt x="2002258" y="267029"/>
                  </a:lnTo>
                  <a:lnTo>
                    <a:pt x="2033111" y="294427"/>
                  </a:lnTo>
                  <a:lnTo>
                    <a:pt x="2063412" y="323008"/>
                  </a:lnTo>
                  <a:lnTo>
                    <a:pt x="2093145" y="352749"/>
                  </a:lnTo>
                  <a:lnTo>
                    <a:pt x="2122295" y="383628"/>
                  </a:lnTo>
                  <a:lnTo>
                    <a:pt x="2150849" y="415625"/>
                  </a:lnTo>
                  <a:lnTo>
                    <a:pt x="2178790" y="448717"/>
                  </a:lnTo>
                  <a:lnTo>
                    <a:pt x="2206105" y="482882"/>
                  </a:lnTo>
                  <a:lnTo>
                    <a:pt x="2232778" y="518099"/>
                  </a:lnTo>
                  <a:lnTo>
                    <a:pt x="2258795" y="554346"/>
                  </a:lnTo>
                  <a:lnTo>
                    <a:pt x="2284141" y="591601"/>
                  </a:lnTo>
                  <a:lnTo>
                    <a:pt x="2308801" y="629843"/>
                  </a:lnTo>
                  <a:lnTo>
                    <a:pt x="2332761" y="669049"/>
                  </a:lnTo>
                  <a:lnTo>
                    <a:pt x="2356005" y="709199"/>
                  </a:lnTo>
                  <a:lnTo>
                    <a:pt x="2378518" y="750269"/>
                  </a:lnTo>
                  <a:lnTo>
                    <a:pt x="2400286" y="792240"/>
                  </a:lnTo>
                  <a:lnTo>
                    <a:pt x="2421295" y="835087"/>
                  </a:lnTo>
                  <a:lnTo>
                    <a:pt x="2441529" y="878791"/>
                  </a:lnTo>
                  <a:lnTo>
                    <a:pt x="2460973" y="923330"/>
                  </a:lnTo>
                  <a:lnTo>
                    <a:pt x="2479613" y="968680"/>
                  </a:lnTo>
                  <a:lnTo>
                    <a:pt x="2497434" y="1014822"/>
                  </a:lnTo>
                  <a:lnTo>
                    <a:pt x="2514422" y="1061732"/>
                  </a:lnTo>
                  <a:lnTo>
                    <a:pt x="2530560" y="1109390"/>
                  </a:lnTo>
                  <a:lnTo>
                    <a:pt x="2545835" y="1157773"/>
                  </a:lnTo>
                  <a:lnTo>
                    <a:pt x="2560232" y="1206860"/>
                  </a:lnTo>
                  <a:lnTo>
                    <a:pt x="2573736" y="1256629"/>
                  </a:lnTo>
                  <a:lnTo>
                    <a:pt x="2586332" y="1307059"/>
                  </a:lnTo>
                  <a:lnTo>
                    <a:pt x="2598005" y="1358127"/>
                  </a:lnTo>
                  <a:lnTo>
                    <a:pt x="2608741" y="1409812"/>
                  </a:lnTo>
                  <a:lnTo>
                    <a:pt x="2618524" y="1462091"/>
                  </a:lnTo>
                  <a:lnTo>
                    <a:pt x="2627341" y="1514945"/>
                  </a:lnTo>
                  <a:lnTo>
                    <a:pt x="2635176" y="1568349"/>
                  </a:lnTo>
                  <a:lnTo>
                    <a:pt x="2642014" y="1622284"/>
                  </a:lnTo>
                  <a:lnTo>
                    <a:pt x="2647840" y="1676726"/>
                  </a:lnTo>
                  <a:lnTo>
                    <a:pt x="2652641" y="1731655"/>
                  </a:lnTo>
                  <a:lnTo>
                    <a:pt x="2656400" y="1787049"/>
                  </a:lnTo>
                  <a:lnTo>
                    <a:pt x="2659104" y="1842885"/>
                  </a:lnTo>
                  <a:lnTo>
                    <a:pt x="2660737" y="1899143"/>
                  </a:lnTo>
                  <a:lnTo>
                    <a:pt x="2661284" y="1955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69100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2806700" y="0"/>
                  </a:moveTo>
                  <a:lnTo>
                    <a:pt x="0" y="0"/>
                  </a:lnTo>
                  <a:lnTo>
                    <a:pt x="0" y="2684145"/>
                  </a:lnTo>
                  <a:lnTo>
                    <a:pt x="2806700" y="2684145"/>
                  </a:lnTo>
                  <a:lnTo>
                    <a:pt x="2806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69100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0" y="2684145"/>
                  </a:moveTo>
                  <a:lnTo>
                    <a:pt x="2806700" y="2684145"/>
                  </a:lnTo>
                  <a:lnTo>
                    <a:pt x="2806700" y="0"/>
                  </a:lnTo>
                  <a:lnTo>
                    <a:pt x="0" y="0"/>
                  </a:lnTo>
                  <a:lnTo>
                    <a:pt x="0" y="268414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08950" y="4663694"/>
              <a:ext cx="98425" cy="114173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394450" y="2924810"/>
            <a:ext cx="3199765" cy="1839595"/>
            <a:chOff x="6394450" y="2924810"/>
            <a:chExt cx="3199765" cy="1839595"/>
          </a:xfrm>
        </p:grpSpPr>
        <p:sp>
          <p:nvSpPr>
            <p:cNvPr id="8" name="object 8"/>
            <p:cNvSpPr/>
            <p:nvPr/>
          </p:nvSpPr>
          <p:spPr>
            <a:xfrm>
              <a:off x="6394450" y="2924809"/>
              <a:ext cx="3199765" cy="1839595"/>
            </a:xfrm>
            <a:custGeom>
              <a:avLst/>
              <a:gdLst/>
              <a:ahLst/>
              <a:cxnLst/>
              <a:rect l="l" t="t" r="r" b="b"/>
              <a:pathLst>
                <a:path w="3199765" h="1839595">
                  <a:moveTo>
                    <a:pt x="3199765" y="1801241"/>
                  </a:moveTo>
                  <a:lnTo>
                    <a:pt x="3187065" y="1794891"/>
                  </a:lnTo>
                  <a:lnTo>
                    <a:pt x="3123565" y="1763141"/>
                  </a:lnTo>
                  <a:lnTo>
                    <a:pt x="3123565" y="1794891"/>
                  </a:lnTo>
                  <a:lnTo>
                    <a:pt x="44450" y="1794891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913" y="63627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1794891"/>
                  </a:lnTo>
                  <a:lnTo>
                    <a:pt x="31750" y="1800098"/>
                  </a:lnTo>
                  <a:lnTo>
                    <a:pt x="31750" y="1807591"/>
                  </a:lnTo>
                  <a:lnTo>
                    <a:pt x="3123565" y="1807591"/>
                  </a:lnTo>
                  <a:lnTo>
                    <a:pt x="3123565" y="1839341"/>
                  </a:lnTo>
                  <a:lnTo>
                    <a:pt x="3187065" y="1807591"/>
                  </a:lnTo>
                  <a:lnTo>
                    <a:pt x="3199765" y="18012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22210" y="4473702"/>
              <a:ext cx="0" cy="252095"/>
            </a:xfrm>
            <a:custGeom>
              <a:avLst/>
              <a:gdLst/>
              <a:ahLst/>
              <a:cxnLst/>
              <a:rect l="l" t="t" r="r" b="b"/>
              <a:pathLst>
                <a:path h="252095">
                  <a:moveTo>
                    <a:pt x="0" y="0"/>
                  </a:moveTo>
                  <a:lnTo>
                    <a:pt x="0" y="251968"/>
                  </a:lnTo>
                </a:path>
              </a:pathLst>
            </a:custGeom>
            <a:ln w="190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581520" y="2859785"/>
            <a:ext cx="587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𝐽</a:t>
            </a:r>
            <a:r>
              <a:rPr sz="1950" spc="-15" baseline="-14957" dirty="0">
                <a:latin typeface="Cambria Math"/>
                <a:cs typeface="Cambria Math"/>
              </a:rPr>
              <a:t>𝑒</a:t>
            </a:r>
            <a:r>
              <a:rPr sz="1800" spc="-10" dirty="0">
                <a:latin typeface="Cambria Math"/>
                <a:cs typeface="Cambria Math"/>
              </a:rPr>
              <a:t>(𝒂)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40900" y="454837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00721" y="4734559"/>
            <a:ext cx="4432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57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valor inicial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930135" y="3343528"/>
            <a:ext cx="2552700" cy="1187450"/>
            <a:chOff x="6930135" y="3343528"/>
            <a:chExt cx="2552700" cy="1187450"/>
          </a:xfrm>
        </p:grpSpPr>
        <p:sp>
          <p:nvSpPr>
            <p:cNvPr id="14" name="object 14"/>
            <p:cNvSpPr/>
            <p:nvPr/>
          </p:nvSpPr>
          <p:spPr>
            <a:xfrm>
              <a:off x="7479410" y="4422901"/>
              <a:ext cx="85725" cy="101600"/>
            </a:xfrm>
            <a:custGeom>
              <a:avLst/>
              <a:gdLst/>
              <a:ahLst/>
              <a:cxnLst/>
              <a:rect l="l" t="t" r="r" b="b"/>
              <a:pathLst>
                <a:path w="85725" h="101600">
                  <a:moveTo>
                    <a:pt x="42799" y="0"/>
                  </a:moveTo>
                  <a:lnTo>
                    <a:pt x="26146" y="3990"/>
                  </a:lnTo>
                  <a:lnTo>
                    <a:pt x="12541" y="14874"/>
                  </a:lnTo>
                  <a:lnTo>
                    <a:pt x="3365" y="31021"/>
                  </a:lnTo>
                  <a:lnTo>
                    <a:pt x="0" y="50800"/>
                  </a:lnTo>
                  <a:lnTo>
                    <a:pt x="3365" y="70504"/>
                  </a:lnTo>
                  <a:lnTo>
                    <a:pt x="12541" y="86613"/>
                  </a:lnTo>
                  <a:lnTo>
                    <a:pt x="26146" y="97484"/>
                  </a:lnTo>
                  <a:lnTo>
                    <a:pt x="42799" y="101473"/>
                  </a:lnTo>
                  <a:lnTo>
                    <a:pt x="59525" y="97484"/>
                  </a:lnTo>
                  <a:lnTo>
                    <a:pt x="73167" y="86614"/>
                  </a:lnTo>
                  <a:lnTo>
                    <a:pt x="82357" y="70504"/>
                  </a:lnTo>
                  <a:lnTo>
                    <a:pt x="85725" y="50800"/>
                  </a:lnTo>
                  <a:lnTo>
                    <a:pt x="82357" y="31021"/>
                  </a:lnTo>
                  <a:lnTo>
                    <a:pt x="73167" y="14874"/>
                  </a:lnTo>
                  <a:lnTo>
                    <a:pt x="59525" y="3990"/>
                  </a:lnTo>
                  <a:lnTo>
                    <a:pt x="427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79410" y="4422901"/>
              <a:ext cx="85725" cy="101600"/>
            </a:xfrm>
            <a:custGeom>
              <a:avLst/>
              <a:gdLst/>
              <a:ahLst/>
              <a:cxnLst/>
              <a:rect l="l" t="t" r="r" b="b"/>
              <a:pathLst>
                <a:path w="85725" h="101600">
                  <a:moveTo>
                    <a:pt x="0" y="50800"/>
                  </a:moveTo>
                  <a:lnTo>
                    <a:pt x="3365" y="31021"/>
                  </a:lnTo>
                  <a:lnTo>
                    <a:pt x="12541" y="14874"/>
                  </a:lnTo>
                  <a:lnTo>
                    <a:pt x="26146" y="3990"/>
                  </a:lnTo>
                  <a:lnTo>
                    <a:pt x="42799" y="0"/>
                  </a:lnTo>
                  <a:lnTo>
                    <a:pt x="59525" y="3990"/>
                  </a:lnTo>
                  <a:lnTo>
                    <a:pt x="73167" y="14874"/>
                  </a:lnTo>
                  <a:lnTo>
                    <a:pt x="82357" y="31021"/>
                  </a:lnTo>
                  <a:lnTo>
                    <a:pt x="85725" y="50800"/>
                  </a:lnTo>
                  <a:lnTo>
                    <a:pt x="82357" y="70504"/>
                  </a:lnTo>
                  <a:lnTo>
                    <a:pt x="73167" y="86614"/>
                  </a:lnTo>
                  <a:lnTo>
                    <a:pt x="59525" y="97484"/>
                  </a:lnTo>
                  <a:lnTo>
                    <a:pt x="42799" y="101473"/>
                  </a:lnTo>
                  <a:lnTo>
                    <a:pt x="26146" y="97484"/>
                  </a:lnTo>
                  <a:lnTo>
                    <a:pt x="12541" y="86613"/>
                  </a:lnTo>
                  <a:lnTo>
                    <a:pt x="3365" y="70504"/>
                  </a:lnTo>
                  <a:lnTo>
                    <a:pt x="0" y="50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86697" y="4302378"/>
              <a:ext cx="98425" cy="11417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72959" y="4061713"/>
              <a:ext cx="98425" cy="114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37471" y="3768343"/>
              <a:ext cx="98425" cy="11417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30135" y="3529456"/>
              <a:ext cx="98425" cy="1142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84156" y="3343528"/>
              <a:ext cx="98425" cy="11417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021957" y="3368547"/>
              <a:ext cx="2368550" cy="1108710"/>
            </a:xfrm>
            <a:custGeom>
              <a:avLst/>
              <a:gdLst/>
              <a:ahLst/>
              <a:cxnLst/>
              <a:rect l="l" t="t" r="r" b="b"/>
              <a:pathLst>
                <a:path w="2368550" h="1108710">
                  <a:moveTo>
                    <a:pt x="100838" y="225679"/>
                  </a:moveTo>
                  <a:lnTo>
                    <a:pt x="76276" y="223088"/>
                  </a:lnTo>
                  <a:lnTo>
                    <a:pt x="80010" y="188341"/>
                  </a:lnTo>
                  <a:lnTo>
                    <a:pt x="11201" y="213995"/>
                  </a:lnTo>
                  <a:lnTo>
                    <a:pt x="0" y="214896"/>
                  </a:lnTo>
                  <a:lnTo>
                    <a:pt x="254" y="218071"/>
                  </a:lnTo>
                  <a:lnTo>
                    <a:pt x="508" y="221246"/>
                  </a:lnTo>
                  <a:lnTo>
                    <a:pt x="4673" y="220916"/>
                  </a:lnTo>
                  <a:lnTo>
                    <a:pt x="71882" y="264033"/>
                  </a:lnTo>
                  <a:lnTo>
                    <a:pt x="75603" y="229311"/>
                  </a:lnTo>
                  <a:lnTo>
                    <a:pt x="100203" y="232029"/>
                  </a:lnTo>
                  <a:lnTo>
                    <a:pt x="100838" y="225679"/>
                  </a:lnTo>
                  <a:close/>
                </a:path>
                <a:path w="2368550" h="1108710">
                  <a:moveTo>
                    <a:pt x="114427" y="212217"/>
                  </a:moveTo>
                  <a:lnTo>
                    <a:pt x="113919" y="205994"/>
                  </a:lnTo>
                  <a:lnTo>
                    <a:pt x="88519" y="207899"/>
                  </a:lnTo>
                  <a:lnTo>
                    <a:pt x="89027" y="214249"/>
                  </a:lnTo>
                  <a:lnTo>
                    <a:pt x="114427" y="212217"/>
                  </a:lnTo>
                  <a:close/>
                </a:path>
                <a:path w="2368550" h="1108710">
                  <a:moveTo>
                    <a:pt x="145034" y="230378"/>
                  </a:moveTo>
                  <a:lnTo>
                    <a:pt x="119761" y="227723"/>
                  </a:lnTo>
                  <a:lnTo>
                    <a:pt x="119126" y="234073"/>
                  </a:lnTo>
                  <a:lnTo>
                    <a:pt x="144399" y="236728"/>
                  </a:lnTo>
                  <a:lnTo>
                    <a:pt x="145034" y="230378"/>
                  </a:lnTo>
                  <a:close/>
                </a:path>
                <a:path w="2368550" h="1108710">
                  <a:moveTo>
                    <a:pt x="158750" y="208788"/>
                  </a:moveTo>
                  <a:lnTo>
                    <a:pt x="158242" y="202438"/>
                  </a:lnTo>
                  <a:lnTo>
                    <a:pt x="132842" y="204470"/>
                  </a:lnTo>
                  <a:lnTo>
                    <a:pt x="133350" y="210820"/>
                  </a:lnTo>
                  <a:lnTo>
                    <a:pt x="158750" y="208788"/>
                  </a:lnTo>
                  <a:close/>
                </a:path>
                <a:path w="2368550" h="1108710">
                  <a:moveTo>
                    <a:pt x="189230" y="235204"/>
                  </a:moveTo>
                  <a:lnTo>
                    <a:pt x="163957" y="232422"/>
                  </a:lnTo>
                  <a:lnTo>
                    <a:pt x="163322" y="238760"/>
                  </a:lnTo>
                  <a:lnTo>
                    <a:pt x="188595" y="241554"/>
                  </a:lnTo>
                  <a:lnTo>
                    <a:pt x="189230" y="235204"/>
                  </a:lnTo>
                  <a:close/>
                </a:path>
                <a:path w="2368550" h="1108710">
                  <a:moveTo>
                    <a:pt x="203073" y="205371"/>
                  </a:moveTo>
                  <a:lnTo>
                    <a:pt x="202565" y="199021"/>
                  </a:lnTo>
                  <a:lnTo>
                    <a:pt x="177165" y="200914"/>
                  </a:lnTo>
                  <a:lnTo>
                    <a:pt x="177673" y="207264"/>
                  </a:lnTo>
                  <a:lnTo>
                    <a:pt x="203073" y="205371"/>
                  </a:lnTo>
                  <a:close/>
                </a:path>
                <a:path w="2368550" h="1108710">
                  <a:moveTo>
                    <a:pt x="233426" y="239903"/>
                  </a:moveTo>
                  <a:lnTo>
                    <a:pt x="208153" y="237248"/>
                  </a:lnTo>
                  <a:lnTo>
                    <a:pt x="207518" y="243586"/>
                  </a:lnTo>
                  <a:lnTo>
                    <a:pt x="232791" y="246253"/>
                  </a:lnTo>
                  <a:lnTo>
                    <a:pt x="233426" y="239903"/>
                  </a:lnTo>
                  <a:close/>
                </a:path>
                <a:path w="2368550" h="1108710">
                  <a:moveTo>
                    <a:pt x="247396" y="201803"/>
                  </a:moveTo>
                  <a:lnTo>
                    <a:pt x="246888" y="195453"/>
                  </a:lnTo>
                  <a:lnTo>
                    <a:pt x="221488" y="197497"/>
                  </a:lnTo>
                  <a:lnTo>
                    <a:pt x="221996" y="203847"/>
                  </a:lnTo>
                  <a:lnTo>
                    <a:pt x="247396" y="201803"/>
                  </a:lnTo>
                  <a:close/>
                </a:path>
                <a:path w="2368550" h="1108710">
                  <a:moveTo>
                    <a:pt x="277622" y="244729"/>
                  </a:moveTo>
                  <a:lnTo>
                    <a:pt x="252349" y="241935"/>
                  </a:lnTo>
                  <a:lnTo>
                    <a:pt x="251714" y="248285"/>
                  </a:lnTo>
                  <a:lnTo>
                    <a:pt x="276987" y="250952"/>
                  </a:lnTo>
                  <a:lnTo>
                    <a:pt x="277622" y="244729"/>
                  </a:lnTo>
                  <a:close/>
                </a:path>
                <a:path w="2368550" h="1108710">
                  <a:moveTo>
                    <a:pt x="291592" y="198374"/>
                  </a:moveTo>
                  <a:lnTo>
                    <a:pt x="291211" y="192024"/>
                  </a:lnTo>
                  <a:lnTo>
                    <a:pt x="265811" y="194056"/>
                  </a:lnTo>
                  <a:lnTo>
                    <a:pt x="266319" y="200279"/>
                  </a:lnTo>
                  <a:lnTo>
                    <a:pt x="291592" y="198374"/>
                  </a:lnTo>
                  <a:close/>
                </a:path>
                <a:path w="2368550" h="1108710">
                  <a:moveTo>
                    <a:pt x="321818" y="249428"/>
                  </a:moveTo>
                  <a:lnTo>
                    <a:pt x="296545" y="246761"/>
                  </a:lnTo>
                  <a:lnTo>
                    <a:pt x="295910" y="252984"/>
                  </a:lnTo>
                  <a:lnTo>
                    <a:pt x="321183" y="255778"/>
                  </a:lnTo>
                  <a:lnTo>
                    <a:pt x="321818" y="249428"/>
                  </a:lnTo>
                  <a:close/>
                </a:path>
                <a:path w="2368550" h="1108710">
                  <a:moveTo>
                    <a:pt x="332486" y="760349"/>
                  </a:moveTo>
                  <a:lnTo>
                    <a:pt x="318960" y="758380"/>
                  </a:lnTo>
                  <a:lnTo>
                    <a:pt x="319214" y="756666"/>
                  </a:lnTo>
                  <a:lnTo>
                    <a:pt x="324104" y="723773"/>
                  </a:lnTo>
                  <a:lnTo>
                    <a:pt x="261010" y="744448"/>
                  </a:lnTo>
                  <a:lnTo>
                    <a:pt x="242570" y="747141"/>
                  </a:lnTo>
                  <a:lnTo>
                    <a:pt x="243078" y="750316"/>
                  </a:lnTo>
                  <a:lnTo>
                    <a:pt x="243586" y="753491"/>
                  </a:lnTo>
                  <a:lnTo>
                    <a:pt x="246900" y="752995"/>
                  </a:lnTo>
                  <a:lnTo>
                    <a:pt x="312928" y="799084"/>
                  </a:lnTo>
                  <a:lnTo>
                    <a:pt x="318046" y="764590"/>
                  </a:lnTo>
                  <a:lnTo>
                    <a:pt x="331597" y="766572"/>
                  </a:lnTo>
                  <a:lnTo>
                    <a:pt x="332486" y="760349"/>
                  </a:lnTo>
                  <a:close/>
                </a:path>
                <a:path w="2368550" h="1108710">
                  <a:moveTo>
                    <a:pt x="335915" y="194818"/>
                  </a:moveTo>
                  <a:lnTo>
                    <a:pt x="335534" y="188595"/>
                  </a:lnTo>
                  <a:lnTo>
                    <a:pt x="310134" y="190500"/>
                  </a:lnTo>
                  <a:lnTo>
                    <a:pt x="310642" y="196850"/>
                  </a:lnTo>
                  <a:lnTo>
                    <a:pt x="335915" y="194818"/>
                  </a:lnTo>
                  <a:close/>
                </a:path>
                <a:path w="2368550" h="1108710">
                  <a:moveTo>
                    <a:pt x="356616" y="736727"/>
                  </a:moveTo>
                  <a:lnTo>
                    <a:pt x="355727" y="730377"/>
                  </a:lnTo>
                  <a:lnTo>
                    <a:pt x="330581" y="734187"/>
                  </a:lnTo>
                  <a:lnTo>
                    <a:pt x="331470" y="740410"/>
                  </a:lnTo>
                  <a:lnTo>
                    <a:pt x="356616" y="736727"/>
                  </a:lnTo>
                  <a:close/>
                </a:path>
                <a:path w="2368550" h="1108710">
                  <a:moveTo>
                    <a:pt x="366014" y="254127"/>
                  </a:moveTo>
                  <a:lnTo>
                    <a:pt x="340741" y="251460"/>
                  </a:lnTo>
                  <a:lnTo>
                    <a:pt x="340106" y="257810"/>
                  </a:lnTo>
                  <a:lnTo>
                    <a:pt x="365379" y="260477"/>
                  </a:lnTo>
                  <a:lnTo>
                    <a:pt x="366014" y="254127"/>
                  </a:lnTo>
                  <a:close/>
                </a:path>
                <a:path w="2368550" h="1108710">
                  <a:moveTo>
                    <a:pt x="376428" y="766826"/>
                  </a:moveTo>
                  <a:lnTo>
                    <a:pt x="351409" y="763143"/>
                  </a:lnTo>
                  <a:lnTo>
                    <a:pt x="350393" y="769366"/>
                  </a:lnTo>
                  <a:lnTo>
                    <a:pt x="375539" y="773049"/>
                  </a:lnTo>
                  <a:lnTo>
                    <a:pt x="376428" y="766826"/>
                  </a:lnTo>
                  <a:close/>
                </a:path>
                <a:path w="2368550" h="1108710">
                  <a:moveTo>
                    <a:pt x="380238" y="191389"/>
                  </a:moveTo>
                  <a:lnTo>
                    <a:pt x="379730" y="185039"/>
                  </a:lnTo>
                  <a:lnTo>
                    <a:pt x="354457" y="187083"/>
                  </a:lnTo>
                  <a:lnTo>
                    <a:pt x="354965" y="193433"/>
                  </a:lnTo>
                  <a:lnTo>
                    <a:pt x="380238" y="191389"/>
                  </a:lnTo>
                  <a:close/>
                </a:path>
                <a:path w="2368550" h="1108710">
                  <a:moveTo>
                    <a:pt x="400558" y="730123"/>
                  </a:moveTo>
                  <a:lnTo>
                    <a:pt x="399669" y="723900"/>
                  </a:lnTo>
                  <a:lnTo>
                    <a:pt x="374523" y="727583"/>
                  </a:lnTo>
                  <a:lnTo>
                    <a:pt x="375412" y="733933"/>
                  </a:lnTo>
                  <a:lnTo>
                    <a:pt x="400558" y="730123"/>
                  </a:lnTo>
                  <a:close/>
                </a:path>
                <a:path w="2368550" h="1108710">
                  <a:moveTo>
                    <a:pt x="410210" y="258953"/>
                  </a:moveTo>
                  <a:lnTo>
                    <a:pt x="384937" y="256159"/>
                  </a:lnTo>
                  <a:lnTo>
                    <a:pt x="384302" y="262509"/>
                  </a:lnTo>
                  <a:lnTo>
                    <a:pt x="409575" y="265303"/>
                  </a:lnTo>
                  <a:lnTo>
                    <a:pt x="410210" y="258953"/>
                  </a:lnTo>
                  <a:close/>
                </a:path>
                <a:path w="2368550" h="1108710">
                  <a:moveTo>
                    <a:pt x="420497" y="773303"/>
                  </a:moveTo>
                  <a:lnTo>
                    <a:pt x="395351" y="769620"/>
                  </a:lnTo>
                  <a:lnTo>
                    <a:pt x="394335" y="775843"/>
                  </a:lnTo>
                  <a:lnTo>
                    <a:pt x="419481" y="779653"/>
                  </a:lnTo>
                  <a:lnTo>
                    <a:pt x="420497" y="773303"/>
                  </a:lnTo>
                  <a:close/>
                </a:path>
                <a:path w="2368550" h="1108710">
                  <a:moveTo>
                    <a:pt x="424561" y="187972"/>
                  </a:moveTo>
                  <a:lnTo>
                    <a:pt x="424053" y="181622"/>
                  </a:lnTo>
                  <a:lnTo>
                    <a:pt x="398780" y="183515"/>
                  </a:lnTo>
                  <a:lnTo>
                    <a:pt x="399288" y="189865"/>
                  </a:lnTo>
                  <a:lnTo>
                    <a:pt x="424561" y="187972"/>
                  </a:lnTo>
                  <a:close/>
                </a:path>
                <a:path w="2368550" h="1108710">
                  <a:moveTo>
                    <a:pt x="444500" y="723646"/>
                  </a:moveTo>
                  <a:lnTo>
                    <a:pt x="443611" y="717423"/>
                  </a:lnTo>
                  <a:lnTo>
                    <a:pt x="418465" y="721106"/>
                  </a:lnTo>
                  <a:lnTo>
                    <a:pt x="419481" y="727329"/>
                  </a:lnTo>
                  <a:lnTo>
                    <a:pt x="444500" y="723646"/>
                  </a:lnTo>
                  <a:close/>
                </a:path>
                <a:path w="2368550" h="1108710">
                  <a:moveTo>
                    <a:pt x="454406" y="263652"/>
                  </a:moveTo>
                  <a:lnTo>
                    <a:pt x="429133" y="260985"/>
                  </a:lnTo>
                  <a:lnTo>
                    <a:pt x="428498" y="267335"/>
                  </a:lnTo>
                  <a:lnTo>
                    <a:pt x="453771" y="270002"/>
                  </a:lnTo>
                  <a:lnTo>
                    <a:pt x="454406" y="263652"/>
                  </a:lnTo>
                  <a:close/>
                </a:path>
                <a:path w="2368550" h="1108710">
                  <a:moveTo>
                    <a:pt x="464439" y="779780"/>
                  </a:moveTo>
                  <a:lnTo>
                    <a:pt x="439293" y="776097"/>
                  </a:lnTo>
                  <a:lnTo>
                    <a:pt x="438404" y="782320"/>
                  </a:lnTo>
                  <a:lnTo>
                    <a:pt x="463550" y="786130"/>
                  </a:lnTo>
                  <a:lnTo>
                    <a:pt x="464439" y="779780"/>
                  </a:lnTo>
                  <a:close/>
                </a:path>
                <a:path w="2368550" h="1108710">
                  <a:moveTo>
                    <a:pt x="468884" y="184404"/>
                  </a:moveTo>
                  <a:lnTo>
                    <a:pt x="468376" y="178054"/>
                  </a:lnTo>
                  <a:lnTo>
                    <a:pt x="443103" y="180098"/>
                  </a:lnTo>
                  <a:lnTo>
                    <a:pt x="443611" y="186448"/>
                  </a:lnTo>
                  <a:lnTo>
                    <a:pt x="468884" y="184404"/>
                  </a:lnTo>
                  <a:close/>
                </a:path>
                <a:path w="2368550" h="1108710">
                  <a:moveTo>
                    <a:pt x="488569" y="717169"/>
                  </a:moveTo>
                  <a:lnTo>
                    <a:pt x="487553" y="710819"/>
                  </a:lnTo>
                  <a:lnTo>
                    <a:pt x="462534" y="714629"/>
                  </a:lnTo>
                  <a:lnTo>
                    <a:pt x="463423" y="720852"/>
                  </a:lnTo>
                  <a:lnTo>
                    <a:pt x="488569" y="717169"/>
                  </a:lnTo>
                  <a:close/>
                </a:path>
                <a:path w="2368550" h="1108710">
                  <a:moveTo>
                    <a:pt x="498602" y="268478"/>
                  </a:moveTo>
                  <a:lnTo>
                    <a:pt x="473329" y="265684"/>
                  </a:lnTo>
                  <a:lnTo>
                    <a:pt x="472694" y="272034"/>
                  </a:lnTo>
                  <a:lnTo>
                    <a:pt x="497967" y="274701"/>
                  </a:lnTo>
                  <a:lnTo>
                    <a:pt x="498602" y="268478"/>
                  </a:lnTo>
                  <a:close/>
                </a:path>
                <a:path w="2368550" h="1108710">
                  <a:moveTo>
                    <a:pt x="508381" y="786257"/>
                  </a:moveTo>
                  <a:lnTo>
                    <a:pt x="483235" y="782574"/>
                  </a:lnTo>
                  <a:lnTo>
                    <a:pt x="482346" y="788924"/>
                  </a:lnTo>
                  <a:lnTo>
                    <a:pt x="507492" y="792607"/>
                  </a:lnTo>
                  <a:lnTo>
                    <a:pt x="508381" y="786257"/>
                  </a:lnTo>
                  <a:close/>
                </a:path>
                <a:path w="2368550" h="1108710">
                  <a:moveTo>
                    <a:pt x="513207" y="180975"/>
                  </a:moveTo>
                  <a:lnTo>
                    <a:pt x="512699" y="174625"/>
                  </a:lnTo>
                  <a:lnTo>
                    <a:pt x="487426" y="176657"/>
                  </a:lnTo>
                  <a:lnTo>
                    <a:pt x="487934" y="182880"/>
                  </a:lnTo>
                  <a:lnTo>
                    <a:pt x="513207" y="180975"/>
                  </a:lnTo>
                  <a:close/>
                </a:path>
                <a:path w="2368550" h="1108710">
                  <a:moveTo>
                    <a:pt x="532511" y="710565"/>
                  </a:moveTo>
                  <a:lnTo>
                    <a:pt x="531622" y="704342"/>
                  </a:lnTo>
                  <a:lnTo>
                    <a:pt x="506476" y="708025"/>
                  </a:lnTo>
                  <a:lnTo>
                    <a:pt x="507365" y="714375"/>
                  </a:lnTo>
                  <a:lnTo>
                    <a:pt x="532511" y="710565"/>
                  </a:lnTo>
                  <a:close/>
                </a:path>
                <a:path w="2368550" h="1108710">
                  <a:moveTo>
                    <a:pt x="542798" y="273177"/>
                  </a:moveTo>
                  <a:lnTo>
                    <a:pt x="517525" y="270510"/>
                  </a:lnTo>
                  <a:lnTo>
                    <a:pt x="516890" y="276733"/>
                  </a:lnTo>
                  <a:lnTo>
                    <a:pt x="542163" y="279527"/>
                  </a:lnTo>
                  <a:lnTo>
                    <a:pt x="542798" y="273177"/>
                  </a:lnTo>
                  <a:close/>
                </a:path>
                <a:path w="2368550" h="1108710">
                  <a:moveTo>
                    <a:pt x="552323" y="792861"/>
                  </a:moveTo>
                  <a:lnTo>
                    <a:pt x="527304" y="789051"/>
                  </a:lnTo>
                  <a:lnTo>
                    <a:pt x="526288" y="795401"/>
                  </a:lnTo>
                  <a:lnTo>
                    <a:pt x="551434" y="799084"/>
                  </a:lnTo>
                  <a:lnTo>
                    <a:pt x="552323" y="792861"/>
                  </a:lnTo>
                  <a:close/>
                </a:path>
                <a:path w="2368550" h="1108710">
                  <a:moveTo>
                    <a:pt x="557530" y="177419"/>
                  </a:moveTo>
                  <a:lnTo>
                    <a:pt x="557022" y="171208"/>
                  </a:lnTo>
                  <a:lnTo>
                    <a:pt x="531749" y="173101"/>
                  </a:lnTo>
                  <a:lnTo>
                    <a:pt x="532257" y="179451"/>
                  </a:lnTo>
                  <a:lnTo>
                    <a:pt x="557530" y="177419"/>
                  </a:lnTo>
                  <a:close/>
                </a:path>
                <a:path w="2368550" h="1108710">
                  <a:moveTo>
                    <a:pt x="568706" y="1106170"/>
                  </a:moveTo>
                  <a:lnTo>
                    <a:pt x="568198" y="1099820"/>
                  </a:lnTo>
                  <a:lnTo>
                    <a:pt x="542798" y="1101979"/>
                  </a:lnTo>
                  <a:lnTo>
                    <a:pt x="543433" y="1108329"/>
                  </a:lnTo>
                  <a:lnTo>
                    <a:pt x="568706" y="1106170"/>
                  </a:lnTo>
                  <a:close/>
                </a:path>
                <a:path w="2368550" h="1108710">
                  <a:moveTo>
                    <a:pt x="576453" y="704088"/>
                  </a:moveTo>
                  <a:lnTo>
                    <a:pt x="575564" y="697865"/>
                  </a:lnTo>
                  <a:lnTo>
                    <a:pt x="550418" y="701548"/>
                  </a:lnTo>
                  <a:lnTo>
                    <a:pt x="551307" y="707771"/>
                  </a:lnTo>
                  <a:lnTo>
                    <a:pt x="576453" y="704088"/>
                  </a:lnTo>
                  <a:close/>
                </a:path>
                <a:path w="2368550" h="1108710">
                  <a:moveTo>
                    <a:pt x="586994" y="277876"/>
                  </a:moveTo>
                  <a:lnTo>
                    <a:pt x="561721" y="275209"/>
                  </a:lnTo>
                  <a:lnTo>
                    <a:pt x="561086" y="281559"/>
                  </a:lnTo>
                  <a:lnTo>
                    <a:pt x="586359" y="284226"/>
                  </a:lnTo>
                  <a:lnTo>
                    <a:pt x="586994" y="277876"/>
                  </a:lnTo>
                  <a:close/>
                </a:path>
                <a:path w="2368550" h="1108710">
                  <a:moveTo>
                    <a:pt x="596392" y="799338"/>
                  </a:moveTo>
                  <a:lnTo>
                    <a:pt x="571246" y="795655"/>
                  </a:lnTo>
                  <a:lnTo>
                    <a:pt x="570230" y="801878"/>
                  </a:lnTo>
                  <a:lnTo>
                    <a:pt x="595376" y="805561"/>
                  </a:lnTo>
                  <a:lnTo>
                    <a:pt x="596392" y="799338"/>
                  </a:lnTo>
                  <a:close/>
                </a:path>
                <a:path w="2368550" h="1108710">
                  <a:moveTo>
                    <a:pt x="601853" y="173990"/>
                  </a:moveTo>
                  <a:lnTo>
                    <a:pt x="601345" y="167640"/>
                  </a:lnTo>
                  <a:lnTo>
                    <a:pt x="576072" y="169684"/>
                  </a:lnTo>
                  <a:lnTo>
                    <a:pt x="576580" y="176034"/>
                  </a:lnTo>
                  <a:lnTo>
                    <a:pt x="601853" y="173990"/>
                  </a:lnTo>
                  <a:close/>
                </a:path>
                <a:path w="2368550" h="1108710">
                  <a:moveTo>
                    <a:pt x="613029" y="1102360"/>
                  </a:moveTo>
                  <a:lnTo>
                    <a:pt x="612394" y="1096010"/>
                  </a:lnTo>
                  <a:lnTo>
                    <a:pt x="587121" y="1098169"/>
                  </a:lnTo>
                  <a:lnTo>
                    <a:pt x="587629" y="1104519"/>
                  </a:lnTo>
                  <a:lnTo>
                    <a:pt x="613029" y="1102360"/>
                  </a:lnTo>
                  <a:close/>
                </a:path>
                <a:path w="2368550" h="1108710">
                  <a:moveTo>
                    <a:pt x="620395" y="697611"/>
                  </a:moveTo>
                  <a:lnTo>
                    <a:pt x="619506" y="691261"/>
                  </a:lnTo>
                  <a:lnTo>
                    <a:pt x="594360" y="695071"/>
                  </a:lnTo>
                  <a:lnTo>
                    <a:pt x="595249" y="701294"/>
                  </a:lnTo>
                  <a:lnTo>
                    <a:pt x="620395" y="697611"/>
                  </a:lnTo>
                  <a:close/>
                </a:path>
                <a:path w="2368550" h="1108710">
                  <a:moveTo>
                    <a:pt x="631190" y="282702"/>
                  </a:moveTo>
                  <a:lnTo>
                    <a:pt x="605917" y="280035"/>
                  </a:lnTo>
                  <a:lnTo>
                    <a:pt x="605282" y="286258"/>
                  </a:lnTo>
                  <a:lnTo>
                    <a:pt x="630555" y="289052"/>
                  </a:lnTo>
                  <a:lnTo>
                    <a:pt x="631190" y="282702"/>
                  </a:lnTo>
                  <a:close/>
                </a:path>
                <a:path w="2368550" h="1108710">
                  <a:moveTo>
                    <a:pt x="640334" y="805815"/>
                  </a:moveTo>
                  <a:lnTo>
                    <a:pt x="615188" y="802132"/>
                  </a:lnTo>
                  <a:lnTo>
                    <a:pt x="614299" y="808355"/>
                  </a:lnTo>
                  <a:lnTo>
                    <a:pt x="639445" y="812038"/>
                  </a:lnTo>
                  <a:lnTo>
                    <a:pt x="640334" y="805815"/>
                  </a:lnTo>
                  <a:close/>
                </a:path>
                <a:path w="2368550" h="1108710">
                  <a:moveTo>
                    <a:pt x="646176" y="170573"/>
                  </a:moveTo>
                  <a:lnTo>
                    <a:pt x="645668" y="164223"/>
                  </a:lnTo>
                  <a:lnTo>
                    <a:pt x="620395" y="166116"/>
                  </a:lnTo>
                  <a:lnTo>
                    <a:pt x="620903" y="172466"/>
                  </a:lnTo>
                  <a:lnTo>
                    <a:pt x="646176" y="170573"/>
                  </a:lnTo>
                  <a:close/>
                </a:path>
                <a:path w="2368550" h="1108710">
                  <a:moveTo>
                    <a:pt x="657225" y="1098550"/>
                  </a:moveTo>
                  <a:lnTo>
                    <a:pt x="656717" y="1092200"/>
                  </a:lnTo>
                  <a:lnTo>
                    <a:pt x="631444" y="1094359"/>
                  </a:lnTo>
                  <a:lnTo>
                    <a:pt x="631952" y="1100709"/>
                  </a:lnTo>
                  <a:lnTo>
                    <a:pt x="657225" y="1098550"/>
                  </a:lnTo>
                  <a:close/>
                </a:path>
                <a:path w="2368550" h="1108710">
                  <a:moveTo>
                    <a:pt x="664464" y="691007"/>
                  </a:moveTo>
                  <a:lnTo>
                    <a:pt x="663448" y="684784"/>
                  </a:lnTo>
                  <a:lnTo>
                    <a:pt x="638302" y="688467"/>
                  </a:lnTo>
                  <a:lnTo>
                    <a:pt x="639318" y="694817"/>
                  </a:lnTo>
                  <a:lnTo>
                    <a:pt x="664464" y="691007"/>
                  </a:lnTo>
                  <a:close/>
                </a:path>
                <a:path w="2368550" h="1108710">
                  <a:moveTo>
                    <a:pt x="675386" y="287401"/>
                  </a:moveTo>
                  <a:lnTo>
                    <a:pt x="650113" y="284734"/>
                  </a:lnTo>
                  <a:lnTo>
                    <a:pt x="649478" y="291084"/>
                  </a:lnTo>
                  <a:lnTo>
                    <a:pt x="674751" y="293751"/>
                  </a:lnTo>
                  <a:lnTo>
                    <a:pt x="675386" y="287401"/>
                  </a:lnTo>
                  <a:close/>
                </a:path>
                <a:path w="2368550" h="1108710">
                  <a:moveTo>
                    <a:pt x="684276" y="812292"/>
                  </a:moveTo>
                  <a:lnTo>
                    <a:pt x="659130" y="808609"/>
                  </a:lnTo>
                  <a:lnTo>
                    <a:pt x="658241" y="814832"/>
                  </a:lnTo>
                  <a:lnTo>
                    <a:pt x="683387" y="818642"/>
                  </a:lnTo>
                  <a:lnTo>
                    <a:pt x="684276" y="812292"/>
                  </a:lnTo>
                  <a:close/>
                </a:path>
                <a:path w="2368550" h="1108710">
                  <a:moveTo>
                    <a:pt x="690499" y="167005"/>
                  </a:moveTo>
                  <a:lnTo>
                    <a:pt x="689991" y="160655"/>
                  </a:lnTo>
                  <a:lnTo>
                    <a:pt x="664718" y="162687"/>
                  </a:lnTo>
                  <a:lnTo>
                    <a:pt x="665099" y="169037"/>
                  </a:lnTo>
                  <a:lnTo>
                    <a:pt x="690499" y="167005"/>
                  </a:lnTo>
                  <a:close/>
                </a:path>
                <a:path w="2368550" h="1108710">
                  <a:moveTo>
                    <a:pt x="701548" y="1094740"/>
                  </a:moveTo>
                  <a:lnTo>
                    <a:pt x="701040" y="1088390"/>
                  </a:lnTo>
                  <a:lnTo>
                    <a:pt x="675767" y="1090549"/>
                  </a:lnTo>
                  <a:lnTo>
                    <a:pt x="676275" y="1096899"/>
                  </a:lnTo>
                  <a:lnTo>
                    <a:pt x="701548" y="1094740"/>
                  </a:lnTo>
                  <a:close/>
                </a:path>
                <a:path w="2368550" h="1108710">
                  <a:moveTo>
                    <a:pt x="708406" y="684530"/>
                  </a:moveTo>
                  <a:lnTo>
                    <a:pt x="707390" y="678307"/>
                  </a:lnTo>
                  <a:lnTo>
                    <a:pt x="682371" y="681990"/>
                  </a:lnTo>
                  <a:lnTo>
                    <a:pt x="683260" y="688213"/>
                  </a:lnTo>
                  <a:lnTo>
                    <a:pt x="708406" y="684530"/>
                  </a:lnTo>
                  <a:close/>
                </a:path>
                <a:path w="2368550" h="1108710">
                  <a:moveTo>
                    <a:pt x="719582" y="292227"/>
                  </a:moveTo>
                  <a:lnTo>
                    <a:pt x="694309" y="289433"/>
                  </a:lnTo>
                  <a:lnTo>
                    <a:pt x="693674" y="295783"/>
                  </a:lnTo>
                  <a:lnTo>
                    <a:pt x="718947" y="298450"/>
                  </a:lnTo>
                  <a:lnTo>
                    <a:pt x="719582" y="292227"/>
                  </a:lnTo>
                  <a:close/>
                </a:path>
                <a:path w="2368550" h="1108710">
                  <a:moveTo>
                    <a:pt x="728218" y="818769"/>
                  </a:moveTo>
                  <a:lnTo>
                    <a:pt x="703072" y="815086"/>
                  </a:lnTo>
                  <a:lnTo>
                    <a:pt x="702183" y="821436"/>
                  </a:lnTo>
                  <a:lnTo>
                    <a:pt x="727329" y="825119"/>
                  </a:lnTo>
                  <a:lnTo>
                    <a:pt x="728218" y="818769"/>
                  </a:lnTo>
                  <a:close/>
                </a:path>
                <a:path w="2368550" h="1108710">
                  <a:moveTo>
                    <a:pt x="734822" y="163576"/>
                  </a:moveTo>
                  <a:lnTo>
                    <a:pt x="734314" y="157226"/>
                  </a:lnTo>
                  <a:lnTo>
                    <a:pt x="708914" y="159258"/>
                  </a:lnTo>
                  <a:lnTo>
                    <a:pt x="709422" y="165481"/>
                  </a:lnTo>
                  <a:lnTo>
                    <a:pt x="734822" y="163576"/>
                  </a:lnTo>
                  <a:close/>
                </a:path>
                <a:path w="2368550" h="1108710">
                  <a:moveTo>
                    <a:pt x="745871" y="1090930"/>
                  </a:moveTo>
                  <a:lnTo>
                    <a:pt x="745363" y="1084580"/>
                  </a:lnTo>
                  <a:lnTo>
                    <a:pt x="719963" y="1086739"/>
                  </a:lnTo>
                  <a:lnTo>
                    <a:pt x="720598" y="1093089"/>
                  </a:lnTo>
                  <a:lnTo>
                    <a:pt x="745871" y="1090930"/>
                  </a:lnTo>
                  <a:close/>
                </a:path>
                <a:path w="2368550" h="1108710">
                  <a:moveTo>
                    <a:pt x="752348" y="678053"/>
                  </a:moveTo>
                  <a:lnTo>
                    <a:pt x="751459" y="671703"/>
                  </a:lnTo>
                  <a:lnTo>
                    <a:pt x="726313" y="675513"/>
                  </a:lnTo>
                  <a:lnTo>
                    <a:pt x="727202" y="681736"/>
                  </a:lnTo>
                  <a:lnTo>
                    <a:pt x="752348" y="678053"/>
                  </a:lnTo>
                  <a:close/>
                </a:path>
                <a:path w="2368550" h="1108710">
                  <a:moveTo>
                    <a:pt x="763778" y="296926"/>
                  </a:moveTo>
                  <a:lnTo>
                    <a:pt x="738505" y="294259"/>
                  </a:lnTo>
                  <a:lnTo>
                    <a:pt x="737870" y="300482"/>
                  </a:lnTo>
                  <a:lnTo>
                    <a:pt x="763143" y="303276"/>
                  </a:lnTo>
                  <a:lnTo>
                    <a:pt x="763778" y="296926"/>
                  </a:lnTo>
                  <a:close/>
                </a:path>
                <a:path w="2368550" h="1108710">
                  <a:moveTo>
                    <a:pt x="772287" y="825246"/>
                  </a:moveTo>
                  <a:lnTo>
                    <a:pt x="747141" y="821563"/>
                  </a:lnTo>
                  <a:lnTo>
                    <a:pt x="746125" y="827913"/>
                  </a:lnTo>
                  <a:lnTo>
                    <a:pt x="771271" y="831596"/>
                  </a:lnTo>
                  <a:lnTo>
                    <a:pt x="772287" y="825246"/>
                  </a:lnTo>
                  <a:close/>
                </a:path>
                <a:path w="2368550" h="1108710">
                  <a:moveTo>
                    <a:pt x="779145" y="160020"/>
                  </a:moveTo>
                  <a:lnTo>
                    <a:pt x="778637" y="153797"/>
                  </a:lnTo>
                  <a:lnTo>
                    <a:pt x="753237" y="155702"/>
                  </a:lnTo>
                  <a:lnTo>
                    <a:pt x="753745" y="162052"/>
                  </a:lnTo>
                  <a:lnTo>
                    <a:pt x="779145" y="160020"/>
                  </a:lnTo>
                  <a:close/>
                </a:path>
                <a:path w="2368550" h="1108710">
                  <a:moveTo>
                    <a:pt x="790194" y="1087120"/>
                  </a:moveTo>
                  <a:lnTo>
                    <a:pt x="789559" y="1080770"/>
                  </a:lnTo>
                  <a:lnTo>
                    <a:pt x="764286" y="1082929"/>
                  </a:lnTo>
                  <a:lnTo>
                    <a:pt x="764794" y="1089279"/>
                  </a:lnTo>
                  <a:lnTo>
                    <a:pt x="790194" y="1087120"/>
                  </a:lnTo>
                  <a:close/>
                </a:path>
                <a:path w="2368550" h="1108710">
                  <a:moveTo>
                    <a:pt x="796290" y="671449"/>
                  </a:moveTo>
                  <a:lnTo>
                    <a:pt x="795401" y="665226"/>
                  </a:lnTo>
                  <a:lnTo>
                    <a:pt x="770255" y="668909"/>
                  </a:lnTo>
                  <a:lnTo>
                    <a:pt x="771144" y="675259"/>
                  </a:lnTo>
                  <a:lnTo>
                    <a:pt x="796290" y="671449"/>
                  </a:lnTo>
                  <a:close/>
                </a:path>
                <a:path w="2368550" h="1108710">
                  <a:moveTo>
                    <a:pt x="807974" y="301752"/>
                  </a:moveTo>
                  <a:lnTo>
                    <a:pt x="782701" y="298958"/>
                  </a:lnTo>
                  <a:lnTo>
                    <a:pt x="782066" y="305308"/>
                  </a:lnTo>
                  <a:lnTo>
                    <a:pt x="807339" y="307975"/>
                  </a:lnTo>
                  <a:lnTo>
                    <a:pt x="807974" y="301752"/>
                  </a:lnTo>
                  <a:close/>
                </a:path>
                <a:path w="2368550" h="1108710">
                  <a:moveTo>
                    <a:pt x="816229" y="831850"/>
                  </a:moveTo>
                  <a:lnTo>
                    <a:pt x="791083" y="828040"/>
                  </a:lnTo>
                  <a:lnTo>
                    <a:pt x="790194" y="834390"/>
                  </a:lnTo>
                  <a:lnTo>
                    <a:pt x="815213" y="838073"/>
                  </a:lnTo>
                  <a:lnTo>
                    <a:pt x="816229" y="831850"/>
                  </a:lnTo>
                  <a:close/>
                </a:path>
                <a:path w="2368550" h="1108710">
                  <a:moveTo>
                    <a:pt x="823468" y="156591"/>
                  </a:moveTo>
                  <a:lnTo>
                    <a:pt x="822960" y="150241"/>
                  </a:lnTo>
                  <a:lnTo>
                    <a:pt x="797560" y="152273"/>
                  </a:lnTo>
                  <a:lnTo>
                    <a:pt x="798068" y="158623"/>
                  </a:lnTo>
                  <a:lnTo>
                    <a:pt x="823468" y="156591"/>
                  </a:lnTo>
                  <a:close/>
                </a:path>
                <a:path w="2368550" h="1108710">
                  <a:moveTo>
                    <a:pt x="834390" y="1083310"/>
                  </a:moveTo>
                  <a:lnTo>
                    <a:pt x="833882" y="1076960"/>
                  </a:lnTo>
                  <a:lnTo>
                    <a:pt x="808609" y="1079119"/>
                  </a:lnTo>
                  <a:lnTo>
                    <a:pt x="809117" y="1085469"/>
                  </a:lnTo>
                  <a:lnTo>
                    <a:pt x="834390" y="1083310"/>
                  </a:lnTo>
                  <a:close/>
                </a:path>
                <a:path w="2368550" h="1108710">
                  <a:moveTo>
                    <a:pt x="840232" y="664972"/>
                  </a:moveTo>
                  <a:lnTo>
                    <a:pt x="839343" y="658622"/>
                  </a:lnTo>
                  <a:lnTo>
                    <a:pt x="814197" y="662432"/>
                  </a:lnTo>
                  <a:lnTo>
                    <a:pt x="815213" y="668655"/>
                  </a:lnTo>
                  <a:lnTo>
                    <a:pt x="840232" y="664972"/>
                  </a:lnTo>
                  <a:close/>
                </a:path>
                <a:path w="2368550" h="1108710">
                  <a:moveTo>
                    <a:pt x="852170" y="306451"/>
                  </a:moveTo>
                  <a:lnTo>
                    <a:pt x="826897" y="303784"/>
                  </a:lnTo>
                  <a:lnTo>
                    <a:pt x="826262" y="310007"/>
                  </a:lnTo>
                  <a:lnTo>
                    <a:pt x="851535" y="312801"/>
                  </a:lnTo>
                  <a:lnTo>
                    <a:pt x="852170" y="306451"/>
                  </a:lnTo>
                  <a:close/>
                </a:path>
                <a:path w="2368550" h="1108710">
                  <a:moveTo>
                    <a:pt x="860171" y="838327"/>
                  </a:moveTo>
                  <a:lnTo>
                    <a:pt x="835025" y="834644"/>
                  </a:lnTo>
                  <a:lnTo>
                    <a:pt x="834136" y="840867"/>
                  </a:lnTo>
                  <a:lnTo>
                    <a:pt x="859282" y="844550"/>
                  </a:lnTo>
                  <a:lnTo>
                    <a:pt x="860171" y="838327"/>
                  </a:lnTo>
                  <a:close/>
                </a:path>
                <a:path w="2368550" h="1108710">
                  <a:moveTo>
                    <a:pt x="867791" y="153162"/>
                  </a:moveTo>
                  <a:lnTo>
                    <a:pt x="867283" y="146812"/>
                  </a:lnTo>
                  <a:lnTo>
                    <a:pt x="841883" y="148717"/>
                  </a:lnTo>
                  <a:lnTo>
                    <a:pt x="842391" y="155067"/>
                  </a:lnTo>
                  <a:lnTo>
                    <a:pt x="867791" y="153162"/>
                  </a:lnTo>
                  <a:close/>
                </a:path>
                <a:path w="2368550" h="1108710">
                  <a:moveTo>
                    <a:pt x="878713" y="1079500"/>
                  </a:moveTo>
                  <a:lnTo>
                    <a:pt x="878205" y="1073150"/>
                  </a:lnTo>
                  <a:lnTo>
                    <a:pt x="852805" y="1075309"/>
                  </a:lnTo>
                  <a:lnTo>
                    <a:pt x="853440" y="1081659"/>
                  </a:lnTo>
                  <a:lnTo>
                    <a:pt x="878713" y="1079500"/>
                  </a:lnTo>
                  <a:close/>
                </a:path>
                <a:path w="2368550" h="1108710">
                  <a:moveTo>
                    <a:pt x="884301" y="658495"/>
                  </a:moveTo>
                  <a:lnTo>
                    <a:pt x="883285" y="652145"/>
                  </a:lnTo>
                  <a:lnTo>
                    <a:pt x="858139" y="655828"/>
                  </a:lnTo>
                  <a:lnTo>
                    <a:pt x="859155" y="662178"/>
                  </a:lnTo>
                  <a:lnTo>
                    <a:pt x="884301" y="658495"/>
                  </a:lnTo>
                  <a:close/>
                </a:path>
                <a:path w="2368550" h="1108710">
                  <a:moveTo>
                    <a:pt x="896366" y="311150"/>
                  </a:moveTo>
                  <a:lnTo>
                    <a:pt x="871093" y="308483"/>
                  </a:lnTo>
                  <a:lnTo>
                    <a:pt x="870458" y="314833"/>
                  </a:lnTo>
                  <a:lnTo>
                    <a:pt x="895731" y="317500"/>
                  </a:lnTo>
                  <a:lnTo>
                    <a:pt x="896366" y="311150"/>
                  </a:lnTo>
                  <a:close/>
                </a:path>
                <a:path w="2368550" h="1108710">
                  <a:moveTo>
                    <a:pt x="904113" y="844804"/>
                  </a:moveTo>
                  <a:lnTo>
                    <a:pt x="878967" y="841121"/>
                  </a:lnTo>
                  <a:lnTo>
                    <a:pt x="878078" y="847344"/>
                  </a:lnTo>
                  <a:lnTo>
                    <a:pt x="903224" y="851027"/>
                  </a:lnTo>
                  <a:lnTo>
                    <a:pt x="904113" y="844804"/>
                  </a:lnTo>
                  <a:close/>
                </a:path>
                <a:path w="2368550" h="1108710">
                  <a:moveTo>
                    <a:pt x="911987" y="149606"/>
                  </a:moveTo>
                  <a:lnTo>
                    <a:pt x="911606" y="143256"/>
                  </a:lnTo>
                  <a:lnTo>
                    <a:pt x="886206" y="145288"/>
                  </a:lnTo>
                  <a:lnTo>
                    <a:pt x="886714" y="151638"/>
                  </a:lnTo>
                  <a:lnTo>
                    <a:pt x="911987" y="149606"/>
                  </a:lnTo>
                  <a:close/>
                </a:path>
                <a:path w="2368550" h="1108710">
                  <a:moveTo>
                    <a:pt x="923036" y="1075690"/>
                  </a:moveTo>
                  <a:lnTo>
                    <a:pt x="922401" y="1069340"/>
                  </a:lnTo>
                  <a:lnTo>
                    <a:pt x="897128" y="1071499"/>
                  </a:lnTo>
                  <a:lnTo>
                    <a:pt x="897636" y="1077849"/>
                  </a:lnTo>
                  <a:lnTo>
                    <a:pt x="923036" y="1075690"/>
                  </a:lnTo>
                  <a:close/>
                </a:path>
                <a:path w="2368550" h="1108710">
                  <a:moveTo>
                    <a:pt x="928243" y="651891"/>
                  </a:moveTo>
                  <a:lnTo>
                    <a:pt x="927227" y="645668"/>
                  </a:lnTo>
                  <a:lnTo>
                    <a:pt x="902208" y="649351"/>
                  </a:lnTo>
                  <a:lnTo>
                    <a:pt x="903097" y="655701"/>
                  </a:lnTo>
                  <a:lnTo>
                    <a:pt x="928243" y="651891"/>
                  </a:lnTo>
                  <a:close/>
                </a:path>
                <a:path w="2368550" h="1108710">
                  <a:moveTo>
                    <a:pt x="940562" y="315976"/>
                  </a:moveTo>
                  <a:lnTo>
                    <a:pt x="915289" y="313182"/>
                  </a:lnTo>
                  <a:lnTo>
                    <a:pt x="914654" y="319532"/>
                  </a:lnTo>
                  <a:lnTo>
                    <a:pt x="939927" y="322199"/>
                  </a:lnTo>
                  <a:lnTo>
                    <a:pt x="940562" y="315976"/>
                  </a:lnTo>
                  <a:close/>
                </a:path>
                <a:path w="2368550" h="1108710">
                  <a:moveTo>
                    <a:pt x="948182" y="851281"/>
                  </a:moveTo>
                  <a:lnTo>
                    <a:pt x="923036" y="847598"/>
                  </a:lnTo>
                  <a:lnTo>
                    <a:pt x="922020" y="853821"/>
                  </a:lnTo>
                  <a:lnTo>
                    <a:pt x="947166" y="857631"/>
                  </a:lnTo>
                  <a:lnTo>
                    <a:pt x="948182" y="851281"/>
                  </a:lnTo>
                  <a:close/>
                </a:path>
                <a:path w="2368550" h="1108710">
                  <a:moveTo>
                    <a:pt x="956310" y="146177"/>
                  </a:moveTo>
                  <a:lnTo>
                    <a:pt x="955802" y="139827"/>
                  </a:lnTo>
                  <a:lnTo>
                    <a:pt x="930529" y="141859"/>
                  </a:lnTo>
                  <a:lnTo>
                    <a:pt x="931037" y="148082"/>
                  </a:lnTo>
                  <a:lnTo>
                    <a:pt x="956310" y="146177"/>
                  </a:lnTo>
                  <a:close/>
                </a:path>
                <a:path w="2368550" h="1108710">
                  <a:moveTo>
                    <a:pt x="967232" y="1071880"/>
                  </a:moveTo>
                  <a:lnTo>
                    <a:pt x="966724" y="1065530"/>
                  </a:lnTo>
                  <a:lnTo>
                    <a:pt x="941451" y="1067689"/>
                  </a:lnTo>
                  <a:lnTo>
                    <a:pt x="941959" y="1074039"/>
                  </a:lnTo>
                  <a:lnTo>
                    <a:pt x="967232" y="1071880"/>
                  </a:lnTo>
                  <a:close/>
                </a:path>
                <a:path w="2368550" h="1108710">
                  <a:moveTo>
                    <a:pt x="972185" y="645414"/>
                  </a:moveTo>
                  <a:lnTo>
                    <a:pt x="971296" y="639064"/>
                  </a:lnTo>
                  <a:lnTo>
                    <a:pt x="946150" y="642874"/>
                  </a:lnTo>
                  <a:lnTo>
                    <a:pt x="947039" y="649097"/>
                  </a:lnTo>
                  <a:lnTo>
                    <a:pt x="972185" y="645414"/>
                  </a:lnTo>
                  <a:close/>
                </a:path>
                <a:path w="2368550" h="1108710">
                  <a:moveTo>
                    <a:pt x="984758" y="320675"/>
                  </a:moveTo>
                  <a:lnTo>
                    <a:pt x="959485" y="318008"/>
                  </a:lnTo>
                  <a:lnTo>
                    <a:pt x="958850" y="324231"/>
                  </a:lnTo>
                  <a:lnTo>
                    <a:pt x="984123" y="327025"/>
                  </a:lnTo>
                  <a:lnTo>
                    <a:pt x="984758" y="320675"/>
                  </a:lnTo>
                  <a:close/>
                </a:path>
                <a:path w="2368550" h="1108710">
                  <a:moveTo>
                    <a:pt x="992124" y="857758"/>
                  </a:moveTo>
                  <a:lnTo>
                    <a:pt x="966978" y="854075"/>
                  </a:lnTo>
                  <a:lnTo>
                    <a:pt x="966089" y="860425"/>
                  </a:lnTo>
                  <a:lnTo>
                    <a:pt x="991108" y="864108"/>
                  </a:lnTo>
                  <a:lnTo>
                    <a:pt x="992124" y="857758"/>
                  </a:lnTo>
                  <a:close/>
                </a:path>
                <a:path w="2368550" h="1108710">
                  <a:moveTo>
                    <a:pt x="1000633" y="142621"/>
                  </a:moveTo>
                  <a:lnTo>
                    <a:pt x="1000125" y="136398"/>
                  </a:lnTo>
                  <a:lnTo>
                    <a:pt x="974852" y="138303"/>
                  </a:lnTo>
                  <a:lnTo>
                    <a:pt x="975360" y="144653"/>
                  </a:lnTo>
                  <a:lnTo>
                    <a:pt x="1000633" y="142621"/>
                  </a:lnTo>
                  <a:close/>
                </a:path>
                <a:path w="2368550" h="1108710">
                  <a:moveTo>
                    <a:pt x="1011555" y="1068070"/>
                  </a:moveTo>
                  <a:lnTo>
                    <a:pt x="1011047" y="1061720"/>
                  </a:lnTo>
                  <a:lnTo>
                    <a:pt x="985774" y="1063879"/>
                  </a:lnTo>
                  <a:lnTo>
                    <a:pt x="986282" y="1070229"/>
                  </a:lnTo>
                  <a:lnTo>
                    <a:pt x="1011555" y="1068070"/>
                  </a:lnTo>
                  <a:close/>
                </a:path>
                <a:path w="2368550" h="1108710">
                  <a:moveTo>
                    <a:pt x="1016127" y="638937"/>
                  </a:moveTo>
                  <a:lnTo>
                    <a:pt x="1015238" y="632587"/>
                  </a:lnTo>
                  <a:lnTo>
                    <a:pt x="990092" y="636270"/>
                  </a:lnTo>
                  <a:lnTo>
                    <a:pt x="990981" y="642620"/>
                  </a:lnTo>
                  <a:lnTo>
                    <a:pt x="1016127" y="638937"/>
                  </a:lnTo>
                  <a:close/>
                </a:path>
                <a:path w="2368550" h="1108710">
                  <a:moveTo>
                    <a:pt x="1028954" y="325501"/>
                  </a:moveTo>
                  <a:lnTo>
                    <a:pt x="1003681" y="322707"/>
                  </a:lnTo>
                  <a:lnTo>
                    <a:pt x="1003046" y="329057"/>
                  </a:lnTo>
                  <a:lnTo>
                    <a:pt x="1028319" y="331724"/>
                  </a:lnTo>
                  <a:lnTo>
                    <a:pt x="1028954" y="325501"/>
                  </a:lnTo>
                  <a:close/>
                </a:path>
                <a:path w="2368550" h="1108710">
                  <a:moveTo>
                    <a:pt x="1036066" y="864235"/>
                  </a:moveTo>
                  <a:lnTo>
                    <a:pt x="1010920" y="860552"/>
                  </a:lnTo>
                  <a:lnTo>
                    <a:pt x="1010031" y="866902"/>
                  </a:lnTo>
                  <a:lnTo>
                    <a:pt x="1035177" y="870585"/>
                  </a:lnTo>
                  <a:lnTo>
                    <a:pt x="1036066" y="864235"/>
                  </a:lnTo>
                  <a:close/>
                </a:path>
                <a:path w="2368550" h="1108710">
                  <a:moveTo>
                    <a:pt x="1044956" y="139192"/>
                  </a:moveTo>
                  <a:lnTo>
                    <a:pt x="1044448" y="132842"/>
                  </a:lnTo>
                  <a:lnTo>
                    <a:pt x="1019175" y="134874"/>
                  </a:lnTo>
                  <a:lnTo>
                    <a:pt x="1019683" y="141224"/>
                  </a:lnTo>
                  <a:lnTo>
                    <a:pt x="1044956" y="139192"/>
                  </a:lnTo>
                  <a:close/>
                </a:path>
                <a:path w="2368550" h="1108710">
                  <a:moveTo>
                    <a:pt x="1055878" y="1064260"/>
                  </a:moveTo>
                  <a:lnTo>
                    <a:pt x="1055370" y="1057910"/>
                  </a:lnTo>
                  <a:lnTo>
                    <a:pt x="1029970" y="1060069"/>
                  </a:lnTo>
                  <a:lnTo>
                    <a:pt x="1030605" y="1066419"/>
                  </a:lnTo>
                  <a:lnTo>
                    <a:pt x="1055878" y="1064260"/>
                  </a:lnTo>
                  <a:close/>
                </a:path>
                <a:path w="2368550" h="1108710">
                  <a:moveTo>
                    <a:pt x="1060069" y="632333"/>
                  </a:moveTo>
                  <a:lnTo>
                    <a:pt x="1059180" y="626110"/>
                  </a:lnTo>
                  <a:lnTo>
                    <a:pt x="1034034" y="629793"/>
                  </a:lnTo>
                  <a:lnTo>
                    <a:pt x="1035050" y="636143"/>
                  </a:lnTo>
                  <a:lnTo>
                    <a:pt x="1060069" y="632333"/>
                  </a:lnTo>
                  <a:close/>
                </a:path>
                <a:path w="2368550" h="1108710">
                  <a:moveTo>
                    <a:pt x="1073150" y="330200"/>
                  </a:moveTo>
                  <a:lnTo>
                    <a:pt x="1047877" y="327533"/>
                  </a:lnTo>
                  <a:lnTo>
                    <a:pt x="1047242" y="333756"/>
                  </a:lnTo>
                  <a:lnTo>
                    <a:pt x="1072515" y="336550"/>
                  </a:lnTo>
                  <a:lnTo>
                    <a:pt x="1073150" y="330200"/>
                  </a:lnTo>
                  <a:close/>
                </a:path>
                <a:path w="2368550" h="1108710">
                  <a:moveTo>
                    <a:pt x="1080008" y="870839"/>
                  </a:moveTo>
                  <a:lnTo>
                    <a:pt x="1054862" y="867029"/>
                  </a:lnTo>
                  <a:lnTo>
                    <a:pt x="1053973" y="873379"/>
                  </a:lnTo>
                  <a:lnTo>
                    <a:pt x="1079119" y="877062"/>
                  </a:lnTo>
                  <a:lnTo>
                    <a:pt x="1080008" y="870839"/>
                  </a:lnTo>
                  <a:close/>
                </a:path>
                <a:path w="2368550" h="1108710">
                  <a:moveTo>
                    <a:pt x="1089279" y="135763"/>
                  </a:moveTo>
                  <a:lnTo>
                    <a:pt x="1088771" y="129413"/>
                  </a:lnTo>
                  <a:lnTo>
                    <a:pt x="1063498" y="131318"/>
                  </a:lnTo>
                  <a:lnTo>
                    <a:pt x="1064006" y="137668"/>
                  </a:lnTo>
                  <a:lnTo>
                    <a:pt x="1089279" y="135763"/>
                  </a:lnTo>
                  <a:close/>
                </a:path>
                <a:path w="2368550" h="1108710">
                  <a:moveTo>
                    <a:pt x="1100201" y="1060450"/>
                  </a:moveTo>
                  <a:lnTo>
                    <a:pt x="1099566" y="1054100"/>
                  </a:lnTo>
                  <a:lnTo>
                    <a:pt x="1074293" y="1056259"/>
                  </a:lnTo>
                  <a:lnTo>
                    <a:pt x="1074801" y="1062609"/>
                  </a:lnTo>
                  <a:lnTo>
                    <a:pt x="1100201" y="1060450"/>
                  </a:lnTo>
                  <a:close/>
                </a:path>
                <a:path w="2368550" h="1108710">
                  <a:moveTo>
                    <a:pt x="1104138" y="625856"/>
                  </a:moveTo>
                  <a:lnTo>
                    <a:pt x="1103122" y="619506"/>
                  </a:lnTo>
                  <a:lnTo>
                    <a:pt x="1077976" y="623316"/>
                  </a:lnTo>
                  <a:lnTo>
                    <a:pt x="1078992" y="629539"/>
                  </a:lnTo>
                  <a:lnTo>
                    <a:pt x="1104138" y="625856"/>
                  </a:lnTo>
                  <a:close/>
                </a:path>
                <a:path w="2368550" h="1108710">
                  <a:moveTo>
                    <a:pt x="1117346" y="334899"/>
                  </a:moveTo>
                  <a:lnTo>
                    <a:pt x="1092073" y="332232"/>
                  </a:lnTo>
                  <a:lnTo>
                    <a:pt x="1091438" y="338582"/>
                  </a:lnTo>
                  <a:lnTo>
                    <a:pt x="1116711" y="341249"/>
                  </a:lnTo>
                  <a:lnTo>
                    <a:pt x="1117346" y="334899"/>
                  </a:lnTo>
                  <a:close/>
                </a:path>
                <a:path w="2368550" h="1108710">
                  <a:moveTo>
                    <a:pt x="1123950" y="877316"/>
                  </a:moveTo>
                  <a:lnTo>
                    <a:pt x="1098931" y="873633"/>
                  </a:lnTo>
                  <a:lnTo>
                    <a:pt x="1097915" y="879856"/>
                  </a:lnTo>
                  <a:lnTo>
                    <a:pt x="1123061" y="883539"/>
                  </a:lnTo>
                  <a:lnTo>
                    <a:pt x="1123950" y="877316"/>
                  </a:lnTo>
                  <a:close/>
                </a:path>
                <a:path w="2368550" h="1108710">
                  <a:moveTo>
                    <a:pt x="1133602" y="132207"/>
                  </a:moveTo>
                  <a:lnTo>
                    <a:pt x="1133094" y="125857"/>
                  </a:lnTo>
                  <a:lnTo>
                    <a:pt x="1107821" y="127889"/>
                  </a:lnTo>
                  <a:lnTo>
                    <a:pt x="1108329" y="134239"/>
                  </a:lnTo>
                  <a:lnTo>
                    <a:pt x="1133602" y="132207"/>
                  </a:lnTo>
                  <a:close/>
                </a:path>
                <a:path w="2368550" h="1108710">
                  <a:moveTo>
                    <a:pt x="1144397" y="1056640"/>
                  </a:moveTo>
                  <a:lnTo>
                    <a:pt x="1143889" y="1050290"/>
                  </a:lnTo>
                  <a:lnTo>
                    <a:pt x="1118616" y="1052449"/>
                  </a:lnTo>
                  <a:lnTo>
                    <a:pt x="1119124" y="1058799"/>
                  </a:lnTo>
                  <a:lnTo>
                    <a:pt x="1144397" y="1056640"/>
                  </a:lnTo>
                  <a:close/>
                </a:path>
                <a:path w="2368550" h="1108710">
                  <a:moveTo>
                    <a:pt x="1148080" y="619379"/>
                  </a:moveTo>
                  <a:lnTo>
                    <a:pt x="1147191" y="613029"/>
                  </a:lnTo>
                  <a:lnTo>
                    <a:pt x="1122045" y="616712"/>
                  </a:lnTo>
                  <a:lnTo>
                    <a:pt x="1122934" y="623062"/>
                  </a:lnTo>
                  <a:lnTo>
                    <a:pt x="1148080" y="619379"/>
                  </a:lnTo>
                  <a:close/>
                </a:path>
                <a:path w="2368550" h="1108710">
                  <a:moveTo>
                    <a:pt x="1161542" y="339725"/>
                  </a:moveTo>
                  <a:lnTo>
                    <a:pt x="1136269" y="336931"/>
                  </a:lnTo>
                  <a:lnTo>
                    <a:pt x="1135634" y="343281"/>
                  </a:lnTo>
                  <a:lnTo>
                    <a:pt x="1160907" y="345948"/>
                  </a:lnTo>
                  <a:lnTo>
                    <a:pt x="1161542" y="339725"/>
                  </a:lnTo>
                  <a:close/>
                </a:path>
                <a:path w="2368550" h="1108710">
                  <a:moveTo>
                    <a:pt x="1168019" y="883793"/>
                  </a:moveTo>
                  <a:lnTo>
                    <a:pt x="1142873" y="880110"/>
                  </a:lnTo>
                  <a:lnTo>
                    <a:pt x="1141984" y="886333"/>
                  </a:lnTo>
                  <a:lnTo>
                    <a:pt x="1167003" y="890016"/>
                  </a:lnTo>
                  <a:lnTo>
                    <a:pt x="1168019" y="883793"/>
                  </a:lnTo>
                  <a:close/>
                </a:path>
                <a:path w="2368550" h="1108710">
                  <a:moveTo>
                    <a:pt x="1177925" y="128778"/>
                  </a:moveTo>
                  <a:lnTo>
                    <a:pt x="1177417" y="122428"/>
                  </a:lnTo>
                  <a:lnTo>
                    <a:pt x="1152144" y="124460"/>
                  </a:lnTo>
                  <a:lnTo>
                    <a:pt x="1152652" y="130683"/>
                  </a:lnTo>
                  <a:lnTo>
                    <a:pt x="1177925" y="128778"/>
                  </a:lnTo>
                  <a:close/>
                </a:path>
                <a:path w="2368550" h="1108710">
                  <a:moveTo>
                    <a:pt x="1188720" y="1052830"/>
                  </a:moveTo>
                  <a:lnTo>
                    <a:pt x="1188212" y="1046480"/>
                  </a:lnTo>
                  <a:lnTo>
                    <a:pt x="1162812" y="1048639"/>
                  </a:lnTo>
                  <a:lnTo>
                    <a:pt x="1163447" y="1054989"/>
                  </a:lnTo>
                  <a:lnTo>
                    <a:pt x="1188720" y="1052830"/>
                  </a:lnTo>
                  <a:close/>
                </a:path>
                <a:path w="2368550" h="1108710">
                  <a:moveTo>
                    <a:pt x="1192022" y="612775"/>
                  </a:moveTo>
                  <a:lnTo>
                    <a:pt x="1191133" y="606552"/>
                  </a:lnTo>
                  <a:lnTo>
                    <a:pt x="1165987" y="610235"/>
                  </a:lnTo>
                  <a:lnTo>
                    <a:pt x="1166876" y="616585"/>
                  </a:lnTo>
                  <a:lnTo>
                    <a:pt x="1192022" y="612775"/>
                  </a:lnTo>
                  <a:close/>
                </a:path>
                <a:path w="2368550" h="1108710">
                  <a:moveTo>
                    <a:pt x="1205738" y="344424"/>
                  </a:moveTo>
                  <a:lnTo>
                    <a:pt x="1180465" y="341757"/>
                  </a:lnTo>
                  <a:lnTo>
                    <a:pt x="1179830" y="348107"/>
                  </a:lnTo>
                  <a:lnTo>
                    <a:pt x="1205103" y="350774"/>
                  </a:lnTo>
                  <a:lnTo>
                    <a:pt x="1205738" y="344424"/>
                  </a:lnTo>
                  <a:close/>
                </a:path>
                <a:path w="2368550" h="1108710">
                  <a:moveTo>
                    <a:pt x="1211961" y="890270"/>
                  </a:moveTo>
                  <a:lnTo>
                    <a:pt x="1186815" y="886587"/>
                  </a:lnTo>
                  <a:lnTo>
                    <a:pt x="1185926" y="892810"/>
                  </a:lnTo>
                  <a:lnTo>
                    <a:pt x="1211072" y="896620"/>
                  </a:lnTo>
                  <a:lnTo>
                    <a:pt x="1211961" y="890270"/>
                  </a:lnTo>
                  <a:close/>
                </a:path>
                <a:path w="2368550" h="1108710">
                  <a:moveTo>
                    <a:pt x="1222248" y="125222"/>
                  </a:moveTo>
                  <a:lnTo>
                    <a:pt x="1221740" y="118999"/>
                  </a:lnTo>
                  <a:lnTo>
                    <a:pt x="1196467" y="120904"/>
                  </a:lnTo>
                  <a:lnTo>
                    <a:pt x="1196975" y="127254"/>
                  </a:lnTo>
                  <a:lnTo>
                    <a:pt x="1222248" y="125222"/>
                  </a:lnTo>
                  <a:close/>
                </a:path>
                <a:path w="2368550" h="1108710">
                  <a:moveTo>
                    <a:pt x="1233043" y="1049020"/>
                  </a:moveTo>
                  <a:lnTo>
                    <a:pt x="1232408" y="1042670"/>
                  </a:lnTo>
                  <a:lnTo>
                    <a:pt x="1207135" y="1044829"/>
                  </a:lnTo>
                  <a:lnTo>
                    <a:pt x="1207643" y="1051179"/>
                  </a:lnTo>
                  <a:lnTo>
                    <a:pt x="1233043" y="1049020"/>
                  </a:lnTo>
                  <a:close/>
                </a:path>
                <a:path w="2368550" h="1108710">
                  <a:moveTo>
                    <a:pt x="1235964" y="606298"/>
                  </a:moveTo>
                  <a:lnTo>
                    <a:pt x="1235075" y="599948"/>
                  </a:lnTo>
                  <a:lnTo>
                    <a:pt x="1209929" y="603758"/>
                  </a:lnTo>
                  <a:lnTo>
                    <a:pt x="1210818" y="609981"/>
                  </a:lnTo>
                  <a:lnTo>
                    <a:pt x="1235964" y="606298"/>
                  </a:lnTo>
                  <a:close/>
                </a:path>
                <a:path w="2368550" h="1108710">
                  <a:moveTo>
                    <a:pt x="1249934" y="349250"/>
                  </a:moveTo>
                  <a:lnTo>
                    <a:pt x="1224661" y="346456"/>
                  </a:lnTo>
                  <a:lnTo>
                    <a:pt x="1224026" y="352806"/>
                  </a:lnTo>
                  <a:lnTo>
                    <a:pt x="1249299" y="355473"/>
                  </a:lnTo>
                  <a:lnTo>
                    <a:pt x="1249934" y="349250"/>
                  </a:lnTo>
                  <a:close/>
                </a:path>
                <a:path w="2368550" h="1108710">
                  <a:moveTo>
                    <a:pt x="1255903" y="896747"/>
                  </a:moveTo>
                  <a:lnTo>
                    <a:pt x="1230757" y="893064"/>
                  </a:lnTo>
                  <a:lnTo>
                    <a:pt x="1229868" y="899414"/>
                  </a:lnTo>
                  <a:lnTo>
                    <a:pt x="1255014" y="903097"/>
                  </a:lnTo>
                  <a:lnTo>
                    <a:pt x="1255903" y="896747"/>
                  </a:lnTo>
                  <a:close/>
                </a:path>
                <a:path w="2368550" h="1108710">
                  <a:moveTo>
                    <a:pt x="1266571" y="121793"/>
                  </a:moveTo>
                  <a:lnTo>
                    <a:pt x="1266063" y="115443"/>
                  </a:lnTo>
                  <a:lnTo>
                    <a:pt x="1240790" y="117475"/>
                  </a:lnTo>
                  <a:lnTo>
                    <a:pt x="1241171" y="123825"/>
                  </a:lnTo>
                  <a:lnTo>
                    <a:pt x="1266571" y="121793"/>
                  </a:lnTo>
                  <a:close/>
                </a:path>
                <a:path w="2368550" h="1108710">
                  <a:moveTo>
                    <a:pt x="1277239" y="1045210"/>
                  </a:moveTo>
                  <a:lnTo>
                    <a:pt x="1276731" y="1038860"/>
                  </a:lnTo>
                  <a:lnTo>
                    <a:pt x="1251458" y="1041019"/>
                  </a:lnTo>
                  <a:lnTo>
                    <a:pt x="1251966" y="1047369"/>
                  </a:lnTo>
                  <a:lnTo>
                    <a:pt x="1277239" y="1045210"/>
                  </a:lnTo>
                  <a:close/>
                </a:path>
                <a:path w="2368550" h="1108710">
                  <a:moveTo>
                    <a:pt x="1280033" y="599821"/>
                  </a:moveTo>
                  <a:lnTo>
                    <a:pt x="1279017" y="593471"/>
                  </a:lnTo>
                  <a:lnTo>
                    <a:pt x="1253871" y="597154"/>
                  </a:lnTo>
                  <a:lnTo>
                    <a:pt x="1254887" y="603504"/>
                  </a:lnTo>
                  <a:lnTo>
                    <a:pt x="1280033" y="599821"/>
                  </a:lnTo>
                  <a:close/>
                </a:path>
                <a:path w="2368550" h="1108710">
                  <a:moveTo>
                    <a:pt x="1294130" y="353949"/>
                  </a:moveTo>
                  <a:lnTo>
                    <a:pt x="1268857" y="351282"/>
                  </a:lnTo>
                  <a:lnTo>
                    <a:pt x="1268222" y="357505"/>
                  </a:lnTo>
                  <a:lnTo>
                    <a:pt x="1293495" y="360299"/>
                  </a:lnTo>
                  <a:lnTo>
                    <a:pt x="1294130" y="353949"/>
                  </a:lnTo>
                  <a:close/>
                </a:path>
                <a:path w="2368550" h="1108710">
                  <a:moveTo>
                    <a:pt x="1299845" y="903224"/>
                  </a:moveTo>
                  <a:lnTo>
                    <a:pt x="1274826" y="899541"/>
                  </a:lnTo>
                  <a:lnTo>
                    <a:pt x="1273810" y="905891"/>
                  </a:lnTo>
                  <a:lnTo>
                    <a:pt x="1298956" y="909574"/>
                  </a:lnTo>
                  <a:lnTo>
                    <a:pt x="1299845" y="903224"/>
                  </a:lnTo>
                  <a:close/>
                </a:path>
                <a:path w="2368550" h="1108710">
                  <a:moveTo>
                    <a:pt x="1310894" y="118364"/>
                  </a:moveTo>
                  <a:lnTo>
                    <a:pt x="1310386" y="112014"/>
                  </a:lnTo>
                  <a:lnTo>
                    <a:pt x="1284986" y="113919"/>
                  </a:lnTo>
                  <a:lnTo>
                    <a:pt x="1285494" y="120269"/>
                  </a:lnTo>
                  <a:lnTo>
                    <a:pt x="1310894" y="118364"/>
                  </a:lnTo>
                  <a:close/>
                </a:path>
                <a:path w="2368550" h="1108710">
                  <a:moveTo>
                    <a:pt x="1321562" y="1041400"/>
                  </a:moveTo>
                  <a:lnTo>
                    <a:pt x="1321054" y="1035050"/>
                  </a:lnTo>
                  <a:lnTo>
                    <a:pt x="1295781" y="1037209"/>
                  </a:lnTo>
                  <a:lnTo>
                    <a:pt x="1296289" y="1043559"/>
                  </a:lnTo>
                  <a:lnTo>
                    <a:pt x="1321562" y="1041400"/>
                  </a:lnTo>
                  <a:close/>
                </a:path>
                <a:path w="2368550" h="1108710">
                  <a:moveTo>
                    <a:pt x="1323975" y="593217"/>
                  </a:moveTo>
                  <a:lnTo>
                    <a:pt x="1322959" y="586994"/>
                  </a:lnTo>
                  <a:lnTo>
                    <a:pt x="1297940" y="590677"/>
                  </a:lnTo>
                  <a:lnTo>
                    <a:pt x="1298829" y="597027"/>
                  </a:lnTo>
                  <a:lnTo>
                    <a:pt x="1323975" y="593217"/>
                  </a:lnTo>
                  <a:close/>
                </a:path>
                <a:path w="2368550" h="1108710">
                  <a:moveTo>
                    <a:pt x="1338326" y="358648"/>
                  </a:moveTo>
                  <a:lnTo>
                    <a:pt x="1313053" y="355981"/>
                  </a:lnTo>
                  <a:lnTo>
                    <a:pt x="1312418" y="362331"/>
                  </a:lnTo>
                  <a:lnTo>
                    <a:pt x="1337691" y="364998"/>
                  </a:lnTo>
                  <a:lnTo>
                    <a:pt x="1338326" y="358648"/>
                  </a:lnTo>
                  <a:close/>
                </a:path>
                <a:path w="2368550" h="1108710">
                  <a:moveTo>
                    <a:pt x="1343914" y="909828"/>
                  </a:moveTo>
                  <a:lnTo>
                    <a:pt x="1318768" y="906018"/>
                  </a:lnTo>
                  <a:lnTo>
                    <a:pt x="1317752" y="912368"/>
                  </a:lnTo>
                  <a:lnTo>
                    <a:pt x="1342898" y="916051"/>
                  </a:lnTo>
                  <a:lnTo>
                    <a:pt x="1343914" y="909828"/>
                  </a:lnTo>
                  <a:close/>
                </a:path>
                <a:path w="2368550" h="1108710">
                  <a:moveTo>
                    <a:pt x="1355217" y="114808"/>
                  </a:moveTo>
                  <a:lnTo>
                    <a:pt x="1354709" y="108458"/>
                  </a:lnTo>
                  <a:lnTo>
                    <a:pt x="1329309" y="110490"/>
                  </a:lnTo>
                  <a:lnTo>
                    <a:pt x="1329817" y="116840"/>
                  </a:lnTo>
                  <a:lnTo>
                    <a:pt x="1355217" y="114808"/>
                  </a:lnTo>
                  <a:close/>
                </a:path>
                <a:path w="2368550" h="1108710">
                  <a:moveTo>
                    <a:pt x="1365885" y="1037590"/>
                  </a:moveTo>
                  <a:lnTo>
                    <a:pt x="1365377" y="1031240"/>
                  </a:lnTo>
                  <a:lnTo>
                    <a:pt x="1339977" y="1033399"/>
                  </a:lnTo>
                  <a:lnTo>
                    <a:pt x="1340612" y="1039749"/>
                  </a:lnTo>
                  <a:lnTo>
                    <a:pt x="1365885" y="1037590"/>
                  </a:lnTo>
                  <a:close/>
                </a:path>
                <a:path w="2368550" h="1108710">
                  <a:moveTo>
                    <a:pt x="1367917" y="586740"/>
                  </a:moveTo>
                  <a:lnTo>
                    <a:pt x="1367028" y="580390"/>
                  </a:lnTo>
                  <a:lnTo>
                    <a:pt x="1341882" y="584200"/>
                  </a:lnTo>
                  <a:lnTo>
                    <a:pt x="1342771" y="590423"/>
                  </a:lnTo>
                  <a:lnTo>
                    <a:pt x="1367917" y="586740"/>
                  </a:lnTo>
                  <a:close/>
                </a:path>
                <a:path w="2368550" h="1108710">
                  <a:moveTo>
                    <a:pt x="1382522" y="363474"/>
                  </a:moveTo>
                  <a:lnTo>
                    <a:pt x="1357249" y="360680"/>
                  </a:lnTo>
                  <a:lnTo>
                    <a:pt x="1356614" y="367030"/>
                  </a:lnTo>
                  <a:lnTo>
                    <a:pt x="1381887" y="369824"/>
                  </a:lnTo>
                  <a:lnTo>
                    <a:pt x="1382522" y="363474"/>
                  </a:lnTo>
                  <a:close/>
                </a:path>
                <a:path w="2368550" h="1108710">
                  <a:moveTo>
                    <a:pt x="1387856" y="916305"/>
                  </a:moveTo>
                  <a:lnTo>
                    <a:pt x="1362710" y="912622"/>
                  </a:lnTo>
                  <a:lnTo>
                    <a:pt x="1361821" y="918845"/>
                  </a:lnTo>
                  <a:lnTo>
                    <a:pt x="1386967" y="922528"/>
                  </a:lnTo>
                  <a:lnTo>
                    <a:pt x="1387856" y="916305"/>
                  </a:lnTo>
                  <a:close/>
                </a:path>
                <a:path w="2368550" h="1108710">
                  <a:moveTo>
                    <a:pt x="1399540" y="111379"/>
                  </a:moveTo>
                  <a:lnTo>
                    <a:pt x="1399032" y="105029"/>
                  </a:lnTo>
                  <a:lnTo>
                    <a:pt x="1373632" y="107061"/>
                  </a:lnTo>
                  <a:lnTo>
                    <a:pt x="1374140" y="113284"/>
                  </a:lnTo>
                  <a:lnTo>
                    <a:pt x="1399540" y="111379"/>
                  </a:lnTo>
                  <a:close/>
                </a:path>
                <a:path w="2368550" h="1108710">
                  <a:moveTo>
                    <a:pt x="1410208" y="1033780"/>
                  </a:moveTo>
                  <a:lnTo>
                    <a:pt x="1409573" y="1027430"/>
                  </a:lnTo>
                  <a:lnTo>
                    <a:pt x="1384300" y="1029589"/>
                  </a:lnTo>
                  <a:lnTo>
                    <a:pt x="1384808" y="1035939"/>
                  </a:lnTo>
                  <a:lnTo>
                    <a:pt x="1410208" y="1033780"/>
                  </a:lnTo>
                  <a:close/>
                </a:path>
                <a:path w="2368550" h="1108710">
                  <a:moveTo>
                    <a:pt x="1411859" y="580263"/>
                  </a:moveTo>
                  <a:lnTo>
                    <a:pt x="1410970" y="573913"/>
                  </a:lnTo>
                  <a:lnTo>
                    <a:pt x="1385824" y="577596"/>
                  </a:lnTo>
                  <a:lnTo>
                    <a:pt x="1386713" y="583946"/>
                  </a:lnTo>
                  <a:lnTo>
                    <a:pt x="1411859" y="580263"/>
                  </a:lnTo>
                  <a:close/>
                </a:path>
                <a:path w="2368550" h="1108710">
                  <a:moveTo>
                    <a:pt x="1426718" y="368173"/>
                  </a:moveTo>
                  <a:lnTo>
                    <a:pt x="1401445" y="365506"/>
                  </a:lnTo>
                  <a:lnTo>
                    <a:pt x="1400810" y="371856"/>
                  </a:lnTo>
                  <a:lnTo>
                    <a:pt x="1426083" y="374523"/>
                  </a:lnTo>
                  <a:lnTo>
                    <a:pt x="1426718" y="368173"/>
                  </a:lnTo>
                  <a:close/>
                </a:path>
                <a:path w="2368550" h="1108710">
                  <a:moveTo>
                    <a:pt x="1431798" y="922782"/>
                  </a:moveTo>
                  <a:lnTo>
                    <a:pt x="1406652" y="919099"/>
                  </a:lnTo>
                  <a:lnTo>
                    <a:pt x="1405763" y="925322"/>
                  </a:lnTo>
                  <a:lnTo>
                    <a:pt x="1430909" y="929005"/>
                  </a:lnTo>
                  <a:lnTo>
                    <a:pt x="1431798" y="922782"/>
                  </a:lnTo>
                  <a:close/>
                </a:path>
                <a:path w="2368550" h="1108710">
                  <a:moveTo>
                    <a:pt x="1443863" y="107823"/>
                  </a:moveTo>
                  <a:lnTo>
                    <a:pt x="1443355" y="101600"/>
                  </a:lnTo>
                  <a:lnTo>
                    <a:pt x="1417955" y="103505"/>
                  </a:lnTo>
                  <a:lnTo>
                    <a:pt x="1418463" y="109855"/>
                  </a:lnTo>
                  <a:lnTo>
                    <a:pt x="1443863" y="107823"/>
                  </a:lnTo>
                  <a:close/>
                </a:path>
                <a:path w="2368550" h="1108710">
                  <a:moveTo>
                    <a:pt x="1454404" y="1029970"/>
                  </a:moveTo>
                  <a:lnTo>
                    <a:pt x="1453896" y="1023620"/>
                  </a:lnTo>
                  <a:lnTo>
                    <a:pt x="1428623" y="1025779"/>
                  </a:lnTo>
                  <a:lnTo>
                    <a:pt x="1429131" y="1032129"/>
                  </a:lnTo>
                  <a:lnTo>
                    <a:pt x="1454404" y="1029970"/>
                  </a:lnTo>
                  <a:close/>
                </a:path>
                <a:path w="2368550" h="1108710">
                  <a:moveTo>
                    <a:pt x="1455801" y="573659"/>
                  </a:moveTo>
                  <a:lnTo>
                    <a:pt x="1454912" y="567436"/>
                  </a:lnTo>
                  <a:lnTo>
                    <a:pt x="1429766" y="571119"/>
                  </a:lnTo>
                  <a:lnTo>
                    <a:pt x="1430782" y="577469"/>
                  </a:lnTo>
                  <a:lnTo>
                    <a:pt x="1455801" y="573659"/>
                  </a:lnTo>
                  <a:close/>
                </a:path>
                <a:path w="2368550" h="1108710">
                  <a:moveTo>
                    <a:pt x="1470914" y="372999"/>
                  </a:moveTo>
                  <a:lnTo>
                    <a:pt x="1445641" y="370205"/>
                  </a:lnTo>
                  <a:lnTo>
                    <a:pt x="1445006" y="376555"/>
                  </a:lnTo>
                  <a:lnTo>
                    <a:pt x="1470279" y="379222"/>
                  </a:lnTo>
                  <a:lnTo>
                    <a:pt x="1470914" y="372999"/>
                  </a:lnTo>
                  <a:close/>
                </a:path>
                <a:path w="2368550" h="1108710">
                  <a:moveTo>
                    <a:pt x="1475740" y="929259"/>
                  </a:moveTo>
                  <a:lnTo>
                    <a:pt x="1450721" y="925576"/>
                  </a:lnTo>
                  <a:lnTo>
                    <a:pt x="1449705" y="931799"/>
                  </a:lnTo>
                  <a:lnTo>
                    <a:pt x="1474851" y="935609"/>
                  </a:lnTo>
                  <a:lnTo>
                    <a:pt x="1475740" y="929259"/>
                  </a:lnTo>
                  <a:close/>
                </a:path>
                <a:path w="2368550" h="1108710">
                  <a:moveTo>
                    <a:pt x="1488059" y="104394"/>
                  </a:moveTo>
                  <a:lnTo>
                    <a:pt x="1487678" y="98044"/>
                  </a:lnTo>
                  <a:lnTo>
                    <a:pt x="1462278" y="100076"/>
                  </a:lnTo>
                  <a:lnTo>
                    <a:pt x="1462786" y="106426"/>
                  </a:lnTo>
                  <a:lnTo>
                    <a:pt x="1488059" y="104394"/>
                  </a:lnTo>
                  <a:close/>
                </a:path>
                <a:path w="2368550" h="1108710">
                  <a:moveTo>
                    <a:pt x="1498727" y="1026160"/>
                  </a:moveTo>
                  <a:lnTo>
                    <a:pt x="1498219" y="1019810"/>
                  </a:lnTo>
                  <a:lnTo>
                    <a:pt x="1472819" y="1021969"/>
                  </a:lnTo>
                  <a:lnTo>
                    <a:pt x="1473454" y="1028319"/>
                  </a:lnTo>
                  <a:lnTo>
                    <a:pt x="1498727" y="1026160"/>
                  </a:lnTo>
                  <a:close/>
                </a:path>
                <a:path w="2368550" h="1108710">
                  <a:moveTo>
                    <a:pt x="1499870" y="567182"/>
                  </a:moveTo>
                  <a:lnTo>
                    <a:pt x="1498854" y="560832"/>
                  </a:lnTo>
                  <a:lnTo>
                    <a:pt x="1473708" y="564642"/>
                  </a:lnTo>
                  <a:lnTo>
                    <a:pt x="1474724" y="570865"/>
                  </a:lnTo>
                  <a:lnTo>
                    <a:pt x="1499870" y="567182"/>
                  </a:lnTo>
                  <a:close/>
                </a:path>
                <a:path w="2368550" h="1108710">
                  <a:moveTo>
                    <a:pt x="1515110" y="377698"/>
                  </a:moveTo>
                  <a:lnTo>
                    <a:pt x="1489837" y="375031"/>
                  </a:lnTo>
                  <a:lnTo>
                    <a:pt x="1489202" y="381254"/>
                  </a:lnTo>
                  <a:lnTo>
                    <a:pt x="1514475" y="384048"/>
                  </a:lnTo>
                  <a:lnTo>
                    <a:pt x="1515110" y="377698"/>
                  </a:lnTo>
                  <a:close/>
                </a:path>
                <a:path w="2368550" h="1108710">
                  <a:moveTo>
                    <a:pt x="1519809" y="935736"/>
                  </a:moveTo>
                  <a:lnTo>
                    <a:pt x="1494663" y="932053"/>
                  </a:lnTo>
                  <a:lnTo>
                    <a:pt x="1493647" y="938403"/>
                  </a:lnTo>
                  <a:lnTo>
                    <a:pt x="1518793" y="942086"/>
                  </a:lnTo>
                  <a:lnTo>
                    <a:pt x="1519809" y="935736"/>
                  </a:lnTo>
                  <a:close/>
                </a:path>
                <a:path w="2368550" h="1108710">
                  <a:moveTo>
                    <a:pt x="1532382" y="100965"/>
                  </a:moveTo>
                  <a:lnTo>
                    <a:pt x="1531874" y="94615"/>
                  </a:lnTo>
                  <a:lnTo>
                    <a:pt x="1506601" y="96520"/>
                  </a:lnTo>
                  <a:lnTo>
                    <a:pt x="1507109" y="102870"/>
                  </a:lnTo>
                  <a:lnTo>
                    <a:pt x="1532382" y="100965"/>
                  </a:lnTo>
                  <a:close/>
                </a:path>
                <a:path w="2368550" h="1108710">
                  <a:moveTo>
                    <a:pt x="1543050" y="1022350"/>
                  </a:moveTo>
                  <a:lnTo>
                    <a:pt x="1542415" y="1016000"/>
                  </a:lnTo>
                  <a:lnTo>
                    <a:pt x="1517142" y="1018159"/>
                  </a:lnTo>
                  <a:lnTo>
                    <a:pt x="1517650" y="1024509"/>
                  </a:lnTo>
                  <a:lnTo>
                    <a:pt x="1543050" y="1022350"/>
                  </a:lnTo>
                  <a:close/>
                </a:path>
                <a:path w="2368550" h="1108710">
                  <a:moveTo>
                    <a:pt x="1543812" y="560578"/>
                  </a:moveTo>
                  <a:lnTo>
                    <a:pt x="1542796" y="554355"/>
                  </a:lnTo>
                  <a:lnTo>
                    <a:pt x="1517777" y="558038"/>
                  </a:lnTo>
                  <a:lnTo>
                    <a:pt x="1518666" y="564388"/>
                  </a:lnTo>
                  <a:lnTo>
                    <a:pt x="1543812" y="560578"/>
                  </a:lnTo>
                  <a:close/>
                </a:path>
                <a:path w="2368550" h="1108710">
                  <a:moveTo>
                    <a:pt x="1559306" y="382397"/>
                  </a:moveTo>
                  <a:lnTo>
                    <a:pt x="1534033" y="379730"/>
                  </a:lnTo>
                  <a:lnTo>
                    <a:pt x="1533398" y="386080"/>
                  </a:lnTo>
                  <a:lnTo>
                    <a:pt x="1558671" y="388747"/>
                  </a:lnTo>
                  <a:lnTo>
                    <a:pt x="1559306" y="382397"/>
                  </a:lnTo>
                  <a:close/>
                </a:path>
                <a:path w="2368550" h="1108710">
                  <a:moveTo>
                    <a:pt x="1563751" y="942213"/>
                  </a:moveTo>
                  <a:lnTo>
                    <a:pt x="1538605" y="938530"/>
                  </a:lnTo>
                  <a:lnTo>
                    <a:pt x="1537716" y="944880"/>
                  </a:lnTo>
                  <a:lnTo>
                    <a:pt x="1562862" y="948563"/>
                  </a:lnTo>
                  <a:lnTo>
                    <a:pt x="1563751" y="942213"/>
                  </a:lnTo>
                  <a:close/>
                </a:path>
                <a:path w="2368550" h="1108710">
                  <a:moveTo>
                    <a:pt x="1576705" y="97409"/>
                  </a:moveTo>
                  <a:lnTo>
                    <a:pt x="1576197" y="91059"/>
                  </a:lnTo>
                  <a:lnTo>
                    <a:pt x="1550924" y="93091"/>
                  </a:lnTo>
                  <a:lnTo>
                    <a:pt x="1551432" y="99441"/>
                  </a:lnTo>
                  <a:lnTo>
                    <a:pt x="1576705" y="97409"/>
                  </a:lnTo>
                  <a:close/>
                </a:path>
                <a:path w="2368550" h="1108710">
                  <a:moveTo>
                    <a:pt x="1587246" y="1018540"/>
                  </a:moveTo>
                  <a:lnTo>
                    <a:pt x="1586738" y="1012190"/>
                  </a:lnTo>
                  <a:lnTo>
                    <a:pt x="1561465" y="1014349"/>
                  </a:lnTo>
                  <a:lnTo>
                    <a:pt x="1561973" y="1020699"/>
                  </a:lnTo>
                  <a:lnTo>
                    <a:pt x="1587246" y="1018540"/>
                  </a:lnTo>
                  <a:close/>
                </a:path>
                <a:path w="2368550" h="1108710">
                  <a:moveTo>
                    <a:pt x="1587754" y="554101"/>
                  </a:moveTo>
                  <a:lnTo>
                    <a:pt x="1586865" y="547878"/>
                  </a:lnTo>
                  <a:lnTo>
                    <a:pt x="1561719" y="551561"/>
                  </a:lnTo>
                  <a:lnTo>
                    <a:pt x="1562608" y="557784"/>
                  </a:lnTo>
                  <a:lnTo>
                    <a:pt x="1587754" y="554101"/>
                  </a:lnTo>
                  <a:close/>
                </a:path>
                <a:path w="2368550" h="1108710">
                  <a:moveTo>
                    <a:pt x="1603502" y="387223"/>
                  </a:moveTo>
                  <a:lnTo>
                    <a:pt x="1578229" y="384429"/>
                  </a:lnTo>
                  <a:lnTo>
                    <a:pt x="1577594" y="390779"/>
                  </a:lnTo>
                  <a:lnTo>
                    <a:pt x="1602867" y="393573"/>
                  </a:lnTo>
                  <a:lnTo>
                    <a:pt x="1603502" y="387223"/>
                  </a:lnTo>
                  <a:close/>
                </a:path>
                <a:path w="2368550" h="1108710">
                  <a:moveTo>
                    <a:pt x="1607693" y="948817"/>
                  </a:moveTo>
                  <a:lnTo>
                    <a:pt x="1582547" y="945007"/>
                  </a:lnTo>
                  <a:lnTo>
                    <a:pt x="1581658" y="951357"/>
                  </a:lnTo>
                  <a:lnTo>
                    <a:pt x="1606804" y="955040"/>
                  </a:lnTo>
                  <a:lnTo>
                    <a:pt x="1607693" y="948817"/>
                  </a:lnTo>
                  <a:close/>
                </a:path>
                <a:path w="2368550" h="1108710">
                  <a:moveTo>
                    <a:pt x="1621028" y="93980"/>
                  </a:moveTo>
                  <a:lnTo>
                    <a:pt x="1620520" y="87630"/>
                  </a:lnTo>
                  <a:lnTo>
                    <a:pt x="1595247" y="89662"/>
                  </a:lnTo>
                  <a:lnTo>
                    <a:pt x="1595755" y="95885"/>
                  </a:lnTo>
                  <a:lnTo>
                    <a:pt x="1621028" y="93980"/>
                  </a:lnTo>
                  <a:close/>
                </a:path>
                <a:path w="2368550" h="1108710">
                  <a:moveTo>
                    <a:pt x="1631569" y="1014730"/>
                  </a:moveTo>
                  <a:lnTo>
                    <a:pt x="1631061" y="1008380"/>
                  </a:lnTo>
                  <a:lnTo>
                    <a:pt x="1605788" y="1010539"/>
                  </a:lnTo>
                  <a:lnTo>
                    <a:pt x="1606296" y="1016889"/>
                  </a:lnTo>
                  <a:lnTo>
                    <a:pt x="1631569" y="1014730"/>
                  </a:lnTo>
                  <a:close/>
                </a:path>
                <a:path w="2368550" h="1108710">
                  <a:moveTo>
                    <a:pt x="1631696" y="547624"/>
                  </a:moveTo>
                  <a:lnTo>
                    <a:pt x="1630807" y="541274"/>
                  </a:lnTo>
                  <a:lnTo>
                    <a:pt x="1605661" y="545084"/>
                  </a:lnTo>
                  <a:lnTo>
                    <a:pt x="1606550" y="551307"/>
                  </a:lnTo>
                  <a:lnTo>
                    <a:pt x="1631696" y="547624"/>
                  </a:lnTo>
                  <a:close/>
                </a:path>
                <a:path w="2368550" h="1108710">
                  <a:moveTo>
                    <a:pt x="1647698" y="391922"/>
                  </a:moveTo>
                  <a:lnTo>
                    <a:pt x="1622425" y="389255"/>
                  </a:lnTo>
                  <a:lnTo>
                    <a:pt x="1621790" y="395605"/>
                  </a:lnTo>
                  <a:lnTo>
                    <a:pt x="1647063" y="398272"/>
                  </a:lnTo>
                  <a:lnTo>
                    <a:pt x="1647698" y="391922"/>
                  </a:lnTo>
                  <a:close/>
                </a:path>
                <a:path w="2368550" h="1108710">
                  <a:moveTo>
                    <a:pt x="1651635" y="955294"/>
                  </a:moveTo>
                  <a:lnTo>
                    <a:pt x="1626489" y="951611"/>
                  </a:lnTo>
                  <a:lnTo>
                    <a:pt x="1625600" y="957834"/>
                  </a:lnTo>
                  <a:lnTo>
                    <a:pt x="1650746" y="961517"/>
                  </a:lnTo>
                  <a:lnTo>
                    <a:pt x="1651635" y="955294"/>
                  </a:lnTo>
                  <a:close/>
                </a:path>
                <a:path w="2368550" h="1108710">
                  <a:moveTo>
                    <a:pt x="1665351" y="90424"/>
                  </a:moveTo>
                  <a:lnTo>
                    <a:pt x="1664843" y="84201"/>
                  </a:lnTo>
                  <a:lnTo>
                    <a:pt x="1639570" y="86106"/>
                  </a:lnTo>
                  <a:lnTo>
                    <a:pt x="1640078" y="92456"/>
                  </a:lnTo>
                  <a:lnTo>
                    <a:pt x="1665351" y="90424"/>
                  </a:lnTo>
                  <a:close/>
                </a:path>
                <a:path w="2368550" h="1108710">
                  <a:moveTo>
                    <a:pt x="1675638" y="541020"/>
                  </a:moveTo>
                  <a:lnTo>
                    <a:pt x="1674749" y="534797"/>
                  </a:lnTo>
                  <a:lnTo>
                    <a:pt x="1649603" y="538480"/>
                  </a:lnTo>
                  <a:lnTo>
                    <a:pt x="1650619" y="544830"/>
                  </a:lnTo>
                  <a:lnTo>
                    <a:pt x="1675638" y="541020"/>
                  </a:lnTo>
                  <a:close/>
                </a:path>
                <a:path w="2368550" h="1108710">
                  <a:moveTo>
                    <a:pt x="1675892" y="1010920"/>
                  </a:moveTo>
                  <a:lnTo>
                    <a:pt x="1675384" y="1004570"/>
                  </a:lnTo>
                  <a:lnTo>
                    <a:pt x="1649984" y="1006729"/>
                  </a:lnTo>
                  <a:lnTo>
                    <a:pt x="1650619" y="1013079"/>
                  </a:lnTo>
                  <a:lnTo>
                    <a:pt x="1675892" y="1010920"/>
                  </a:lnTo>
                  <a:close/>
                </a:path>
                <a:path w="2368550" h="1108710">
                  <a:moveTo>
                    <a:pt x="1691894" y="396748"/>
                  </a:moveTo>
                  <a:lnTo>
                    <a:pt x="1666621" y="393954"/>
                  </a:lnTo>
                  <a:lnTo>
                    <a:pt x="1665986" y="400304"/>
                  </a:lnTo>
                  <a:lnTo>
                    <a:pt x="1691259" y="402971"/>
                  </a:lnTo>
                  <a:lnTo>
                    <a:pt x="1691894" y="396748"/>
                  </a:lnTo>
                  <a:close/>
                </a:path>
                <a:path w="2368550" h="1108710">
                  <a:moveTo>
                    <a:pt x="1695704" y="961771"/>
                  </a:moveTo>
                  <a:lnTo>
                    <a:pt x="1670558" y="958088"/>
                  </a:lnTo>
                  <a:lnTo>
                    <a:pt x="1669542" y="964311"/>
                  </a:lnTo>
                  <a:lnTo>
                    <a:pt x="1694688" y="967994"/>
                  </a:lnTo>
                  <a:lnTo>
                    <a:pt x="1695704" y="961771"/>
                  </a:lnTo>
                  <a:close/>
                </a:path>
                <a:path w="2368550" h="1108710">
                  <a:moveTo>
                    <a:pt x="1709674" y="86995"/>
                  </a:moveTo>
                  <a:lnTo>
                    <a:pt x="1709166" y="80645"/>
                  </a:lnTo>
                  <a:lnTo>
                    <a:pt x="1683893" y="82677"/>
                  </a:lnTo>
                  <a:lnTo>
                    <a:pt x="1684401" y="89027"/>
                  </a:lnTo>
                  <a:lnTo>
                    <a:pt x="1709674" y="86995"/>
                  </a:lnTo>
                  <a:close/>
                </a:path>
                <a:path w="2368550" h="1108710">
                  <a:moveTo>
                    <a:pt x="1719707" y="534543"/>
                  </a:moveTo>
                  <a:lnTo>
                    <a:pt x="1718691" y="528320"/>
                  </a:lnTo>
                  <a:lnTo>
                    <a:pt x="1693545" y="532003"/>
                  </a:lnTo>
                  <a:lnTo>
                    <a:pt x="1694561" y="538226"/>
                  </a:lnTo>
                  <a:lnTo>
                    <a:pt x="1719707" y="534543"/>
                  </a:lnTo>
                  <a:close/>
                </a:path>
                <a:path w="2368550" h="1108710">
                  <a:moveTo>
                    <a:pt x="1720215" y="1007110"/>
                  </a:moveTo>
                  <a:lnTo>
                    <a:pt x="1719580" y="1000760"/>
                  </a:lnTo>
                  <a:lnTo>
                    <a:pt x="1694307" y="1002919"/>
                  </a:lnTo>
                  <a:lnTo>
                    <a:pt x="1694815" y="1009269"/>
                  </a:lnTo>
                  <a:lnTo>
                    <a:pt x="1720215" y="1007110"/>
                  </a:lnTo>
                  <a:close/>
                </a:path>
                <a:path w="2368550" h="1108710">
                  <a:moveTo>
                    <a:pt x="1736090" y="401447"/>
                  </a:moveTo>
                  <a:lnTo>
                    <a:pt x="1710817" y="398780"/>
                  </a:lnTo>
                  <a:lnTo>
                    <a:pt x="1710182" y="405003"/>
                  </a:lnTo>
                  <a:lnTo>
                    <a:pt x="1735455" y="407797"/>
                  </a:lnTo>
                  <a:lnTo>
                    <a:pt x="1736090" y="401447"/>
                  </a:lnTo>
                  <a:close/>
                </a:path>
                <a:path w="2368550" h="1108710">
                  <a:moveTo>
                    <a:pt x="1739646" y="968248"/>
                  </a:moveTo>
                  <a:lnTo>
                    <a:pt x="1714500" y="964565"/>
                  </a:lnTo>
                  <a:lnTo>
                    <a:pt x="1713611" y="970788"/>
                  </a:lnTo>
                  <a:lnTo>
                    <a:pt x="1738757" y="974598"/>
                  </a:lnTo>
                  <a:lnTo>
                    <a:pt x="1739646" y="968248"/>
                  </a:lnTo>
                  <a:close/>
                </a:path>
                <a:path w="2368550" h="1108710">
                  <a:moveTo>
                    <a:pt x="1753997" y="83566"/>
                  </a:moveTo>
                  <a:lnTo>
                    <a:pt x="1753489" y="77216"/>
                  </a:lnTo>
                  <a:lnTo>
                    <a:pt x="1728216" y="79121"/>
                  </a:lnTo>
                  <a:lnTo>
                    <a:pt x="1728724" y="85471"/>
                  </a:lnTo>
                  <a:lnTo>
                    <a:pt x="1753997" y="83566"/>
                  </a:lnTo>
                  <a:close/>
                </a:path>
                <a:path w="2368550" h="1108710">
                  <a:moveTo>
                    <a:pt x="1763649" y="528066"/>
                  </a:moveTo>
                  <a:lnTo>
                    <a:pt x="1762760" y="521716"/>
                  </a:lnTo>
                  <a:lnTo>
                    <a:pt x="1737614" y="525526"/>
                  </a:lnTo>
                  <a:lnTo>
                    <a:pt x="1738503" y="531749"/>
                  </a:lnTo>
                  <a:lnTo>
                    <a:pt x="1763649" y="528066"/>
                  </a:lnTo>
                  <a:close/>
                </a:path>
                <a:path w="2368550" h="1108710">
                  <a:moveTo>
                    <a:pt x="1764411" y="1003300"/>
                  </a:moveTo>
                  <a:lnTo>
                    <a:pt x="1763903" y="996950"/>
                  </a:lnTo>
                  <a:lnTo>
                    <a:pt x="1738630" y="999109"/>
                  </a:lnTo>
                  <a:lnTo>
                    <a:pt x="1739138" y="1005459"/>
                  </a:lnTo>
                  <a:lnTo>
                    <a:pt x="1764411" y="1003300"/>
                  </a:lnTo>
                  <a:close/>
                </a:path>
                <a:path w="2368550" h="1108710">
                  <a:moveTo>
                    <a:pt x="1780286" y="406146"/>
                  </a:moveTo>
                  <a:lnTo>
                    <a:pt x="1755013" y="403479"/>
                  </a:lnTo>
                  <a:lnTo>
                    <a:pt x="1754378" y="409829"/>
                  </a:lnTo>
                  <a:lnTo>
                    <a:pt x="1779651" y="412496"/>
                  </a:lnTo>
                  <a:lnTo>
                    <a:pt x="1780286" y="406146"/>
                  </a:lnTo>
                  <a:close/>
                </a:path>
                <a:path w="2368550" h="1108710">
                  <a:moveTo>
                    <a:pt x="1783588" y="974725"/>
                  </a:moveTo>
                  <a:lnTo>
                    <a:pt x="1758442" y="971042"/>
                  </a:lnTo>
                  <a:lnTo>
                    <a:pt x="1757553" y="977392"/>
                  </a:lnTo>
                  <a:lnTo>
                    <a:pt x="1782699" y="981075"/>
                  </a:lnTo>
                  <a:lnTo>
                    <a:pt x="1783588" y="974725"/>
                  </a:lnTo>
                  <a:close/>
                </a:path>
                <a:path w="2368550" h="1108710">
                  <a:moveTo>
                    <a:pt x="1798320" y="80010"/>
                  </a:moveTo>
                  <a:lnTo>
                    <a:pt x="1797812" y="73660"/>
                  </a:lnTo>
                  <a:lnTo>
                    <a:pt x="1772539" y="75692"/>
                  </a:lnTo>
                  <a:lnTo>
                    <a:pt x="1773047" y="82042"/>
                  </a:lnTo>
                  <a:lnTo>
                    <a:pt x="1798320" y="80010"/>
                  </a:lnTo>
                  <a:close/>
                </a:path>
                <a:path w="2368550" h="1108710">
                  <a:moveTo>
                    <a:pt x="1807591" y="521462"/>
                  </a:moveTo>
                  <a:lnTo>
                    <a:pt x="1806702" y="515239"/>
                  </a:lnTo>
                  <a:lnTo>
                    <a:pt x="1781556" y="518922"/>
                  </a:lnTo>
                  <a:lnTo>
                    <a:pt x="1782445" y="525272"/>
                  </a:lnTo>
                  <a:lnTo>
                    <a:pt x="1807591" y="521462"/>
                  </a:lnTo>
                  <a:close/>
                </a:path>
                <a:path w="2368550" h="1108710">
                  <a:moveTo>
                    <a:pt x="1824482" y="410972"/>
                  </a:moveTo>
                  <a:lnTo>
                    <a:pt x="1799209" y="408305"/>
                  </a:lnTo>
                  <a:lnTo>
                    <a:pt x="1798574" y="414528"/>
                  </a:lnTo>
                  <a:lnTo>
                    <a:pt x="1823847" y="417322"/>
                  </a:lnTo>
                  <a:lnTo>
                    <a:pt x="1824482" y="410972"/>
                  </a:lnTo>
                  <a:close/>
                </a:path>
                <a:path w="2368550" h="1108710">
                  <a:moveTo>
                    <a:pt x="1842643" y="76581"/>
                  </a:moveTo>
                  <a:lnTo>
                    <a:pt x="1842135" y="70231"/>
                  </a:lnTo>
                  <a:lnTo>
                    <a:pt x="1816862" y="72263"/>
                  </a:lnTo>
                  <a:lnTo>
                    <a:pt x="1817243" y="78486"/>
                  </a:lnTo>
                  <a:lnTo>
                    <a:pt x="1842643" y="76581"/>
                  </a:lnTo>
                  <a:close/>
                </a:path>
                <a:path w="2368550" h="1108710">
                  <a:moveTo>
                    <a:pt x="1851533" y="514985"/>
                  </a:moveTo>
                  <a:lnTo>
                    <a:pt x="1850644" y="508762"/>
                  </a:lnTo>
                  <a:lnTo>
                    <a:pt x="1825498" y="512445"/>
                  </a:lnTo>
                  <a:lnTo>
                    <a:pt x="1826387" y="518668"/>
                  </a:lnTo>
                  <a:lnTo>
                    <a:pt x="1851533" y="514985"/>
                  </a:lnTo>
                  <a:close/>
                </a:path>
                <a:path w="2368550" h="1108710">
                  <a:moveTo>
                    <a:pt x="1868678" y="415671"/>
                  </a:moveTo>
                  <a:lnTo>
                    <a:pt x="1843405" y="413004"/>
                  </a:lnTo>
                  <a:lnTo>
                    <a:pt x="1842770" y="419354"/>
                  </a:lnTo>
                  <a:lnTo>
                    <a:pt x="1868043" y="422021"/>
                  </a:lnTo>
                  <a:lnTo>
                    <a:pt x="1868678" y="415671"/>
                  </a:lnTo>
                  <a:close/>
                </a:path>
                <a:path w="2368550" h="1108710">
                  <a:moveTo>
                    <a:pt x="1871599" y="987806"/>
                  </a:moveTo>
                  <a:lnTo>
                    <a:pt x="1858289" y="985799"/>
                  </a:lnTo>
                  <a:lnTo>
                    <a:pt x="1791843" y="959485"/>
                  </a:lnTo>
                  <a:lnTo>
                    <a:pt x="1794865" y="994257"/>
                  </a:lnTo>
                  <a:lnTo>
                    <a:pt x="1782826" y="995299"/>
                  </a:lnTo>
                  <a:lnTo>
                    <a:pt x="1783461" y="1001649"/>
                  </a:lnTo>
                  <a:lnTo>
                    <a:pt x="1795411" y="1000607"/>
                  </a:lnTo>
                  <a:lnTo>
                    <a:pt x="1798447" y="1035431"/>
                  </a:lnTo>
                  <a:lnTo>
                    <a:pt x="1866798" y="993482"/>
                  </a:lnTo>
                  <a:lnTo>
                    <a:pt x="1870583" y="994029"/>
                  </a:lnTo>
                  <a:lnTo>
                    <a:pt x="1871091" y="990854"/>
                  </a:lnTo>
                  <a:lnTo>
                    <a:pt x="1871599" y="987806"/>
                  </a:lnTo>
                  <a:close/>
                </a:path>
                <a:path w="2368550" h="1108710">
                  <a:moveTo>
                    <a:pt x="1886966" y="73025"/>
                  </a:moveTo>
                  <a:lnTo>
                    <a:pt x="1886458" y="66802"/>
                  </a:lnTo>
                  <a:lnTo>
                    <a:pt x="1861185" y="68707"/>
                  </a:lnTo>
                  <a:lnTo>
                    <a:pt x="1861566" y="75057"/>
                  </a:lnTo>
                  <a:lnTo>
                    <a:pt x="1886966" y="73025"/>
                  </a:lnTo>
                  <a:close/>
                </a:path>
                <a:path w="2368550" h="1108710">
                  <a:moveTo>
                    <a:pt x="1895602" y="508508"/>
                  </a:moveTo>
                  <a:lnTo>
                    <a:pt x="1894586" y="502158"/>
                  </a:lnTo>
                  <a:lnTo>
                    <a:pt x="1869440" y="505968"/>
                  </a:lnTo>
                  <a:lnTo>
                    <a:pt x="1870456" y="512191"/>
                  </a:lnTo>
                  <a:lnTo>
                    <a:pt x="1895602" y="508508"/>
                  </a:lnTo>
                  <a:close/>
                </a:path>
                <a:path w="2368550" h="1108710">
                  <a:moveTo>
                    <a:pt x="1912874" y="420497"/>
                  </a:moveTo>
                  <a:lnTo>
                    <a:pt x="1887601" y="417703"/>
                  </a:lnTo>
                  <a:lnTo>
                    <a:pt x="1886966" y="424053"/>
                  </a:lnTo>
                  <a:lnTo>
                    <a:pt x="1912239" y="426720"/>
                  </a:lnTo>
                  <a:lnTo>
                    <a:pt x="1912874" y="420497"/>
                  </a:lnTo>
                  <a:close/>
                </a:path>
                <a:path w="2368550" h="1108710">
                  <a:moveTo>
                    <a:pt x="1931289" y="69596"/>
                  </a:moveTo>
                  <a:lnTo>
                    <a:pt x="1930781" y="63246"/>
                  </a:lnTo>
                  <a:lnTo>
                    <a:pt x="1905381" y="65278"/>
                  </a:lnTo>
                  <a:lnTo>
                    <a:pt x="1905889" y="71628"/>
                  </a:lnTo>
                  <a:lnTo>
                    <a:pt x="1931289" y="69596"/>
                  </a:lnTo>
                  <a:close/>
                </a:path>
                <a:path w="2368550" h="1108710">
                  <a:moveTo>
                    <a:pt x="1939544" y="501904"/>
                  </a:moveTo>
                  <a:lnTo>
                    <a:pt x="1938528" y="495681"/>
                  </a:lnTo>
                  <a:lnTo>
                    <a:pt x="1913509" y="499364"/>
                  </a:lnTo>
                  <a:lnTo>
                    <a:pt x="1914398" y="505714"/>
                  </a:lnTo>
                  <a:lnTo>
                    <a:pt x="1939544" y="501904"/>
                  </a:lnTo>
                  <a:close/>
                </a:path>
                <a:path w="2368550" h="1108710">
                  <a:moveTo>
                    <a:pt x="1957070" y="425196"/>
                  </a:moveTo>
                  <a:lnTo>
                    <a:pt x="1931797" y="422529"/>
                  </a:lnTo>
                  <a:lnTo>
                    <a:pt x="1931162" y="428752"/>
                  </a:lnTo>
                  <a:lnTo>
                    <a:pt x="1956435" y="431546"/>
                  </a:lnTo>
                  <a:lnTo>
                    <a:pt x="1957070" y="425196"/>
                  </a:lnTo>
                  <a:close/>
                </a:path>
                <a:path w="2368550" h="1108710">
                  <a:moveTo>
                    <a:pt x="1975612" y="66167"/>
                  </a:moveTo>
                  <a:lnTo>
                    <a:pt x="1975104" y="59817"/>
                  </a:lnTo>
                  <a:lnTo>
                    <a:pt x="1949704" y="61722"/>
                  </a:lnTo>
                  <a:lnTo>
                    <a:pt x="1950212" y="68072"/>
                  </a:lnTo>
                  <a:lnTo>
                    <a:pt x="1975612" y="66167"/>
                  </a:lnTo>
                  <a:close/>
                </a:path>
                <a:path w="2368550" h="1108710">
                  <a:moveTo>
                    <a:pt x="1983486" y="495427"/>
                  </a:moveTo>
                  <a:lnTo>
                    <a:pt x="1982597" y="489204"/>
                  </a:lnTo>
                  <a:lnTo>
                    <a:pt x="1957451" y="492887"/>
                  </a:lnTo>
                  <a:lnTo>
                    <a:pt x="1958340" y="499110"/>
                  </a:lnTo>
                  <a:lnTo>
                    <a:pt x="1983486" y="495427"/>
                  </a:lnTo>
                  <a:close/>
                </a:path>
                <a:path w="2368550" h="1108710">
                  <a:moveTo>
                    <a:pt x="2001266" y="429895"/>
                  </a:moveTo>
                  <a:lnTo>
                    <a:pt x="1975993" y="427228"/>
                  </a:lnTo>
                  <a:lnTo>
                    <a:pt x="1975358" y="433578"/>
                  </a:lnTo>
                  <a:lnTo>
                    <a:pt x="2000631" y="436245"/>
                  </a:lnTo>
                  <a:lnTo>
                    <a:pt x="2001266" y="429895"/>
                  </a:lnTo>
                  <a:close/>
                </a:path>
                <a:path w="2368550" h="1108710">
                  <a:moveTo>
                    <a:pt x="2019935" y="62611"/>
                  </a:moveTo>
                  <a:lnTo>
                    <a:pt x="2019427" y="56261"/>
                  </a:lnTo>
                  <a:lnTo>
                    <a:pt x="1994027" y="58293"/>
                  </a:lnTo>
                  <a:lnTo>
                    <a:pt x="1994535" y="64643"/>
                  </a:lnTo>
                  <a:lnTo>
                    <a:pt x="2019935" y="62611"/>
                  </a:lnTo>
                  <a:close/>
                </a:path>
                <a:path w="2368550" h="1108710">
                  <a:moveTo>
                    <a:pt x="2027428" y="488950"/>
                  </a:moveTo>
                  <a:lnTo>
                    <a:pt x="2026539" y="482600"/>
                  </a:lnTo>
                  <a:lnTo>
                    <a:pt x="2001393" y="486410"/>
                  </a:lnTo>
                  <a:lnTo>
                    <a:pt x="2002282" y="492633"/>
                  </a:lnTo>
                  <a:lnTo>
                    <a:pt x="2027428" y="488950"/>
                  </a:lnTo>
                  <a:close/>
                </a:path>
                <a:path w="2368550" h="1108710">
                  <a:moveTo>
                    <a:pt x="2045462" y="434721"/>
                  </a:moveTo>
                  <a:lnTo>
                    <a:pt x="2020189" y="432054"/>
                  </a:lnTo>
                  <a:lnTo>
                    <a:pt x="2019554" y="438277"/>
                  </a:lnTo>
                  <a:lnTo>
                    <a:pt x="2044827" y="441071"/>
                  </a:lnTo>
                  <a:lnTo>
                    <a:pt x="2045462" y="434721"/>
                  </a:lnTo>
                  <a:close/>
                </a:path>
                <a:path w="2368550" h="1108710">
                  <a:moveTo>
                    <a:pt x="2064258" y="59182"/>
                  </a:moveTo>
                  <a:lnTo>
                    <a:pt x="2063750" y="52832"/>
                  </a:lnTo>
                  <a:lnTo>
                    <a:pt x="2038350" y="54864"/>
                  </a:lnTo>
                  <a:lnTo>
                    <a:pt x="2038858" y="61087"/>
                  </a:lnTo>
                  <a:lnTo>
                    <a:pt x="2064258" y="59182"/>
                  </a:lnTo>
                  <a:close/>
                </a:path>
                <a:path w="2368550" h="1108710">
                  <a:moveTo>
                    <a:pt x="2071370" y="482346"/>
                  </a:moveTo>
                  <a:lnTo>
                    <a:pt x="2070481" y="476123"/>
                  </a:lnTo>
                  <a:lnTo>
                    <a:pt x="2045335" y="479806"/>
                  </a:lnTo>
                  <a:lnTo>
                    <a:pt x="2046351" y="486156"/>
                  </a:lnTo>
                  <a:lnTo>
                    <a:pt x="2071370" y="482346"/>
                  </a:lnTo>
                  <a:close/>
                </a:path>
                <a:path w="2368550" h="1108710">
                  <a:moveTo>
                    <a:pt x="2089658" y="439420"/>
                  </a:moveTo>
                  <a:lnTo>
                    <a:pt x="2064385" y="436753"/>
                  </a:lnTo>
                  <a:lnTo>
                    <a:pt x="2063750" y="443103"/>
                  </a:lnTo>
                  <a:lnTo>
                    <a:pt x="2089023" y="445770"/>
                  </a:lnTo>
                  <a:lnTo>
                    <a:pt x="2089658" y="439420"/>
                  </a:lnTo>
                  <a:close/>
                </a:path>
                <a:path w="2368550" h="1108710">
                  <a:moveTo>
                    <a:pt x="2108454" y="55626"/>
                  </a:moveTo>
                  <a:lnTo>
                    <a:pt x="2108073" y="49276"/>
                  </a:lnTo>
                  <a:lnTo>
                    <a:pt x="2082673" y="51308"/>
                  </a:lnTo>
                  <a:lnTo>
                    <a:pt x="2083181" y="57658"/>
                  </a:lnTo>
                  <a:lnTo>
                    <a:pt x="2108454" y="55626"/>
                  </a:lnTo>
                  <a:close/>
                </a:path>
                <a:path w="2368550" h="1108710">
                  <a:moveTo>
                    <a:pt x="2115439" y="475869"/>
                  </a:moveTo>
                  <a:lnTo>
                    <a:pt x="2114423" y="469646"/>
                  </a:lnTo>
                  <a:lnTo>
                    <a:pt x="2089277" y="473329"/>
                  </a:lnTo>
                  <a:lnTo>
                    <a:pt x="2090293" y="479552"/>
                  </a:lnTo>
                  <a:lnTo>
                    <a:pt x="2115439" y="475869"/>
                  </a:lnTo>
                  <a:close/>
                </a:path>
                <a:path w="2368550" h="1108710">
                  <a:moveTo>
                    <a:pt x="2133854" y="444246"/>
                  </a:moveTo>
                  <a:lnTo>
                    <a:pt x="2108581" y="441452"/>
                  </a:lnTo>
                  <a:lnTo>
                    <a:pt x="2107946" y="447802"/>
                  </a:lnTo>
                  <a:lnTo>
                    <a:pt x="2133219" y="450469"/>
                  </a:lnTo>
                  <a:lnTo>
                    <a:pt x="2133854" y="444246"/>
                  </a:lnTo>
                  <a:close/>
                </a:path>
                <a:path w="2368550" h="1108710">
                  <a:moveTo>
                    <a:pt x="2152777" y="52197"/>
                  </a:moveTo>
                  <a:lnTo>
                    <a:pt x="2152269" y="45847"/>
                  </a:lnTo>
                  <a:lnTo>
                    <a:pt x="2126996" y="47879"/>
                  </a:lnTo>
                  <a:lnTo>
                    <a:pt x="2127504" y="54229"/>
                  </a:lnTo>
                  <a:lnTo>
                    <a:pt x="2152777" y="52197"/>
                  </a:lnTo>
                  <a:close/>
                </a:path>
                <a:path w="2368550" h="1108710">
                  <a:moveTo>
                    <a:pt x="2197100" y="48768"/>
                  </a:moveTo>
                  <a:lnTo>
                    <a:pt x="2196592" y="42418"/>
                  </a:lnTo>
                  <a:lnTo>
                    <a:pt x="2171319" y="44323"/>
                  </a:lnTo>
                  <a:lnTo>
                    <a:pt x="2171827" y="50673"/>
                  </a:lnTo>
                  <a:lnTo>
                    <a:pt x="2197100" y="48768"/>
                  </a:lnTo>
                  <a:close/>
                </a:path>
                <a:path w="2368550" h="1108710">
                  <a:moveTo>
                    <a:pt x="2222246" y="453771"/>
                  </a:moveTo>
                  <a:lnTo>
                    <a:pt x="2207552" y="452158"/>
                  </a:lnTo>
                  <a:lnTo>
                    <a:pt x="2140966" y="430403"/>
                  </a:lnTo>
                  <a:lnTo>
                    <a:pt x="2146084" y="464921"/>
                  </a:lnTo>
                  <a:lnTo>
                    <a:pt x="2133346" y="466852"/>
                  </a:lnTo>
                  <a:lnTo>
                    <a:pt x="2134235" y="473075"/>
                  </a:lnTo>
                  <a:lnTo>
                    <a:pt x="2147011" y="471208"/>
                  </a:lnTo>
                  <a:lnTo>
                    <a:pt x="2152142" y="505714"/>
                  </a:lnTo>
                  <a:lnTo>
                    <a:pt x="2212987" y="463042"/>
                  </a:lnTo>
                  <a:lnTo>
                    <a:pt x="2217890" y="459613"/>
                  </a:lnTo>
                  <a:lnTo>
                    <a:pt x="2221611" y="459994"/>
                  </a:lnTo>
                  <a:lnTo>
                    <a:pt x="2222246" y="453771"/>
                  </a:lnTo>
                  <a:close/>
                </a:path>
                <a:path w="2368550" h="1108710">
                  <a:moveTo>
                    <a:pt x="2241423" y="45212"/>
                  </a:moveTo>
                  <a:lnTo>
                    <a:pt x="2240915" y="38862"/>
                  </a:lnTo>
                  <a:lnTo>
                    <a:pt x="2215642" y="40894"/>
                  </a:lnTo>
                  <a:lnTo>
                    <a:pt x="2216150" y="47244"/>
                  </a:lnTo>
                  <a:lnTo>
                    <a:pt x="2241423" y="45212"/>
                  </a:lnTo>
                  <a:close/>
                </a:path>
                <a:path w="2368550" h="1108710">
                  <a:moveTo>
                    <a:pt x="2285746" y="41783"/>
                  </a:moveTo>
                  <a:lnTo>
                    <a:pt x="2285238" y="35433"/>
                  </a:lnTo>
                  <a:lnTo>
                    <a:pt x="2259965" y="37465"/>
                  </a:lnTo>
                  <a:lnTo>
                    <a:pt x="2260473" y="43688"/>
                  </a:lnTo>
                  <a:lnTo>
                    <a:pt x="2285746" y="41783"/>
                  </a:lnTo>
                  <a:close/>
                </a:path>
                <a:path w="2368550" h="1108710">
                  <a:moveTo>
                    <a:pt x="2368550" y="32004"/>
                  </a:moveTo>
                  <a:lnTo>
                    <a:pt x="2289683" y="0"/>
                  </a:lnTo>
                  <a:lnTo>
                    <a:pt x="2295652" y="75946"/>
                  </a:lnTo>
                  <a:lnTo>
                    <a:pt x="2354846" y="40259"/>
                  </a:lnTo>
                  <a:lnTo>
                    <a:pt x="2365387" y="33909"/>
                  </a:lnTo>
                  <a:lnTo>
                    <a:pt x="2368550" y="320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1194485" y="650875"/>
            <a:ext cx="3199765" cy="4139565"/>
            <a:chOff x="1194485" y="650875"/>
            <a:chExt cx="3199765" cy="4139565"/>
          </a:xfrm>
        </p:grpSpPr>
        <p:sp>
          <p:nvSpPr>
            <p:cNvPr id="23" name="object 23"/>
            <p:cNvSpPr/>
            <p:nvPr/>
          </p:nvSpPr>
          <p:spPr>
            <a:xfrm>
              <a:off x="1645284" y="813307"/>
              <a:ext cx="2661920" cy="3911600"/>
            </a:xfrm>
            <a:custGeom>
              <a:avLst/>
              <a:gdLst/>
              <a:ahLst/>
              <a:cxnLst/>
              <a:rect l="l" t="t" r="r" b="b"/>
              <a:pathLst>
                <a:path w="2661920" h="3911600">
                  <a:moveTo>
                    <a:pt x="2661412" y="1955800"/>
                  </a:moveTo>
                  <a:lnTo>
                    <a:pt x="2660864" y="2012456"/>
                  </a:lnTo>
                  <a:lnTo>
                    <a:pt x="2659231" y="2068714"/>
                  </a:lnTo>
                  <a:lnTo>
                    <a:pt x="2656527" y="2124550"/>
                  </a:lnTo>
                  <a:lnTo>
                    <a:pt x="2652768" y="2179944"/>
                  </a:lnTo>
                  <a:lnTo>
                    <a:pt x="2647967" y="2234873"/>
                  </a:lnTo>
                  <a:lnTo>
                    <a:pt x="2642140" y="2289315"/>
                  </a:lnTo>
                  <a:lnTo>
                    <a:pt x="2635302" y="2343250"/>
                  </a:lnTo>
                  <a:lnTo>
                    <a:pt x="2627467" y="2396654"/>
                  </a:lnTo>
                  <a:lnTo>
                    <a:pt x="2618651" y="2449508"/>
                  </a:lnTo>
                  <a:lnTo>
                    <a:pt x="2608867" y="2501787"/>
                  </a:lnTo>
                  <a:lnTo>
                    <a:pt x="2598131" y="2553472"/>
                  </a:lnTo>
                  <a:lnTo>
                    <a:pt x="2586457" y="2604540"/>
                  </a:lnTo>
                  <a:lnTo>
                    <a:pt x="2573861" y="2654970"/>
                  </a:lnTo>
                  <a:lnTo>
                    <a:pt x="2560357" y="2704739"/>
                  </a:lnTo>
                  <a:lnTo>
                    <a:pt x="2545960" y="2753826"/>
                  </a:lnTo>
                  <a:lnTo>
                    <a:pt x="2530684" y="2802209"/>
                  </a:lnTo>
                  <a:lnTo>
                    <a:pt x="2514545" y="2849867"/>
                  </a:lnTo>
                  <a:lnTo>
                    <a:pt x="2497557" y="2896777"/>
                  </a:lnTo>
                  <a:lnTo>
                    <a:pt x="2479736" y="2942919"/>
                  </a:lnTo>
                  <a:lnTo>
                    <a:pt x="2461095" y="2988269"/>
                  </a:lnTo>
                  <a:lnTo>
                    <a:pt x="2441650" y="3032808"/>
                  </a:lnTo>
                  <a:lnTo>
                    <a:pt x="2421415" y="3076512"/>
                  </a:lnTo>
                  <a:lnTo>
                    <a:pt x="2400405" y="3119359"/>
                  </a:lnTo>
                  <a:lnTo>
                    <a:pt x="2378636" y="3161330"/>
                  </a:lnTo>
                  <a:lnTo>
                    <a:pt x="2356121" y="3202400"/>
                  </a:lnTo>
                  <a:lnTo>
                    <a:pt x="2332876" y="3242550"/>
                  </a:lnTo>
                  <a:lnTo>
                    <a:pt x="2308915" y="3281756"/>
                  </a:lnTo>
                  <a:lnTo>
                    <a:pt x="2284253" y="3319998"/>
                  </a:lnTo>
                  <a:lnTo>
                    <a:pt x="2258906" y="3357253"/>
                  </a:lnTo>
                  <a:lnTo>
                    <a:pt x="2232887" y="3393500"/>
                  </a:lnTo>
                  <a:lnTo>
                    <a:pt x="2206212" y="3428717"/>
                  </a:lnTo>
                  <a:lnTo>
                    <a:pt x="2178895" y="3462882"/>
                  </a:lnTo>
                  <a:lnTo>
                    <a:pt x="2150951" y="3495974"/>
                  </a:lnTo>
                  <a:lnTo>
                    <a:pt x="2122395" y="3527971"/>
                  </a:lnTo>
                  <a:lnTo>
                    <a:pt x="2093242" y="3558850"/>
                  </a:lnTo>
                  <a:lnTo>
                    <a:pt x="2063507" y="3588591"/>
                  </a:lnTo>
                  <a:lnTo>
                    <a:pt x="2033203" y="3617172"/>
                  </a:lnTo>
                  <a:lnTo>
                    <a:pt x="2002347" y="3644570"/>
                  </a:lnTo>
                  <a:lnTo>
                    <a:pt x="1970953" y="3670765"/>
                  </a:lnTo>
                  <a:lnTo>
                    <a:pt x="1939036" y="3695733"/>
                  </a:lnTo>
                  <a:lnTo>
                    <a:pt x="1906610" y="3719455"/>
                  </a:lnTo>
                  <a:lnTo>
                    <a:pt x="1873690" y="3741907"/>
                  </a:lnTo>
                  <a:lnTo>
                    <a:pt x="1840291" y="3763068"/>
                  </a:lnTo>
                  <a:lnTo>
                    <a:pt x="1806428" y="3782916"/>
                  </a:lnTo>
                  <a:lnTo>
                    <a:pt x="1772116" y="3801430"/>
                  </a:lnTo>
                  <a:lnTo>
                    <a:pt x="1737369" y="3818588"/>
                  </a:lnTo>
                  <a:lnTo>
                    <a:pt x="1702203" y="3834368"/>
                  </a:lnTo>
                  <a:lnTo>
                    <a:pt x="1666632" y="3848749"/>
                  </a:lnTo>
                  <a:lnTo>
                    <a:pt x="1630670" y="3861708"/>
                  </a:lnTo>
                  <a:lnTo>
                    <a:pt x="1594333" y="3873223"/>
                  </a:lnTo>
                  <a:lnTo>
                    <a:pt x="1520592" y="3891839"/>
                  </a:lnTo>
                  <a:lnTo>
                    <a:pt x="1445527" y="3904420"/>
                  </a:lnTo>
                  <a:lnTo>
                    <a:pt x="1407535" y="3908394"/>
                  </a:lnTo>
                  <a:lnTo>
                    <a:pt x="1369256" y="3910795"/>
                  </a:lnTo>
                  <a:lnTo>
                    <a:pt x="1330706" y="3911600"/>
                  </a:lnTo>
                  <a:lnTo>
                    <a:pt x="1292155" y="3910795"/>
                  </a:lnTo>
                  <a:lnTo>
                    <a:pt x="1253876" y="3908394"/>
                  </a:lnTo>
                  <a:lnTo>
                    <a:pt x="1215884" y="3904420"/>
                  </a:lnTo>
                  <a:lnTo>
                    <a:pt x="1140819" y="3891839"/>
                  </a:lnTo>
                  <a:lnTo>
                    <a:pt x="1067078" y="3873223"/>
                  </a:lnTo>
                  <a:lnTo>
                    <a:pt x="1030741" y="3861708"/>
                  </a:lnTo>
                  <a:lnTo>
                    <a:pt x="994779" y="3848749"/>
                  </a:lnTo>
                  <a:lnTo>
                    <a:pt x="959208" y="3834368"/>
                  </a:lnTo>
                  <a:lnTo>
                    <a:pt x="924042" y="3818588"/>
                  </a:lnTo>
                  <a:lnTo>
                    <a:pt x="889295" y="3801430"/>
                  </a:lnTo>
                  <a:lnTo>
                    <a:pt x="854983" y="3782916"/>
                  </a:lnTo>
                  <a:lnTo>
                    <a:pt x="821120" y="3763068"/>
                  </a:lnTo>
                  <a:lnTo>
                    <a:pt x="787721" y="3741907"/>
                  </a:lnTo>
                  <a:lnTo>
                    <a:pt x="754801" y="3719455"/>
                  </a:lnTo>
                  <a:lnTo>
                    <a:pt x="722375" y="3695733"/>
                  </a:lnTo>
                  <a:lnTo>
                    <a:pt x="690458" y="3670765"/>
                  </a:lnTo>
                  <a:lnTo>
                    <a:pt x="659064" y="3644570"/>
                  </a:lnTo>
                  <a:lnTo>
                    <a:pt x="628208" y="3617172"/>
                  </a:lnTo>
                  <a:lnTo>
                    <a:pt x="597904" y="3588591"/>
                  </a:lnTo>
                  <a:lnTo>
                    <a:pt x="568169" y="3558850"/>
                  </a:lnTo>
                  <a:lnTo>
                    <a:pt x="539016" y="3527971"/>
                  </a:lnTo>
                  <a:lnTo>
                    <a:pt x="510460" y="3495974"/>
                  </a:lnTo>
                  <a:lnTo>
                    <a:pt x="482516" y="3462882"/>
                  </a:lnTo>
                  <a:lnTo>
                    <a:pt x="455199" y="3428717"/>
                  </a:lnTo>
                  <a:lnTo>
                    <a:pt x="428524" y="3393500"/>
                  </a:lnTo>
                  <a:lnTo>
                    <a:pt x="402505" y="3357253"/>
                  </a:lnTo>
                  <a:lnTo>
                    <a:pt x="377158" y="3319998"/>
                  </a:lnTo>
                  <a:lnTo>
                    <a:pt x="352496" y="3281756"/>
                  </a:lnTo>
                  <a:lnTo>
                    <a:pt x="328535" y="3242550"/>
                  </a:lnTo>
                  <a:lnTo>
                    <a:pt x="305290" y="3202400"/>
                  </a:lnTo>
                  <a:lnTo>
                    <a:pt x="282775" y="3161330"/>
                  </a:lnTo>
                  <a:lnTo>
                    <a:pt x="261006" y="3119359"/>
                  </a:lnTo>
                  <a:lnTo>
                    <a:pt x="239996" y="3076512"/>
                  </a:lnTo>
                  <a:lnTo>
                    <a:pt x="219761" y="3032808"/>
                  </a:lnTo>
                  <a:lnTo>
                    <a:pt x="200316" y="2988269"/>
                  </a:lnTo>
                  <a:lnTo>
                    <a:pt x="181675" y="2942919"/>
                  </a:lnTo>
                  <a:lnTo>
                    <a:pt x="163854" y="2896777"/>
                  </a:lnTo>
                  <a:lnTo>
                    <a:pt x="146866" y="2849867"/>
                  </a:lnTo>
                  <a:lnTo>
                    <a:pt x="130727" y="2802209"/>
                  </a:lnTo>
                  <a:lnTo>
                    <a:pt x="115451" y="2753826"/>
                  </a:lnTo>
                  <a:lnTo>
                    <a:pt x="101054" y="2704739"/>
                  </a:lnTo>
                  <a:lnTo>
                    <a:pt x="87550" y="2654970"/>
                  </a:lnTo>
                  <a:lnTo>
                    <a:pt x="74954" y="2604540"/>
                  </a:lnTo>
                  <a:lnTo>
                    <a:pt x="63280" y="2553472"/>
                  </a:lnTo>
                  <a:lnTo>
                    <a:pt x="52544" y="2501787"/>
                  </a:lnTo>
                  <a:lnTo>
                    <a:pt x="42760" y="2449508"/>
                  </a:lnTo>
                  <a:lnTo>
                    <a:pt x="33944" y="2396654"/>
                  </a:lnTo>
                  <a:lnTo>
                    <a:pt x="26109" y="2343250"/>
                  </a:lnTo>
                  <a:lnTo>
                    <a:pt x="19271" y="2289315"/>
                  </a:lnTo>
                  <a:lnTo>
                    <a:pt x="13444" y="2234873"/>
                  </a:lnTo>
                  <a:lnTo>
                    <a:pt x="8643" y="2179944"/>
                  </a:lnTo>
                  <a:lnTo>
                    <a:pt x="4884" y="2124550"/>
                  </a:lnTo>
                  <a:lnTo>
                    <a:pt x="2180" y="2068714"/>
                  </a:lnTo>
                  <a:lnTo>
                    <a:pt x="547" y="2012456"/>
                  </a:lnTo>
                  <a:lnTo>
                    <a:pt x="0" y="1955800"/>
                  </a:lnTo>
                  <a:lnTo>
                    <a:pt x="547" y="1899143"/>
                  </a:lnTo>
                  <a:lnTo>
                    <a:pt x="2180" y="1842885"/>
                  </a:lnTo>
                  <a:lnTo>
                    <a:pt x="4884" y="1787049"/>
                  </a:lnTo>
                  <a:lnTo>
                    <a:pt x="8643" y="1731655"/>
                  </a:lnTo>
                  <a:lnTo>
                    <a:pt x="13444" y="1676726"/>
                  </a:lnTo>
                  <a:lnTo>
                    <a:pt x="19271" y="1622284"/>
                  </a:lnTo>
                  <a:lnTo>
                    <a:pt x="26109" y="1568349"/>
                  </a:lnTo>
                  <a:lnTo>
                    <a:pt x="33944" y="1514945"/>
                  </a:lnTo>
                  <a:lnTo>
                    <a:pt x="42760" y="1462091"/>
                  </a:lnTo>
                  <a:lnTo>
                    <a:pt x="52544" y="1409812"/>
                  </a:lnTo>
                  <a:lnTo>
                    <a:pt x="63280" y="1358127"/>
                  </a:lnTo>
                  <a:lnTo>
                    <a:pt x="74954" y="1307059"/>
                  </a:lnTo>
                  <a:lnTo>
                    <a:pt x="87550" y="1256629"/>
                  </a:lnTo>
                  <a:lnTo>
                    <a:pt x="101054" y="1206860"/>
                  </a:lnTo>
                  <a:lnTo>
                    <a:pt x="115451" y="1157773"/>
                  </a:lnTo>
                  <a:lnTo>
                    <a:pt x="130727" y="1109390"/>
                  </a:lnTo>
                  <a:lnTo>
                    <a:pt x="146866" y="1061732"/>
                  </a:lnTo>
                  <a:lnTo>
                    <a:pt x="163854" y="1014822"/>
                  </a:lnTo>
                  <a:lnTo>
                    <a:pt x="181675" y="968680"/>
                  </a:lnTo>
                  <a:lnTo>
                    <a:pt x="200316" y="923330"/>
                  </a:lnTo>
                  <a:lnTo>
                    <a:pt x="219761" y="878791"/>
                  </a:lnTo>
                  <a:lnTo>
                    <a:pt x="239996" y="835087"/>
                  </a:lnTo>
                  <a:lnTo>
                    <a:pt x="261006" y="792240"/>
                  </a:lnTo>
                  <a:lnTo>
                    <a:pt x="282775" y="750269"/>
                  </a:lnTo>
                  <a:lnTo>
                    <a:pt x="305290" y="709199"/>
                  </a:lnTo>
                  <a:lnTo>
                    <a:pt x="328535" y="669049"/>
                  </a:lnTo>
                  <a:lnTo>
                    <a:pt x="352496" y="629843"/>
                  </a:lnTo>
                  <a:lnTo>
                    <a:pt x="377158" y="591601"/>
                  </a:lnTo>
                  <a:lnTo>
                    <a:pt x="402505" y="554346"/>
                  </a:lnTo>
                  <a:lnTo>
                    <a:pt x="428524" y="518099"/>
                  </a:lnTo>
                  <a:lnTo>
                    <a:pt x="455199" y="482882"/>
                  </a:lnTo>
                  <a:lnTo>
                    <a:pt x="482516" y="448717"/>
                  </a:lnTo>
                  <a:lnTo>
                    <a:pt x="510460" y="415625"/>
                  </a:lnTo>
                  <a:lnTo>
                    <a:pt x="539016" y="383628"/>
                  </a:lnTo>
                  <a:lnTo>
                    <a:pt x="568169" y="352749"/>
                  </a:lnTo>
                  <a:lnTo>
                    <a:pt x="597904" y="323008"/>
                  </a:lnTo>
                  <a:lnTo>
                    <a:pt x="628208" y="294427"/>
                  </a:lnTo>
                  <a:lnTo>
                    <a:pt x="659064" y="267029"/>
                  </a:lnTo>
                  <a:lnTo>
                    <a:pt x="690458" y="240834"/>
                  </a:lnTo>
                  <a:lnTo>
                    <a:pt x="722375" y="215866"/>
                  </a:lnTo>
                  <a:lnTo>
                    <a:pt x="754801" y="192144"/>
                  </a:lnTo>
                  <a:lnTo>
                    <a:pt x="787721" y="169692"/>
                  </a:lnTo>
                  <a:lnTo>
                    <a:pt x="821120" y="148531"/>
                  </a:lnTo>
                  <a:lnTo>
                    <a:pt x="854983" y="128683"/>
                  </a:lnTo>
                  <a:lnTo>
                    <a:pt x="889295" y="110169"/>
                  </a:lnTo>
                  <a:lnTo>
                    <a:pt x="924042" y="93011"/>
                  </a:lnTo>
                  <a:lnTo>
                    <a:pt x="959208" y="77231"/>
                  </a:lnTo>
                  <a:lnTo>
                    <a:pt x="994779" y="62850"/>
                  </a:lnTo>
                  <a:lnTo>
                    <a:pt x="1030741" y="49891"/>
                  </a:lnTo>
                  <a:lnTo>
                    <a:pt x="1067078" y="38376"/>
                  </a:lnTo>
                  <a:lnTo>
                    <a:pt x="1140819" y="19760"/>
                  </a:lnTo>
                  <a:lnTo>
                    <a:pt x="1215884" y="7179"/>
                  </a:lnTo>
                  <a:lnTo>
                    <a:pt x="1253876" y="3205"/>
                  </a:lnTo>
                  <a:lnTo>
                    <a:pt x="1292155" y="804"/>
                  </a:lnTo>
                  <a:lnTo>
                    <a:pt x="1330706" y="0"/>
                  </a:lnTo>
                  <a:lnTo>
                    <a:pt x="1369256" y="804"/>
                  </a:lnTo>
                  <a:lnTo>
                    <a:pt x="1407535" y="3205"/>
                  </a:lnTo>
                  <a:lnTo>
                    <a:pt x="1445527" y="7179"/>
                  </a:lnTo>
                  <a:lnTo>
                    <a:pt x="1520592" y="19760"/>
                  </a:lnTo>
                  <a:lnTo>
                    <a:pt x="1594333" y="38376"/>
                  </a:lnTo>
                  <a:lnTo>
                    <a:pt x="1630670" y="49891"/>
                  </a:lnTo>
                  <a:lnTo>
                    <a:pt x="1666632" y="62850"/>
                  </a:lnTo>
                  <a:lnTo>
                    <a:pt x="1702203" y="77231"/>
                  </a:lnTo>
                  <a:lnTo>
                    <a:pt x="1737369" y="93011"/>
                  </a:lnTo>
                  <a:lnTo>
                    <a:pt x="1772116" y="110169"/>
                  </a:lnTo>
                  <a:lnTo>
                    <a:pt x="1806428" y="128683"/>
                  </a:lnTo>
                  <a:lnTo>
                    <a:pt x="1840291" y="148531"/>
                  </a:lnTo>
                  <a:lnTo>
                    <a:pt x="1873690" y="169692"/>
                  </a:lnTo>
                  <a:lnTo>
                    <a:pt x="1906610" y="192144"/>
                  </a:lnTo>
                  <a:lnTo>
                    <a:pt x="1939036" y="215866"/>
                  </a:lnTo>
                  <a:lnTo>
                    <a:pt x="1970953" y="240834"/>
                  </a:lnTo>
                  <a:lnTo>
                    <a:pt x="2002347" y="267029"/>
                  </a:lnTo>
                  <a:lnTo>
                    <a:pt x="2033203" y="294427"/>
                  </a:lnTo>
                  <a:lnTo>
                    <a:pt x="2063507" y="323008"/>
                  </a:lnTo>
                  <a:lnTo>
                    <a:pt x="2093242" y="352749"/>
                  </a:lnTo>
                  <a:lnTo>
                    <a:pt x="2122395" y="383628"/>
                  </a:lnTo>
                  <a:lnTo>
                    <a:pt x="2150951" y="415625"/>
                  </a:lnTo>
                  <a:lnTo>
                    <a:pt x="2178895" y="448717"/>
                  </a:lnTo>
                  <a:lnTo>
                    <a:pt x="2206212" y="482882"/>
                  </a:lnTo>
                  <a:lnTo>
                    <a:pt x="2232887" y="518099"/>
                  </a:lnTo>
                  <a:lnTo>
                    <a:pt x="2258906" y="554346"/>
                  </a:lnTo>
                  <a:lnTo>
                    <a:pt x="2284253" y="591601"/>
                  </a:lnTo>
                  <a:lnTo>
                    <a:pt x="2308915" y="629843"/>
                  </a:lnTo>
                  <a:lnTo>
                    <a:pt x="2332876" y="669049"/>
                  </a:lnTo>
                  <a:lnTo>
                    <a:pt x="2356121" y="709199"/>
                  </a:lnTo>
                  <a:lnTo>
                    <a:pt x="2378636" y="750269"/>
                  </a:lnTo>
                  <a:lnTo>
                    <a:pt x="2400405" y="792240"/>
                  </a:lnTo>
                  <a:lnTo>
                    <a:pt x="2421415" y="835087"/>
                  </a:lnTo>
                  <a:lnTo>
                    <a:pt x="2441650" y="878791"/>
                  </a:lnTo>
                  <a:lnTo>
                    <a:pt x="2461095" y="923330"/>
                  </a:lnTo>
                  <a:lnTo>
                    <a:pt x="2479736" y="968680"/>
                  </a:lnTo>
                  <a:lnTo>
                    <a:pt x="2497557" y="1014822"/>
                  </a:lnTo>
                  <a:lnTo>
                    <a:pt x="2514545" y="1061732"/>
                  </a:lnTo>
                  <a:lnTo>
                    <a:pt x="2530684" y="1109390"/>
                  </a:lnTo>
                  <a:lnTo>
                    <a:pt x="2545960" y="1157773"/>
                  </a:lnTo>
                  <a:lnTo>
                    <a:pt x="2560357" y="1206860"/>
                  </a:lnTo>
                  <a:lnTo>
                    <a:pt x="2573861" y="1256629"/>
                  </a:lnTo>
                  <a:lnTo>
                    <a:pt x="2586457" y="1307059"/>
                  </a:lnTo>
                  <a:lnTo>
                    <a:pt x="2598131" y="1358127"/>
                  </a:lnTo>
                  <a:lnTo>
                    <a:pt x="2608867" y="1409812"/>
                  </a:lnTo>
                  <a:lnTo>
                    <a:pt x="2618651" y="1462091"/>
                  </a:lnTo>
                  <a:lnTo>
                    <a:pt x="2627467" y="1514945"/>
                  </a:lnTo>
                  <a:lnTo>
                    <a:pt x="2635302" y="1568349"/>
                  </a:lnTo>
                  <a:lnTo>
                    <a:pt x="2642140" y="1622284"/>
                  </a:lnTo>
                  <a:lnTo>
                    <a:pt x="2647967" y="1676726"/>
                  </a:lnTo>
                  <a:lnTo>
                    <a:pt x="2652768" y="1731655"/>
                  </a:lnTo>
                  <a:lnTo>
                    <a:pt x="2656527" y="1787049"/>
                  </a:lnTo>
                  <a:lnTo>
                    <a:pt x="2659231" y="1842885"/>
                  </a:lnTo>
                  <a:lnTo>
                    <a:pt x="2660864" y="1899143"/>
                  </a:lnTo>
                  <a:lnTo>
                    <a:pt x="2661412" y="1955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69085" y="65722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2806700" y="0"/>
                  </a:moveTo>
                  <a:lnTo>
                    <a:pt x="0" y="0"/>
                  </a:lnTo>
                  <a:lnTo>
                    <a:pt x="0" y="2684145"/>
                  </a:lnTo>
                  <a:lnTo>
                    <a:pt x="2806700" y="2684145"/>
                  </a:lnTo>
                  <a:lnTo>
                    <a:pt x="2806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69085" y="65722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0" y="2684145"/>
                  </a:moveTo>
                  <a:lnTo>
                    <a:pt x="2806700" y="2684145"/>
                  </a:lnTo>
                  <a:lnTo>
                    <a:pt x="2806700" y="0"/>
                  </a:lnTo>
                  <a:lnTo>
                    <a:pt x="0" y="0"/>
                  </a:lnTo>
                  <a:lnTo>
                    <a:pt x="0" y="268414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08935" y="4676013"/>
              <a:ext cx="98425" cy="11417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194485" y="2937255"/>
              <a:ext cx="3199765" cy="1839595"/>
            </a:xfrm>
            <a:custGeom>
              <a:avLst/>
              <a:gdLst/>
              <a:ahLst/>
              <a:cxnLst/>
              <a:rect l="l" t="t" r="r" b="b"/>
              <a:pathLst>
                <a:path w="3199765" h="1839595">
                  <a:moveTo>
                    <a:pt x="3199714" y="1801241"/>
                  </a:moveTo>
                  <a:lnTo>
                    <a:pt x="3187014" y="1794891"/>
                  </a:lnTo>
                  <a:lnTo>
                    <a:pt x="3123514" y="1763141"/>
                  </a:lnTo>
                  <a:lnTo>
                    <a:pt x="3123514" y="1794891"/>
                  </a:lnTo>
                  <a:lnTo>
                    <a:pt x="44450" y="1794891"/>
                  </a:lnTo>
                  <a:lnTo>
                    <a:pt x="44450" y="76200"/>
                  </a:lnTo>
                  <a:lnTo>
                    <a:pt x="76149" y="76200"/>
                  </a:lnTo>
                  <a:lnTo>
                    <a:pt x="69799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1794891"/>
                  </a:lnTo>
                  <a:lnTo>
                    <a:pt x="31750" y="1799971"/>
                  </a:lnTo>
                  <a:lnTo>
                    <a:pt x="31750" y="1807591"/>
                  </a:lnTo>
                  <a:lnTo>
                    <a:pt x="3123514" y="1807591"/>
                  </a:lnTo>
                  <a:lnTo>
                    <a:pt x="3123514" y="1839341"/>
                  </a:lnTo>
                  <a:lnTo>
                    <a:pt x="3187014" y="1807591"/>
                  </a:lnTo>
                  <a:lnTo>
                    <a:pt x="3199714" y="18012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380997" y="2871978"/>
            <a:ext cx="587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𝐽</a:t>
            </a:r>
            <a:r>
              <a:rPr sz="1950" spc="-15" baseline="-14957" dirty="0">
                <a:latin typeface="Cambria Math"/>
                <a:cs typeface="Cambria Math"/>
              </a:rPr>
              <a:t>𝑒</a:t>
            </a:r>
            <a:r>
              <a:rPr sz="1800" spc="-10" dirty="0">
                <a:latin typeface="Cambria Math"/>
                <a:cs typeface="Cambria Math"/>
              </a:rPr>
              <a:t>(𝒂)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40122" y="456057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42669" y="4743450"/>
            <a:ext cx="4432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57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valor inicial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30120" y="3316478"/>
            <a:ext cx="2452751" cy="1417066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62750" y="638555"/>
            <a:ext cx="2819400" cy="4139565"/>
            <a:chOff x="6762750" y="638555"/>
            <a:chExt cx="2819400" cy="4139565"/>
          </a:xfrm>
        </p:grpSpPr>
        <p:sp>
          <p:nvSpPr>
            <p:cNvPr id="3" name="object 3"/>
            <p:cNvSpPr/>
            <p:nvPr/>
          </p:nvSpPr>
          <p:spPr>
            <a:xfrm>
              <a:off x="6845300" y="800861"/>
              <a:ext cx="2661285" cy="3911600"/>
            </a:xfrm>
            <a:custGeom>
              <a:avLst/>
              <a:gdLst/>
              <a:ahLst/>
              <a:cxnLst/>
              <a:rect l="l" t="t" r="r" b="b"/>
              <a:pathLst>
                <a:path w="2661284" h="3911600">
                  <a:moveTo>
                    <a:pt x="2661284" y="1955800"/>
                  </a:moveTo>
                  <a:lnTo>
                    <a:pt x="2660737" y="2012456"/>
                  </a:lnTo>
                  <a:lnTo>
                    <a:pt x="2659104" y="2068714"/>
                  </a:lnTo>
                  <a:lnTo>
                    <a:pt x="2656400" y="2124550"/>
                  </a:lnTo>
                  <a:lnTo>
                    <a:pt x="2652641" y="2179944"/>
                  </a:lnTo>
                  <a:lnTo>
                    <a:pt x="2647840" y="2234873"/>
                  </a:lnTo>
                  <a:lnTo>
                    <a:pt x="2642014" y="2289315"/>
                  </a:lnTo>
                  <a:lnTo>
                    <a:pt x="2635176" y="2343250"/>
                  </a:lnTo>
                  <a:lnTo>
                    <a:pt x="2627341" y="2396654"/>
                  </a:lnTo>
                  <a:lnTo>
                    <a:pt x="2618524" y="2449508"/>
                  </a:lnTo>
                  <a:lnTo>
                    <a:pt x="2608741" y="2501787"/>
                  </a:lnTo>
                  <a:lnTo>
                    <a:pt x="2598005" y="2553472"/>
                  </a:lnTo>
                  <a:lnTo>
                    <a:pt x="2586332" y="2604540"/>
                  </a:lnTo>
                  <a:lnTo>
                    <a:pt x="2573736" y="2654970"/>
                  </a:lnTo>
                  <a:lnTo>
                    <a:pt x="2560232" y="2704739"/>
                  </a:lnTo>
                  <a:lnTo>
                    <a:pt x="2545835" y="2753826"/>
                  </a:lnTo>
                  <a:lnTo>
                    <a:pt x="2530560" y="2802209"/>
                  </a:lnTo>
                  <a:lnTo>
                    <a:pt x="2514422" y="2849867"/>
                  </a:lnTo>
                  <a:lnTo>
                    <a:pt x="2497434" y="2896777"/>
                  </a:lnTo>
                  <a:lnTo>
                    <a:pt x="2479613" y="2942919"/>
                  </a:lnTo>
                  <a:lnTo>
                    <a:pt x="2460973" y="2988269"/>
                  </a:lnTo>
                  <a:lnTo>
                    <a:pt x="2441529" y="3032808"/>
                  </a:lnTo>
                  <a:lnTo>
                    <a:pt x="2421295" y="3076512"/>
                  </a:lnTo>
                  <a:lnTo>
                    <a:pt x="2400286" y="3119359"/>
                  </a:lnTo>
                  <a:lnTo>
                    <a:pt x="2378518" y="3161330"/>
                  </a:lnTo>
                  <a:lnTo>
                    <a:pt x="2356005" y="3202400"/>
                  </a:lnTo>
                  <a:lnTo>
                    <a:pt x="2332761" y="3242550"/>
                  </a:lnTo>
                  <a:lnTo>
                    <a:pt x="2308801" y="3281756"/>
                  </a:lnTo>
                  <a:lnTo>
                    <a:pt x="2284141" y="3319998"/>
                  </a:lnTo>
                  <a:lnTo>
                    <a:pt x="2258795" y="3357253"/>
                  </a:lnTo>
                  <a:lnTo>
                    <a:pt x="2232778" y="3393500"/>
                  </a:lnTo>
                  <a:lnTo>
                    <a:pt x="2206105" y="3428717"/>
                  </a:lnTo>
                  <a:lnTo>
                    <a:pt x="2178790" y="3462882"/>
                  </a:lnTo>
                  <a:lnTo>
                    <a:pt x="2150849" y="3495974"/>
                  </a:lnTo>
                  <a:lnTo>
                    <a:pt x="2122295" y="3527971"/>
                  </a:lnTo>
                  <a:lnTo>
                    <a:pt x="2093145" y="3558850"/>
                  </a:lnTo>
                  <a:lnTo>
                    <a:pt x="2063412" y="3588591"/>
                  </a:lnTo>
                  <a:lnTo>
                    <a:pt x="2033111" y="3617172"/>
                  </a:lnTo>
                  <a:lnTo>
                    <a:pt x="2002258" y="3644570"/>
                  </a:lnTo>
                  <a:lnTo>
                    <a:pt x="1970867" y="3670765"/>
                  </a:lnTo>
                  <a:lnTo>
                    <a:pt x="1938953" y="3695733"/>
                  </a:lnTo>
                  <a:lnTo>
                    <a:pt x="1906530" y="3719455"/>
                  </a:lnTo>
                  <a:lnTo>
                    <a:pt x="1873614" y="3741907"/>
                  </a:lnTo>
                  <a:lnTo>
                    <a:pt x="1840219" y="3763068"/>
                  </a:lnTo>
                  <a:lnTo>
                    <a:pt x="1806360" y="3782916"/>
                  </a:lnTo>
                  <a:lnTo>
                    <a:pt x="1772052" y="3801430"/>
                  </a:lnTo>
                  <a:lnTo>
                    <a:pt x="1737309" y="3818588"/>
                  </a:lnTo>
                  <a:lnTo>
                    <a:pt x="1702147" y="3834368"/>
                  </a:lnTo>
                  <a:lnTo>
                    <a:pt x="1666580" y="3848749"/>
                  </a:lnTo>
                  <a:lnTo>
                    <a:pt x="1630624" y="3861708"/>
                  </a:lnTo>
                  <a:lnTo>
                    <a:pt x="1594292" y="3873223"/>
                  </a:lnTo>
                  <a:lnTo>
                    <a:pt x="1520561" y="3891839"/>
                  </a:lnTo>
                  <a:lnTo>
                    <a:pt x="1445508" y="3904420"/>
                  </a:lnTo>
                  <a:lnTo>
                    <a:pt x="1407522" y="3908394"/>
                  </a:lnTo>
                  <a:lnTo>
                    <a:pt x="1369249" y="3910795"/>
                  </a:lnTo>
                  <a:lnTo>
                    <a:pt x="1330705" y="3911600"/>
                  </a:lnTo>
                  <a:lnTo>
                    <a:pt x="1292155" y="3910795"/>
                  </a:lnTo>
                  <a:lnTo>
                    <a:pt x="1253876" y="3908394"/>
                  </a:lnTo>
                  <a:lnTo>
                    <a:pt x="1215884" y="3904420"/>
                  </a:lnTo>
                  <a:lnTo>
                    <a:pt x="1140819" y="3891839"/>
                  </a:lnTo>
                  <a:lnTo>
                    <a:pt x="1067078" y="3873223"/>
                  </a:lnTo>
                  <a:lnTo>
                    <a:pt x="1030741" y="3861708"/>
                  </a:lnTo>
                  <a:lnTo>
                    <a:pt x="994779" y="3848749"/>
                  </a:lnTo>
                  <a:lnTo>
                    <a:pt x="959208" y="3834368"/>
                  </a:lnTo>
                  <a:lnTo>
                    <a:pt x="924042" y="3818588"/>
                  </a:lnTo>
                  <a:lnTo>
                    <a:pt x="889295" y="3801430"/>
                  </a:lnTo>
                  <a:lnTo>
                    <a:pt x="854983" y="3782916"/>
                  </a:lnTo>
                  <a:lnTo>
                    <a:pt x="821120" y="3763068"/>
                  </a:lnTo>
                  <a:lnTo>
                    <a:pt x="787721" y="3741907"/>
                  </a:lnTo>
                  <a:lnTo>
                    <a:pt x="754801" y="3719455"/>
                  </a:lnTo>
                  <a:lnTo>
                    <a:pt x="722375" y="3695733"/>
                  </a:lnTo>
                  <a:lnTo>
                    <a:pt x="690458" y="3670765"/>
                  </a:lnTo>
                  <a:lnTo>
                    <a:pt x="659064" y="3644570"/>
                  </a:lnTo>
                  <a:lnTo>
                    <a:pt x="628208" y="3617172"/>
                  </a:lnTo>
                  <a:lnTo>
                    <a:pt x="597904" y="3588591"/>
                  </a:lnTo>
                  <a:lnTo>
                    <a:pt x="568169" y="3558850"/>
                  </a:lnTo>
                  <a:lnTo>
                    <a:pt x="539016" y="3527971"/>
                  </a:lnTo>
                  <a:lnTo>
                    <a:pt x="510460" y="3495974"/>
                  </a:lnTo>
                  <a:lnTo>
                    <a:pt x="482516" y="3462882"/>
                  </a:lnTo>
                  <a:lnTo>
                    <a:pt x="455199" y="3428717"/>
                  </a:lnTo>
                  <a:lnTo>
                    <a:pt x="428524" y="3393500"/>
                  </a:lnTo>
                  <a:lnTo>
                    <a:pt x="402505" y="3357253"/>
                  </a:lnTo>
                  <a:lnTo>
                    <a:pt x="377158" y="3319998"/>
                  </a:lnTo>
                  <a:lnTo>
                    <a:pt x="352496" y="3281756"/>
                  </a:lnTo>
                  <a:lnTo>
                    <a:pt x="328535" y="3242550"/>
                  </a:lnTo>
                  <a:lnTo>
                    <a:pt x="305290" y="3202400"/>
                  </a:lnTo>
                  <a:lnTo>
                    <a:pt x="282775" y="3161330"/>
                  </a:lnTo>
                  <a:lnTo>
                    <a:pt x="261006" y="3119359"/>
                  </a:lnTo>
                  <a:lnTo>
                    <a:pt x="239996" y="3076512"/>
                  </a:lnTo>
                  <a:lnTo>
                    <a:pt x="219761" y="3032808"/>
                  </a:lnTo>
                  <a:lnTo>
                    <a:pt x="200316" y="2988269"/>
                  </a:lnTo>
                  <a:lnTo>
                    <a:pt x="181675" y="2942919"/>
                  </a:lnTo>
                  <a:lnTo>
                    <a:pt x="163854" y="2896777"/>
                  </a:lnTo>
                  <a:lnTo>
                    <a:pt x="146866" y="2849867"/>
                  </a:lnTo>
                  <a:lnTo>
                    <a:pt x="130727" y="2802209"/>
                  </a:lnTo>
                  <a:lnTo>
                    <a:pt x="115451" y="2753826"/>
                  </a:lnTo>
                  <a:lnTo>
                    <a:pt x="101054" y="2704739"/>
                  </a:lnTo>
                  <a:lnTo>
                    <a:pt x="87550" y="2654970"/>
                  </a:lnTo>
                  <a:lnTo>
                    <a:pt x="74954" y="2604540"/>
                  </a:lnTo>
                  <a:lnTo>
                    <a:pt x="63280" y="2553472"/>
                  </a:lnTo>
                  <a:lnTo>
                    <a:pt x="52544" y="2501787"/>
                  </a:lnTo>
                  <a:lnTo>
                    <a:pt x="42760" y="2449508"/>
                  </a:lnTo>
                  <a:lnTo>
                    <a:pt x="33944" y="2396654"/>
                  </a:lnTo>
                  <a:lnTo>
                    <a:pt x="26109" y="2343250"/>
                  </a:lnTo>
                  <a:lnTo>
                    <a:pt x="19271" y="2289315"/>
                  </a:lnTo>
                  <a:lnTo>
                    <a:pt x="13444" y="2234873"/>
                  </a:lnTo>
                  <a:lnTo>
                    <a:pt x="8643" y="2179944"/>
                  </a:lnTo>
                  <a:lnTo>
                    <a:pt x="4884" y="2124550"/>
                  </a:lnTo>
                  <a:lnTo>
                    <a:pt x="2180" y="2068714"/>
                  </a:lnTo>
                  <a:lnTo>
                    <a:pt x="547" y="2012456"/>
                  </a:lnTo>
                  <a:lnTo>
                    <a:pt x="0" y="1955800"/>
                  </a:lnTo>
                  <a:lnTo>
                    <a:pt x="547" y="1899143"/>
                  </a:lnTo>
                  <a:lnTo>
                    <a:pt x="2180" y="1842885"/>
                  </a:lnTo>
                  <a:lnTo>
                    <a:pt x="4884" y="1787049"/>
                  </a:lnTo>
                  <a:lnTo>
                    <a:pt x="8643" y="1731655"/>
                  </a:lnTo>
                  <a:lnTo>
                    <a:pt x="13444" y="1676726"/>
                  </a:lnTo>
                  <a:lnTo>
                    <a:pt x="19271" y="1622284"/>
                  </a:lnTo>
                  <a:lnTo>
                    <a:pt x="26109" y="1568349"/>
                  </a:lnTo>
                  <a:lnTo>
                    <a:pt x="33944" y="1514945"/>
                  </a:lnTo>
                  <a:lnTo>
                    <a:pt x="42760" y="1462091"/>
                  </a:lnTo>
                  <a:lnTo>
                    <a:pt x="52544" y="1409812"/>
                  </a:lnTo>
                  <a:lnTo>
                    <a:pt x="63280" y="1358127"/>
                  </a:lnTo>
                  <a:lnTo>
                    <a:pt x="74954" y="1307059"/>
                  </a:lnTo>
                  <a:lnTo>
                    <a:pt x="87550" y="1256629"/>
                  </a:lnTo>
                  <a:lnTo>
                    <a:pt x="101054" y="1206860"/>
                  </a:lnTo>
                  <a:lnTo>
                    <a:pt x="115451" y="1157773"/>
                  </a:lnTo>
                  <a:lnTo>
                    <a:pt x="130727" y="1109390"/>
                  </a:lnTo>
                  <a:lnTo>
                    <a:pt x="146866" y="1061732"/>
                  </a:lnTo>
                  <a:lnTo>
                    <a:pt x="163854" y="1014822"/>
                  </a:lnTo>
                  <a:lnTo>
                    <a:pt x="181675" y="968680"/>
                  </a:lnTo>
                  <a:lnTo>
                    <a:pt x="200316" y="923330"/>
                  </a:lnTo>
                  <a:lnTo>
                    <a:pt x="219761" y="878791"/>
                  </a:lnTo>
                  <a:lnTo>
                    <a:pt x="239996" y="835087"/>
                  </a:lnTo>
                  <a:lnTo>
                    <a:pt x="261006" y="792240"/>
                  </a:lnTo>
                  <a:lnTo>
                    <a:pt x="282775" y="750269"/>
                  </a:lnTo>
                  <a:lnTo>
                    <a:pt x="305290" y="709199"/>
                  </a:lnTo>
                  <a:lnTo>
                    <a:pt x="328535" y="669049"/>
                  </a:lnTo>
                  <a:lnTo>
                    <a:pt x="352496" y="629843"/>
                  </a:lnTo>
                  <a:lnTo>
                    <a:pt x="377158" y="591601"/>
                  </a:lnTo>
                  <a:lnTo>
                    <a:pt x="402505" y="554346"/>
                  </a:lnTo>
                  <a:lnTo>
                    <a:pt x="428524" y="518099"/>
                  </a:lnTo>
                  <a:lnTo>
                    <a:pt x="455199" y="482882"/>
                  </a:lnTo>
                  <a:lnTo>
                    <a:pt x="482516" y="448717"/>
                  </a:lnTo>
                  <a:lnTo>
                    <a:pt x="510460" y="415625"/>
                  </a:lnTo>
                  <a:lnTo>
                    <a:pt x="539016" y="383628"/>
                  </a:lnTo>
                  <a:lnTo>
                    <a:pt x="568169" y="352749"/>
                  </a:lnTo>
                  <a:lnTo>
                    <a:pt x="597904" y="323008"/>
                  </a:lnTo>
                  <a:lnTo>
                    <a:pt x="628208" y="294427"/>
                  </a:lnTo>
                  <a:lnTo>
                    <a:pt x="659064" y="267029"/>
                  </a:lnTo>
                  <a:lnTo>
                    <a:pt x="690458" y="240834"/>
                  </a:lnTo>
                  <a:lnTo>
                    <a:pt x="722375" y="215866"/>
                  </a:lnTo>
                  <a:lnTo>
                    <a:pt x="754801" y="192144"/>
                  </a:lnTo>
                  <a:lnTo>
                    <a:pt x="787721" y="169692"/>
                  </a:lnTo>
                  <a:lnTo>
                    <a:pt x="821120" y="148531"/>
                  </a:lnTo>
                  <a:lnTo>
                    <a:pt x="854983" y="128683"/>
                  </a:lnTo>
                  <a:lnTo>
                    <a:pt x="889295" y="110169"/>
                  </a:lnTo>
                  <a:lnTo>
                    <a:pt x="924042" y="93011"/>
                  </a:lnTo>
                  <a:lnTo>
                    <a:pt x="959208" y="77231"/>
                  </a:lnTo>
                  <a:lnTo>
                    <a:pt x="994779" y="62850"/>
                  </a:lnTo>
                  <a:lnTo>
                    <a:pt x="1030741" y="49891"/>
                  </a:lnTo>
                  <a:lnTo>
                    <a:pt x="1067078" y="38376"/>
                  </a:lnTo>
                  <a:lnTo>
                    <a:pt x="1140819" y="19760"/>
                  </a:lnTo>
                  <a:lnTo>
                    <a:pt x="1215884" y="7179"/>
                  </a:lnTo>
                  <a:lnTo>
                    <a:pt x="1253876" y="3205"/>
                  </a:lnTo>
                  <a:lnTo>
                    <a:pt x="1292155" y="804"/>
                  </a:lnTo>
                  <a:lnTo>
                    <a:pt x="1330705" y="0"/>
                  </a:lnTo>
                  <a:lnTo>
                    <a:pt x="1369249" y="804"/>
                  </a:lnTo>
                  <a:lnTo>
                    <a:pt x="1407522" y="3205"/>
                  </a:lnTo>
                  <a:lnTo>
                    <a:pt x="1445508" y="7179"/>
                  </a:lnTo>
                  <a:lnTo>
                    <a:pt x="1520561" y="19760"/>
                  </a:lnTo>
                  <a:lnTo>
                    <a:pt x="1594292" y="38376"/>
                  </a:lnTo>
                  <a:lnTo>
                    <a:pt x="1630624" y="49891"/>
                  </a:lnTo>
                  <a:lnTo>
                    <a:pt x="1666580" y="62850"/>
                  </a:lnTo>
                  <a:lnTo>
                    <a:pt x="1702147" y="77231"/>
                  </a:lnTo>
                  <a:lnTo>
                    <a:pt x="1737309" y="93011"/>
                  </a:lnTo>
                  <a:lnTo>
                    <a:pt x="1772052" y="110169"/>
                  </a:lnTo>
                  <a:lnTo>
                    <a:pt x="1806360" y="128683"/>
                  </a:lnTo>
                  <a:lnTo>
                    <a:pt x="1840219" y="148531"/>
                  </a:lnTo>
                  <a:lnTo>
                    <a:pt x="1873614" y="169692"/>
                  </a:lnTo>
                  <a:lnTo>
                    <a:pt x="1906530" y="192144"/>
                  </a:lnTo>
                  <a:lnTo>
                    <a:pt x="1938953" y="215866"/>
                  </a:lnTo>
                  <a:lnTo>
                    <a:pt x="1970867" y="240834"/>
                  </a:lnTo>
                  <a:lnTo>
                    <a:pt x="2002258" y="267029"/>
                  </a:lnTo>
                  <a:lnTo>
                    <a:pt x="2033111" y="294427"/>
                  </a:lnTo>
                  <a:lnTo>
                    <a:pt x="2063412" y="323008"/>
                  </a:lnTo>
                  <a:lnTo>
                    <a:pt x="2093145" y="352749"/>
                  </a:lnTo>
                  <a:lnTo>
                    <a:pt x="2122295" y="383628"/>
                  </a:lnTo>
                  <a:lnTo>
                    <a:pt x="2150849" y="415625"/>
                  </a:lnTo>
                  <a:lnTo>
                    <a:pt x="2178790" y="448717"/>
                  </a:lnTo>
                  <a:lnTo>
                    <a:pt x="2206105" y="482882"/>
                  </a:lnTo>
                  <a:lnTo>
                    <a:pt x="2232778" y="518099"/>
                  </a:lnTo>
                  <a:lnTo>
                    <a:pt x="2258795" y="554346"/>
                  </a:lnTo>
                  <a:lnTo>
                    <a:pt x="2284141" y="591601"/>
                  </a:lnTo>
                  <a:lnTo>
                    <a:pt x="2308801" y="629843"/>
                  </a:lnTo>
                  <a:lnTo>
                    <a:pt x="2332761" y="669049"/>
                  </a:lnTo>
                  <a:lnTo>
                    <a:pt x="2356005" y="709199"/>
                  </a:lnTo>
                  <a:lnTo>
                    <a:pt x="2378518" y="750269"/>
                  </a:lnTo>
                  <a:lnTo>
                    <a:pt x="2400286" y="792240"/>
                  </a:lnTo>
                  <a:lnTo>
                    <a:pt x="2421295" y="835087"/>
                  </a:lnTo>
                  <a:lnTo>
                    <a:pt x="2441529" y="878791"/>
                  </a:lnTo>
                  <a:lnTo>
                    <a:pt x="2460973" y="923330"/>
                  </a:lnTo>
                  <a:lnTo>
                    <a:pt x="2479613" y="968680"/>
                  </a:lnTo>
                  <a:lnTo>
                    <a:pt x="2497434" y="1014822"/>
                  </a:lnTo>
                  <a:lnTo>
                    <a:pt x="2514422" y="1061732"/>
                  </a:lnTo>
                  <a:lnTo>
                    <a:pt x="2530560" y="1109390"/>
                  </a:lnTo>
                  <a:lnTo>
                    <a:pt x="2545835" y="1157773"/>
                  </a:lnTo>
                  <a:lnTo>
                    <a:pt x="2560232" y="1206860"/>
                  </a:lnTo>
                  <a:lnTo>
                    <a:pt x="2573736" y="1256629"/>
                  </a:lnTo>
                  <a:lnTo>
                    <a:pt x="2586332" y="1307059"/>
                  </a:lnTo>
                  <a:lnTo>
                    <a:pt x="2598005" y="1358127"/>
                  </a:lnTo>
                  <a:lnTo>
                    <a:pt x="2608741" y="1409812"/>
                  </a:lnTo>
                  <a:lnTo>
                    <a:pt x="2618524" y="1462091"/>
                  </a:lnTo>
                  <a:lnTo>
                    <a:pt x="2627341" y="1514945"/>
                  </a:lnTo>
                  <a:lnTo>
                    <a:pt x="2635176" y="1568349"/>
                  </a:lnTo>
                  <a:lnTo>
                    <a:pt x="2642014" y="1622284"/>
                  </a:lnTo>
                  <a:lnTo>
                    <a:pt x="2647840" y="1676726"/>
                  </a:lnTo>
                  <a:lnTo>
                    <a:pt x="2652641" y="1731655"/>
                  </a:lnTo>
                  <a:lnTo>
                    <a:pt x="2656400" y="1787049"/>
                  </a:lnTo>
                  <a:lnTo>
                    <a:pt x="2659104" y="1842885"/>
                  </a:lnTo>
                  <a:lnTo>
                    <a:pt x="2660737" y="1899143"/>
                  </a:lnTo>
                  <a:lnTo>
                    <a:pt x="2661284" y="1955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69100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2806700" y="0"/>
                  </a:moveTo>
                  <a:lnTo>
                    <a:pt x="0" y="0"/>
                  </a:lnTo>
                  <a:lnTo>
                    <a:pt x="0" y="2684145"/>
                  </a:lnTo>
                  <a:lnTo>
                    <a:pt x="2806700" y="2684145"/>
                  </a:lnTo>
                  <a:lnTo>
                    <a:pt x="2806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69100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0" y="2684145"/>
                  </a:moveTo>
                  <a:lnTo>
                    <a:pt x="2806700" y="2684145"/>
                  </a:lnTo>
                  <a:lnTo>
                    <a:pt x="2806700" y="0"/>
                  </a:lnTo>
                  <a:lnTo>
                    <a:pt x="0" y="0"/>
                  </a:lnTo>
                  <a:lnTo>
                    <a:pt x="0" y="268414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08950" y="4663694"/>
              <a:ext cx="98425" cy="114173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394450" y="2924810"/>
            <a:ext cx="3199765" cy="1839595"/>
            <a:chOff x="6394450" y="2924810"/>
            <a:chExt cx="3199765" cy="1839595"/>
          </a:xfrm>
        </p:grpSpPr>
        <p:sp>
          <p:nvSpPr>
            <p:cNvPr id="8" name="object 8"/>
            <p:cNvSpPr/>
            <p:nvPr/>
          </p:nvSpPr>
          <p:spPr>
            <a:xfrm>
              <a:off x="6394450" y="2924809"/>
              <a:ext cx="3199765" cy="1839595"/>
            </a:xfrm>
            <a:custGeom>
              <a:avLst/>
              <a:gdLst/>
              <a:ahLst/>
              <a:cxnLst/>
              <a:rect l="l" t="t" r="r" b="b"/>
              <a:pathLst>
                <a:path w="3199765" h="1839595">
                  <a:moveTo>
                    <a:pt x="3199765" y="1801241"/>
                  </a:moveTo>
                  <a:lnTo>
                    <a:pt x="3187065" y="1794891"/>
                  </a:lnTo>
                  <a:lnTo>
                    <a:pt x="3123565" y="1763141"/>
                  </a:lnTo>
                  <a:lnTo>
                    <a:pt x="3123565" y="1794891"/>
                  </a:lnTo>
                  <a:lnTo>
                    <a:pt x="44450" y="1794891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913" y="63627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1794891"/>
                  </a:lnTo>
                  <a:lnTo>
                    <a:pt x="31750" y="1800098"/>
                  </a:lnTo>
                  <a:lnTo>
                    <a:pt x="31750" y="1807591"/>
                  </a:lnTo>
                  <a:lnTo>
                    <a:pt x="3123565" y="1807591"/>
                  </a:lnTo>
                  <a:lnTo>
                    <a:pt x="3123565" y="1839341"/>
                  </a:lnTo>
                  <a:lnTo>
                    <a:pt x="3187065" y="1807591"/>
                  </a:lnTo>
                  <a:lnTo>
                    <a:pt x="3199765" y="18012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22210" y="4473702"/>
              <a:ext cx="0" cy="252095"/>
            </a:xfrm>
            <a:custGeom>
              <a:avLst/>
              <a:gdLst/>
              <a:ahLst/>
              <a:cxnLst/>
              <a:rect l="l" t="t" r="r" b="b"/>
              <a:pathLst>
                <a:path h="252095">
                  <a:moveTo>
                    <a:pt x="0" y="0"/>
                  </a:moveTo>
                  <a:lnTo>
                    <a:pt x="0" y="251968"/>
                  </a:lnTo>
                </a:path>
              </a:pathLst>
            </a:custGeom>
            <a:ln w="190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581520" y="2859785"/>
            <a:ext cx="587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𝐽</a:t>
            </a:r>
            <a:r>
              <a:rPr sz="1950" spc="-15" baseline="-14957" dirty="0">
                <a:latin typeface="Cambria Math"/>
                <a:cs typeface="Cambria Math"/>
              </a:rPr>
              <a:t>𝑒</a:t>
            </a:r>
            <a:r>
              <a:rPr sz="1800" spc="-10" dirty="0">
                <a:latin typeface="Cambria Math"/>
                <a:cs typeface="Cambria Math"/>
              </a:rPr>
              <a:t>(𝒂)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40900" y="454837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82128" y="4772659"/>
            <a:ext cx="5346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60" baseline="11904" dirty="0">
                <a:latin typeface="Cambria Math"/>
                <a:cs typeface="Cambria Math"/>
              </a:rPr>
              <a:t>𝑎</a:t>
            </a:r>
            <a:r>
              <a:rPr sz="1000" spc="40" dirty="0">
                <a:latin typeface="Cambria Math"/>
                <a:cs typeface="Cambria Math"/>
              </a:rPr>
              <a:t>ótimo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00721" y="4734559"/>
            <a:ext cx="4432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57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valor inicial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930135" y="3343528"/>
            <a:ext cx="2552700" cy="1187450"/>
            <a:chOff x="6930135" y="3343528"/>
            <a:chExt cx="2552700" cy="1187450"/>
          </a:xfrm>
        </p:grpSpPr>
        <p:sp>
          <p:nvSpPr>
            <p:cNvPr id="15" name="object 15"/>
            <p:cNvSpPr/>
            <p:nvPr/>
          </p:nvSpPr>
          <p:spPr>
            <a:xfrm>
              <a:off x="7479410" y="4422901"/>
              <a:ext cx="85725" cy="101600"/>
            </a:xfrm>
            <a:custGeom>
              <a:avLst/>
              <a:gdLst/>
              <a:ahLst/>
              <a:cxnLst/>
              <a:rect l="l" t="t" r="r" b="b"/>
              <a:pathLst>
                <a:path w="85725" h="101600">
                  <a:moveTo>
                    <a:pt x="42799" y="0"/>
                  </a:moveTo>
                  <a:lnTo>
                    <a:pt x="26146" y="3990"/>
                  </a:lnTo>
                  <a:lnTo>
                    <a:pt x="12541" y="14874"/>
                  </a:lnTo>
                  <a:lnTo>
                    <a:pt x="3365" y="31021"/>
                  </a:lnTo>
                  <a:lnTo>
                    <a:pt x="0" y="50800"/>
                  </a:lnTo>
                  <a:lnTo>
                    <a:pt x="3365" y="70504"/>
                  </a:lnTo>
                  <a:lnTo>
                    <a:pt x="12541" y="86613"/>
                  </a:lnTo>
                  <a:lnTo>
                    <a:pt x="26146" y="97484"/>
                  </a:lnTo>
                  <a:lnTo>
                    <a:pt x="42799" y="101473"/>
                  </a:lnTo>
                  <a:lnTo>
                    <a:pt x="59525" y="97484"/>
                  </a:lnTo>
                  <a:lnTo>
                    <a:pt x="73167" y="86614"/>
                  </a:lnTo>
                  <a:lnTo>
                    <a:pt x="82357" y="70504"/>
                  </a:lnTo>
                  <a:lnTo>
                    <a:pt x="85725" y="50800"/>
                  </a:lnTo>
                  <a:lnTo>
                    <a:pt x="82357" y="31021"/>
                  </a:lnTo>
                  <a:lnTo>
                    <a:pt x="73167" y="14874"/>
                  </a:lnTo>
                  <a:lnTo>
                    <a:pt x="59525" y="3990"/>
                  </a:lnTo>
                  <a:lnTo>
                    <a:pt x="427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79410" y="4422901"/>
              <a:ext cx="85725" cy="101600"/>
            </a:xfrm>
            <a:custGeom>
              <a:avLst/>
              <a:gdLst/>
              <a:ahLst/>
              <a:cxnLst/>
              <a:rect l="l" t="t" r="r" b="b"/>
              <a:pathLst>
                <a:path w="85725" h="101600">
                  <a:moveTo>
                    <a:pt x="0" y="50800"/>
                  </a:moveTo>
                  <a:lnTo>
                    <a:pt x="3365" y="31021"/>
                  </a:lnTo>
                  <a:lnTo>
                    <a:pt x="12541" y="14874"/>
                  </a:lnTo>
                  <a:lnTo>
                    <a:pt x="26146" y="3990"/>
                  </a:lnTo>
                  <a:lnTo>
                    <a:pt x="42799" y="0"/>
                  </a:lnTo>
                  <a:lnTo>
                    <a:pt x="59525" y="3990"/>
                  </a:lnTo>
                  <a:lnTo>
                    <a:pt x="73167" y="14874"/>
                  </a:lnTo>
                  <a:lnTo>
                    <a:pt x="82357" y="31021"/>
                  </a:lnTo>
                  <a:lnTo>
                    <a:pt x="85725" y="50800"/>
                  </a:lnTo>
                  <a:lnTo>
                    <a:pt x="82357" y="70504"/>
                  </a:lnTo>
                  <a:lnTo>
                    <a:pt x="73167" y="86614"/>
                  </a:lnTo>
                  <a:lnTo>
                    <a:pt x="59525" y="97484"/>
                  </a:lnTo>
                  <a:lnTo>
                    <a:pt x="42799" y="101473"/>
                  </a:lnTo>
                  <a:lnTo>
                    <a:pt x="26146" y="97484"/>
                  </a:lnTo>
                  <a:lnTo>
                    <a:pt x="12541" y="86613"/>
                  </a:lnTo>
                  <a:lnTo>
                    <a:pt x="3365" y="70504"/>
                  </a:lnTo>
                  <a:lnTo>
                    <a:pt x="0" y="50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86697" y="4302378"/>
              <a:ext cx="98425" cy="11417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72959" y="4061713"/>
              <a:ext cx="98425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37471" y="3768343"/>
              <a:ext cx="98425" cy="11417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30135" y="3529456"/>
              <a:ext cx="98425" cy="1142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84156" y="3343528"/>
              <a:ext cx="98425" cy="11417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021957" y="3368547"/>
              <a:ext cx="2368550" cy="1108710"/>
            </a:xfrm>
            <a:custGeom>
              <a:avLst/>
              <a:gdLst/>
              <a:ahLst/>
              <a:cxnLst/>
              <a:rect l="l" t="t" r="r" b="b"/>
              <a:pathLst>
                <a:path w="2368550" h="1108710">
                  <a:moveTo>
                    <a:pt x="100838" y="225679"/>
                  </a:moveTo>
                  <a:lnTo>
                    <a:pt x="76276" y="223088"/>
                  </a:lnTo>
                  <a:lnTo>
                    <a:pt x="80010" y="188341"/>
                  </a:lnTo>
                  <a:lnTo>
                    <a:pt x="11201" y="213995"/>
                  </a:lnTo>
                  <a:lnTo>
                    <a:pt x="0" y="214896"/>
                  </a:lnTo>
                  <a:lnTo>
                    <a:pt x="254" y="218071"/>
                  </a:lnTo>
                  <a:lnTo>
                    <a:pt x="508" y="221246"/>
                  </a:lnTo>
                  <a:lnTo>
                    <a:pt x="4673" y="220916"/>
                  </a:lnTo>
                  <a:lnTo>
                    <a:pt x="71882" y="264033"/>
                  </a:lnTo>
                  <a:lnTo>
                    <a:pt x="75603" y="229311"/>
                  </a:lnTo>
                  <a:lnTo>
                    <a:pt x="100203" y="232029"/>
                  </a:lnTo>
                  <a:lnTo>
                    <a:pt x="100838" y="225679"/>
                  </a:lnTo>
                  <a:close/>
                </a:path>
                <a:path w="2368550" h="1108710">
                  <a:moveTo>
                    <a:pt x="114427" y="212217"/>
                  </a:moveTo>
                  <a:lnTo>
                    <a:pt x="113919" y="205994"/>
                  </a:lnTo>
                  <a:lnTo>
                    <a:pt x="88519" y="207899"/>
                  </a:lnTo>
                  <a:lnTo>
                    <a:pt x="89027" y="214249"/>
                  </a:lnTo>
                  <a:lnTo>
                    <a:pt x="114427" y="212217"/>
                  </a:lnTo>
                  <a:close/>
                </a:path>
                <a:path w="2368550" h="1108710">
                  <a:moveTo>
                    <a:pt x="145034" y="230378"/>
                  </a:moveTo>
                  <a:lnTo>
                    <a:pt x="119761" y="227723"/>
                  </a:lnTo>
                  <a:lnTo>
                    <a:pt x="119126" y="234073"/>
                  </a:lnTo>
                  <a:lnTo>
                    <a:pt x="144399" y="236728"/>
                  </a:lnTo>
                  <a:lnTo>
                    <a:pt x="145034" y="230378"/>
                  </a:lnTo>
                  <a:close/>
                </a:path>
                <a:path w="2368550" h="1108710">
                  <a:moveTo>
                    <a:pt x="158750" y="208788"/>
                  </a:moveTo>
                  <a:lnTo>
                    <a:pt x="158242" y="202438"/>
                  </a:lnTo>
                  <a:lnTo>
                    <a:pt x="132842" y="204470"/>
                  </a:lnTo>
                  <a:lnTo>
                    <a:pt x="133350" y="210820"/>
                  </a:lnTo>
                  <a:lnTo>
                    <a:pt x="158750" y="208788"/>
                  </a:lnTo>
                  <a:close/>
                </a:path>
                <a:path w="2368550" h="1108710">
                  <a:moveTo>
                    <a:pt x="189230" y="235204"/>
                  </a:moveTo>
                  <a:lnTo>
                    <a:pt x="163957" y="232422"/>
                  </a:lnTo>
                  <a:lnTo>
                    <a:pt x="163322" y="238760"/>
                  </a:lnTo>
                  <a:lnTo>
                    <a:pt x="188595" y="241554"/>
                  </a:lnTo>
                  <a:lnTo>
                    <a:pt x="189230" y="235204"/>
                  </a:lnTo>
                  <a:close/>
                </a:path>
                <a:path w="2368550" h="1108710">
                  <a:moveTo>
                    <a:pt x="203073" y="205371"/>
                  </a:moveTo>
                  <a:lnTo>
                    <a:pt x="202565" y="199021"/>
                  </a:lnTo>
                  <a:lnTo>
                    <a:pt x="177165" y="200914"/>
                  </a:lnTo>
                  <a:lnTo>
                    <a:pt x="177673" y="207264"/>
                  </a:lnTo>
                  <a:lnTo>
                    <a:pt x="203073" y="205371"/>
                  </a:lnTo>
                  <a:close/>
                </a:path>
                <a:path w="2368550" h="1108710">
                  <a:moveTo>
                    <a:pt x="233426" y="239903"/>
                  </a:moveTo>
                  <a:lnTo>
                    <a:pt x="208153" y="237248"/>
                  </a:lnTo>
                  <a:lnTo>
                    <a:pt x="207518" y="243586"/>
                  </a:lnTo>
                  <a:lnTo>
                    <a:pt x="232791" y="246253"/>
                  </a:lnTo>
                  <a:lnTo>
                    <a:pt x="233426" y="239903"/>
                  </a:lnTo>
                  <a:close/>
                </a:path>
                <a:path w="2368550" h="1108710">
                  <a:moveTo>
                    <a:pt x="247396" y="201803"/>
                  </a:moveTo>
                  <a:lnTo>
                    <a:pt x="246888" y="195453"/>
                  </a:lnTo>
                  <a:lnTo>
                    <a:pt x="221488" y="197497"/>
                  </a:lnTo>
                  <a:lnTo>
                    <a:pt x="221996" y="203847"/>
                  </a:lnTo>
                  <a:lnTo>
                    <a:pt x="247396" y="201803"/>
                  </a:lnTo>
                  <a:close/>
                </a:path>
                <a:path w="2368550" h="1108710">
                  <a:moveTo>
                    <a:pt x="277622" y="244729"/>
                  </a:moveTo>
                  <a:lnTo>
                    <a:pt x="252349" y="241935"/>
                  </a:lnTo>
                  <a:lnTo>
                    <a:pt x="251714" y="248285"/>
                  </a:lnTo>
                  <a:lnTo>
                    <a:pt x="276987" y="250952"/>
                  </a:lnTo>
                  <a:lnTo>
                    <a:pt x="277622" y="244729"/>
                  </a:lnTo>
                  <a:close/>
                </a:path>
                <a:path w="2368550" h="1108710">
                  <a:moveTo>
                    <a:pt x="291592" y="198374"/>
                  </a:moveTo>
                  <a:lnTo>
                    <a:pt x="291211" y="192024"/>
                  </a:lnTo>
                  <a:lnTo>
                    <a:pt x="265811" y="194056"/>
                  </a:lnTo>
                  <a:lnTo>
                    <a:pt x="266319" y="200279"/>
                  </a:lnTo>
                  <a:lnTo>
                    <a:pt x="291592" y="198374"/>
                  </a:lnTo>
                  <a:close/>
                </a:path>
                <a:path w="2368550" h="1108710">
                  <a:moveTo>
                    <a:pt x="321818" y="249428"/>
                  </a:moveTo>
                  <a:lnTo>
                    <a:pt x="296545" y="246761"/>
                  </a:lnTo>
                  <a:lnTo>
                    <a:pt x="295910" y="252984"/>
                  </a:lnTo>
                  <a:lnTo>
                    <a:pt x="321183" y="255778"/>
                  </a:lnTo>
                  <a:lnTo>
                    <a:pt x="321818" y="249428"/>
                  </a:lnTo>
                  <a:close/>
                </a:path>
                <a:path w="2368550" h="1108710">
                  <a:moveTo>
                    <a:pt x="332486" y="760349"/>
                  </a:moveTo>
                  <a:lnTo>
                    <a:pt x="318960" y="758380"/>
                  </a:lnTo>
                  <a:lnTo>
                    <a:pt x="319214" y="756666"/>
                  </a:lnTo>
                  <a:lnTo>
                    <a:pt x="324104" y="723773"/>
                  </a:lnTo>
                  <a:lnTo>
                    <a:pt x="261010" y="744448"/>
                  </a:lnTo>
                  <a:lnTo>
                    <a:pt x="242570" y="747141"/>
                  </a:lnTo>
                  <a:lnTo>
                    <a:pt x="243078" y="750316"/>
                  </a:lnTo>
                  <a:lnTo>
                    <a:pt x="243586" y="753491"/>
                  </a:lnTo>
                  <a:lnTo>
                    <a:pt x="246900" y="752995"/>
                  </a:lnTo>
                  <a:lnTo>
                    <a:pt x="312928" y="799084"/>
                  </a:lnTo>
                  <a:lnTo>
                    <a:pt x="318046" y="764590"/>
                  </a:lnTo>
                  <a:lnTo>
                    <a:pt x="331597" y="766572"/>
                  </a:lnTo>
                  <a:lnTo>
                    <a:pt x="332486" y="760349"/>
                  </a:lnTo>
                  <a:close/>
                </a:path>
                <a:path w="2368550" h="1108710">
                  <a:moveTo>
                    <a:pt x="335915" y="194818"/>
                  </a:moveTo>
                  <a:lnTo>
                    <a:pt x="335534" y="188595"/>
                  </a:lnTo>
                  <a:lnTo>
                    <a:pt x="310134" y="190500"/>
                  </a:lnTo>
                  <a:lnTo>
                    <a:pt x="310642" y="196850"/>
                  </a:lnTo>
                  <a:lnTo>
                    <a:pt x="335915" y="194818"/>
                  </a:lnTo>
                  <a:close/>
                </a:path>
                <a:path w="2368550" h="1108710">
                  <a:moveTo>
                    <a:pt x="356616" y="736727"/>
                  </a:moveTo>
                  <a:lnTo>
                    <a:pt x="355727" y="730377"/>
                  </a:lnTo>
                  <a:lnTo>
                    <a:pt x="330581" y="734187"/>
                  </a:lnTo>
                  <a:lnTo>
                    <a:pt x="331470" y="740410"/>
                  </a:lnTo>
                  <a:lnTo>
                    <a:pt x="356616" y="736727"/>
                  </a:lnTo>
                  <a:close/>
                </a:path>
                <a:path w="2368550" h="1108710">
                  <a:moveTo>
                    <a:pt x="366014" y="254127"/>
                  </a:moveTo>
                  <a:lnTo>
                    <a:pt x="340741" y="251460"/>
                  </a:lnTo>
                  <a:lnTo>
                    <a:pt x="340106" y="257810"/>
                  </a:lnTo>
                  <a:lnTo>
                    <a:pt x="365379" y="260477"/>
                  </a:lnTo>
                  <a:lnTo>
                    <a:pt x="366014" y="254127"/>
                  </a:lnTo>
                  <a:close/>
                </a:path>
                <a:path w="2368550" h="1108710">
                  <a:moveTo>
                    <a:pt x="376428" y="766826"/>
                  </a:moveTo>
                  <a:lnTo>
                    <a:pt x="351409" y="763143"/>
                  </a:lnTo>
                  <a:lnTo>
                    <a:pt x="350393" y="769366"/>
                  </a:lnTo>
                  <a:lnTo>
                    <a:pt x="375539" y="773049"/>
                  </a:lnTo>
                  <a:lnTo>
                    <a:pt x="376428" y="766826"/>
                  </a:lnTo>
                  <a:close/>
                </a:path>
                <a:path w="2368550" h="1108710">
                  <a:moveTo>
                    <a:pt x="380238" y="191389"/>
                  </a:moveTo>
                  <a:lnTo>
                    <a:pt x="379730" y="185039"/>
                  </a:lnTo>
                  <a:lnTo>
                    <a:pt x="354457" y="187083"/>
                  </a:lnTo>
                  <a:lnTo>
                    <a:pt x="354965" y="193433"/>
                  </a:lnTo>
                  <a:lnTo>
                    <a:pt x="380238" y="191389"/>
                  </a:lnTo>
                  <a:close/>
                </a:path>
                <a:path w="2368550" h="1108710">
                  <a:moveTo>
                    <a:pt x="400558" y="730123"/>
                  </a:moveTo>
                  <a:lnTo>
                    <a:pt x="399669" y="723900"/>
                  </a:lnTo>
                  <a:lnTo>
                    <a:pt x="374523" y="727583"/>
                  </a:lnTo>
                  <a:lnTo>
                    <a:pt x="375412" y="733933"/>
                  </a:lnTo>
                  <a:lnTo>
                    <a:pt x="400558" y="730123"/>
                  </a:lnTo>
                  <a:close/>
                </a:path>
                <a:path w="2368550" h="1108710">
                  <a:moveTo>
                    <a:pt x="410210" y="258953"/>
                  </a:moveTo>
                  <a:lnTo>
                    <a:pt x="384937" y="256159"/>
                  </a:lnTo>
                  <a:lnTo>
                    <a:pt x="384302" y="262509"/>
                  </a:lnTo>
                  <a:lnTo>
                    <a:pt x="409575" y="265303"/>
                  </a:lnTo>
                  <a:lnTo>
                    <a:pt x="410210" y="258953"/>
                  </a:lnTo>
                  <a:close/>
                </a:path>
                <a:path w="2368550" h="1108710">
                  <a:moveTo>
                    <a:pt x="420497" y="773303"/>
                  </a:moveTo>
                  <a:lnTo>
                    <a:pt x="395351" y="769620"/>
                  </a:lnTo>
                  <a:lnTo>
                    <a:pt x="394335" y="775843"/>
                  </a:lnTo>
                  <a:lnTo>
                    <a:pt x="419481" y="779653"/>
                  </a:lnTo>
                  <a:lnTo>
                    <a:pt x="420497" y="773303"/>
                  </a:lnTo>
                  <a:close/>
                </a:path>
                <a:path w="2368550" h="1108710">
                  <a:moveTo>
                    <a:pt x="424561" y="187972"/>
                  </a:moveTo>
                  <a:lnTo>
                    <a:pt x="424053" y="181622"/>
                  </a:lnTo>
                  <a:lnTo>
                    <a:pt x="398780" y="183515"/>
                  </a:lnTo>
                  <a:lnTo>
                    <a:pt x="399288" y="189865"/>
                  </a:lnTo>
                  <a:lnTo>
                    <a:pt x="424561" y="187972"/>
                  </a:lnTo>
                  <a:close/>
                </a:path>
                <a:path w="2368550" h="1108710">
                  <a:moveTo>
                    <a:pt x="444500" y="723646"/>
                  </a:moveTo>
                  <a:lnTo>
                    <a:pt x="443611" y="717423"/>
                  </a:lnTo>
                  <a:lnTo>
                    <a:pt x="418465" y="721106"/>
                  </a:lnTo>
                  <a:lnTo>
                    <a:pt x="419481" y="727329"/>
                  </a:lnTo>
                  <a:lnTo>
                    <a:pt x="444500" y="723646"/>
                  </a:lnTo>
                  <a:close/>
                </a:path>
                <a:path w="2368550" h="1108710">
                  <a:moveTo>
                    <a:pt x="454406" y="263652"/>
                  </a:moveTo>
                  <a:lnTo>
                    <a:pt x="429133" y="260985"/>
                  </a:lnTo>
                  <a:lnTo>
                    <a:pt x="428498" y="267335"/>
                  </a:lnTo>
                  <a:lnTo>
                    <a:pt x="453771" y="270002"/>
                  </a:lnTo>
                  <a:lnTo>
                    <a:pt x="454406" y="263652"/>
                  </a:lnTo>
                  <a:close/>
                </a:path>
                <a:path w="2368550" h="1108710">
                  <a:moveTo>
                    <a:pt x="464439" y="779780"/>
                  </a:moveTo>
                  <a:lnTo>
                    <a:pt x="439293" y="776097"/>
                  </a:lnTo>
                  <a:lnTo>
                    <a:pt x="438404" y="782320"/>
                  </a:lnTo>
                  <a:lnTo>
                    <a:pt x="463550" y="786130"/>
                  </a:lnTo>
                  <a:lnTo>
                    <a:pt x="464439" y="779780"/>
                  </a:lnTo>
                  <a:close/>
                </a:path>
                <a:path w="2368550" h="1108710">
                  <a:moveTo>
                    <a:pt x="468884" y="184404"/>
                  </a:moveTo>
                  <a:lnTo>
                    <a:pt x="468376" y="178054"/>
                  </a:lnTo>
                  <a:lnTo>
                    <a:pt x="443103" y="180098"/>
                  </a:lnTo>
                  <a:lnTo>
                    <a:pt x="443611" y="186448"/>
                  </a:lnTo>
                  <a:lnTo>
                    <a:pt x="468884" y="184404"/>
                  </a:lnTo>
                  <a:close/>
                </a:path>
                <a:path w="2368550" h="1108710">
                  <a:moveTo>
                    <a:pt x="488569" y="717169"/>
                  </a:moveTo>
                  <a:lnTo>
                    <a:pt x="487553" y="710819"/>
                  </a:lnTo>
                  <a:lnTo>
                    <a:pt x="462534" y="714629"/>
                  </a:lnTo>
                  <a:lnTo>
                    <a:pt x="463423" y="720852"/>
                  </a:lnTo>
                  <a:lnTo>
                    <a:pt x="488569" y="717169"/>
                  </a:lnTo>
                  <a:close/>
                </a:path>
                <a:path w="2368550" h="1108710">
                  <a:moveTo>
                    <a:pt x="498602" y="268478"/>
                  </a:moveTo>
                  <a:lnTo>
                    <a:pt x="473329" y="265684"/>
                  </a:lnTo>
                  <a:lnTo>
                    <a:pt x="472694" y="272034"/>
                  </a:lnTo>
                  <a:lnTo>
                    <a:pt x="497967" y="274701"/>
                  </a:lnTo>
                  <a:lnTo>
                    <a:pt x="498602" y="268478"/>
                  </a:lnTo>
                  <a:close/>
                </a:path>
                <a:path w="2368550" h="1108710">
                  <a:moveTo>
                    <a:pt x="508381" y="786257"/>
                  </a:moveTo>
                  <a:lnTo>
                    <a:pt x="483235" y="782574"/>
                  </a:lnTo>
                  <a:lnTo>
                    <a:pt x="482346" y="788924"/>
                  </a:lnTo>
                  <a:lnTo>
                    <a:pt x="507492" y="792607"/>
                  </a:lnTo>
                  <a:lnTo>
                    <a:pt x="508381" y="786257"/>
                  </a:lnTo>
                  <a:close/>
                </a:path>
                <a:path w="2368550" h="1108710">
                  <a:moveTo>
                    <a:pt x="513207" y="180975"/>
                  </a:moveTo>
                  <a:lnTo>
                    <a:pt x="512699" y="174625"/>
                  </a:lnTo>
                  <a:lnTo>
                    <a:pt x="487426" y="176657"/>
                  </a:lnTo>
                  <a:lnTo>
                    <a:pt x="487934" y="182880"/>
                  </a:lnTo>
                  <a:lnTo>
                    <a:pt x="513207" y="180975"/>
                  </a:lnTo>
                  <a:close/>
                </a:path>
                <a:path w="2368550" h="1108710">
                  <a:moveTo>
                    <a:pt x="532511" y="710565"/>
                  </a:moveTo>
                  <a:lnTo>
                    <a:pt x="531622" y="704342"/>
                  </a:lnTo>
                  <a:lnTo>
                    <a:pt x="506476" y="708025"/>
                  </a:lnTo>
                  <a:lnTo>
                    <a:pt x="507365" y="714375"/>
                  </a:lnTo>
                  <a:lnTo>
                    <a:pt x="532511" y="710565"/>
                  </a:lnTo>
                  <a:close/>
                </a:path>
                <a:path w="2368550" h="1108710">
                  <a:moveTo>
                    <a:pt x="542798" y="273177"/>
                  </a:moveTo>
                  <a:lnTo>
                    <a:pt x="517525" y="270510"/>
                  </a:lnTo>
                  <a:lnTo>
                    <a:pt x="516890" y="276733"/>
                  </a:lnTo>
                  <a:lnTo>
                    <a:pt x="542163" y="279527"/>
                  </a:lnTo>
                  <a:lnTo>
                    <a:pt x="542798" y="273177"/>
                  </a:lnTo>
                  <a:close/>
                </a:path>
                <a:path w="2368550" h="1108710">
                  <a:moveTo>
                    <a:pt x="552323" y="792861"/>
                  </a:moveTo>
                  <a:lnTo>
                    <a:pt x="527304" y="789051"/>
                  </a:lnTo>
                  <a:lnTo>
                    <a:pt x="526288" y="795401"/>
                  </a:lnTo>
                  <a:lnTo>
                    <a:pt x="551434" y="799084"/>
                  </a:lnTo>
                  <a:lnTo>
                    <a:pt x="552323" y="792861"/>
                  </a:lnTo>
                  <a:close/>
                </a:path>
                <a:path w="2368550" h="1108710">
                  <a:moveTo>
                    <a:pt x="557530" y="177419"/>
                  </a:moveTo>
                  <a:lnTo>
                    <a:pt x="557022" y="171208"/>
                  </a:lnTo>
                  <a:lnTo>
                    <a:pt x="531749" y="173101"/>
                  </a:lnTo>
                  <a:lnTo>
                    <a:pt x="532257" y="179451"/>
                  </a:lnTo>
                  <a:lnTo>
                    <a:pt x="557530" y="177419"/>
                  </a:lnTo>
                  <a:close/>
                </a:path>
                <a:path w="2368550" h="1108710">
                  <a:moveTo>
                    <a:pt x="568706" y="1106170"/>
                  </a:moveTo>
                  <a:lnTo>
                    <a:pt x="568198" y="1099820"/>
                  </a:lnTo>
                  <a:lnTo>
                    <a:pt x="542798" y="1101979"/>
                  </a:lnTo>
                  <a:lnTo>
                    <a:pt x="543433" y="1108329"/>
                  </a:lnTo>
                  <a:lnTo>
                    <a:pt x="568706" y="1106170"/>
                  </a:lnTo>
                  <a:close/>
                </a:path>
                <a:path w="2368550" h="1108710">
                  <a:moveTo>
                    <a:pt x="576453" y="704088"/>
                  </a:moveTo>
                  <a:lnTo>
                    <a:pt x="575564" y="697865"/>
                  </a:lnTo>
                  <a:lnTo>
                    <a:pt x="550418" y="701548"/>
                  </a:lnTo>
                  <a:lnTo>
                    <a:pt x="551307" y="707771"/>
                  </a:lnTo>
                  <a:lnTo>
                    <a:pt x="576453" y="704088"/>
                  </a:lnTo>
                  <a:close/>
                </a:path>
                <a:path w="2368550" h="1108710">
                  <a:moveTo>
                    <a:pt x="586994" y="277876"/>
                  </a:moveTo>
                  <a:lnTo>
                    <a:pt x="561721" y="275209"/>
                  </a:lnTo>
                  <a:lnTo>
                    <a:pt x="561086" y="281559"/>
                  </a:lnTo>
                  <a:lnTo>
                    <a:pt x="586359" y="284226"/>
                  </a:lnTo>
                  <a:lnTo>
                    <a:pt x="586994" y="277876"/>
                  </a:lnTo>
                  <a:close/>
                </a:path>
                <a:path w="2368550" h="1108710">
                  <a:moveTo>
                    <a:pt x="596392" y="799338"/>
                  </a:moveTo>
                  <a:lnTo>
                    <a:pt x="571246" y="795655"/>
                  </a:lnTo>
                  <a:lnTo>
                    <a:pt x="570230" y="801878"/>
                  </a:lnTo>
                  <a:lnTo>
                    <a:pt x="595376" y="805561"/>
                  </a:lnTo>
                  <a:lnTo>
                    <a:pt x="596392" y="799338"/>
                  </a:lnTo>
                  <a:close/>
                </a:path>
                <a:path w="2368550" h="1108710">
                  <a:moveTo>
                    <a:pt x="601853" y="173990"/>
                  </a:moveTo>
                  <a:lnTo>
                    <a:pt x="601345" y="167640"/>
                  </a:lnTo>
                  <a:lnTo>
                    <a:pt x="576072" y="169684"/>
                  </a:lnTo>
                  <a:lnTo>
                    <a:pt x="576580" y="176034"/>
                  </a:lnTo>
                  <a:lnTo>
                    <a:pt x="601853" y="173990"/>
                  </a:lnTo>
                  <a:close/>
                </a:path>
                <a:path w="2368550" h="1108710">
                  <a:moveTo>
                    <a:pt x="613029" y="1102360"/>
                  </a:moveTo>
                  <a:lnTo>
                    <a:pt x="612394" y="1096010"/>
                  </a:lnTo>
                  <a:lnTo>
                    <a:pt x="587121" y="1098169"/>
                  </a:lnTo>
                  <a:lnTo>
                    <a:pt x="587629" y="1104519"/>
                  </a:lnTo>
                  <a:lnTo>
                    <a:pt x="613029" y="1102360"/>
                  </a:lnTo>
                  <a:close/>
                </a:path>
                <a:path w="2368550" h="1108710">
                  <a:moveTo>
                    <a:pt x="620395" y="697611"/>
                  </a:moveTo>
                  <a:lnTo>
                    <a:pt x="619506" y="691261"/>
                  </a:lnTo>
                  <a:lnTo>
                    <a:pt x="594360" y="695071"/>
                  </a:lnTo>
                  <a:lnTo>
                    <a:pt x="595249" y="701294"/>
                  </a:lnTo>
                  <a:lnTo>
                    <a:pt x="620395" y="697611"/>
                  </a:lnTo>
                  <a:close/>
                </a:path>
                <a:path w="2368550" h="1108710">
                  <a:moveTo>
                    <a:pt x="631190" y="282702"/>
                  </a:moveTo>
                  <a:lnTo>
                    <a:pt x="605917" y="280035"/>
                  </a:lnTo>
                  <a:lnTo>
                    <a:pt x="605282" y="286258"/>
                  </a:lnTo>
                  <a:lnTo>
                    <a:pt x="630555" y="289052"/>
                  </a:lnTo>
                  <a:lnTo>
                    <a:pt x="631190" y="282702"/>
                  </a:lnTo>
                  <a:close/>
                </a:path>
                <a:path w="2368550" h="1108710">
                  <a:moveTo>
                    <a:pt x="640334" y="805815"/>
                  </a:moveTo>
                  <a:lnTo>
                    <a:pt x="615188" y="802132"/>
                  </a:lnTo>
                  <a:lnTo>
                    <a:pt x="614299" y="808355"/>
                  </a:lnTo>
                  <a:lnTo>
                    <a:pt x="639445" y="812038"/>
                  </a:lnTo>
                  <a:lnTo>
                    <a:pt x="640334" y="805815"/>
                  </a:lnTo>
                  <a:close/>
                </a:path>
                <a:path w="2368550" h="1108710">
                  <a:moveTo>
                    <a:pt x="646176" y="170573"/>
                  </a:moveTo>
                  <a:lnTo>
                    <a:pt x="645668" y="164223"/>
                  </a:lnTo>
                  <a:lnTo>
                    <a:pt x="620395" y="166116"/>
                  </a:lnTo>
                  <a:lnTo>
                    <a:pt x="620903" y="172466"/>
                  </a:lnTo>
                  <a:lnTo>
                    <a:pt x="646176" y="170573"/>
                  </a:lnTo>
                  <a:close/>
                </a:path>
                <a:path w="2368550" h="1108710">
                  <a:moveTo>
                    <a:pt x="657225" y="1098550"/>
                  </a:moveTo>
                  <a:lnTo>
                    <a:pt x="656717" y="1092200"/>
                  </a:lnTo>
                  <a:lnTo>
                    <a:pt x="631444" y="1094359"/>
                  </a:lnTo>
                  <a:lnTo>
                    <a:pt x="631952" y="1100709"/>
                  </a:lnTo>
                  <a:lnTo>
                    <a:pt x="657225" y="1098550"/>
                  </a:lnTo>
                  <a:close/>
                </a:path>
                <a:path w="2368550" h="1108710">
                  <a:moveTo>
                    <a:pt x="664464" y="691007"/>
                  </a:moveTo>
                  <a:lnTo>
                    <a:pt x="663448" y="684784"/>
                  </a:lnTo>
                  <a:lnTo>
                    <a:pt x="638302" y="688467"/>
                  </a:lnTo>
                  <a:lnTo>
                    <a:pt x="639318" y="694817"/>
                  </a:lnTo>
                  <a:lnTo>
                    <a:pt x="664464" y="691007"/>
                  </a:lnTo>
                  <a:close/>
                </a:path>
                <a:path w="2368550" h="1108710">
                  <a:moveTo>
                    <a:pt x="675386" y="287401"/>
                  </a:moveTo>
                  <a:lnTo>
                    <a:pt x="650113" y="284734"/>
                  </a:lnTo>
                  <a:lnTo>
                    <a:pt x="649478" y="291084"/>
                  </a:lnTo>
                  <a:lnTo>
                    <a:pt x="674751" y="293751"/>
                  </a:lnTo>
                  <a:lnTo>
                    <a:pt x="675386" y="287401"/>
                  </a:lnTo>
                  <a:close/>
                </a:path>
                <a:path w="2368550" h="1108710">
                  <a:moveTo>
                    <a:pt x="684276" y="812292"/>
                  </a:moveTo>
                  <a:lnTo>
                    <a:pt x="659130" y="808609"/>
                  </a:lnTo>
                  <a:lnTo>
                    <a:pt x="658241" y="814832"/>
                  </a:lnTo>
                  <a:lnTo>
                    <a:pt x="683387" y="818642"/>
                  </a:lnTo>
                  <a:lnTo>
                    <a:pt x="684276" y="812292"/>
                  </a:lnTo>
                  <a:close/>
                </a:path>
                <a:path w="2368550" h="1108710">
                  <a:moveTo>
                    <a:pt x="690499" y="167005"/>
                  </a:moveTo>
                  <a:lnTo>
                    <a:pt x="689991" y="160655"/>
                  </a:lnTo>
                  <a:lnTo>
                    <a:pt x="664718" y="162687"/>
                  </a:lnTo>
                  <a:lnTo>
                    <a:pt x="665099" y="169037"/>
                  </a:lnTo>
                  <a:lnTo>
                    <a:pt x="690499" y="167005"/>
                  </a:lnTo>
                  <a:close/>
                </a:path>
                <a:path w="2368550" h="1108710">
                  <a:moveTo>
                    <a:pt x="701548" y="1094740"/>
                  </a:moveTo>
                  <a:lnTo>
                    <a:pt x="701040" y="1088390"/>
                  </a:lnTo>
                  <a:lnTo>
                    <a:pt x="675767" y="1090549"/>
                  </a:lnTo>
                  <a:lnTo>
                    <a:pt x="676275" y="1096899"/>
                  </a:lnTo>
                  <a:lnTo>
                    <a:pt x="701548" y="1094740"/>
                  </a:lnTo>
                  <a:close/>
                </a:path>
                <a:path w="2368550" h="1108710">
                  <a:moveTo>
                    <a:pt x="708406" y="684530"/>
                  </a:moveTo>
                  <a:lnTo>
                    <a:pt x="707390" y="678307"/>
                  </a:lnTo>
                  <a:lnTo>
                    <a:pt x="682371" y="681990"/>
                  </a:lnTo>
                  <a:lnTo>
                    <a:pt x="683260" y="688213"/>
                  </a:lnTo>
                  <a:lnTo>
                    <a:pt x="708406" y="684530"/>
                  </a:lnTo>
                  <a:close/>
                </a:path>
                <a:path w="2368550" h="1108710">
                  <a:moveTo>
                    <a:pt x="719582" y="292227"/>
                  </a:moveTo>
                  <a:lnTo>
                    <a:pt x="694309" y="289433"/>
                  </a:lnTo>
                  <a:lnTo>
                    <a:pt x="693674" y="295783"/>
                  </a:lnTo>
                  <a:lnTo>
                    <a:pt x="718947" y="298450"/>
                  </a:lnTo>
                  <a:lnTo>
                    <a:pt x="719582" y="292227"/>
                  </a:lnTo>
                  <a:close/>
                </a:path>
                <a:path w="2368550" h="1108710">
                  <a:moveTo>
                    <a:pt x="728218" y="818769"/>
                  </a:moveTo>
                  <a:lnTo>
                    <a:pt x="703072" y="815086"/>
                  </a:lnTo>
                  <a:lnTo>
                    <a:pt x="702183" y="821436"/>
                  </a:lnTo>
                  <a:lnTo>
                    <a:pt x="727329" y="825119"/>
                  </a:lnTo>
                  <a:lnTo>
                    <a:pt x="728218" y="818769"/>
                  </a:lnTo>
                  <a:close/>
                </a:path>
                <a:path w="2368550" h="1108710">
                  <a:moveTo>
                    <a:pt x="734822" y="163576"/>
                  </a:moveTo>
                  <a:lnTo>
                    <a:pt x="734314" y="157226"/>
                  </a:lnTo>
                  <a:lnTo>
                    <a:pt x="708914" y="159258"/>
                  </a:lnTo>
                  <a:lnTo>
                    <a:pt x="709422" y="165481"/>
                  </a:lnTo>
                  <a:lnTo>
                    <a:pt x="734822" y="163576"/>
                  </a:lnTo>
                  <a:close/>
                </a:path>
                <a:path w="2368550" h="1108710">
                  <a:moveTo>
                    <a:pt x="745871" y="1090930"/>
                  </a:moveTo>
                  <a:lnTo>
                    <a:pt x="745363" y="1084580"/>
                  </a:lnTo>
                  <a:lnTo>
                    <a:pt x="719963" y="1086739"/>
                  </a:lnTo>
                  <a:lnTo>
                    <a:pt x="720598" y="1093089"/>
                  </a:lnTo>
                  <a:lnTo>
                    <a:pt x="745871" y="1090930"/>
                  </a:lnTo>
                  <a:close/>
                </a:path>
                <a:path w="2368550" h="1108710">
                  <a:moveTo>
                    <a:pt x="752348" y="678053"/>
                  </a:moveTo>
                  <a:lnTo>
                    <a:pt x="751459" y="671703"/>
                  </a:lnTo>
                  <a:lnTo>
                    <a:pt x="726313" y="675513"/>
                  </a:lnTo>
                  <a:lnTo>
                    <a:pt x="727202" y="681736"/>
                  </a:lnTo>
                  <a:lnTo>
                    <a:pt x="752348" y="678053"/>
                  </a:lnTo>
                  <a:close/>
                </a:path>
                <a:path w="2368550" h="1108710">
                  <a:moveTo>
                    <a:pt x="763778" y="296926"/>
                  </a:moveTo>
                  <a:lnTo>
                    <a:pt x="738505" y="294259"/>
                  </a:lnTo>
                  <a:lnTo>
                    <a:pt x="737870" y="300482"/>
                  </a:lnTo>
                  <a:lnTo>
                    <a:pt x="763143" y="303276"/>
                  </a:lnTo>
                  <a:lnTo>
                    <a:pt x="763778" y="296926"/>
                  </a:lnTo>
                  <a:close/>
                </a:path>
                <a:path w="2368550" h="1108710">
                  <a:moveTo>
                    <a:pt x="772287" y="825246"/>
                  </a:moveTo>
                  <a:lnTo>
                    <a:pt x="747141" y="821563"/>
                  </a:lnTo>
                  <a:lnTo>
                    <a:pt x="746125" y="827913"/>
                  </a:lnTo>
                  <a:lnTo>
                    <a:pt x="771271" y="831596"/>
                  </a:lnTo>
                  <a:lnTo>
                    <a:pt x="772287" y="825246"/>
                  </a:lnTo>
                  <a:close/>
                </a:path>
                <a:path w="2368550" h="1108710">
                  <a:moveTo>
                    <a:pt x="779145" y="160020"/>
                  </a:moveTo>
                  <a:lnTo>
                    <a:pt x="778637" y="153797"/>
                  </a:lnTo>
                  <a:lnTo>
                    <a:pt x="753237" y="155702"/>
                  </a:lnTo>
                  <a:lnTo>
                    <a:pt x="753745" y="162052"/>
                  </a:lnTo>
                  <a:lnTo>
                    <a:pt x="779145" y="160020"/>
                  </a:lnTo>
                  <a:close/>
                </a:path>
                <a:path w="2368550" h="1108710">
                  <a:moveTo>
                    <a:pt x="790194" y="1087120"/>
                  </a:moveTo>
                  <a:lnTo>
                    <a:pt x="789559" y="1080770"/>
                  </a:lnTo>
                  <a:lnTo>
                    <a:pt x="764286" y="1082929"/>
                  </a:lnTo>
                  <a:lnTo>
                    <a:pt x="764794" y="1089279"/>
                  </a:lnTo>
                  <a:lnTo>
                    <a:pt x="790194" y="1087120"/>
                  </a:lnTo>
                  <a:close/>
                </a:path>
                <a:path w="2368550" h="1108710">
                  <a:moveTo>
                    <a:pt x="796290" y="671449"/>
                  </a:moveTo>
                  <a:lnTo>
                    <a:pt x="795401" y="665226"/>
                  </a:lnTo>
                  <a:lnTo>
                    <a:pt x="770255" y="668909"/>
                  </a:lnTo>
                  <a:lnTo>
                    <a:pt x="771144" y="675259"/>
                  </a:lnTo>
                  <a:lnTo>
                    <a:pt x="796290" y="671449"/>
                  </a:lnTo>
                  <a:close/>
                </a:path>
                <a:path w="2368550" h="1108710">
                  <a:moveTo>
                    <a:pt x="807974" y="301752"/>
                  </a:moveTo>
                  <a:lnTo>
                    <a:pt x="782701" y="298958"/>
                  </a:lnTo>
                  <a:lnTo>
                    <a:pt x="782066" y="305308"/>
                  </a:lnTo>
                  <a:lnTo>
                    <a:pt x="807339" y="307975"/>
                  </a:lnTo>
                  <a:lnTo>
                    <a:pt x="807974" y="301752"/>
                  </a:lnTo>
                  <a:close/>
                </a:path>
                <a:path w="2368550" h="1108710">
                  <a:moveTo>
                    <a:pt x="816229" y="831850"/>
                  </a:moveTo>
                  <a:lnTo>
                    <a:pt x="791083" y="828040"/>
                  </a:lnTo>
                  <a:lnTo>
                    <a:pt x="790194" y="834390"/>
                  </a:lnTo>
                  <a:lnTo>
                    <a:pt x="815213" y="838073"/>
                  </a:lnTo>
                  <a:lnTo>
                    <a:pt x="816229" y="831850"/>
                  </a:lnTo>
                  <a:close/>
                </a:path>
                <a:path w="2368550" h="1108710">
                  <a:moveTo>
                    <a:pt x="823468" y="156591"/>
                  </a:moveTo>
                  <a:lnTo>
                    <a:pt x="822960" y="150241"/>
                  </a:lnTo>
                  <a:lnTo>
                    <a:pt x="797560" y="152273"/>
                  </a:lnTo>
                  <a:lnTo>
                    <a:pt x="798068" y="158623"/>
                  </a:lnTo>
                  <a:lnTo>
                    <a:pt x="823468" y="156591"/>
                  </a:lnTo>
                  <a:close/>
                </a:path>
                <a:path w="2368550" h="1108710">
                  <a:moveTo>
                    <a:pt x="834390" y="1083310"/>
                  </a:moveTo>
                  <a:lnTo>
                    <a:pt x="833882" y="1076960"/>
                  </a:lnTo>
                  <a:lnTo>
                    <a:pt x="808609" y="1079119"/>
                  </a:lnTo>
                  <a:lnTo>
                    <a:pt x="809117" y="1085469"/>
                  </a:lnTo>
                  <a:lnTo>
                    <a:pt x="834390" y="1083310"/>
                  </a:lnTo>
                  <a:close/>
                </a:path>
                <a:path w="2368550" h="1108710">
                  <a:moveTo>
                    <a:pt x="840232" y="664972"/>
                  </a:moveTo>
                  <a:lnTo>
                    <a:pt x="839343" y="658622"/>
                  </a:lnTo>
                  <a:lnTo>
                    <a:pt x="814197" y="662432"/>
                  </a:lnTo>
                  <a:lnTo>
                    <a:pt x="815213" y="668655"/>
                  </a:lnTo>
                  <a:lnTo>
                    <a:pt x="840232" y="664972"/>
                  </a:lnTo>
                  <a:close/>
                </a:path>
                <a:path w="2368550" h="1108710">
                  <a:moveTo>
                    <a:pt x="852170" y="306451"/>
                  </a:moveTo>
                  <a:lnTo>
                    <a:pt x="826897" y="303784"/>
                  </a:lnTo>
                  <a:lnTo>
                    <a:pt x="826262" y="310007"/>
                  </a:lnTo>
                  <a:lnTo>
                    <a:pt x="851535" y="312801"/>
                  </a:lnTo>
                  <a:lnTo>
                    <a:pt x="852170" y="306451"/>
                  </a:lnTo>
                  <a:close/>
                </a:path>
                <a:path w="2368550" h="1108710">
                  <a:moveTo>
                    <a:pt x="860171" y="838327"/>
                  </a:moveTo>
                  <a:lnTo>
                    <a:pt x="835025" y="834644"/>
                  </a:lnTo>
                  <a:lnTo>
                    <a:pt x="834136" y="840867"/>
                  </a:lnTo>
                  <a:lnTo>
                    <a:pt x="859282" y="844550"/>
                  </a:lnTo>
                  <a:lnTo>
                    <a:pt x="860171" y="838327"/>
                  </a:lnTo>
                  <a:close/>
                </a:path>
                <a:path w="2368550" h="1108710">
                  <a:moveTo>
                    <a:pt x="867791" y="153162"/>
                  </a:moveTo>
                  <a:lnTo>
                    <a:pt x="867283" y="146812"/>
                  </a:lnTo>
                  <a:lnTo>
                    <a:pt x="841883" y="148717"/>
                  </a:lnTo>
                  <a:lnTo>
                    <a:pt x="842391" y="155067"/>
                  </a:lnTo>
                  <a:lnTo>
                    <a:pt x="867791" y="153162"/>
                  </a:lnTo>
                  <a:close/>
                </a:path>
                <a:path w="2368550" h="1108710">
                  <a:moveTo>
                    <a:pt x="878713" y="1079500"/>
                  </a:moveTo>
                  <a:lnTo>
                    <a:pt x="878205" y="1073150"/>
                  </a:lnTo>
                  <a:lnTo>
                    <a:pt x="852805" y="1075309"/>
                  </a:lnTo>
                  <a:lnTo>
                    <a:pt x="853440" y="1081659"/>
                  </a:lnTo>
                  <a:lnTo>
                    <a:pt x="878713" y="1079500"/>
                  </a:lnTo>
                  <a:close/>
                </a:path>
                <a:path w="2368550" h="1108710">
                  <a:moveTo>
                    <a:pt x="884301" y="658495"/>
                  </a:moveTo>
                  <a:lnTo>
                    <a:pt x="883285" y="652145"/>
                  </a:lnTo>
                  <a:lnTo>
                    <a:pt x="858139" y="655828"/>
                  </a:lnTo>
                  <a:lnTo>
                    <a:pt x="859155" y="662178"/>
                  </a:lnTo>
                  <a:lnTo>
                    <a:pt x="884301" y="658495"/>
                  </a:lnTo>
                  <a:close/>
                </a:path>
                <a:path w="2368550" h="1108710">
                  <a:moveTo>
                    <a:pt x="896366" y="311150"/>
                  </a:moveTo>
                  <a:lnTo>
                    <a:pt x="871093" y="308483"/>
                  </a:lnTo>
                  <a:lnTo>
                    <a:pt x="870458" y="314833"/>
                  </a:lnTo>
                  <a:lnTo>
                    <a:pt x="895731" y="317500"/>
                  </a:lnTo>
                  <a:lnTo>
                    <a:pt x="896366" y="311150"/>
                  </a:lnTo>
                  <a:close/>
                </a:path>
                <a:path w="2368550" h="1108710">
                  <a:moveTo>
                    <a:pt x="904113" y="844804"/>
                  </a:moveTo>
                  <a:lnTo>
                    <a:pt x="878967" y="841121"/>
                  </a:lnTo>
                  <a:lnTo>
                    <a:pt x="878078" y="847344"/>
                  </a:lnTo>
                  <a:lnTo>
                    <a:pt x="903224" y="851027"/>
                  </a:lnTo>
                  <a:lnTo>
                    <a:pt x="904113" y="844804"/>
                  </a:lnTo>
                  <a:close/>
                </a:path>
                <a:path w="2368550" h="1108710">
                  <a:moveTo>
                    <a:pt x="911987" y="149606"/>
                  </a:moveTo>
                  <a:lnTo>
                    <a:pt x="911606" y="143256"/>
                  </a:lnTo>
                  <a:lnTo>
                    <a:pt x="886206" y="145288"/>
                  </a:lnTo>
                  <a:lnTo>
                    <a:pt x="886714" y="151638"/>
                  </a:lnTo>
                  <a:lnTo>
                    <a:pt x="911987" y="149606"/>
                  </a:lnTo>
                  <a:close/>
                </a:path>
                <a:path w="2368550" h="1108710">
                  <a:moveTo>
                    <a:pt x="923036" y="1075690"/>
                  </a:moveTo>
                  <a:lnTo>
                    <a:pt x="922401" y="1069340"/>
                  </a:lnTo>
                  <a:lnTo>
                    <a:pt x="897128" y="1071499"/>
                  </a:lnTo>
                  <a:lnTo>
                    <a:pt x="897636" y="1077849"/>
                  </a:lnTo>
                  <a:lnTo>
                    <a:pt x="923036" y="1075690"/>
                  </a:lnTo>
                  <a:close/>
                </a:path>
                <a:path w="2368550" h="1108710">
                  <a:moveTo>
                    <a:pt x="928243" y="651891"/>
                  </a:moveTo>
                  <a:lnTo>
                    <a:pt x="927227" y="645668"/>
                  </a:lnTo>
                  <a:lnTo>
                    <a:pt x="902208" y="649351"/>
                  </a:lnTo>
                  <a:lnTo>
                    <a:pt x="903097" y="655701"/>
                  </a:lnTo>
                  <a:lnTo>
                    <a:pt x="928243" y="651891"/>
                  </a:lnTo>
                  <a:close/>
                </a:path>
                <a:path w="2368550" h="1108710">
                  <a:moveTo>
                    <a:pt x="940562" y="315976"/>
                  </a:moveTo>
                  <a:lnTo>
                    <a:pt x="915289" y="313182"/>
                  </a:lnTo>
                  <a:lnTo>
                    <a:pt x="914654" y="319532"/>
                  </a:lnTo>
                  <a:lnTo>
                    <a:pt x="939927" y="322199"/>
                  </a:lnTo>
                  <a:lnTo>
                    <a:pt x="940562" y="315976"/>
                  </a:lnTo>
                  <a:close/>
                </a:path>
                <a:path w="2368550" h="1108710">
                  <a:moveTo>
                    <a:pt x="948182" y="851281"/>
                  </a:moveTo>
                  <a:lnTo>
                    <a:pt x="923036" y="847598"/>
                  </a:lnTo>
                  <a:lnTo>
                    <a:pt x="922020" y="853821"/>
                  </a:lnTo>
                  <a:lnTo>
                    <a:pt x="947166" y="857631"/>
                  </a:lnTo>
                  <a:lnTo>
                    <a:pt x="948182" y="851281"/>
                  </a:lnTo>
                  <a:close/>
                </a:path>
                <a:path w="2368550" h="1108710">
                  <a:moveTo>
                    <a:pt x="956310" y="146177"/>
                  </a:moveTo>
                  <a:lnTo>
                    <a:pt x="955802" y="139827"/>
                  </a:lnTo>
                  <a:lnTo>
                    <a:pt x="930529" y="141859"/>
                  </a:lnTo>
                  <a:lnTo>
                    <a:pt x="931037" y="148082"/>
                  </a:lnTo>
                  <a:lnTo>
                    <a:pt x="956310" y="146177"/>
                  </a:lnTo>
                  <a:close/>
                </a:path>
                <a:path w="2368550" h="1108710">
                  <a:moveTo>
                    <a:pt x="967232" y="1071880"/>
                  </a:moveTo>
                  <a:lnTo>
                    <a:pt x="966724" y="1065530"/>
                  </a:lnTo>
                  <a:lnTo>
                    <a:pt x="941451" y="1067689"/>
                  </a:lnTo>
                  <a:lnTo>
                    <a:pt x="941959" y="1074039"/>
                  </a:lnTo>
                  <a:lnTo>
                    <a:pt x="967232" y="1071880"/>
                  </a:lnTo>
                  <a:close/>
                </a:path>
                <a:path w="2368550" h="1108710">
                  <a:moveTo>
                    <a:pt x="972185" y="645414"/>
                  </a:moveTo>
                  <a:lnTo>
                    <a:pt x="971296" y="639064"/>
                  </a:lnTo>
                  <a:lnTo>
                    <a:pt x="946150" y="642874"/>
                  </a:lnTo>
                  <a:lnTo>
                    <a:pt x="947039" y="649097"/>
                  </a:lnTo>
                  <a:lnTo>
                    <a:pt x="972185" y="645414"/>
                  </a:lnTo>
                  <a:close/>
                </a:path>
                <a:path w="2368550" h="1108710">
                  <a:moveTo>
                    <a:pt x="984758" y="320675"/>
                  </a:moveTo>
                  <a:lnTo>
                    <a:pt x="959485" y="318008"/>
                  </a:lnTo>
                  <a:lnTo>
                    <a:pt x="958850" y="324231"/>
                  </a:lnTo>
                  <a:lnTo>
                    <a:pt x="984123" y="327025"/>
                  </a:lnTo>
                  <a:lnTo>
                    <a:pt x="984758" y="320675"/>
                  </a:lnTo>
                  <a:close/>
                </a:path>
                <a:path w="2368550" h="1108710">
                  <a:moveTo>
                    <a:pt x="992124" y="857758"/>
                  </a:moveTo>
                  <a:lnTo>
                    <a:pt x="966978" y="854075"/>
                  </a:lnTo>
                  <a:lnTo>
                    <a:pt x="966089" y="860425"/>
                  </a:lnTo>
                  <a:lnTo>
                    <a:pt x="991108" y="864108"/>
                  </a:lnTo>
                  <a:lnTo>
                    <a:pt x="992124" y="857758"/>
                  </a:lnTo>
                  <a:close/>
                </a:path>
                <a:path w="2368550" h="1108710">
                  <a:moveTo>
                    <a:pt x="1000633" y="142621"/>
                  </a:moveTo>
                  <a:lnTo>
                    <a:pt x="1000125" y="136398"/>
                  </a:lnTo>
                  <a:lnTo>
                    <a:pt x="974852" y="138303"/>
                  </a:lnTo>
                  <a:lnTo>
                    <a:pt x="975360" y="144653"/>
                  </a:lnTo>
                  <a:lnTo>
                    <a:pt x="1000633" y="142621"/>
                  </a:lnTo>
                  <a:close/>
                </a:path>
                <a:path w="2368550" h="1108710">
                  <a:moveTo>
                    <a:pt x="1011555" y="1068070"/>
                  </a:moveTo>
                  <a:lnTo>
                    <a:pt x="1011047" y="1061720"/>
                  </a:lnTo>
                  <a:lnTo>
                    <a:pt x="985774" y="1063879"/>
                  </a:lnTo>
                  <a:lnTo>
                    <a:pt x="986282" y="1070229"/>
                  </a:lnTo>
                  <a:lnTo>
                    <a:pt x="1011555" y="1068070"/>
                  </a:lnTo>
                  <a:close/>
                </a:path>
                <a:path w="2368550" h="1108710">
                  <a:moveTo>
                    <a:pt x="1016127" y="638937"/>
                  </a:moveTo>
                  <a:lnTo>
                    <a:pt x="1015238" y="632587"/>
                  </a:lnTo>
                  <a:lnTo>
                    <a:pt x="990092" y="636270"/>
                  </a:lnTo>
                  <a:lnTo>
                    <a:pt x="990981" y="642620"/>
                  </a:lnTo>
                  <a:lnTo>
                    <a:pt x="1016127" y="638937"/>
                  </a:lnTo>
                  <a:close/>
                </a:path>
                <a:path w="2368550" h="1108710">
                  <a:moveTo>
                    <a:pt x="1028954" y="325501"/>
                  </a:moveTo>
                  <a:lnTo>
                    <a:pt x="1003681" y="322707"/>
                  </a:lnTo>
                  <a:lnTo>
                    <a:pt x="1003046" y="329057"/>
                  </a:lnTo>
                  <a:lnTo>
                    <a:pt x="1028319" y="331724"/>
                  </a:lnTo>
                  <a:lnTo>
                    <a:pt x="1028954" y="325501"/>
                  </a:lnTo>
                  <a:close/>
                </a:path>
                <a:path w="2368550" h="1108710">
                  <a:moveTo>
                    <a:pt x="1036066" y="864235"/>
                  </a:moveTo>
                  <a:lnTo>
                    <a:pt x="1010920" y="860552"/>
                  </a:lnTo>
                  <a:lnTo>
                    <a:pt x="1010031" y="866902"/>
                  </a:lnTo>
                  <a:lnTo>
                    <a:pt x="1035177" y="870585"/>
                  </a:lnTo>
                  <a:lnTo>
                    <a:pt x="1036066" y="864235"/>
                  </a:lnTo>
                  <a:close/>
                </a:path>
                <a:path w="2368550" h="1108710">
                  <a:moveTo>
                    <a:pt x="1044956" y="139192"/>
                  </a:moveTo>
                  <a:lnTo>
                    <a:pt x="1044448" y="132842"/>
                  </a:lnTo>
                  <a:lnTo>
                    <a:pt x="1019175" y="134874"/>
                  </a:lnTo>
                  <a:lnTo>
                    <a:pt x="1019683" y="141224"/>
                  </a:lnTo>
                  <a:lnTo>
                    <a:pt x="1044956" y="139192"/>
                  </a:lnTo>
                  <a:close/>
                </a:path>
                <a:path w="2368550" h="1108710">
                  <a:moveTo>
                    <a:pt x="1055878" y="1064260"/>
                  </a:moveTo>
                  <a:lnTo>
                    <a:pt x="1055370" y="1057910"/>
                  </a:lnTo>
                  <a:lnTo>
                    <a:pt x="1029970" y="1060069"/>
                  </a:lnTo>
                  <a:lnTo>
                    <a:pt x="1030605" y="1066419"/>
                  </a:lnTo>
                  <a:lnTo>
                    <a:pt x="1055878" y="1064260"/>
                  </a:lnTo>
                  <a:close/>
                </a:path>
                <a:path w="2368550" h="1108710">
                  <a:moveTo>
                    <a:pt x="1060069" y="632333"/>
                  </a:moveTo>
                  <a:lnTo>
                    <a:pt x="1059180" y="626110"/>
                  </a:lnTo>
                  <a:lnTo>
                    <a:pt x="1034034" y="629793"/>
                  </a:lnTo>
                  <a:lnTo>
                    <a:pt x="1035050" y="636143"/>
                  </a:lnTo>
                  <a:lnTo>
                    <a:pt x="1060069" y="632333"/>
                  </a:lnTo>
                  <a:close/>
                </a:path>
                <a:path w="2368550" h="1108710">
                  <a:moveTo>
                    <a:pt x="1073150" y="330200"/>
                  </a:moveTo>
                  <a:lnTo>
                    <a:pt x="1047877" y="327533"/>
                  </a:lnTo>
                  <a:lnTo>
                    <a:pt x="1047242" y="333756"/>
                  </a:lnTo>
                  <a:lnTo>
                    <a:pt x="1072515" y="336550"/>
                  </a:lnTo>
                  <a:lnTo>
                    <a:pt x="1073150" y="330200"/>
                  </a:lnTo>
                  <a:close/>
                </a:path>
                <a:path w="2368550" h="1108710">
                  <a:moveTo>
                    <a:pt x="1080008" y="870839"/>
                  </a:moveTo>
                  <a:lnTo>
                    <a:pt x="1054862" y="867029"/>
                  </a:lnTo>
                  <a:lnTo>
                    <a:pt x="1053973" y="873379"/>
                  </a:lnTo>
                  <a:lnTo>
                    <a:pt x="1079119" y="877062"/>
                  </a:lnTo>
                  <a:lnTo>
                    <a:pt x="1080008" y="870839"/>
                  </a:lnTo>
                  <a:close/>
                </a:path>
                <a:path w="2368550" h="1108710">
                  <a:moveTo>
                    <a:pt x="1089279" y="135763"/>
                  </a:moveTo>
                  <a:lnTo>
                    <a:pt x="1088771" y="129413"/>
                  </a:lnTo>
                  <a:lnTo>
                    <a:pt x="1063498" y="131318"/>
                  </a:lnTo>
                  <a:lnTo>
                    <a:pt x="1064006" y="137668"/>
                  </a:lnTo>
                  <a:lnTo>
                    <a:pt x="1089279" y="135763"/>
                  </a:lnTo>
                  <a:close/>
                </a:path>
                <a:path w="2368550" h="1108710">
                  <a:moveTo>
                    <a:pt x="1100201" y="1060450"/>
                  </a:moveTo>
                  <a:lnTo>
                    <a:pt x="1099566" y="1054100"/>
                  </a:lnTo>
                  <a:lnTo>
                    <a:pt x="1074293" y="1056259"/>
                  </a:lnTo>
                  <a:lnTo>
                    <a:pt x="1074801" y="1062609"/>
                  </a:lnTo>
                  <a:lnTo>
                    <a:pt x="1100201" y="1060450"/>
                  </a:lnTo>
                  <a:close/>
                </a:path>
                <a:path w="2368550" h="1108710">
                  <a:moveTo>
                    <a:pt x="1104138" y="625856"/>
                  </a:moveTo>
                  <a:lnTo>
                    <a:pt x="1103122" y="619506"/>
                  </a:lnTo>
                  <a:lnTo>
                    <a:pt x="1077976" y="623316"/>
                  </a:lnTo>
                  <a:lnTo>
                    <a:pt x="1078992" y="629539"/>
                  </a:lnTo>
                  <a:lnTo>
                    <a:pt x="1104138" y="625856"/>
                  </a:lnTo>
                  <a:close/>
                </a:path>
                <a:path w="2368550" h="1108710">
                  <a:moveTo>
                    <a:pt x="1117346" y="334899"/>
                  </a:moveTo>
                  <a:lnTo>
                    <a:pt x="1092073" y="332232"/>
                  </a:lnTo>
                  <a:lnTo>
                    <a:pt x="1091438" y="338582"/>
                  </a:lnTo>
                  <a:lnTo>
                    <a:pt x="1116711" y="341249"/>
                  </a:lnTo>
                  <a:lnTo>
                    <a:pt x="1117346" y="334899"/>
                  </a:lnTo>
                  <a:close/>
                </a:path>
                <a:path w="2368550" h="1108710">
                  <a:moveTo>
                    <a:pt x="1123950" y="877316"/>
                  </a:moveTo>
                  <a:lnTo>
                    <a:pt x="1098931" y="873633"/>
                  </a:lnTo>
                  <a:lnTo>
                    <a:pt x="1097915" y="879856"/>
                  </a:lnTo>
                  <a:lnTo>
                    <a:pt x="1123061" y="883539"/>
                  </a:lnTo>
                  <a:lnTo>
                    <a:pt x="1123950" y="877316"/>
                  </a:lnTo>
                  <a:close/>
                </a:path>
                <a:path w="2368550" h="1108710">
                  <a:moveTo>
                    <a:pt x="1133602" y="132207"/>
                  </a:moveTo>
                  <a:lnTo>
                    <a:pt x="1133094" y="125857"/>
                  </a:lnTo>
                  <a:lnTo>
                    <a:pt x="1107821" y="127889"/>
                  </a:lnTo>
                  <a:lnTo>
                    <a:pt x="1108329" y="134239"/>
                  </a:lnTo>
                  <a:lnTo>
                    <a:pt x="1133602" y="132207"/>
                  </a:lnTo>
                  <a:close/>
                </a:path>
                <a:path w="2368550" h="1108710">
                  <a:moveTo>
                    <a:pt x="1144397" y="1056640"/>
                  </a:moveTo>
                  <a:lnTo>
                    <a:pt x="1143889" y="1050290"/>
                  </a:lnTo>
                  <a:lnTo>
                    <a:pt x="1118616" y="1052449"/>
                  </a:lnTo>
                  <a:lnTo>
                    <a:pt x="1119124" y="1058799"/>
                  </a:lnTo>
                  <a:lnTo>
                    <a:pt x="1144397" y="1056640"/>
                  </a:lnTo>
                  <a:close/>
                </a:path>
                <a:path w="2368550" h="1108710">
                  <a:moveTo>
                    <a:pt x="1148080" y="619379"/>
                  </a:moveTo>
                  <a:lnTo>
                    <a:pt x="1147191" y="613029"/>
                  </a:lnTo>
                  <a:lnTo>
                    <a:pt x="1122045" y="616712"/>
                  </a:lnTo>
                  <a:lnTo>
                    <a:pt x="1122934" y="623062"/>
                  </a:lnTo>
                  <a:lnTo>
                    <a:pt x="1148080" y="619379"/>
                  </a:lnTo>
                  <a:close/>
                </a:path>
                <a:path w="2368550" h="1108710">
                  <a:moveTo>
                    <a:pt x="1161542" y="339725"/>
                  </a:moveTo>
                  <a:lnTo>
                    <a:pt x="1136269" y="336931"/>
                  </a:lnTo>
                  <a:lnTo>
                    <a:pt x="1135634" y="343281"/>
                  </a:lnTo>
                  <a:lnTo>
                    <a:pt x="1160907" y="345948"/>
                  </a:lnTo>
                  <a:lnTo>
                    <a:pt x="1161542" y="339725"/>
                  </a:lnTo>
                  <a:close/>
                </a:path>
                <a:path w="2368550" h="1108710">
                  <a:moveTo>
                    <a:pt x="1168019" y="883793"/>
                  </a:moveTo>
                  <a:lnTo>
                    <a:pt x="1142873" y="880110"/>
                  </a:lnTo>
                  <a:lnTo>
                    <a:pt x="1141984" y="886333"/>
                  </a:lnTo>
                  <a:lnTo>
                    <a:pt x="1167003" y="890016"/>
                  </a:lnTo>
                  <a:lnTo>
                    <a:pt x="1168019" y="883793"/>
                  </a:lnTo>
                  <a:close/>
                </a:path>
                <a:path w="2368550" h="1108710">
                  <a:moveTo>
                    <a:pt x="1177925" y="128778"/>
                  </a:moveTo>
                  <a:lnTo>
                    <a:pt x="1177417" y="122428"/>
                  </a:lnTo>
                  <a:lnTo>
                    <a:pt x="1152144" y="124460"/>
                  </a:lnTo>
                  <a:lnTo>
                    <a:pt x="1152652" y="130683"/>
                  </a:lnTo>
                  <a:lnTo>
                    <a:pt x="1177925" y="128778"/>
                  </a:lnTo>
                  <a:close/>
                </a:path>
                <a:path w="2368550" h="1108710">
                  <a:moveTo>
                    <a:pt x="1188720" y="1052830"/>
                  </a:moveTo>
                  <a:lnTo>
                    <a:pt x="1188212" y="1046480"/>
                  </a:lnTo>
                  <a:lnTo>
                    <a:pt x="1162812" y="1048639"/>
                  </a:lnTo>
                  <a:lnTo>
                    <a:pt x="1163447" y="1054989"/>
                  </a:lnTo>
                  <a:lnTo>
                    <a:pt x="1188720" y="1052830"/>
                  </a:lnTo>
                  <a:close/>
                </a:path>
                <a:path w="2368550" h="1108710">
                  <a:moveTo>
                    <a:pt x="1192022" y="612775"/>
                  </a:moveTo>
                  <a:lnTo>
                    <a:pt x="1191133" y="606552"/>
                  </a:lnTo>
                  <a:lnTo>
                    <a:pt x="1165987" y="610235"/>
                  </a:lnTo>
                  <a:lnTo>
                    <a:pt x="1166876" y="616585"/>
                  </a:lnTo>
                  <a:lnTo>
                    <a:pt x="1192022" y="612775"/>
                  </a:lnTo>
                  <a:close/>
                </a:path>
                <a:path w="2368550" h="1108710">
                  <a:moveTo>
                    <a:pt x="1205738" y="344424"/>
                  </a:moveTo>
                  <a:lnTo>
                    <a:pt x="1180465" y="341757"/>
                  </a:lnTo>
                  <a:lnTo>
                    <a:pt x="1179830" y="348107"/>
                  </a:lnTo>
                  <a:lnTo>
                    <a:pt x="1205103" y="350774"/>
                  </a:lnTo>
                  <a:lnTo>
                    <a:pt x="1205738" y="344424"/>
                  </a:lnTo>
                  <a:close/>
                </a:path>
                <a:path w="2368550" h="1108710">
                  <a:moveTo>
                    <a:pt x="1211961" y="890270"/>
                  </a:moveTo>
                  <a:lnTo>
                    <a:pt x="1186815" y="886587"/>
                  </a:lnTo>
                  <a:lnTo>
                    <a:pt x="1185926" y="892810"/>
                  </a:lnTo>
                  <a:lnTo>
                    <a:pt x="1211072" y="896620"/>
                  </a:lnTo>
                  <a:lnTo>
                    <a:pt x="1211961" y="890270"/>
                  </a:lnTo>
                  <a:close/>
                </a:path>
                <a:path w="2368550" h="1108710">
                  <a:moveTo>
                    <a:pt x="1222248" y="125222"/>
                  </a:moveTo>
                  <a:lnTo>
                    <a:pt x="1221740" y="118999"/>
                  </a:lnTo>
                  <a:lnTo>
                    <a:pt x="1196467" y="120904"/>
                  </a:lnTo>
                  <a:lnTo>
                    <a:pt x="1196975" y="127254"/>
                  </a:lnTo>
                  <a:lnTo>
                    <a:pt x="1222248" y="125222"/>
                  </a:lnTo>
                  <a:close/>
                </a:path>
                <a:path w="2368550" h="1108710">
                  <a:moveTo>
                    <a:pt x="1233043" y="1049020"/>
                  </a:moveTo>
                  <a:lnTo>
                    <a:pt x="1232408" y="1042670"/>
                  </a:lnTo>
                  <a:lnTo>
                    <a:pt x="1207135" y="1044829"/>
                  </a:lnTo>
                  <a:lnTo>
                    <a:pt x="1207643" y="1051179"/>
                  </a:lnTo>
                  <a:lnTo>
                    <a:pt x="1233043" y="1049020"/>
                  </a:lnTo>
                  <a:close/>
                </a:path>
                <a:path w="2368550" h="1108710">
                  <a:moveTo>
                    <a:pt x="1235964" y="606298"/>
                  </a:moveTo>
                  <a:lnTo>
                    <a:pt x="1235075" y="599948"/>
                  </a:lnTo>
                  <a:lnTo>
                    <a:pt x="1209929" y="603758"/>
                  </a:lnTo>
                  <a:lnTo>
                    <a:pt x="1210818" y="609981"/>
                  </a:lnTo>
                  <a:lnTo>
                    <a:pt x="1235964" y="606298"/>
                  </a:lnTo>
                  <a:close/>
                </a:path>
                <a:path w="2368550" h="1108710">
                  <a:moveTo>
                    <a:pt x="1249934" y="349250"/>
                  </a:moveTo>
                  <a:lnTo>
                    <a:pt x="1224661" y="346456"/>
                  </a:lnTo>
                  <a:lnTo>
                    <a:pt x="1224026" y="352806"/>
                  </a:lnTo>
                  <a:lnTo>
                    <a:pt x="1249299" y="355473"/>
                  </a:lnTo>
                  <a:lnTo>
                    <a:pt x="1249934" y="349250"/>
                  </a:lnTo>
                  <a:close/>
                </a:path>
                <a:path w="2368550" h="1108710">
                  <a:moveTo>
                    <a:pt x="1255903" y="896747"/>
                  </a:moveTo>
                  <a:lnTo>
                    <a:pt x="1230757" y="893064"/>
                  </a:lnTo>
                  <a:lnTo>
                    <a:pt x="1229868" y="899414"/>
                  </a:lnTo>
                  <a:lnTo>
                    <a:pt x="1255014" y="903097"/>
                  </a:lnTo>
                  <a:lnTo>
                    <a:pt x="1255903" y="896747"/>
                  </a:lnTo>
                  <a:close/>
                </a:path>
                <a:path w="2368550" h="1108710">
                  <a:moveTo>
                    <a:pt x="1266571" y="121793"/>
                  </a:moveTo>
                  <a:lnTo>
                    <a:pt x="1266063" y="115443"/>
                  </a:lnTo>
                  <a:lnTo>
                    <a:pt x="1240790" y="117475"/>
                  </a:lnTo>
                  <a:lnTo>
                    <a:pt x="1241171" y="123825"/>
                  </a:lnTo>
                  <a:lnTo>
                    <a:pt x="1266571" y="121793"/>
                  </a:lnTo>
                  <a:close/>
                </a:path>
                <a:path w="2368550" h="1108710">
                  <a:moveTo>
                    <a:pt x="1277239" y="1045210"/>
                  </a:moveTo>
                  <a:lnTo>
                    <a:pt x="1276731" y="1038860"/>
                  </a:lnTo>
                  <a:lnTo>
                    <a:pt x="1251458" y="1041019"/>
                  </a:lnTo>
                  <a:lnTo>
                    <a:pt x="1251966" y="1047369"/>
                  </a:lnTo>
                  <a:lnTo>
                    <a:pt x="1277239" y="1045210"/>
                  </a:lnTo>
                  <a:close/>
                </a:path>
                <a:path w="2368550" h="1108710">
                  <a:moveTo>
                    <a:pt x="1280033" y="599821"/>
                  </a:moveTo>
                  <a:lnTo>
                    <a:pt x="1279017" y="593471"/>
                  </a:lnTo>
                  <a:lnTo>
                    <a:pt x="1253871" y="597154"/>
                  </a:lnTo>
                  <a:lnTo>
                    <a:pt x="1254887" y="603504"/>
                  </a:lnTo>
                  <a:lnTo>
                    <a:pt x="1280033" y="599821"/>
                  </a:lnTo>
                  <a:close/>
                </a:path>
                <a:path w="2368550" h="1108710">
                  <a:moveTo>
                    <a:pt x="1294130" y="353949"/>
                  </a:moveTo>
                  <a:lnTo>
                    <a:pt x="1268857" y="351282"/>
                  </a:lnTo>
                  <a:lnTo>
                    <a:pt x="1268222" y="357505"/>
                  </a:lnTo>
                  <a:lnTo>
                    <a:pt x="1293495" y="360299"/>
                  </a:lnTo>
                  <a:lnTo>
                    <a:pt x="1294130" y="353949"/>
                  </a:lnTo>
                  <a:close/>
                </a:path>
                <a:path w="2368550" h="1108710">
                  <a:moveTo>
                    <a:pt x="1299845" y="903224"/>
                  </a:moveTo>
                  <a:lnTo>
                    <a:pt x="1274826" y="899541"/>
                  </a:lnTo>
                  <a:lnTo>
                    <a:pt x="1273810" y="905891"/>
                  </a:lnTo>
                  <a:lnTo>
                    <a:pt x="1298956" y="909574"/>
                  </a:lnTo>
                  <a:lnTo>
                    <a:pt x="1299845" y="903224"/>
                  </a:lnTo>
                  <a:close/>
                </a:path>
                <a:path w="2368550" h="1108710">
                  <a:moveTo>
                    <a:pt x="1310894" y="118364"/>
                  </a:moveTo>
                  <a:lnTo>
                    <a:pt x="1310386" y="112014"/>
                  </a:lnTo>
                  <a:lnTo>
                    <a:pt x="1284986" y="113919"/>
                  </a:lnTo>
                  <a:lnTo>
                    <a:pt x="1285494" y="120269"/>
                  </a:lnTo>
                  <a:lnTo>
                    <a:pt x="1310894" y="118364"/>
                  </a:lnTo>
                  <a:close/>
                </a:path>
                <a:path w="2368550" h="1108710">
                  <a:moveTo>
                    <a:pt x="1321562" y="1041400"/>
                  </a:moveTo>
                  <a:lnTo>
                    <a:pt x="1321054" y="1035050"/>
                  </a:lnTo>
                  <a:lnTo>
                    <a:pt x="1295781" y="1037209"/>
                  </a:lnTo>
                  <a:lnTo>
                    <a:pt x="1296289" y="1043559"/>
                  </a:lnTo>
                  <a:lnTo>
                    <a:pt x="1321562" y="1041400"/>
                  </a:lnTo>
                  <a:close/>
                </a:path>
                <a:path w="2368550" h="1108710">
                  <a:moveTo>
                    <a:pt x="1323975" y="593217"/>
                  </a:moveTo>
                  <a:lnTo>
                    <a:pt x="1322959" y="586994"/>
                  </a:lnTo>
                  <a:lnTo>
                    <a:pt x="1297940" y="590677"/>
                  </a:lnTo>
                  <a:lnTo>
                    <a:pt x="1298829" y="597027"/>
                  </a:lnTo>
                  <a:lnTo>
                    <a:pt x="1323975" y="593217"/>
                  </a:lnTo>
                  <a:close/>
                </a:path>
                <a:path w="2368550" h="1108710">
                  <a:moveTo>
                    <a:pt x="1338326" y="358648"/>
                  </a:moveTo>
                  <a:lnTo>
                    <a:pt x="1313053" y="355981"/>
                  </a:lnTo>
                  <a:lnTo>
                    <a:pt x="1312418" y="362331"/>
                  </a:lnTo>
                  <a:lnTo>
                    <a:pt x="1337691" y="364998"/>
                  </a:lnTo>
                  <a:lnTo>
                    <a:pt x="1338326" y="358648"/>
                  </a:lnTo>
                  <a:close/>
                </a:path>
                <a:path w="2368550" h="1108710">
                  <a:moveTo>
                    <a:pt x="1343914" y="909828"/>
                  </a:moveTo>
                  <a:lnTo>
                    <a:pt x="1318768" y="906018"/>
                  </a:lnTo>
                  <a:lnTo>
                    <a:pt x="1317752" y="912368"/>
                  </a:lnTo>
                  <a:lnTo>
                    <a:pt x="1342898" y="916051"/>
                  </a:lnTo>
                  <a:lnTo>
                    <a:pt x="1343914" y="909828"/>
                  </a:lnTo>
                  <a:close/>
                </a:path>
                <a:path w="2368550" h="1108710">
                  <a:moveTo>
                    <a:pt x="1355217" y="114808"/>
                  </a:moveTo>
                  <a:lnTo>
                    <a:pt x="1354709" y="108458"/>
                  </a:lnTo>
                  <a:lnTo>
                    <a:pt x="1329309" y="110490"/>
                  </a:lnTo>
                  <a:lnTo>
                    <a:pt x="1329817" y="116840"/>
                  </a:lnTo>
                  <a:lnTo>
                    <a:pt x="1355217" y="114808"/>
                  </a:lnTo>
                  <a:close/>
                </a:path>
                <a:path w="2368550" h="1108710">
                  <a:moveTo>
                    <a:pt x="1365885" y="1037590"/>
                  </a:moveTo>
                  <a:lnTo>
                    <a:pt x="1365377" y="1031240"/>
                  </a:lnTo>
                  <a:lnTo>
                    <a:pt x="1339977" y="1033399"/>
                  </a:lnTo>
                  <a:lnTo>
                    <a:pt x="1340612" y="1039749"/>
                  </a:lnTo>
                  <a:lnTo>
                    <a:pt x="1365885" y="1037590"/>
                  </a:lnTo>
                  <a:close/>
                </a:path>
                <a:path w="2368550" h="1108710">
                  <a:moveTo>
                    <a:pt x="1367917" y="586740"/>
                  </a:moveTo>
                  <a:lnTo>
                    <a:pt x="1367028" y="580390"/>
                  </a:lnTo>
                  <a:lnTo>
                    <a:pt x="1341882" y="584200"/>
                  </a:lnTo>
                  <a:lnTo>
                    <a:pt x="1342771" y="590423"/>
                  </a:lnTo>
                  <a:lnTo>
                    <a:pt x="1367917" y="586740"/>
                  </a:lnTo>
                  <a:close/>
                </a:path>
                <a:path w="2368550" h="1108710">
                  <a:moveTo>
                    <a:pt x="1382522" y="363474"/>
                  </a:moveTo>
                  <a:lnTo>
                    <a:pt x="1357249" y="360680"/>
                  </a:lnTo>
                  <a:lnTo>
                    <a:pt x="1356614" y="367030"/>
                  </a:lnTo>
                  <a:lnTo>
                    <a:pt x="1381887" y="369824"/>
                  </a:lnTo>
                  <a:lnTo>
                    <a:pt x="1382522" y="363474"/>
                  </a:lnTo>
                  <a:close/>
                </a:path>
                <a:path w="2368550" h="1108710">
                  <a:moveTo>
                    <a:pt x="1387856" y="916305"/>
                  </a:moveTo>
                  <a:lnTo>
                    <a:pt x="1362710" y="912622"/>
                  </a:lnTo>
                  <a:lnTo>
                    <a:pt x="1361821" y="918845"/>
                  </a:lnTo>
                  <a:lnTo>
                    <a:pt x="1386967" y="922528"/>
                  </a:lnTo>
                  <a:lnTo>
                    <a:pt x="1387856" y="916305"/>
                  </a:lnTo>
                  <a:close/>
                </a:path>
                <a:path w="2368550" h="1108710">
                  <a:moveTo>
                    <a:pt x="1399540" y="111379"/>
                  </a:moveTo>
                  <a:lnTo>
                    <a:pt x="1399032" y="105029"/>
                  </a:lnTo>
                  <a:lnTo>
                    <a:pt x="1373632" y="107061"/>
                  </a:lnTo>
                  <a:lnTo>
                    <a:pt x="1374140" y="113284"/>
                  </a:lnTo>
                  <a:lnTo>
                    <a:pt x="1399540" y="111379"/>
                  </a:lnTo>
                  <a:close/>
                </a:path>
                <a:path w="2368550" h="1108710">
                  <a:moveTo>
                    <a:pt x="1410208" y="1033780"/>
                  </a:moveTo>
                  <a:lnTo>
                    <a:pt x="1409573" y="1027430"/>
                  </a:lnTo>
                  <a:lnTo>
                    <a:pt x="1384300" y="1029589"/>
                  </a:lnTo>
                  <a:lnTo>
                    <a:pt x="1384808" y="1035939"/>
                  </a:lnTo>
                  <a:lnTo>
                    <a:pt x="1410208" y="1033780"/>
                  </a:lnTo>
                  <a:close/>
                </a:path>
                <a:path w="2368550" h="1108710">
                  <a:moveTo>
                    <a:pt x="1411859" y="580263"/>
                  </a:moveTo>
                  <a:lnTo>
                    <a:pt x="1410970" y="573913"/>
                  </a:lnTo>
                  <a:lnTo>
                    <a:pt x="1385824" y="577596"/>
                  </a:lnTo>
                  <a:lnTo>
                    <a:pt x="1386713" y="583946"/>
                  </a:lnTo>
                  <a:lnTo>
                    <a:pt x="1411859" y="580263"/>
                  </a:lnTo>
                  <a:close/>
                </a:path>
                <a:path w="2368550" h="1108710">
                  <a:moveTo>
                    <a:pt x="1426718" y="368173"/>
                  </a:moveTo>
                  <a:lnTo>
                    <a:pt x="1401445" y="365506"/>
                  </a:lnTo>
                  <a:lnTo>
                    <a:pt x="1400810" y="371856"/>
                  </a:lnTo>
                  <a:lnTo>
                    <a:pt x="1426083" y="374523"/>
                  </a:lnTo>
                  <a:lnTo>
                    <a:pt x="1426718" y="368173"/>
                  </a:lnTo>
                  <a:close/>
                </a:path>
                <a:path w="2368550" h="1108710">
                  <a:moveTo>
                    <a:pt x="1431798" y="922782"/>
                  </a:moveTo>
                  <a:lnTo>
                    <a:pt x="1406652" y="919099"/>
                  </a:lnTo>
                  <a:lnTo>
                    <a:pt x="1405763" y="925322"/>
                  </a:lnTo>
                  <a:lnTo>
                    <a:pt x="1430909" y="929005"/>
                  </a:lnTo>
                  <a:lnTo>
                    <a:pt x="1431798" y="922782"/>
                  </a:lnTo>
                  <a:close/>
                </a:path>
                <a:path w="2368550" h="1108710">
                  <a:moveTo>
                    <a:pt x="1443863" y="107823"/>
                  </a:moveTo>
                  <a:lnTo>
                    <a:pt x="1443355" y="101600"/>
                  </a:lnTo>
                  <a:lnTo>
                    <a:pt x="1417955" y="103505"/>
                  </a:lnTo>
                  <a:lnTo>
                    <a:pt x="1418463" y="109855"/>
                  </a:lnTo>
                  <a:lnTo>
                    <a:pt x="1443863" y="107823"/>
                  </a:lnTo>
                  <a:close/>
                </a:path>
                <a:path w="2368550" h="1108710">
                  <a:moveTo>
                    <a:pt x="1454404" y="1029970"/>
                  </a:moveTo>
                  <a:lnTo>
                    <a:pt x="1453896" y="1023620"/>
                  </a:lnTo>
                  <a:lnTo>
                    <a:pt x="1428623" y="1025779"/>
                  </a:lnTo>
                  <a:lnTo>
                    <a:pt x="1429131" y="1032129"/>
                  </a:lnTo>
                  <a:lnTo>
                    <a:pt x="1454404" y="1029970"/>
                  </a:lnTo>
                  <a:close/>
                </a:path>
                <a:path w="2368550" h="1108710">
                  <a:moveTo>
                    <a:pt x="1455801" y="573659"/>
                  </a:moveTo>
                  <a:lnTo>
                    <a:pt x="1454912" y="567436"/>
                  </a:lnTo>
                  <a:lnTo>
                    <a:pt x="1429766" y="571119"/>
                  </a:lnTo>
                  <a:lnTo>
                    <a:pt x="1430782" y="577469"/>
                  </a:lnTo>
                  <a:lnTo>
                    <a:pt x="1455801" y="573659"/>
                  </a:lnTo>
                  <a:close/>
                </a:path>
                <a:path w="2368550" h="1108710">
                  <a:moveTo>
                    <a:pt x="1470914" y="372999"/>
                  </a:moveTo>
                  <a:lnTo>
                    <a:pt x="1445641" y="370205"/>
                  </a:lnTo>
                  <a:lnTo>
                    <a:pt x="1445006" y="376555"/>
                  </a:lnTo>
                  <a:lnTo>
                    <a:pt x="1470279" y="379222"/>
                  </a:lnTo>
                  <a:lnTo>
                    <a:pt x="1470914" y="372999"/>
                  </a:lnTo>
                  <a:close/>
                </a:path>
                <a:path w="2368550" h="1108710">
                  <a:moveTo>
                    <a:pt x="1475740" y="929259"/>
                  </a:moveTo>
                  <a:lnTo>
                    <a:pt x="1450721" y="925576"/>
                  </a:lnTo>
                  <a:lnTo>
                    <a:pt x="1449705" y="931799"/>
                  </a:lnTo>
                  <a:lnTo>
                    <a:pt x="1474851" y="935609"/>
                  </a:lnTo>
                  <a:lnTo>
                    <a:pt x="1475740" y="929259"/>
                  </a:lnTo>
                  <a:close/>
                </a:path>
                <a:path w="2368550" h="1108710">
                  <a:moveTo>
                    <a:pt x="1488059" y="104394"/>
                  </a:moveTo>
                  <a:lnTo>
                    <a:pt x="1487678" y="98044"/>
                  </a:lnTo>
                  <a:lnTo>
                    <a:pt x="1462278" y="100076"/>
                  </a:lnTo>
                  <a:lnTo>
                    <a:pt x="1462786" y="106426"/>
                  </a:lnTo>
                  <a:lnTo>
                    <a:pt x="1488059" y="104394"/>
                  </a:lnTo>
                  <a:close/>
                </a:path>
                <a:path w="2368550" h="1108710">
                  <a:moveTo>
                    <a:pt x="1498727" y="1026160"/>
                  </a:moveTo>
                  <a:lnTo>
                    <a:pt x="1498219" y="1019810"/>
                  </a:lnTo>
                  <a:lnTo>
                    <a:pt x="1472819" y="1021969"/>
                  </a:lnTo>
                  <a:lnTo>
                    <a:pt x="1473454" y="1028319"/>
                  </a:lnTo>
                  <a:lnTo>
                    <a:pt x="1498727" y="1026160"/>
                  </a:lnTo>
                  <a:close/>
                </a:path>
                <a:path w="2368550" h="1108710">
                  <a:moveTo>
                    <a:pt x="1499870" y="567182"/>
                  </a:moveTo>
                  <a:lnTo>
                    <a:pt x="1498854" y="560832"/>
                  </a:lnTo>
                  <a:lnTo>
                    <a:pt x="1473708" y="564642"/>
                  </a:lnTo>
                  <a:lnTo>
                    <a:pt x="1474724" y="570865"/>
                  </a:lnTo>
                  <a:lnTo>
                    <a:pt x="1499870" y="567182"/>
                  </a:lnTo>
                  <a:close/>
                </a:path>
                <a:path w="2368550" h="1108710">
                  <a:moveTo>
                    <a:pt x="1515110" y="377698"/>
                  </a:moveTo>
                  <a:lnTo>
                    <a:pt x="1489837" y="375031"/>
                  </a:lnTo>
                  <a:lnTo>
                    <a:pt x="1489202" y="381254"/>
                  </a:lnTo>
                  <a:lnTo>
                    <a:pt x="1514475" y="384048"/>
                  </a:lnTo>
                  <a:lnTo>
                    <a:pt x="1515110" y="377698"/>
                  </a:lnTo>
                  <a:close/>
                </a:path>
                <a:path w="2368550" h="1108710">
                  <a:moveTo>
                    <a:pt x="1519809" y="935736"/>
                  </a:moveTo>
                  <a:lnTo>
                    <a:pt x="1494663" y="932053"/>
                  </a:lnTo>
                  <a:lnTo>
                    <a:pt x="1493647" y="938403"/>
                  </a:lnTo>
                  <a:lnTo>
                    <a:pt x="1518793" y="942086"/>
                  </a:lnTo>
                  <a:lnTo>
                    <a:pt x="1519809" y="935736"/>
                  </a:lnTo>
                  <a:close/>
                </a:path>
                <a:path w="2368550" h="1108710">
                  <a:moveTo>
                    <a:pt x="1532382" y="100965"/>
                  </a:moveTo>
                  <a:lnTo>
                    <a:pt x="1531874" y="94615"/>
                  </a:lnTo>
                  <a:lnTo>
                    <a:pt x="1506601" y="96520"/>
                  </a:lnTo>
                  <a:lnTo>
                    <a:pt x="1507109" y="102870"/>
                  </a:lnTo>
                  <a:lnTo>
                    <a:pt x="1532382" y="100965"/>
                  </a:lnTo>
                  <a:close/>
                </a:path>
                <a:path w="2368550" h="1108710">
                  <a:moveTo>
                    <a:pt x="1543050" y="1022350"/>
                  </a:moveTo>
                  <a:lnTo>
                    <a:pt x="1542415" y="1016000"/>
                  </a:lnTo>
                  <a:lnTo>
                    <a:pt x="1517142" y="1018159"/>
                  </a:lnTo>
                  <a:lnTo>
                    <a:pt x="1517650" y="1024509"/>
                  </a:lnTo>
                  <a:lnTo>
                    <a:pt x="1543050" y="1022350"/>
                  </a:lnTo>
                  <a:close/>
                </a:path>
                <a:path w="2368550" h="1108710">
                  <a:moveTo>
                    <a:pt x="1543812" y="560578"/>
                  </a:moveTo>
                  <a:lnTo>
                    <a:pt x="1542796" y="554355"/>
                  </a:lnTo>
                  <a:lnTo>
                    <a:pt x="1517777" y="558038"/>
                  </a:lnTo>
                  <a:lnTo>
                    <a:pt x="1518666" y="564388"/>
                  </a:lnTo>
                  <a:lnTo>
                    <a:pt x="1543812" y="560578"/>
                  </a:lnTo>
                  <a:close/>
                </a:path>
                <a:path w="2368550" h="1108710">
                  <a:moveTo>
                    <a:pt x="1559306" y="382397"/>
                  </a:moveTo>
                  <a:lnTo>
                    <a:pt x="1534033" y="379730"/>
                  </a:lnTo>
                  <a:lnTo>
                    <a:pt x="1533398" y="386080"/>
                  </a:lnTo>
                  <a:lnTo>
                    <a:pt x="1558671" y="388747"/>
                  </a:lnTo>
                  <a:lnTo>
                    <a:pt x="1559306" y="382397"/>
                  </a:lnTo>
                  <a:close/>
                </a:path>
                <a:path w="2368550" h="1108710">
                  <a:moveTo>
                    <a:pt x="1563751" y="942213"/>
                  </a:moveTo>
                  <a:lnTo>
                    <a:pt x="1538605" y="938530"/>
                  </a:lnTo>
                  <a:lnTo>
                    <a:pt x="1537716" y="944880"/>
                  </a:lnTo>
                  <a:lnTo>
                    <a:pt x="1562862" y="948563"/>
                  </a:lnTo>
                  <a:lnTo>
                    <a:pt x="1563751" y="942213"/>
                  </a:lnTo>
                  <a:close/>
                </a:path>
                <a:path w="2368550" h="1108710">
                  <a:moveTo>
                    <a:pt x="1576705" y="97409"/>
                  </a:moveTo>
                  <a:lnTo>
                    <a:pt x="1576197" y="91059"/>
                  </a:lnTo>
                  <a:lnTo>
                    <a:pt x="1550924" y="93091"/>
                  </a:lnTo>
                  <a:lnTo>
                    <a:pt x="1551432" y="99441"/>
                  </a:lnTo>
                  <a:lnTo>
                    <a:pt x="1576705" y="97409"/>
                  </a:lnTo>
                  <a:close/>
                </a:path>
                <a:path w="2368550" h="1108710">
                  <a:moveTo>
                    <a:pt x="1587246" y="1018540"/>
                  </a:moveTo>
                  <a:lnTo>
                    <a:pt x="1586738" y="1012190"/>
                  </a:lnTo>
                  <a:lnTo>
                    <a:pt x="1561465" y="1014349"/>
                  </a:lnTo>
                  <a:lnTo>
                    <a:pt x="1561973" y="1020699"/>
                  </a:lnTo>
                  <a:lnTo>
                    <a:pt x="1587246" y="1018540"/>
                  </a:lnTo>
                  <a:close/>
                </a:path>
                <a:path w="2368550" h="1108710">
                  <a:moveTo>
                    <a:pt x="1587754" y="554101"/>
                  </a:moveTo>
                  <a:lnTo>
                    <a:pt x="1586865" y="547878"/>
                  </a:lnTo>
                  <a:lnTo>
                    <a:pt x="1561719" y="551561"/>
                  </a:lnTo>
                  <a:lnTo>
                    <a:pt x="1562608" y="557784"/>
                  </a:lnTo>
                  <a:lnTo>
                    <a:pt x="1587754" y="554101"/>
                  </a:lnTo>
                  <a:close/>
                </a:path>
                <a:path w="2368550" h="1108710">
                  <a:moveTo>
                    <a:pt x="1603502" y="387223"/>
                  </a:moveTo>
                  <a:lnTo>
                    <a:pt x="1578229" y="384429"/>
                  </a:lnTo>
                  <a:lnTo>
                    <a:pt x="1577594" y="390779"/>
                  </a:lnTo>
                  <a:lnTo>
                    <a:pt x="1602867" y="393573"/>
                  </a:lnTo>
                  <a:lnTo>
                    <a:pt x="1603502" y="387223"/>
                  </a:lnTo>
                  <a:close/>
                </a:path>
                <a:path w="2368550" h="1108710">
                  <a:moveTo>
                    <a:pt x="1607693" y="948817"/>
                  </a:moveTo>
                  <a:lnTo>
                    <a:pt x="1582547" y="945007"/>
                  </a:lnTo>
                  <a:lnTo>
                    <a:pt x="1581658" y="951357"/>
                  </a:lnTo>
                  <a:lnTo>
                    <a:pt x="1606804" y="955040"/>
                  </a:lnTo>
                  <a:lnTo>
                    <a:pt x="1607693" y="948817"/>
                  </a:lnTo>
                  <a:close/>
                </a:path>
                <a:path w="2368550" h="1108710">
                  <a:moveTo>
                    <a:pt x="1621028" y="93980"/>
                  </a:moveTo>
                  <a:lnTo>
                    <a:pt x="1620520" y="87630"/>
                  </a:lnTo>
                  <a:lnTo>
                    <a:pt x="1595247" y="89662"/>
                  </a:lnTo>
                  <a:lnTo>
                    <a:pt x="1595755" y="95885"/>
                  </a:lnTo>
                  <a:lnTo>
                    <a:pt x="1621028" y="93980"/>
                  </a:lnTo>
                  <a:close/>
                </a:path>
                <a:path w="2368550" h="1108710">
                  <a:moveTo>
                    <a:pt x="1631569" y="1014730"/>
                  </a:moveTo>
                  <a:lnTo>
                    <a:pt x="1631061" y="1008380"/>
                  </a:lnTo>
                  <a:lnTo>
                    <a:pt x="1605788" y="1010539"/>
                  </a:lnTo>
                  <a:lnTo>
                    <a:pt x="1606296" y="1016889"/>
                  </a:lnTo>
                  <a:lnTo>
                    <a:pt x="1631569" y="1014730"/>
                  </a:lnTo>
                  <a:close/>
                </a:path>
                <a:path w="2368550" h="1108710">
                  <a:moveTo>
                    <a:pt x="1631696" y="547624"/>
                  </a:moveTo>
                  <a:lnTo>
                    <a:pt x="1630807" y="541274"/>
                  </a:lnTo>
                  <a:lnTo>
                    <a:pt x="1605661" y="545084"/>
                  </a:lnTo>
                  <a:lnTo>
                    <a:pt x="1606550" y="551307"/>
                  </a:lnTo>
                  <a:lnTo>
                    <a:pt x="1631696" y="547624"/>
                  </a:lnTo>
                  <a:close/>
                </a:path>
                <a:path w="2368550" h="1108710">
                  <a:moveTo>
                    <a:pt x="1647698" y="391922"/>
                  </a:moveTo>
                  <a:lnTo>
                    <a:pt x="1622425" y="389255"/>
                  </a:lnTo>
                  <a:lnTo>
                    <a:pt x="1621790" y="395605"/>
                  </a:lnTo>
                  <a:lnTo>
                    <a:pt x="1647063" y="398272"/>
                  </a:lnTo>
                  <a:lnTo>
                    <a:pt x="1647698" y="391922"/>
                  </a:lnTo>
                  <a:close/>
                </a:path>
                <a:path w="2368550" h="1108710">
                  <a:moveTo>
                    <a:pt x="1651635" y="955294"/>
                  </a:moveTo>
                  <a:lnTo>
                    <a:pt x="1626489" y="951611"/>
                  </a:lnTo>
                  <a:lnTo>
                    <a:pt x="1625600" y="957834"/>
                  </a:lnTo>
                  <a:lnTo>
                    <a:pt x="1650746" y="961517"/>
                  </a:lnTo>
                  <a:lnTo>
                    <a:pt x="1651635" y="955294"/>
                  </a:lnTo>
                  <a:close/>
                </a:path>
                <a:path w="2368550" h="1108710">
                  <a:moveTo>
                    <a:pt x="1665351" y="90424"/>
                  </a:moveTo>
                  <a:lnTo>
                    <a:pt x="1664843" y="84201"/>
                  </a:lnTo>
                  <a:lnTo>
                    <a:pt x="1639570" y="86106"/>
                  </a:lnTo>
                  <a:lnTo>
                    <a:pt x="1640078" y="92456"/>
                  </a:lnTo>
                  <a:lnTo>
                    <a:pt x="1665351" y="90424"/>
                  </a:lnTo>
                  <a:close/>
                </a:path>
                <a:path w="2368550" h="1108710">
                  <a:moveTo>
                    <a:pt x="1675638" y="541020"/>
                  </a:moveTo>
                  <a:lnTo>
                    <a:pt x="1674749" y="534797"/>
                  </a:lnTo>
                  <a:lnTo>
                    <a:pt x="1649603" y="538480"/>
                  </a:lnTo>
                  <a:lnTo>
                    <a:pt x="1650619" y="544830"/>
                  </a:lnTo>
                  <a:lnTo>
                    <a:pt x="1675638" y="541020"/>
                  </a:lnTo>
                  <a:close/>
                </a:path>
                <a:path w="2368550" h="1108710">
                  <a:moveTo>
                    <a:pt x="1675892" y="1010920"/>
                  </a:moveTo>
                  <a:lnTo>
                    <a:pt x="1675384" y="1004570"/>
                  </a:lnTo>
                  <a:lnTo>
                    <a:pt x="1649984" y="1006729"/>
                  </a:lnTo>
                  <a:lnTo>
                    <a:pt x="1650619" y="1013079"/>
                  </a:lnTo>
                  <a:lnTo>
                    <a:pt x="1675892" y="1010920"/>
                  </a:lnTo>
                  <a:close/>
                </a:path>
                <a:path w="2368550" h="1108710">
                  <a:moveTo>
                    <a:pt x="1691894" y="396748"/>
                  </a:moveTo>
                  <a:lnTo>
                    <a:pt x="1666621" y="393954"/>
                  </a:lnTo>
                  <a:lnTo>
                    <a:pt x="1665986" y="400304"/>
                  </a:lnTo>
                  <a:lnTo>
                    <a:pt x="1691259" y="402971"/>
                  </a:lnTo>
                  <a:lnTo>
                    <a:pt x="1691894" y="396748"/>
                  </a:lnTo>
                  <a:close/>
                </a:path>
                <a:path w="2368550" h="1108710">
                  <a:moveTo>
                    <a:pt x="1695704" y="961771"/>
                  </a:moveTo>
                  <a:lnTo>
                    <a:pt x="1670558" y="958088"/>
                  </a:lnTo>
                  <a:lnTo>
                    <a:pt x="1669542" y="964311"/>
                  </a:lnTo>
                  <a:lnTo>
                    <a:pt x="1694688" y="967994"/>
                  </a:lnTo>
                  <a:lnTo>
                    <a:pt x="1695704" y="961771"/>
                  </a:lnTo>
                  <a:close/>
                </a:path>
                <a:path w="2368550" h="1108710">
                  <a:moveTo>
                    <a:pt x="1709674" y="86995"/>
                  </a:moveTo>
                  <a:lnTo>
                    <a:pt x="1709166" y="80645"/>
                  </a:lnTo>
                  <a:lnTo>
                    <a:pt x="1683893" y="82677"/>
                  </a:lnTo>
                  <a:lnTo>
                    <a:pt x="1684401" y="89027"/>
                  </a:lnTo>
                  <a:lnTo>
                    <a:pt x="1709674" y="86995"/>
                  </a:lnTo>
                  <a:close/>
                </a:path>
                <a:path w="2368550" h="1108710">
                  <a:moveTo>
                    <a:pt x="1719707" y="534543"/>
                  </a:moveTo>
                  <a:lnTo>
                    <a:pt x="1718691" y="528320"/>
                  </a:lnTo>
                  <a:lnTo>
                    <a:pt x="1693545" y="532003"/>
                  </a:lnTo>
                  <a:lnTo>
                    <a:pt x="1694561" y="538226"/>
                  </a:lnTo>
                  <a:lnTo>
                    <a:pt x="1719707" y="534543"/>
                  </a:lnTo>
                  <a:close/>
                </a:path>
                <a:path w="2368550" h="1108710">
                  <a:moveTo>
                    <a:pt x="1720215" y="1007110"/>
                  </a:moveTo>
                  <a:lnTo>
                    <a:pt x="1719580" y="1000760"/>
                  </a:lnTo>
                  <a:lnTo>
                    <a:pt x="1694307" y="1002919"/>
                  </a:lnTo>
                  <a:lnTo>
                    <a:pt x="1694815" y="1009269"/>
                  </a:lnTo>
                  <a:lnTo>
                    <a:pt x="1720215" y="1007110"/>
                  </a:lnTo>
                  <a:close/>
                </a:path>
                <a:path w="2368550" h="1108710">
                  <a:moveTo>
                    <a:pt x="1736090" y="401447"/>
                  </a:moveTo>
                  <a:lnTo>
                    <a:pt x="1710817" y="398780"/>
                  </a:lnTo>
                  <a:lnTo>
                    <a:pt x="1710182" y="405003"/>
                  </a:lnTo>
                  <a:lnTo>
                    <a:pt x="1735455" y="407797"/>
                  </a:lnTo>
                  <a:lnTo>
                    <a:pt x="1736090" y="401447"/>
                  </a:lnTo>
                  <a:close/>
                </a:path>
                <a:path w="2368550" h="1108710">
                  <a:moveTo>
                    <a:pt x="1739646" y="968248"/>
                  </a:moveTo>
                  <a:lnTo>
                    <a:pt x="1714500" y="964565"/>
                  </a:lnTo>
                  <a:lnTo>
                    <a:pt x="1713611" y="970788"/>
                  </a:lnTo>
                  <a:lnTo>
                    <a:pt x="1738757" y="974598"/>
                  </a:lnTo>
                  <a:lnTo>
                    <a:pt x="1739646" y="968248"/>
                  </a:lnTo>
                  <a:close/>
                </a:path>
                <a:path w="2368550" h="1108710">
                  <a:moveTo>
                    <a:pt x="1753997" y="83566"/>
                  </a:moveTo>
                  <a:lnTo>
                    <a:pt x="1753489" y="77216"/>
                  </a:lnTo>
                  <a:lnTo>
                    <a:pt x="1728216" y="79121"/>
                  </a:lnTo>
                  <a:lnTo>
                    <a:pt x="1728724" y="85471"/>
                  </a:lnTo>
                  <a:lnTo>
                    <a:pt x="1753997" y="83566"/>
                  </a:lnTo>
                  <a:close/>
                </a:path>
                <a:path w="2368550" h="1108710">
                  <a:moveTo>
                    <a:pt x="1763649" y="528066"/>
                  </a:moveTo>
                  <a:lnTo>
                    <a:pt x="1762760" y="521716"/>
                  </a:lnTo>
                  <a:lnTo>
                    <a:pt x="1737614" y="525526"/>
                  </a:lnTo>
                  <a:lnTo>
                    <a:pt x="1738503" y="531749"/>
                  </a:lnTo>
                  <a:lnTo>
                    <a:pt x="1763649" y="528066"/>
                  </a:lnTo>
                  <a:close/>
                </a:path>
                <a:path w="2368550" h="1108710">
                  <a:moveTo>
                    <a:pt x="1764411" y="1003300"/>
                  </a:moveTo>
                  <a:lnTo>
                    <a:pt x="1763903" y="996950"/>
                  </a:lnTo>
                  <a:lnTo>
                    <a:pt x="1738630" y="999109"/>
                  </a:lnTo>
                  <a:lnTo>
                    <a:pt x="1739138" y="1005459"/>
                  </a:lnTo>
                  <a:lnTo>
                    <a:pt x="1764411" y="1003300"/>
                  </a:lnTo>
                  <a:close/>
                </a:path>
                <a:path w="2368550" h="1108710">
                  <a:moveTo>
                    <a:pt x="1780286" y="406146"/>
                  </a:moveTo>
                  <a:lnTo>
                    <a:pt x="1755013" y="403479"/>
                  </a:lnTo>
                  <a:lnTo>
                    <a:pt x="1754378" y="409829"/>
                  </a:lnTo>
                  <a:lnTo>
                    <a:pt x="1779651" y="412496"/>
                  </a:lnTo>
                  <a:lnTo>
                    <a:pt x="1780286" y="406146"/>
                  </a:lnTo>
                  <a:close/>
                </a:path>
                <a:path w="2368550" h="1108710">
                  <a:moveTo>
                    <a:pt x="1783588" y="974725"/>
                  </a:moveTo>
                  <a:lnTo>
                    <a:pt x="1758442" y="971042"/>
                  </a:lnTo>
                  <a:lnTo>
                    <a:pt x="1757553" y="977392"/>
                  </a:lnTo>
                  <a:lnTo>
                    <a:pt x="1782699" y="981075"/>
                  </a:lnTo>
                  <a:lnTo>
                    <a:pt x="1783588" y="974725"/>
                  </a:lnTo>
                  <a:close/>
                </a:path>
                <a:path w="2368550" h="1108710">
                  <a:moveTo>
                    <a:pt x="1798320" y="80010"/>
                  </a:moveTo>
                  <a:lnTo>
                    <a:pt x="1797812" y="73660"/>
                  </a:lnTo>
                  <a:lnTo>
                    <a:pt x="1772539" y="75692"/>
                  </a:lnTo>
                  <a:lnTo>
                    <a:pt x="1773047" y="82042"/>
                  </a:lnTo>
                  <a:lnTo>
                    <a:pt x="1798320" y="80010"/>
                  </a:lnTo>
                  <a:close/>
                </a:path>
                <a:path w="2368550" h="1108710">
                  <a:moveTo>
                    <a:pt x="1807591" y="521462"/>
                  </a:moveTo>
                  <a:lnTo>
                    <a:pt x="1806702" y="515239"/>
                  </a:lnTo>
                  <a:lnTo>
                    <a:pt x="1781556" y="518922"/>
                  </a:lnTo>
                  <a:lnTo>
                    <a:pt x="1782445" y="525272"/>
                  </a:lnTo>
                  <a:lnTo>
                    <a:pt x="1807591" y="521462"/>
                  </a:lnTo>
                  <a:close/>
                </a:path>
                <a:path w="2368550" h="1108710">
                  <a:moveTo>
                    <a:pt x="1824482" y="410972"/>
                  </a:moveTo>
                  <a:lnTo>
                    <a:pt x="1799209" y="408305"/>
                  </a:lnTo>
                  <a:lnTo>
                    <a:pt x="1798574" y="414528"/>
                  </a:lnTo>
                  <a:lnTo>
                    <a:pt x="1823847" y="417322"/>
                  </a:lnTo>
                  <a:lnTo>
                    <a:pt x="1824482" y="410972"/>
                  </a:lnTo>
                  <a:close/>
                </a:path>
                <a:path w="2368550" h="1108710">
                  <a:moveTo>
                    <a:pt x="1842643" y="76581"/>
                  </a:moveTo>
                  <a:lnTo>
                    <a:pt x="1842135" y="70231"/>
                  </a:lnTo>
                  <a:lnTo>
                    <a:pt x="1816862" y="72263"/>
                  </a:lnTo>
                  <a:lnTo>
                    <a:pt x="1817243" y="78486"/>
                  </a:lnTo>
                  <a:lnTo>
                    <a:pt x="1842643" y="76581"/>
                  </a:lnTo>
                  <a:close/>
                </a:path>
                <a:path w="2368550" h="1108710">
                  <a:moveTo>
                    <a:pt x="1851533" y="514985"/>
                  </a:moveTo>
                  <a:lnTo>
                    <a:pt x="1850644" y="508762"/>
                  </a:lnTo>
                  <a:lnTo>
                    <a:pt x="1825498" y="512445"/>
                  </a:lnTo>
                  <a:lnTo>
                    <a:pt x="1826387" y="518668"/>
                  </a:lnTo>
                  <a:lnTo>
                    <a:pt x="1851533" y="514985"/>
                  </a:lnTo>
                  <a:close/>
                </a:path>
                <a:path w="2368550" h="1108710">
                  <a:moveTo>
                    <a:pt x="1868678" y="415671"/>
                  </a:moveTo>
                  <a:lnTo>
                    <a:pt x="1843405" y="413004"/>
                  </a:lnTo>
                  <a:lnTo>
                    <a:pt x="1842770" y="419354"/>
                  </a:lnTo>
                  <a:lnTo>
                    <a:pt x="1868043" y="422021"/>
                  </a:lnTo>
                  <a:lnTo>
                    <a:pt x="1868678" y="415671"/>
                  </a:lnTo>
                  <a:close/>
                </a:path>
                <a:path w="2368550" h="1108710">
                  <a:moveTo>
                    <a:pt x="1871599" y="987806"/>
                  </a:moveTo>
                  <a:lnTo>
                    <a:pt x="1858289" y="985799"/>
                  </a:lnTo>
                  <a:lnTo>
                    <a:pt x="1791843" y="959485"/>
                  </a:lnTo>
                  <a:lnTo>
                    <a:pt x="1794865" y="994257"/>
                  </a:lnTo>
                  <a:lnTo>
                    <a:pt x="1782826" y="995299"/>
                  </a:lnTo>
                  <a:lnTo>
                    <a:pt x="1783461" y="1001649"/>
                  </a:lnTo>
                  <a:lnTo>
                    <a:pt x="1795411" y="1000607"/>
                  </a:lnTo>
                  <a:lnTo>
                    <a:pt x="1798447" y="1035431"/>
                  </a:lnTo>
                  <a:lnTo>
                    <a:pt x="1866798" y="993482"/>
                  </a:lnTo>
                  <a:lnTo>
                    <a:pt x="1870583" y="994029"/>
                  </a:lnTo>
                  <a:lnTo>
                    <a:pt x="1871091" y="990854"/>
                  </a:lnTo>
                  <a:lnTo>
                    <a:pt x="1871599" y="987806"/>
                  </a:lnTo>
                  <a:close/>
                </a:path>
                <a:path w="2368550" h="1108710">
                  <a:moveTo>
                    <a:pt x="1886966" y="73025"/>
                  </a:moveTo>
                  <a:lnTo>
                    <a:pt x="1886458" y="66802"/>
                  </a:lnTo>
                  <a:lnTo>
                    <a:pt x="1861185" y="68707"/>
                  </a:lnTo>
                  <a:lnTo>
                    <a:pt x="1861566" y="75057"/>
                  </a:lnTo>
                  <a:lnTo>
                    <a:pt x="1886966" y="73025"/>
                  </a:lnTo>
                  <a:close/>
                </a:path>
                <a:path w="2368550" h="1108710">
                  <a:moveTo>
                    <a:pt x="1895602" y="508508"/>
                  </a:moveTo>
                  <a:lnTo>
                    <a:pt x="1894586" y="502158"/>
                  </a:lnTo>
                  <a:lnTo>
                    <a:pt x="1869440" y="505968"/>
                  </a:lnTo>
                  <a:lnTo>
                    <a:pt x="1870456" y="512191"/>
                  </a:lnTo>
                  <a:lnTo>
                    <a:pt x="1895602" y="508508"/>
                  </a:lnTo>
                  <a:close/>
                </a:path>
                <a:path w="2368550" h="1108710">
                  <a:moveTo>
                    <a:pt x="1912874" y="420497"/>
                  </a:moveTo>
                  <a:lnTo>
                    <a:pt x="1887601" y="417703"/>
                  </a:lnTo>
                  <a:lnTo>
                    <a:pt x="1886966" y="424053"/>
                  </a:lnTo>
                  <a:lnTo>
                    <a:pt x="1912239" y="426720"/>
                  </a:lnTo>
                  <a:lnTo>
                    <a:pt x="1912874" y="420497"/>
                  </a:lnTo>
                  <a:close/>
                </a:path>
                <a:path w="2368550" h="1108710">
                  <a:moveTo>
                    <a:pt x="1931289" y="69596"/>
                  </a:moveTo>
                  <a:lnTo>
                    <a:pt x="1930781" y="63246"/>
                  </a:lnTo>
                  <a:lnTo>
                    <a:pt x="1905381" y="65278"/>
                  </a:lnTo>
                  <a:lnTo>
                    <a:pt x="1905889" y="71628"/>
                  </a:lnTo>
                  <a:lnTo>
                    <a:pt x="1931289" y="69596"/>
                  </a:lnTo>
                  <a:close/>
                </a:path>
                <a:path w="2368550" h="1108710">
                  <a:moveTo>
                    <a:pt x="1939544" y="501904"/>
                  </a:moveTo>
                  <a:lnTo>
                    <a:pt x="1938528" y="495681"/>
                  </a:lnTo>
                  <a:lnTo>
                    <a:pt x="1913509" y="499364"/>
                  </a:lnTo>
                  <a:lnTo>
                    <a:pt x="1914398" y="505714"/>
                  </a:lnTo>
                  <a:lnTo>
                    <a:pt x="1939544" y="501904"/>
                  </a:lnTo>
                  <a:close/>
                </a:path>
                <a:path w="2368550" h="1108710">
                  <a:moveTo>
                    <a:pt x="1957070" y="425196"/>
                  </a:moveTo>
                  <a:lnTo>
                    <a:pt x="1931797" y="422529"/>
                  </a:lnTo>
                  <a:lnTo>
                    <a:pt x="1931162" y="428752"/>
                  </a:lnTo>
                  <a:lnTo>
                    <a:pt x="1956435" y="431546"/>
                  </a:lnTo>
                  <a:lnTo>
                    <a:pt x="1957070" y="425196"/>
                  </a:lnTo>
                  <a:close/>
                </a:path>
                <a:path w="2368550" h="1108710">
                  <a:moveTo>
                    <a:pt x="1975612" y="66167"/>
                  </a:moveTo>
                  <a:lnTo>
                    <a:pt x="1975104" y="59817"/>
                  </a:lnTo>
                  <a:lnTo>
                    <a:pt x="1949704" y="61722"/>
                  </a:lnTo>
                  <a:lnTo>
                    <a:pt x="1950212" y="68072"/>
                  </a:lnTo>
                  <a:lnTo>
                    <a:pt x="1975612" y="66167"/>
                  </a:lnTo>
                  <a:close/>
                </a:path>
                <a:path w="2368550" h="1108710">
                  <a:moveTo>
                    <a:pt x="1983486" y="495427"/>
                  </a:moveTo>
                  <a:lnTo>
                    <a:pt x="1982597" y="489204"/>
                  </a:lnTo>
                  <a:lnTo>
                    <a:pt x="1957451" y="492887"/>
                  </a:lnTo>
                  <a:lnTo>
                    <a:pt x="1958340" y="499110"/>
                  </a:lnTo>
                  <a:lnTo>
                    <a:pt x="1983486" y="495427"/>
                  </a:lnTo>
                  <a:close/>
                </a:path>
                <a:path w="2368550" h="1108710">
                  <a:moveTo>
                    <a:pt x="2001266" y="429895"/>
                  </a:moveTo>
                  <a:lnTo>
                    <a:pt x="1975993" y="427228"/>
                  </a:lnTo>
                  <a:lnTo>
                    <a:pt x="1975358" y="433578"/>
                  </a:lnTo>
                  <a:lnTo>
                    <a:pt x="2000631" y="436245"/>
                  </a:lnTo>
                  <a:lnTo>
                    <a:pt x="2001266" y="429895"/>
                  </a:lnTo>
                  <a:close/>
                </a:path>
                <a:path w="2368550" h="1108710">
                  <a:moveTo>
                    <a:pt x="2019935" y="62611"/>
                  </a:moveTo>
                  <a:lnTo>
                    <a:pt x="2019427" y="56261"/>
                  </a:lnTo>
                  <a:lnTo>
                    <a:pt x="1994027" y="58293"/>
                  </a:lnTo>
                  <a:lnTo>
                    <a:pt x="1994535" y="64643"/>
                  </a:lnTo>
                  <a:lnTo>
                    <a:pt x="2019935" y="62611"/>
                  </a:lnTo>
                  <a:close/>
                </a:path>
                <a:path w="2368550" h="1108710">
                  <a:moveTo>
                    <a:pt x="2027428" y="488950"/>
                  </a:moveTo>
                  <a:lnTo>
                    <a:pt x="2026539" y="482600"/>
                  </a:lnTo>
                  <a:lnTo>
                    <a:pt x="2001393" y="486410"/>
                  </a:lnTo>
                  <a:lnTo>
                    <a:pt x="2002282" y="492633"/>
                  </a:lnTo>
                  <a:lnTo>
                    <a:pt x="2027428" y="488950"/>
                  </a:lnTo>
                  <a:close/>
                </a:path>
                <a:path w="2368550" h="1108710">
                  <a:moveTo>
                    <a:pt x="2045462" y="434721"/>
                  </a:moveTo>
                  <a:lnTo>
                    <a:pt x="2020189" y="432054"/>
                  </a:lnTo>
                  <a:lnTo>
                    <a:pt x="2019554" y="438277"/>
                  </a:lnTo>
                  <a:lnTo>
                    <a:pt x="2044827" y="441071"/>
                  </a:lnTo>
                  <a:lnTo>
                    <a:pt x="2045462" y="434721"/>
                  </a:lnTo>
                  <a:close/>
                </a:path>
                <a:path w="2368550" h="1108710">
                  <a:moveTo>
                    <a:pt x="2064258" y="59182"/>
                  </a:moveTo>
                  <a:lnTo>
                    <a:pt x="2063750" y="52832"/>
                  </a:lnTo>
                  <a:lnTo>
                    <a:pt x="2038350" y="54864"/>
                  </a:lnTo>
                  <a:lnTo>
                    <a:pt x="2038858" y="61087"/>
                  </a:lnTo>
                  <a:lnTo>
                    <a:pt x="2064258" y="59182"/>
                  </a:lnTo>
                  <a:close/>
                </a:path>
                <a:path w="2368550" h="1108710">
                  <a:moveTo>
                    <a:pt x="2071370" y="482346"/>
                  </a:moveTo>
                  <a:lnTo>
                    <a:pt x="2070481" y="476123"/>
                  </a:lnTo>
                  <a:lnTo>
                    <a:pt x="2045335" y="479806"/>
                  </a:lnTo>
                  <a:lnTo>
                    <a:pt x="2046351" y="486156"/>
                  </a:lnTo>
                  <a:lnTo>
                    <a:pt x="2071370" y="482346"/>
                  </a:lnTo>
                  <a:close/>
                </a:path>
                <a:path w="2368550" h="1108710">
                  <a:moveTo>
                    <a:pt x="2089658" y="439420"/>
                  </a:moveTo>
                  <a:lnTo>
                    <a:pt x="2064385" y="436753"/>
                  </a:lnTo>
                  <a:lnTo>
                    <a:pt x="2063750" y="443103"/>
                  </a:lnTo>
                  <a:lnTo>
                    <a:pt x="2089023" y="445770"/>
                  </a:lnTo>
                  <a:lnTo>
                    <a:pt x="2089658" y="439420"/>
                  </a:lnTo>
                  <a:close/>
                </a:path>
                <a:path w="2368550" h="1108710">
                  <a:moveTo>
                    <a:pt x="2108454" y="55626"/>
                  </a:moveTo>
                  <a:lnTo>
                    <a:pt x="2108073" y="49276"/>
                  </a:lnTo>
                  <a:lnTo>
                    <a:pt x="2082673" y="51308"/>
                  </a:lnTo>
                  <a:lnTo>
                    <a:pt x="2083181" y="57658"/>
                  </a:lnTo>
                  <a:lnTo>
                    <a:pt x="2108454" y="55626"/>
                  </a:lnTo>
                  <a:close/>
                </a:path>
                <a:path w="2368550" h="1108710">
                  <a:moveTo>
                    <a:pt x="2115439" y="475869"/>
                  </a:moveTo>
                  <a:lnTo>
                    <a:pt x="2114423" y="469646"/>
                  </a:lnTo>
                  <a:lnTo>
                    <a:pt x="2089277" y="473329"/>
                  </a:lnTo>
                  <a:lnTo>
                    <a:pt x="2090293" y="479552"/>
                  </a:lnTo>
                  <a:lnTo>
                    <a:pt x="2115439" y="475869"/>
                  </a:lnTo>
                  <a:close/>
                </a:path>
                <a:path w="2368550" h="1108710">
                  <a:moveTo>
                    <a:pt x="2133854" y="444246"/>
                  </a:moveTo>
                  <a:lnTo>
                    <a:pt x="2108581" y="441452"/>
                  </a:lnTo>
                  <a:lnTo>
                    <a:pt x="2107946" y="447802"/>
                  </a:lnTo>
                  <a:lnTo>
                    <a:pt x="2133219" y="450469"/>
                  </a:lnTo>
                  <a:lnTo>
                    <a:pt x="2133854" y="444246"/>
                  </a:lnTo>
                  <a:close/>
                </a:path>
                <a:path w="2368550" h="1108710">
                  <a:moveTo>
                    <a:pt x="2152777" y="52197"/>
                  </a:moveTo>
                  <a:lnTo>
                    <a:pt x="2152269" y="45847"/>
                  </a:lnTo>
                  <a:lnTo>
                    <a:pt x="2126996" y="47879"/>
                  </a:lnTo>
                  <a:lnTo>
                    <a:pt x="2127504" y="54229"/>
                  </a:lnTo>
                  <a:lnTo>
                    <a:pt x="2152777" y="52197"/>
                  </a:lnTo>
                  <a:close/>
                </a:path>
                <a:path w="2368550" h="1108710">
                  <a:moveTo>
                    <a:pt x="2197100" y="48768"/>
                  </a:moveTo>
                  <a:lnTo>
                    <a:pt x="2196592" y="42418"/>
                  </a:lnTo>
                  <a:lnTo>
                    <a:pt x="2171319" y="44323"/>
                  </a:lnTo>
                  <a:lnTo>
                    <a:pt x="2171827" y="50673"/>
                  </a:lnTo>
                  <a:lnTo>
                    <a:pt x="2197100" y="48768"/>
                  </a:lnTo>
                  <a:close/>
                </a:path>
                <a:path w="2368550" h="1108710">
                  <a:moveTo>
                    <a:pt x="2222246" y="453771"/>
                  </a:moveTo>
                  <a:lnTo>
                    <a:pt x="2207552" y="452158"/>
                  </a:lnTo>
                  <a:lnTo>
                    <a:pt x="2140966" y="430403"/>
                  </a:lnTo>
                  <a:lnTo>
                    <a:pt x="2146084" y="464921"/>
                  </a:lnTo>
                  <a:lnTo>
                    <a:pt x="2133346" y="466852"/>
                  </a:lnTo>
                  <a:lnTo>
                    <a:pt x="2134235" y="473075"/>
                  </a:lnTo>
                  <a:lnTo>
                    <a:pt x="2147011" y="471208"/>
                  </a:lnTo>
                  <a:lnTo>
                    <a:pt x="2152142" y="505714"/>
                  </a:lnTo>
                  <a:lnTo>
                    <a:pt x="2212987" y="463042"/>
                  </a:lnTo>
                  <a:lnTo>
                    <a:pt x="2217890" y="459613"/>
                  </a:lnTo>
                  <a:lnTo>
                    <a:pt x="2221611" y="459994"/>
                  </a:lnTo>
                  <a:lnTo>
                    <a:pt x="2222246" y="453771"/>
                  </a:lnTo>
                  <a:close/>
                </a:path>
                <a:path w="2368550" h="1108710">
                  <a:moveTo>
                    <a:pt x="2241423" y="45212"/>
                  </a:moveTo>
                  <a:lnTo>
                    <a:pt x="2240915" y="38862"/>
                  </a:lnTo>
                  <a:lnTo>
                    <a:pt x="2215642" y="40894"/>
                  </a:lnTo>
                  <a:lnTo>
                    <a:pt x="2216150" y="47244"/>
                  </a:lnTo>
                  <a:lnTo>
                    <a:pt x="2241423" y="45212"/>
                  </a:lnTo>
                  <a:close/>
                </a:path>
                <a:path w="2368550" h="1108710">
                  <a:moveTo>
                    <a:pt x="2285746" y="41783"/>
                  </a:moveTo>
                  <a:lnTo>
                    <a:pt x="2285238" y="35433"/>
                  </a:lnTo>
                  <a:lnTo>
                    <a:pt x="2259965" y="37465"/>
                  </a:lnTo>
                  <a:lnTo>
                    <a:pt x="2260473" y="43688"/>
                  </a:lnTo>
                  <a:lnTo>
                    <a:pt x="2285746" y="41783"/>
                  </a:lnTo>
                  <a:close/>
                </a:path>
                <a:path w="2368550" h="1108710">
                  <a:moveTo>
                    <a:pt x="2368550" y="32004"/>
                  </a:moveTo>
                  <a:lnTo>
                    <a:pt x="2289683" y="0"/>
                  </a:lnTo>
                  <a:lnTo>
                    <a:pt x="2295652" y="75946"/>
                  </a:lnTo>
                  <a:lnTo>
                    <a:pt x="2354846" y="40259"/>
                  </a:lnTo>
                  <a:lnTo>
                    <a:pt x="2365387" y="33909"/>
                  </a:lnTo>
                  <a:lnTo>
                    <a:pt x="2368550" y="320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62750" y="638555"/>
            <a:ext cx="2819400" cy="4139565"/>
            <a:chOff x="6762750" y="638555"/>
            <a:chExt cx="2819400" cy="4139565"/>
          </a:xfrm>
        </p:grpSpPr>
        <p:sp>
          <p:nvSpPr>
            <p:cNvPr id="3" name="object 3"/>
            <p:cNvSpPr/>
            <p:nvPr/>
          </p:nvSpPr>
          <p:spPr>
            <a:xfrm>
              <a:off x="6845300" y="800861"/>
              <a:ext cx="2661285" cy="3911600"/>
            </a:xfrm>
            <a:custGeom>
              <a:avLst/>
              <a:gdLst/>
              <a:ahLst/>
              <a:cxnLst/>
              <a:rect l="l" t="t" r="r" b="b"/>
              <a:pathLst>
                <a:path w="2661284" h="3911600">
                  <a:moveTo>
                    <a:pt x="2661284" y="1955800"/>
                  </a:moveTo>
                  <a:lnTo>
                    <a:pt x="2660737" y="2012456"/>
                  </a:lnTo>
                  <a:lnTo>
                    <a:pt x="2659104" y="2068714"/>
                  </a:lnTo>
                  <a:lnTo>
                    <a:pt x="2656400" y="2124550"/>
                  </a:lnTo>
                  <a:lnTo>
                    <a:pt x="2652641" y="2179944"/>
                  </a:lnTo>
                  <a:lnTo>
                    <a:pt x="2647840" y="2234873"/>
                  </a:lnTo>
                  <a:lnTo>
                    <a:pt x="2642014" y="2289315"/>
                  </a:lnTo>
                  <a:lnTo>
                    <a:pt x="2635176" y="2343250"/>
                  </a:lnTo>
                  <a:lnTo>
                    <a:pt x="2627341" y="2396654"/>
                  </a:lnTo>
                  <a:lnTo>
                    <a:pt x="2618524" y="2449508"/>
                  </a:lnTo>
                  <a:lnTo>
                    <a:pt x="2608741" y="2501787"/>
                  </a:lnTo>
                  <a:lnTo>
                    <a:pt x="2598005" y="2553472"/>
                  </a:lnTo>
                  <a:lnTo>
                    <a:pt x="2586332" y="2604540"/>
                  </a:lnTo>
                  <a:lnTo>
                    <a:pt x="2573736" y="2654970"/>
                  </a:lnTo>
                  <a:lnTo>
                    <a:pt x="2560232" y="2704739"/>
                  </a:lnTo>
                  <a:lnTo>
                    <a:pt x="2545835" y="2753826"/>
                  </a:lnTo>
                  <a:lnTo>
                    <a:pt x="2530560" y="2802209"/>
                  </a:lnTo>
                  <a:lnTo>
                    <a:pt x="2514422" y="2849867"/>
                  </a:lnTo>
                  <a:lnTo>
                    <a:pt x="2497434" y="2896777"/>
                  </a:lnTo>
                  <a:lnTo>
                    <a:pt x="2479613" y="2942919"/>
                  </a:lnTo>
                  <a:lnTo>
                    <a:pt x="2460973" y="2988269"/>
                  </a:lnTo>
                  <a:lnTo>
                    <a:pt x="2441529" y="3032808"/>
                  </a:lnTo>
                  <a:lnTo>
                    <a:pt x="2421295" y="3076512"/>
                  </a:lnTo>
                  <a:lnTo>
                    <a:pt x="2400286" y="3119359"/>
                  </a:lnTo>
                  <a:lnTo>
                    <a:pt x="2378518" y="3161330"/>
                  </a:lnTo>
                  <a:lnTo>
                    <a:pt x="2356005" y="3202400"/>
                  </a:lnTo>
                  <a:lnTo>
                    <a:pt x="2332761" y="3242550"/>
                  </a:lnTo>
                  <a:lnTo>
                    <a:pt x="2308801" y="3281756"/>
                  </a:lnTo>
                  <a:lnTo>
                    <a:pt x="2284141" y="3319998"/>
                  </a:lnTo>
                  <a:lnTo>
                    <a:pt x="2258795" y="3357253"/>
                  </a:lnTo>
                  <a:lnTo>
                    <a:pt x="2232778" y="3393500"/>
                  </a:lnTo>
                  <a:lnTo>
                    <a:pt x="2206105" y="3428717"/>
                  </a:lnTo>
                  <a:lnTo>
                    <a:pt x="2178790" y="3462882"/>
                  </a:lnTo>
                  <a:lnTo>
                    <a:pt x="2150849" y="3495974"/>
                  </a:lnTo>
                  <a:lnTo>
                    <a:pt x="2122295" y="3527971"/>
                  </a:lnTo>
                  <a:lnTo>
                    <a:pt x="2093145" y="3558850"/>
                  </a:lnTo>
                  <a:lnTo>
                    <a:pt x="2063412" y="3588591"/>
                  </a:lnTo>
                  <a:lnTo>
                    <a:pt x="2033111" y="3617172"/>
                  </a:lnTo>
                  <a:lnTo>
                    <a:pt x="2002258" y="3644570"/>
                  </a:lnTo>
                  <a:lnTo>
                    <a:pt x="1970867" y="3670765"/>
                  </a:lnTo>
                  <a:lnTo>
                    <a:pt x="1938953" y="3695733"/>
                  </a:lnTo>
                  <a:lnTo>
                    <a:pt x="1906530" y="3719455"/>
                  </a:lnTo>
                  <a:lnTo>
                    <a:pt x="1873614" y="3741907"/>
                  </a:lnTo>
                  <a:lnTo>
                    <a:pt x="1840219" y="3763068"/>
                  </a:lnTo>
                  <a:lnTo>
                    <a:pt x="1806360" y="3782916"/>
                  </a:lnTo>
                  <a:lnTo>
                    <a:pt x="1772052" y="3801430"/>
                  </a:lnTo>
                  <a:lnTo>
                    <a:pt x="1737309" y="3818588"/>
                  </a:lnTo>
                  <a:lnTo>
                    <a:pt x="1702147" y="3834368"/>
                  </a:lnTo>
                  <a:lnTo>
                    <a:pt x="1666580" y="3848749"/>
                  </a:lnTo>
                  <a:lnTo>
                    <a:pt x="1630624" y="3861708"/>
                  </a:lnTo>
                  <a:lnTo>
                    <a:pt x="1594292" y="3873223"/>
                  </a:lnTo>
                  <a:lnTo>
                    <a:pt x="1520561" y="3891839"/>
                  </a:lnTo>
                  <a:lnTo>
                    <a:pt x="1445508" y="3904420"/>
                  </a:lnTo>
                  <a:lnTo>
                    <a:pt x="1407522" y="3908394"/>
                  </a:lnTo>
                  <a:lnTo>
                    <a:pt x="1369249" y="3910795"/>
                  </a:lnTo>
                  <a:lnTo>
                    <a:pt x="1330705" y="3911600"/>
                  </a:lnTo>
                  <a:lnTo>
                    <a:pt x="1292155" y="3910795"/>
                  </a:lnTo>
                  <a:lnTo>
                    <a:pt x="1253876" y="3908394"/>
                  </a:lnTo>
                  <a:lnTo>
                    <a:pt x="1215884" y="3904420"/>
                  </a:lnTo>
                  <a:lnTo>
                    <a:pt x="1140819" y="3891839"/>
                  </a:lnTo>
                  <a:lnTo>
                    <a:pt x="1067078" y="3873223"/>
                  </a:lnTo>
                  <a:lnTo>
                    <a:pt x="1030741" y="3861708"/>
                  </a:lnTo>
                  <a:lnTo>
                    <a:pt x="994779" y="3848749"/>
                  </a:lnTo>
                  <a:lnTo>
                    <a:pt x="959208" y="3834368"/>
                  </a:lnTo>
                  <a:lnTo>
                    <a:pt x="924042" y="3818588"/>
                  </a:lnTo>
                  <a:lnTo>
                    <a:pt x="889295" y="3801430"/>
                  </a:lnTo>
                  <a:lnTo>
                    <a:pt x="854983" y="3782916"/>
                  </a:lnTo>
                  <a:lnTo>
                    <a:pt x="821120" y="3763068"/>
                  </a:lnTo>
                  <a:lnTo>
                    <a:pt x="787721" y="3741907"/>
                  </a:lnTo>
                  <a:lnTo>
                    <a:pt x="754801" y="3719455"/>
                  </a:lnTo>
                  <a:lnTo>
                    <a:pt x="722375" y="3695733"/>
                  </a:lnTo>
                  <a:lnTo>
                    <a:pt x="690458" y="3670765"/>
                  </a:lnTo>
                  <a:lnTo>
                    <a:pt x="659064" y="3644570"/>
                  </a:lnTo>
                  <a:lnTo>
                    <a:pt x="628208" y="3617172"/>
                  </a:lnTo>
                  <a:lnTo>
                    <a:pt x="597904" y="3588591"/>
                  </a:lnTo>
                  <a:lnTo>
                    <a:pt x="568169" y="3558850"/>
                  </a:lnTo>
                  <a:lnTo>
                    <a:pt x="539016" y="3527971"/>
                  </a:lnTo>
                  <a:lnTo>
                    <a:pt x="510460" y="3495974"/>
                  </a:lnTo>
                  <a:lnTo>
                    <a:pt x="482516" y="3462882"/>
                  </a:lnTo>
                  <a:lnTo>
                    <a:pt x="455199" y="3428717"/>
                  </a:lnTo>
                  <a:lnTo>
                    <a:pt x="428524" y="3393500"/>
                  </a:lnTo>
                  <a:lnTo>
                    <a:pt x="402505" y="3357253"/>
                  </a:lnTo>
                  <a:lnTo>
                    <a:pt x="377158" y="3319998"/>
                  </a:lnTo>
                  <a:lnTo>
                    <a:pt x="352496" y="3281756"/>
                  </a:lnTo>
                  <a:lnTo>
                    <a:pt x="328535" y="3242550"/>
                  </a:lnTo>
                  <a:lnTo>
                    <a:pt x="305290" y="3202400"/>
                  </a:lnTo>
                  <a:lnTo>
                    <a:pt x="282775" y="3161330"/>
                  </a:lnTo>
                  <a:lnTo>
                    <a:pt x="261006" y="3119359"/>
                  </a:lnTo>
                  <a:lnTo>
                    <a:pt x="239996" y="3076512"/>
                  </a:lnTo>
                  <a:lnTo>
                    <a:pt x="219761" y="3032808"/>
                  </a:lnTo>
                  <a:lnTo>
                    <a:pt x="200316" y="2988269"/>
                  </a:lnTo>
                  <a:lnTo>
                    <a:pt x="181675" y="2942919"/>
                  </a:lnTo>
                  <a:lnTo>
                    <a:pt x="163854" y="2896777"/>
                  </a:lnTo>
                  <a:lnTo>
                    <a:pt x="146866" y="2849867"/>
                  </a:lnTo>
                  <a:lnTo>
                    <a:pt x="130727" y="2802209"/>
                  </a:lnTo>
                  <a:lnTo>
                    <a:pt x="115451" y="2753826"/>
                  </a:lnTo>
                  <a:lnTo>
                    <a:pt x="101054" y="2704739"/>
                  </a:lnTo>
                  <a:lnTo>
                    <a:pt x="87550" y="2654970"/>
                  </a:lnTo>
                  <a:lnTo>
                    <a:pt x="74954" y="2604540"/>
                  </a:lnTo>
                  <a:lnTo>
                    <a:pt x="63280" y="2553472"/>
                  </a:lnTo>
                  <a:lnTo>
                    <a:pt x="52544" y="2501787"/>
                  </a:lnTo>
                  <a:lnTo>
                    <a:pt x="42760" y="2449508"/>
                  </a:lnTo>
                  <a:lnTo>
                    <a:pt x="33944" y="2396654"/>
                  </a:lnTo>
                  <a:lnTo>
                    <a:pt x="26109" y="2343250"/>
                  </a:lnTo>
                  <a:lnTo>
                    <a:pt x="19271" y="2289315"/>
                  </a:lnTo>
                  <a:lnTo>
                    <a:pt x="13444" y="2234873"/>
                  </a:lnTo>
                  <a:lnTo>
                    <a:pt x="8643" y="2179944"/>
                  </a:lnTo>
                  <a:lnTo>
                    <a:pt x="4884" y="2124550"/>
                  </a:lnTo>
                  <a:lnTo>
                    <a:pt x="2180" y="2068714"/>
                  </a:lnTo>
                  <a:lnTo>
                    <a:pt x="547" y="2012456"/>
                  </a:lnTo>
                  <a:lnTo>
                    <a:pt x="0" y="1955800"/>
                  </a:lnTo>
                  <a:lnTo>
                    <a:pt x="547" y="1899143"/>
                  </a:lnTo>
                  <a:lnTo>
                    <a:pt x="2180" y="1842885"/>
                  </a:lnTo>
                  <a:lnTo>
                    <a:pt x="4884" y="1787049"/>
                  </a:lnTo>
                  <a:lnTo>
                    <a:pt x="8643" y="1731655"/>
                  </a:lnTo>
                  <a:lnTo>
                    <a:pt x="13444" y="1676726"/>
                  </a:lnTo>
                  <a:lnTo>
                    <a:pt x="19271" y="1622284"/>
                  </a:lnTo>
                  <a:lnTo>
                    <a:pt x="26109" y="1568349"/>
                  </a:lnTo>
                  <a:lnTo>
                    <a:pt x="33944" y="1514945"/>
                  </a:lnTo>
                  <a:lnTo>
                    <a:pt x="42760" y="1462091"/>
                  </a:lnTo>
                  <a:lnTo>
                    <a:pt x="52544" y="1409812"/>
                  </a:lnTo>
                  <a:lnTo>
                    <a:pt x="63280" y="1358127"/>
                  </a:lnTo>
                  <a:lnTo>
                    <a:pt x="74954" y="1307059"/>
                  </a:lnTo>
                  <a:lnTo>
                    <a:pt x="87550" y="1256629"/>
                  </a:lnTo>
                  <a:lnTo>
                    <a:pt x="101054" y="1206860"/>
                  </a:lnTo>
                  <a:lnTo>
                    <a:pt x="115451" y="1157773"/>
                  </a:lnTo>
                  <a:lnTo>
                    <a:pt x="130727" y="1109390"/>
                  </a:lnTo>
                  <a:lnTo>
                    <a:pt x="146866" y="1061732"/>
                  </a:lnTo>
                  <a:lnTo>
                    <a:pt x="163854" y="1014822"/>
                  </a:lnTo>
                  <a:lnTo>
                    <a:pt x="181675" y="968680"/>
                  </a:lnTo>
                  <a:lnTo>
                    <a:pt x="200316" y="923330"/>
                  </a:lnTo>
                  <a:lnTo>
                    <a:pt x="219761" y="878791"/>
                  </a:lnTo>
                  <a:lnTo>
                    <a:pt x="239996" y="835087"/>
                  </a:lnTo>
                  <a:lnTo>
                    <a:pt x="261006" y="792240"/>
                  </a:lnTo>
                  <a:lnTo>
                    <a:pt x="282775" y="750269"/>
                  </a:lnTo>
                  <a:lnTo>
                    <a:pt x="305290" y="709199"/>
                  </a:lnTo>
                  <a:lnTo>
                    <a:pt x="328535" y="669049"/>
                  </a:lnTo>
                  <a:lnTo>
                    <a:pt x="352496" y="629843"/>
                  </a:lnTo>
                  <a:lnTo>
                    <a:pt x="377158" y="591601"/>
                  </a:lnTo>
                  <a:lnTo>
                    <a:pt x="402505" y="554346"/>
                  </a:lnTo>
                  <a:lnTo>
                    <a:pt x="428524" y="518099"/>
                  </a:lnTo>
                  <a:lnTo>
                    <a:pt x="455199" y="482882"/>
                  </a:lnTo>
                  <a:lnTo>
                    <a:pt x="482516" y="448717"/>
                  </a:lnTo>
                  <a:lnTo>
                    <a:pt x="510460" y="415625"/>
                  </a:lnTo>
                  <a:lnTo>
                    <a:pt x="539016" y="383628"/>
                  </a:lnTo>
                  <a:lnTo>
                    <a:pt x="568169" y="352749"/>
                  </a:lnTo>
                  <a:lnTo>
                    <a:pt x="597904" y="323008"/>
                  </a:lnTo>
                  <a:lnTo>
                    <a:pt x="628208" y="294427"/>
                  </a:lnTo>
                  <a:lnTo>
                    <a:pt x="659064" y="267029"/>
                  </a:lnTo>
                  <a:lnTo>
                    <a:pt x="690458" y="240834"/>
                  </a:lnTo>
                  <a:lnTo>
                    <a:pt x="722375" y="215866"/>
                  </a:lnTo>
                  <a:lnTo>
                    <a:pt x="754801" y="192144"/>
                  </a:lnTo>
                  <a:lnTo>
                    <a:pt x="787721" y="169692"/>
                  </a:lnTo>
                  <a:lnTo>
                    <a:pt x="821120" y="148531"/>
                  </a:lnTo>
                  <a:lnTo>
                    <a:pt x="854983" y="128683"/>
                  </a:lnTo>
                  <a:lnTo>
                    <a:pt x="889295" y="110169"/>
                  </a:lnTo>
                  <a:lnTo>
                    <a:pt x="924042" y="93011"/>
                  </a:lnTo>
                  <a:lnTo>
                    <a:pt x="959208" y="77231"/>
                  </a:lnTo>
                  <a:lnTo>
                    <a:pt x="994779" y="62850"/>
                  </a:lnTo>
                  <a:lnTo>
                    <a:pt x="1030741" y="49891"/>
                  </a:lnTo>
                  <a:lnTo>
                    <a:pt x="1067078" y="38376"/>
                  </a:lnTo>
                  <a:lnTo>
                    <a:pt x="1140819" y="19760"/>
                  </a:lnTo>
                  <a:lnTo>
                    <a:pt x="1215884" y="7179"/>
                  </a:lnTo>
                  <a:lnTo>
                    <a:pt x="1253876" y="3205"/>
                  </a:lnTo>
                  <a:lnTo>
                    <a:pt x="1292155" y="804"/>
                  </a:lnTo>
                  <a:lnTo>
                    <a:pt x="1330705" y="0"/>
                  </a:lnTo>
                  <a:lnTo>
                    <a:pt x="1369249" y="804"/>
                  </a:lnTo>
                  <a:lnTo>
                    <a:pt x="1407522" y="3205"/>
                  </a:lnTo>
                  <a:lnTo>
                    <a:pt x="1445508" y="7179"/>
                  </a:lnTo>
                  <a:lnTo>
                    <a:pt x="1520561" y="19760"/>
                  </a:lnTo>
                  <a:lnTo>
                    <a:pt x="1594292" y="38376"/>
                  </a:lnTo>
                  <a:lnTo>
                    <a:pt x="1630624" y="49891"/>
                  </a:lnTo>
                  <a:lnTo>
                    <a:pt x="1666580" y="62850"/>
                  </a:lnTo>
                  <a:lnTo>
                    <a:pt x="1702147" y="77231"/>
                  </a:lnTo>
                  <a:lnTo>
                    <a:pt x="1737309" y="93011"/>
                  </a:lnTo>
                  <a:lnTo>
                    <a:pt x="1772052" y="110169"/>
                  </a:lnTo>
                  <a:lnTo>
                    <a:pt x="1806360" y="128683"/>
                  </a:lnTo>
                  <a:lnTo>
                    <a:pt x="1840219" y="148531"/>
                  </a:lnTo>
                  <a:lnTo>
                    <a:pt x="1873614" y="169692"/>
                  </a:lnTo>
                  <a:lnTo>
                    <a:pt x="1906530" y="192144"/>
                  </a:lnTo>
                  <a:lnTo>
                    <a:pt x="1938953" y="215866"/>
                  </a:lnTo>
                  <a:lnTo>
                    <a:pt x="1970867" y="240834"/>
                  </a:lnTo>
                  <a:lnTo>
                    <a:pt x="2002258" y="267029"/>
                  </a:lnTo>
                  <a:lnTo>
                    <a:pt x="2033111" y="294427"/>
                  </a:lnTo>
                  <a:lnTo>
                    <a:pt x="2063412" y="323008"/>
                  </a:lnTo>
                  <a:lnTo>
                    <a:pt x="2093145" y="352749"/>
                  </a:lnTo>
                  <a:lnTo>
                    <a:pt x="2122295" y="383628"/>
                  </a:lnTo>
                  <a:lnTo>
                    <a:pt x="2150849" y="415625"/>
                  </a:lnTo>
                  <a:lnTo>
                    <a:pt x="2178790" y="448717"/>
                  </a:lnTo>
                  <a:lnTo>
                    <a:pt x="2206105" y="482882"/>
                  </a:lnTo>
                  <a:lnTo>
                    <a:pt x="2232778" y="518099"/>
                  </a:lnTo>
                  <a:lnTo>
                    <a:pt x="2258795" y="554346"/>
                  </a:lnTo>
                  <a:lnTo>
                    <a:pt x="2284141" y="591601"/>
                  </a:lnTo>
                  <a:lnTo>
                    <a:pt x="2308801" y="629843"/>
                  </a:lnTo>
                  <a:lnTo>
                    <a:pt x="2332761" y="669049"/>
                  </a:lnTo>
                  <a:lnTo>
                    <a:pt x="2356005" y="709199"/>
                  </a:lnTo>
                  <a:lnTo>
                    <a:pt x="2378518" y="750269"/>
                  </a:lnTo>
                  <a:lnTo>
                    <a:pt x="2400286" y="792240"/>
                  </a:lnTo>
                  <a:lnTo>
                    <a:pt x="2421295" y="835087"/>
                  </a:lnTo>
                  <a:lnTo>
                    <a:pt x="2441529" y="878791"/>
                  </a:lnTo>
                  <a:lnTo>
                    <a:pt x="2460973" y="923330"/>
                  </a:lnTo>
                  <a:lnTo>
                    <a:pt x="2479613" y="968680"/>
                  </a:lnTo>
                  <a:lnTo>
                    <a:pt x="2497434" y="1014822"/>
                  </a:lnTo>
                  <a:lnTo>
                    <a:pt x="2514422" y="1061732"/>
                  </a:lnTo>
                  <a:lnTo>
                    <a:pt x="2530560" y="1109390"/>
                  </a:lnTo>
                  <a:lnTo>
                    <a:pt x="2545835" y="1157773"/>
                  </a:lnTo>
                  <a:lnTo>
                    <a:pt x="2560232" y="1206860"/>
                  </a:lnTo>
                  <a:lnTo>
                    <a:pt x="2573736" y="1256629"/>
                  </a:lnTo>
                  <a:lnTo>
                    <a:pt x="2586332" y="1307059"/>
                  </a:lnTo>
                  <a:lnTo>
                    <a:pt x="2598005" y="1358127"/>
                  </a:lnTo>
                  <a:lnTo>
                    <a:pt x="2608741" y="1409812"/>
                  </a:lnTo>
                  <a:lnTo>
                    <a:pt x="2618524" y="1462091"/>
                  </a:lnTo>
                  <a:lnTo>
                    <a:pt x="2627341" y="1514945"/>
                  </a:lnTo>
                  <a:lnTo>
                    <a:pt x="2635176" y="1568349"/>
                  </a:lnTo>
                  <a:lnTo>
                    <a:pt x="2642014" y="1622284"/>
                  </a:lnTo>
                  <a:lnTo>
                    <a:pt x="2647840" y="1676726"/>
                  </a:lnTo>
                  <a:lnTo>
                    <a:pt x="2652641" y="1731655"/>
                  </a:lnTo>
                  <a:lnTo>
                    <a:pt x="2656400" y="1787049"/>
                  </a:lnTo>
                  <a:lnTo>
                    <a:pt x="2659104" y="1842885"/>
                  </a:lnTo>
                  <a:lnTo>
                    <a:pt x="2660737" y="1899143"/>
                  </a:lnTo>
                  <a:lnTo>
                    <a:pt x="2661284" y="1955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69100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2806700" y="0"/>
                  </a:moveTo>
                  <a:lnTo>
                    <a:pt x="0" y="0"/>
                  </a:lnTo>
                  <a:lnTo>
                    <a:pt x="0" y="2684145"/>
                  </a:lnTo>
                  <a:lnTo>
                    <a:pt x="2806700" y="2684145"/>
                  </a:lnTo>
                  <a:lnTo>
                    <a:pt x="2806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69100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0" y="2684145"/>
                  </a:moveTo>
                  <a:lnTo>
                    <a:pt x="2806700" y="2684145"/>
                  </a:lnTo>
                  <a:lnTo>
                    <a:pt x="2806700" y="0"/>
                  </a:lnTo>
                  <a:lnTo>
                    <a:pt x="0" y="0"/>
                  </a:lnTo>
                  <a:lnTo>
                    <a:pt x="0" y="268414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04659" y="3162300"/>
              <a:ext cx="358140" cy="971550"/>
            </a:xfrm>
            <a:custGeom>
              <a:avLst/>
              <a:gdLst/>
              <a:ahLst/>
              <a:cxnLst/>
              <a:rect l="l" t="t" r="r" b="b"/>
              <a:pathLst>
                <a:path w="358140" h="971550">
                  <a:moveTo>
                    <a:pt x="0" y="0"/>
                  </a:moveTo>
                  <a:lnTo>
                    <a:pt x="358140" y="971550"/>
                  </a:lnTo>
                </a:path>
              </a:pathLst>
            </a:custGeom>
            <a:ln w="285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2295" y="3555491"/>
              <a:ext cx="9842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08950" y="4663694"/>
              <a:ext cx="98425" cy="114173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6470650" y="2705734"/>
            <a:ext cx="3235960" cy="2058670"/>
          </a:xfrm>
          <a:custGeom>
            <a:avLst/>
            <a:gdLst/>
            <a:ahLst/>
            <a:cxnLst/>
            <a:rect l="l" t="t" r="r" b="b"/>
            <a:pathLst>
              <a:path w="3235959" h="2058670">
                <a:moveTo>
                  <a:pt x="3235706" y="2020316"/>
                </a:moveTo>
                <a:lnTo>
                  <a:pt x="3223006" y="2013966"/>
                </a:lnTo>
                <a:lnTo>
                  <a:pt x="3159506" y="1982216"/>
                </a:lnTo>
                <a:lnTo>
                  <a:pt x="3159506" y="2013966"/>
                </a:lnTo>
                <a:lnTo>
                  <a:pt x="44450" y="2013966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2013966"/>
                </a:lnTo>
                <a:lnTo>
                  <a:pt x="31750" y="2015998"/>
                </a:lnTo>
                <a:lnTo>
                  <a:pt x="31750" y="2026666"/>
                </a:lnTo>
                <a:lnTo>
                  <a:pt x="3159506" y="2026666"/>
                </a:lnTo>
                <a:lnTo>
                  <a:pt x="3159506" y="2058416"/>
                </a:lnTo>
                <a:lnTo>
                  <a:pt x="3223006" y="2026666"/>
                </a:lnTo>
                <a:lnTo>
                  <a:pt x="3235706" y="20203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578472" y="2555824"/>
            <a:ext cx="6070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b="0" spc="-10" dirty="0">
                <a:latin typeface="Cambria Math"/>
                <a:cs typeface="Cambria Math"/>
              </a:rPr>
              <a:t>𝐽</a:t>
            </a:r>
            <a:r>
              <a:rPr sz="1725" b="0" spc="-15" baseline="-14492" dirty="0">
                <a:latin typeface="Cambria Math"/>
                <a:cs typeface="Cambria Math"/>
              </a:rPr>
              <a:t>𝑒</a:t>
            </a:r>
            <a:r>
              <a:rPr sz="1600" b="0" spc="-10" dirty="0">
                <a:latin typeface="Cambria Math"/>
                <a:cs typeface="Cambria Math"/>
              </a:rPr>
              <a:t>(𝑎</a:t>
            </a:r>
            <a:r>
              <a:rPr sz="1725" b="0" spc="-15" baseline="-14492" dirty="0">
                <a:latin typeface="Cambria Math"/>
                <a:cs typeface="Cambria Math"/>
              </a:rPr>
              <a:t>1</a:t>
            </a:r>
            <a:r>
              <a:rPr sz="1600" b="0" spc="-10" dirty="0">
                <a:latin typeface="Cambria Math"/>
                <a:cs typeface="Cambria Math"/>
              </a:rPr>
              <a:t>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13976" y="4569078"/>
            <a:ext cx="2705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𝑎</a:t>
            </a:r>
            <a:r>
              <a:rPr sz="1725" spc="-37" baseline="-14492" dirty="0">
                <a:latin typeface="Cambria Math"/>
                <a:cs typeface="Cambria Math"/>
              </a:rPr>
              <a:t>1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75245" y="2882011"/>
            <a:ext cx="1918970" cy="451484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 marR="30480" indent="69850">
              <a:lnSpc>
                <a:spcPts val="1670"/>
              </a:lnSpc>
              <a:spcBef>
                <a:spcPts val="165"/>
              </a:spcBef>
            </a:pPr>
            <a:r>
              <a:rPr sz="1400" dirty="0">
                <a:latin typeface="Cambria Math"/>
                <a:cs typeface="Cambria Math"/>
              </a:rPr>
              <a:t>𝒂</a:t>
            </a:r>
            <a:r>
              <a:rPr sz="1500" baseline="-16666" dirty="0">
                <a:latin typeface="Cambria Math"/>
                <a:cs typeface="Cambria Math"/>
              </a:rPr>
              <a:t>𝟏</a:t>
            </a:r>
            <a:r>
              <a:rPr sz="1500" spc="232" baseline="-16666" dirty="0">
                <a:latin typeface="Cambria Math"/>
                <a:cs typeface="Cambria Math"/>
              </a:rPr>
              <a:t> </a:t>
            </a:r>
            <a:r>
              <a:rPr sz="1400" b="1" dirty="0">
                <a:latin typeface="Calibri"/>
                <a:cs typeface="Calibri"/>
              </a:rPr>
              <a:t>inicializado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em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uma </a:t>
            </a:r>
            <a:r>
              <a:rPr sz="1400" b="1" dirty="0">
                <a:latin typeface="Calibri"/>
                <a:cs typeface="Calibri"/>
              </a:rPr>
              <a:t>posição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antes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do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mínimo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99527" y="4776342"/>
            <a:ext cx="5397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67" baseline="-21825" dirty="0">
                <a:latin typeface="Cambria Math"/>
                <a:cs typeface="Cambria Math"/>
              </a:rPr>
              <a:t>𝑎</a:t>
            </a:r>
            <a:r>
              <a:rPr sz="1000" spc="45" dirty="0">
                <a:latin typeface="Cambria Math"/>
                <a:cs typeface="Cambria Math"/>
              </a:rPr>
              <a:t>ótimo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42986" y="4934839"/>
            <a:ext cx="1057910" cy="361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196850" algn="ctr">
              <a:lnSpc>
                <a:spcPts val="1070"/>
              </a:lnSpc>
              <a:spcBef>
                <a:spcPts val="120"/>
              </a:spcBef>
            </a:pPr>
            <a:r>
              <a:rPr sz="1000" spc="35" dirty="0">
                <a:latin typeface="Cambria Math"/>
                <a:cs typeface="Cambria Math"/>
              </a:rPr>
              <a:t>1</a:t>
            </a:r>
            <a:endParaRPr sz="1000">
              <a:latin typeface="Cambria Math"/>
              <a:cs typeface="Cambria Math"/>
            </a:endParaRPr>
          </a:p>
          <a:p>
            <a:pPr marL="12700">
              <a:lnSpc>
                <a:spcPts val="1550"/>
              </a:lnSpc>
            </a:pPr>
            <a:r>
              <a:rPr sz="1400" dirty="0">
                <a:latin typeface="Calibri"/>
                <a:cs typeface="Calibri"/>
              </a:rPr>
              <a:t>mínimo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global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19645" y="4937505"/>
            <a:ext cx="100965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35" dirty="0">
                <a:latin typeface="Cambria Math"/>
                <a:cs typeface="Cambria Math"/>
              </a:rPr>
              <a:t>1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99757" y="4779009"/>
            <a:ext cx="5664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60" baseline="-21825" dirty="0">
                <a:latin typeface="Cambria Math"/>
                <a:cs typeface="Cambria Math"/>
              </a:rPr>
              <a:t>𝑎</a:t>
            </a:r>
            <a:r>
              <a:rPr sz="1000" spc="40" dirty="0">
                <a:latin typeface="Cambria Math"/>
                <a:cs typeface="Cambria Math"/>
              </a:rPr>
              <a:t>inicial</a:t>
            </a:r>
            <a:endParaRPr sz="1000">
              <a:latin typeface="Cambria Math"/>
              <a:cs typeface="Cambria Math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971918" y="3648075"/>
            <a:ext cx="1162685" cy="1198245"/>
            <a:chOff x="6971918" y="3648075"/>
            <a:chExt cx="1162685" cy="1198245"/>
          </a:xfrm>
        </p:grpSpPr>
        <p:sp>
          <p:nvSpPr>
            <p:cNvPr id="18" name="object 18"/>
            <p:cNvSpPr/>
            <p:nvPr/>
          </p:nvSpPr>
          <p:spPr>
            <a:xfrm>
              <a:off x="6981443" y="3648075"/>
              <a:ext cx="0" cy="1080135"/>
            </a:xfrm>
            <a:custGeom>
              <a:avLst/>
              <a:gdLst/>
              <a:ahLst/>
              <a:cxnLst/>
              <a:rect l="l" t="t" r="r" b="b"/>
              <a:pathLst>
                <a:path h="1080135">
                  <a:moveTo>
                    <a:pt x="0" y="0"/>
                  </a:moveTo>
                  <a:lnTo>
                    <a:pt x="0" y="1080008"/>
                  </a:lnTo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986269" y="4769866"/>
              <a:ext cx="1148080" cy="76200"/>
            </a:xfrm>
            <a:custGeom>
              <a:avLst/>
              <a:gdLst/>
              <a:ahLst/>
              <a:cxnLst/>
              <a:rect l="l" t="t" r="r" b="b"/>
              <a:pathLst>
                <a:path w="1148079" h="76200">
                  <a:moveTo>
                    <a:pt x="1141932" y="34797"/>
                  </a:moveTo>
                  <a:lnTo>
                    <a:pt x="1084579" y="34797"/>
                  </a:lnTo>
                  <a:lnTo>
                    <a:pt x="1084579" y="41147"/>
                  </a:lnTo>
                  <a:lnTo>
                    <a:pt x="1071890" y="41177"/>
                  </a:lnTo>
                  <a:lnTo>
                    <a:pt x="1072006" y="76199"/>
                  </a:lnTo>
                  <a:lnTo>
                    <a:pt x="1148079" y="37845"/>
                  </a:lnTo>
                  <a:lnTo>
                    <a:pt x="1141932" y="34797"/>
                  </a:lnTo>
                  <a:close/>
                </a:path>
                <a:path w="1148079" h="76200">
                  <a:moveTo>
                    <a:pt x="1071869" y="34827"/>
                  </a:moveTo>
                  <a:lnTo>
                    <a:pt x="0" y="37337"/>
                  </a:lnTo>
                  <a:lnTo>
                    <a:pt x="0" y="43687"/>
                  </a:lnTo>
                  <a:lnTo>
                    <a:pt x="1071890" y="41177"/>
                  </a:lnTo>
                  <a:lnTo>
                    <a:pt x="1071869" y="34827"/>
                  </a:lnTo>
                  <a:close/>
                </a:path>
                <a:path w="1148079" h="76200">
                  <a:moveTo>
                    <a:pt x="1084579" y="34797"/>
                  </a:moveTo>
                  <a:lnTo>
                    <a:pt x="1071869" y="34827"/>
                  </a:lnTo>
                  <a:lnTo>
                    <a:pt x="1071890" y="41177"/>
                  </a:lnTo>
                  <a:lnTo>
                    <a:pt x="1084579" y="41147"/>
                  </a:lnTo>
                  <a:lnTo>
                    <a:pt x="1084579" y="34797"/>
                  </a:lnTo>
                  <a:close/>
                </a:path>
                <a:path w="1148079" h="76200">
                  <a:moveTo>
                    <a:pt x="1071752" y="0"/>
                  </a:moveTo>
                  <a:lnTo>
                    <a:pt x="1071869" y="34827"/>
                  </a:lnTo>
                  <a:lnTo>
                    <a:pt x="1141932" y="34797"/>
                  </a:lnTo>
                  <a:lnTo>
                    <a:pt x="107175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605773" y="5469432"/>
            <a:ext cx="100965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35" dirty="0">
                <a:latin typeface="Cambria Math"/>
                <a:cs typeface="Cambria Math"/>
              </a:rPr>
              <a:t>1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610090" y="5437378"/>
            <a:ext cx="292735" cy="165735"/>
          </a:xfrm>
          <a:custGeom>
            <a:avLst/>
            <a:gdLst/>
            <a:ahLst/>
            <a:cxnLst/>
            <a:rect l="l" t="t" r="r" b="b"/>
            <a:pathLst>
              <a:path w="292734" h="165735">
                <a:moveTo>
                  <a:pt x="239902" y="0"/>
                </a:moveTo>
                <a:lnTo>
                  <a:pt x="237489" y="6731"/>
                </a:lnTo>
                <a:lnTo>
                  <a:pt x="247088" y="10872"/>
                </a:lnTo>
                <a:lnTo>
                  <a:pt x="255317" y="16621"/>
                </a:lnTo>
                <a:lnTo>
                  <a:pt x="275034" y="54816"/>
                </a:lnTo>
                <a:lnTo>
                  <a:pt x="277494" y="81788"/>
                </a:lnTo>
                <a:lnTo>
                  <a:pt x="276877" y="96359"/>
                </a:lnTo>
                <a:lnTo>
                  <a:pt x="262193" y="141037"/>
                </a:lnTo>
                <a:lnTo>
                  <a:pt x="237743" y="158457"/>
                </a:lnTo>
                <a:lnTo>
                  <a:pt x="239902" y="165163"/>
                </a:lnTo>
                <a:lnTo>
                  <a:pt x="279018" y="136271"/>
                </a:lnTo>
                <a:lnTo>
                  <a:pt x="291752" y="97819"/>
                </a:lnTo>
                <a:lnTo>
                  <a:pt x="292607" y="82677"/>
                </a:lnTo>
                <a:lnTo>
                  <a:pt x="291750" y="67532"/>
                </a:lnTo>
                <a:lnTo>
                  <a:pt x="278891" y="28956"/>
                </a:lnTo>
                <a:lnTo>
                  <a:pt x="251852" y="4310"/>
                </a:lnTo>
                <a:lnTo>
                  <a:pt x="239902" y="0"/>
                </a:lnTo>
                <a:close/>
              </a:path>
              <a:path w="292734" h="165735">
                <a:moveTo>
                  <a:pt x="52577" y="0"/>
                </a:moveTo>
                <a:lnTo>
                  <a:pt x="13588" y="28956"/>
                </a:lnTo>
                <a:lnTo>
                  <a:pt x="837" y="67532"/>
                </a:lnTo>
                <a:lnTo>
                  <a:pt x="0" y="82677"/>
                </a:lnTo>
                <a:lnTo>
                  <a:pt x="837" y="97819"/>
                </a:lnTo>
                <a:lnTo>
                  <a:pt x="13588" y="136271"/>
                </a:lnTo>
                <a:lnTo>
                  <a:pt x="52577" y="165163"/>
                </a:lnTo>
                <a:lnTo>
                  <a:pt x="54736" y="158457"/>
                </a:lnTo>
                <a:lnTo>
                  <a:pt x="45303" y="154287"/>
                </a:lnTo>
                <a:lnTo>
                  <a:pt x="37179" y="148482"/>
                </a:lnTo>
                <a:lnTo>
                  <a:pt x="17446" y="109585"/>
                </a:lnTo>
                <a:lnTo>
                  <a:pt x="14985" y="81788"/>
                </a:lnTo>
                <a:lnTo>
                  <a:pt x="15603" y="67665"/>
                </a:lnTo>
                <a:lnTo>
                  <a:pt x="30362" y="23965"/>
                </a:lnTo>
                <a:lnTo>
                  <a:pt x="54990" y="6731"/>
                </a:lnTo>
                <a:lnTo>
                  <a:pt x="525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612635" y="5379466"/>
            <a:ext cx="32639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gradiente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negativo</a:t>
            </a:r>
            <a:r>
              <a:rPr sz="1400" spc="-10" dirty="0">
                <a:latin typeface="Calibri"/>
                <a:cs typeface="Calibri"/>
              </a:rPr>
              <a:t>: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𝑎</a:t>
            </a:r>
            <a:r>
              <a:rPr sz="1500" baseline="-16666" dirty="0">
                <a:latin typeface="Cambria Math"/>
                <a:cs typeface="Cambria Math"/>
              </a:rPr>
              <a:t>1</a:t>
            </a:r>
            <a:r>
              <a:rPr sz="1500" spc="345" baseline="-16666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90" dirty="0">
                <a:latin typeface="Cambria Math"/>
                <a:cs typeface="Cambria Math"/>
              </a:rPr>
              <a:t> </a:t>
            </a:r>
            <a:r>
              <a:rPr sz="1400" spc="55" dirty="0">
                <a:latin typeface="Cambria Math"/>
                <a:cs typeface="Cambria Math"/>
              </a:rPr>
              <a:t>𝑎</a:t>
            </a:r>
            <a:r>
              <a:rPr sz="1500" spc="82" baseline="30555" dirty="0">
                <a:latin typeface="Cambria Math"/>
                <a:cs typeface="Cambria Math"/>
              </a:rPr>
              <a:t>inicial</a:t>
            </a:r>
            <a:r>
              <a:rPr sz="1500" spc="232" baseline="3055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+</a:t>
            </a:r>
            <a:r>
              <a:rPr sz="1400" spc="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𝛼𝛻𝐽</a:t>
            </a:r>
            <a:r>
              <a:rPr sz="1500" baseline="-16666" dirty="0">
                <a:latin typeface="Cambria Math"/>
                <a:cs typeface="Cambria Math"/>
              </a:rPr>
              <a:t>𝑒</a:t>
            </a:r>
            <a:r>
              <a:rPr sz="1500" spc="705" baseline="-16666" dirty="0">
                <a:latin typeface="Cambria Math"/>
                <a:cs typeface="Cambria Math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𝑎</a:t>
            </a:r>
            <a:r>
              <a:rPr sz="1500" spc="-37" baseline="-16666" dirty="0">
                <a:latin typeface="Cambria Math"/>
                <a:cs typeface="Cambria Math"/>
              </a:rPr>
              <a:t>1</a:t>
            </a:r>
            <a:endParaRPr sz="1500" baseline="-16666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85431" y="5592876"/>
            <a:ext cx="27997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𝑎</a:t>
            </a:r>
            <a:r>
              <a:rPr sz="1500" baseline="-16666" dirty="0">
                <a:latin typeface="Cambria Math"/>
                <a:cs typeface="Cambria Math"/>
              </a:rPr>
              <a:t>1</a:t>
            </a:r>
            <a:r>
              <a:rPr sz="1500" spc="202" baseline="-16666" dirty="0">
                <a:latin typeface="Cambria Math"/>
                <a:cs typeface="Cambria Math"/>
              </a:rPr>
              <a:t> </a:t>
            </a:r>
            <a:r>
              <a:rPr sz="1400" dirty="0">
                <a:latin typeface="Calibri"/>
                <a:cs typeface="Calibri"/>
              </a:rPr>
              <a:t>aumenta 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aproxima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mínimo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62750" y="638555"/>
            <a:ext cx="2819400" cy="4139565"/>
            <a:chOff x="6762750" y="638555"/>
            <a:chExt cx="2819400" cy="4139565"/>
          </a:xfrm>
        </p:grpSpPr>
        <p:sp>
          <p:nvSpPr>
            <p:cNvPr id="3" name="object 3"/>
            <p:cNvSpPr/>
            <p:nvPr/>
          </p:nvSpPr>
          <p:spPr>
            <a:xfrm>
              <a:off x="6845300" y="800861"/>
              <a:ext cx="2661285" cy="3911600"/>
            </a:xfrm>
            <a:custGeom>
              <a:avLst/>
              <a:gdLst/>
              <a:ahLst/>
              <a:cxnLst/>
              <a:rect l="l" t="t" r="r" b="b"/>
              <a:pathLst>
                <a:path w="2661284" h="3911600">
                  <a:moveTo>
                    <a:pt x="2661284" y="1955800"/>
                  </a:moveTo>
                  <a:lnTo>
                    <a:pt x="2660737" y="2012456"/>
                  </a:lnTo>
                  <a:lnTo>
                    <a:pt x="2659104" y="2068714"/>
                  </a:lnTo>
                  <a:lnTo>
                    <a:pt x="2656400" y="2124550"/>
                  </a:lnTo>
                  <a:lnTo>
                    <a:pt x="2652641" y="2179944"/>
                  </a:lnTo>
                  <a:lnTo>
                    <a:pt x="2647840" y="2234873"/>
                  </a:lnTo>
                  <a:lnTo>
                    <a:pt x="2642014" y="2289315"/>
                  </a:lnTo>
                  <a:lnTo>
                    <a:pt x="2635176" y="2343250"/>
                  </a:lnTo>
                  <a:lnTo>
                    <a:pt x="2627341" y="2396654"/>
                  </a:lnTo>
                  <a:lnTo>
                    <a:pt x="2618524" y="2449508"/>
                  </a:lnTo>
                  <a:lnTo>
                    <a:pt x="2608741" y="2501787"/>
                  </a:lnTo>
                  <a:lnTo>
                    <a:pt x="2598005" y="2553472"/>
                  </a:lnTo>
                  <a:lnTo>
                    <a:pt x="2586332" y="2604540"/>
                  </a:lnTo>
                  <a:lnTo>
                    <a:pt x="2573736" y="2654970"/>
                  </a:lnTo>
                  <a:lnTo>
                    <a:pt x="2560232" y="2704739"/>
                  </a:lnTo>
                  <a:lnTo>
                    <a:pt x="2545835" y="2753826"/>
                  </a:lnTo>
                  <a:lnTo>
                    <a:pt x="2530560" y="2802209"/>
                  </a:lnTo>
                  <a:lnTo>
                    <a:pt x="2514422" y="2849867"/>
                  </a:lnTo>
                  <a:lnTo>
                    <a:pt x="2497434" y="2896777"/>
                  </a:lnTo>
                  <a:lnTo>
                    <a:pt x="2479613" y="2942919"/>
                  </a:lnTo>
                  <a:lnTo>
                    <a:pt x="2460973" y="2988269"/>
                  </a:lnTo>
                  <a:lnTo>
                    <a:pt x="2441529" y="3032808"/>
                  </a:lnTo>
                  <a:lnTo>
                    <a:pt x="2421295" y="3076512"/>
                  </a:lnTo>
                  <a:lnTo>
                    <a:pt x="2400286" y="3119359"/>
                  </a:lnTo>
                  <a:lnTo>
                    <a:pt x="2378518" y="3161330"/>
                  </a:lnTo>
                  <a:lnTo>
                    <a:pt x="2356005" y="3202400"/>
                  </a:lnTo>
                  <a:lnTo>
                    <a:pt x="2332761" y="3242550"/>
                  </a:lnTo>
                  <a:lnTo>
                    <a:pt x="2308801" y="3281756"/>
                  </a:lnTo>
                  <a:lnTo>
                    <a:pt x="2284141" y="3319998"/>
                  </a:lnTo>
                  <a:lnTo>
                    <a:pt x="2258795" y="3357253"/>
                  </a:lnTo>
                  <a:lnTo>
                    <a:pt x="2232778" y="3393500"/>
                  </a:lnTo>
                  <a:lnTo>
                    <a:pt x="2206105" y="3428717"/>
                  </a:lnTo>
                  <a:lnTo>
                    <a:pt x="2178790" y="3462882"/>
                  </a:lnTo>
                  <a:lnTo>
                    <a:pt x="2150849" y="3495974"/>
                  </a:lnTo>
                  <a:lnTo>
                    <a:pt x="2122295" y="3527971"/>
                  </a:lnTo>
                  <a:lnTo>
                    <a:pt x="2093145" y="3558850"/>
                  </a:lnTo>
                  <a:lnTo>
                    <a:pt x="2063412" y="3588591"/>
                  </a:lnTo>
                  <a:lnTo>
                    <a:pt x="2033111" y="3617172"/>
                  </a:lnTo>
                  <a:lnTo>
                    <a:pt x="2002258" y="3644570"/>
                  </a:lnTo>
                  <a:lnTo>
                    <a:pt x="1970867" y="3670765"/>
                  </a:lnTo>
                  <a:lnTo>
                    <a:pt x="1938953" y="3695733"/>
                  </a:lnTo>
                  <a:lnTo>
                    <a:pt x="1906530" y="3719455"/>
                  </a:lnTo>
                  <a:lnTo>
                    <a:pt x="1873614" y="3741907"/>
                  </a:lnTo>
                  <a:lnTo>
                    <a:pt x="1840219" y="3763068"/>
                  </a:lnTo>
                  <a:lnTo>
                    <a:pt x="1806360" y="3782916"/>
                  </a:lnTo>
                  <a:lnTo>
                    <a:pt x="1772052" y="3801430"/>
                  </a:lnTo>
                  <a:lnTo>
                    <a:pt x="1737309" y="3818588"/>
                  </a:lnTo>
                  <a:lnTo>
                    <a:pt x="1702147" y="3834368"/>
                  </a:lnTo>
                  <a:lnTo>
                    <a:pt x="1666580" y="3848749"/>
                  </a:lnTo>
                  <a:lnTo>
                    <a:pt x="1630624" y="3861708"/>
                  </a:lnTo>
                  <a:lnTo>
                    <a:pt x="1594292" y="3873223"/>
                  </a:lnTo>
                  <a:lnTo>
                    <a:pt x="1520561" y="3891839"/>
                  </a:lnTo>
                  <a:lnTo>
                    <a:pt x="1445508" y="3904420"/>
                  </a:lnTo>
                  <a:lnTo>
                    <a:pt x="1407522" y="3908394"/>
                  </a:lnTo>
                  <a:lnTo>
                    <a:pt x="1369249" y="3910795"/>
                  </a:lnTo>
                  <a:lnTo>
                    <a:pt x="1330705" y="3911600"/>
                  </a:lnTo>
                  <a:lnTo>
                    <a:pt x="1292155" y="3910795"/>
                  </a:lnTo>
                  <a:lnTo>
                    <a:pt x="1253876" y="3908394"/>
                  </a:lnTo>
                  <a:lnTo>
                    <a:pt x="1215884" y="3904420"/>
                  </a:lnTo>
                  <a:lnTo>
                    <a:pt x="1140819" y="3891839"/>
                  </a:lnTo>
                  <a:lnTo>
                    <a:pt x="1067078" y="3873223"/>
                  </a:lnTo>
                  <a:lnTo>
                    <a:pt x="1030741" y="3861708"/>
                  </a:lnTo>
                  <a:lnTo>
                    <a:pt x="994779" y="3848749"/>
                  </a:lnTo>
                  <a:lnTo>
                    <a:pt x="959208" y="3834368"/>
                  </a:lnTo>
                  <a:lnTo>
                    <a:pt x="924042" y="3818588"/>
                  </a:lnTo>
                  <a:lnTo>
                    <a:pt x="889295" y="3801430"/>
                  </a:lnTo>
                  <a:lnTo>
                    <a:pt x="854983" y="3782916"/>
                  </a:lnTo>
                  <a:lnTo>
                    <a:pt x="821120" y="3763068"/>
                  </a:lnTo>
                  <a:lnTo>
                    <a:pt x="787721" y="3741907"/>
                  </a:lnTo>
                  <a:lnTo>
                    <a:pt x="754801" y="3719455"/>
                  </a:lnTo>
                  <a:lnTo>
                    <a:pt x="722375" y="3695733"/>
                  </a:lnTo>
                  <a:lnTo>
                    <a:pt x="690458" y="3670765"/>
                  </a:lnTo>
                  <a:lnTo>
                    <a:pt x="659064" y="3644570"/>
                  </a:lnTo>
                  <a:lnTo>
                    <a:pt x="628208" y="3617172"/>
                  </a:lnTo>
                  <a:lnTo>
                    <a:pt x="597904" y="3588591"/>
                  </a:lnTo>
                  <a:lnTo>
                    <a:pt x="568169" y="3558850"/>
                  </a:lnTo>
                  <a:lnTo>
                    <a:pt x="539016" y="3527971"/>
                  </a:lnTo>
                  <a:lnTo>
                    <a:pt x="510460" y="3495974"/>
                  </a:lnTo>
                  <a:lnTo>
                    <a:pt x="482516" y="3462882"/>
                  </a:lnTo>
                  <a:lnTo>
                    <a:pt x="455199" y="3428717"/>
                  </a:lnTo>
                  <a:lnTo>
                    <a:pt x="428524" y="3393500"/>
                  </a:lnTo>
                  <a:lnTo>
                    <a:pt x="402505" y="3357253"/>
                  </a:lnTo>
                  <a:lnTo>
                    <a:pt x="377158" y="3319998"/>
                  </a:lnTo>
                  <a:lnTo>
                    <a:pt x="352496" y="3281756"/>
                  </a:lnTo>
                  <a:lnTo>
                    <a:pt x="328535" y="3242550"/>
                  </a:lnTo>
                  <a:lnTo>
                    <a:pt x="305290" y="3202400"/>
                  </a:lnTo>
                  <a:lnTo>
                    <a:pt x="282775" y="3161330"/>
                  </a:lnTo>
                  <a:lnTo>
                    <a:pt x="261006" y="3119359"/>
                  </a:lnTo>
                  <a:lnTo>
                    <a:pt x="239996" y="3076512"/>
                  </a:lnTo>
                  <a:lnTo>
                    <a:pt x="219761" y="3032808"/>
                  </a:lnTo>
                  <a:lnTo>
                    <a:pt x="200316" y="2988269"/>
                  </a:lnTo>
                  <a:lnTo>
                    <a:pt x="181675" y="2942919"/>
                  </a:lnTo>
                  <a:lnTo>
                    <a:pt x="163854" y="2896777"/>
                  </a:lnTo>
                  <a:lnTo>
                    <a:pt x="146866" y="2849867"/>
                  </a:lnTo>
                  <a:lnTo>
                    <a:pt x="130727" y="2802209"/>
                  </a:lnTo>
                  <a:lnTo>
                    <a:pt x="115451" y="2753826"/>
                  </a:lnTo>
                  <a:lnTo>
                    <a:pt x="101054" y="2704739"/>
                  </a:lnTo>
                  <a:lnTo>
                    <a:pt x="87550" y="2654970"/>
                  </a:lnTo>
                  <a:lnTo>
                    <a:pt x="74954" y="2604540"/>
                  </a:lnTo>
                  <a:lnTo>
                    <a:pt x="63280" y="2553472"/>
                  </a:lnTo>
                  <a:lnTo>
                    <a:pt x="52544" y="2501787"/>
                  </a:lnTo>
                  <a:lnTo>
                    <a:pt x="42760" y="2449508"/>
                  </a:lnTo>
                  <a:lnTo>
                    <a:pt x="33944" y="2396654"/>
                  </a:lnTo>
                  <a:lnTo>
                    <a:pt x="26109" y="2343250"/>
                  </a:lnTo>
                  <a:lnTo>
                    <a:pt x="19271" y="2289315"/>
                  </a:lnTo>
                  <a:lnTo>
                    <a:pt x="13444" y="2234873"/>
                  </a:lnTo>
                  <a:lnTo>
                    <a:pt x="8643" y="2179944"/>
                  </a:lnTo>
                  <a:lnTo>
                    <a:pt x="4884" y="2124550"/>
                  </a:lnTo>
                  <a:lnTo>
                    <a:pt x="2180" y="2068714"/>
                  </a:lnTo>
                  <a:lnTo>
                    <a:pt x="547" y="2012456"/>
                  </a:lnTo>
                  <a:lnTo>
                    <a:pt x="0" y="1955800"/>
                  </a:lnTo>
                  <a:lnTo>
                    <a:pt x="547" y="1899143"/>
                  </a:lnTo>
                  <a:lnTo>
                    <a:pt x="2180" y="1842885"/>
                  </a:lnTo>
                  <a:lnTo>
                    <a:pt x="4884" y="1787049"/>
                  </a:lnTo>
                  <a:lnTo>
                    <a:pt x="8643" y="1731655"/>
                  </a:lnTo>
                  <a:lnTo>
                    <a:pt x="13444" y="1676726"/>
                  </a:lnTo>
                  <a:lnTo>
                    <a:pt x="19271" y="1622284"/>
                  </a:lnTo>
                  <a:lnTo>
                    <a:pt x="26109" y="1568349"/>
                  </a:lnTo>
                  <a:lnTo>
                    <a:pt x="33944" y="1514945"/>
                  </a:lnTo>
                  <a:lnTo>
                    <a:pt x="42760" y="1462091"/>
                  </a:lnTo>
                  <a:lnTo>
                    <a:pt x="52544" y="1409812"/>
                  </a:lnTo>
                  <a:lnTo>
                    <a:pt x="63280" y="1358127"/>
                  </a:lnTo>
                  <a:lnTo>
                    <a:pt x="74954" y="1307059"/>
                  </a:lnTo>
                  <a:lnTo>
                    <a:pt x="87550" y="1256629"/>
                  </a:lnTo>
                  <a:lnTo>
                    <a:pt x="101054" y="1206860"/>
                  </a:lnTo>
                  <a:lnTo>
                    <a:pt x="115451" y="1157773"/>
                  </a:lnTo>
                  <a:lnTo>
                    <a:pt x="130727" y="1109390"/>
                  </a:lnTo>
                  <a:lnTo>
                    <a:pt x="146866" y="1061732"/>
                  </a:lnTo>
                  <a:lnTo>
                    <a:pt x="163854" y="1014822"/>
                  </a:lnTo>
                  <a:lnTo>
                    <a:pt x="181675" y="968680"/>
                  </a:lnTo>
                  <a:lnTo>
                    <a:pt x="200316" y="923330"/>
                  </a:lnTo>
                  <a:lnTo>
                    <a:pt x="219761" y="878791"/>
                  </a:lnTo>
                  <a:lnTo>
                    <a:pt x="239996" y="835087"/>
                  </a:lnTo>
                  <a:lnTo>
                    <a:pt x="261006" y="792240"/>
                  </a:lnTo>
                  <a:lnTo>
                    <a:pt x="282775" y="750269"/>
                  </a:lnTo>
                  <a:lnTo>
                    <a:pt x="305290" y="709199"/>
                  </a:lnTo>
                  <a:lnTo>
                    <a:pt x="328535" y="669049"/>
                  </a:lnTo>
                  <a:lnTo>
                    <a:pt x="352496" y="629843"/>
                  </a:lnTo>
                  <a:lnTo>
                    <a:pt x="377158" y="591601"/>
                  </a:lnTo>
                  <a:lnTo>
                    <a:pt x="402505" y="554346"/>
                  </a:lnTo>
                  <a:lnTo>
                    <a:pt x="428524" y="518099"/>
                  </a:lnTo>
                  <a:lnTo>
                    <a:pt x="455199" y="482882"/>
                  </a:lnTo>
                  <a:lnTo>
                    <a:pt x="482516" y="448717"/>
                  </a:lnTo>
                  <a:lnTo>
                    <a:pt x="510460" y="415625"/>
                  </a:lnTo>
                  <a:lnTo>
                    <a:pt x="539016" y="383628"/>
                  </a:lnTo>
                  <a:lnTo>
                    <a:pt x="568169" y="352749"/>
                  </a:lnTo>
                  <a:lnTo>
                    <a:pt x="597904" y="323008"/>
                  </a:lnTo>
                  <a:lnTo>
                    <a:pt x="628208" y="294427"/>
                  </a:lnTo>
                  <a:lnTo>
                    <a:pt x="659064" y="267029"/>
                  </a:lnTo>
                  <a:lnTo>
                    <a:pt x="690458" y="240834"/>
                  </a:lnTo>
                  <a:lnTo>
                    <a:pt x="722375" y="215866"/>
                  </a:lnTo>
                  <a:lnTo>
                    <a:pt x="754801" y="192144"/>
                  </a:lnTo>
                  <a:lnTo>
                    <a:pt x="787721" y="169692"/>
                  </a:lnTo>
                  <a:lnTo>
                    <a:pt x="821120" y="148531"/>
                  </a:lnTo>
                  <a:lnTo>
                    <a:pt x="854983" y="128683"/>
                  </a:lnTo>
                  <a:lnTo>
                    <a:pt x="889295" y="110169"/>
                  </a:lnTo>
                  <a:lnTo>
                    <a:pt x="924042" y="93011"/>
                  </a:lnTo>
                  <a:lnTo>
                    <a:pt x="959208" y="77231"/>
                  </a:lnTo>
                  <a:lnTo>
                    <a:pt x="994779" y="62850"/>
                  </a:lnTo>
                  <a:lnTo>
                    <a:pt x="1030741" y="49891"/>
                  </a:lnTo>
                  <a:lnTo>
                    <a:pt x="1067078" y="38376"/>
                  </a:lnTo>
                  <a:lnTo>
                    <a:pt x="1140819" y="19760"/>
                  </a:lnTo>
                  <a:lnTo>
                    <a:pt x="1215884" y="7179"/>
                  </a:lnTo>
                  <a:lnTo>
                    <a:pt x="1253876" y="3205"/>
                  </a:lnTo>
                  <a:lnTo>
                    <a:pt x="1292155" y="804"/>
                  </a:lnTo>
                  <a:lnTo>
                    <a:pt x="1330705" y="0"/>
                  </a:lnTo>
                  <a:lnTo>
                    <a:pt x="1369249" y="804"/>
                  </a:lnTo>
                  <a:lnTo>
                    <a:pt x="1407522" y="3205"/>
                  </a:lnTo>
                  <a:lnTo>
                    <a:pt x="1445508" y="7179"/>
                  </a:lnTo>
                  <a:lnTo>
                    <a:pt x="1520561" y="19760"/>
                  </a:lnTo>
                  <a:lnTo>
                    <a:pt x="1594292" y="38376"/>
                  </a:lnTo>
                  <a:lnTo>
                    <a:pt x="1630624" y="49891"/>
                  </a:lnTo>
                  <a:lnTo>
                    <a:pt x="1666580" y="62850"/>
                  </a:lnTo>
                  <a:lnTo>
                    <a:pt x="1702147" y="77231"/>
                  </a:lnTo>
                  <a:lnTo>
                    <a:pt x="1737309" y="93011"/>
                  </a:lnTo>
                  <a:lnTo>
                    <a:pt x="1772052" y="110169"/>
                  </a:lnTo>
                  <a:lnTo>
                    <a:pt x="1806360" y="128683"/>
                  </a:lnTo>
                  <a:lnTo>
                    <a:pt x="1840219" y="148531"/>
                  </a:lnTo>
                  <a:lnTo>
                    <a:pt x="1873614" y="169692"/>
                  </a:lnTo>
                  <a:lnTo>
                    <a:pt x="1906530" y="192144"/>
                  </a:lnTo>
                  <a:lnTo>
                    <a:pt x="1938953" y="215866"/>
                  </a:lnTo>
                  <a:lnTo>
                    <a:pt x="1970867" y="240834"/>
                  </a:lnTo>
                  <a:lnTo>
                    <a:pt x="2002258" y="267029"/>
                  </a:lnTo>
                  <a:lnTo>
                    <a:pt x="2033111" y="294427"/>
                  </a:lnTo>
                  <a:lnTo>
                    <a:pt x="2063412" y="323008"/>
                  </a:lnTo>
                  <a:lnTo>
                    <a:pt x="2093145" y="352749"/>
                  </a:lnTo>
                  <a:lnTo>
                    <a:pt x="2122295" y="383628"/>
                  </a:lnTo>
                  <a:lnTo>
                    <a:pt x="2150849" y="415625"/>
                  </a:lnTo>
                  <a:lnTo>
                    <a:pt x="2178790" y="448717"/>
                  </a:lnTo>
                  <a:lnTo>
                    <a:pt x="2206105" y="482882"/>
                  </a:lnTo>
                  <a:lnTo>
                    <a:pt x="2232778" y="518099"/>
                  </a:lnTo>
                  <a:lnTo>
                    <a:pt x="2258795" y="554346"/>
                  </a:lnTo>
                  <a:lnTo>
                    <a:pt x="2284141" y="591601"/>
                  </a:lnTo>
                  <a:lnTo>
                    <a:pt x="2308801" y="629843"/>
                  </a:lnTo>
                  <a:lnTo>
                    <a:pt x="2332761" y="669049"/>
                  </a:lnTo>
                  <a:lnTo>
                    <a:pt x="2356005" y="709199"/>
                  </a:lnTo>
                  <a:lnTo>
                    <a:pt x="2378518" y="750269"/>
                  </a:lnTo>
                  <a:lnTo>
                    <a:pt x="2400286" y="792240"/>
                  </a:lnTo>
                  <a:lnTo>
                    <a:pt x="2421295" y="835087"/>
                  </a:lnTo>
                  <a:lnTo>
                    <a:pt x="2441529" y="878791"/>
                  </a:lnTo>
                  <a:lnTo>
                    <a:pt x="2460973" y="923330"/>
                  </a:lnTo>
                  <a:lnTo>
                    <a:pt x="2479613" y="968680"/>
                  </a:lnTo>
                  <a:lnTo>
                    <a:pt x="2497434" y="1014822"/>
                  </a:lnTo>
                  <a:lnTo>
                    <a:pt x="2514422" y="1061732"/>
                  </a:lnTo>
                  <a:lnTo>
                    <a:pt x="2530560" y="1109390"/>
                  </a:lnTo>
                  <a:lnTo>
                    <a:pt x="2545835" y="1157773"/>
                  </a:lnTo>
                  <a:lnTo>
                    <a:pt x="2560232" y="1206860"/>
                  </a:lnTo>
                  <a:lnTo>
                    <a:pt x="2573736" y="1256629"/>
                  </a:lnTo>
                  <a:lnTo>
                    <a:pt x="2586332" y="1307059"/>
                  </a:lnTo>
                  <a:lnTo>
                    <a:pt x="2598005" y="1358127"/>
                  </a:lnTo>
                  <a:lnTo>
                    <a:pt x="2608741" y="1409812"/>
                  </a:lnTo>
                  <a:lnTo>
                    <a:pt x="2618524" y="1462091"/>
                  </a:lnTo>
                  <a:lnTo>
                    <a:pt x="2627341" y="1514945"/>
                  </a:lnTo>
                  <a:lnTo>
                    <a:pt x="2635176" y="1568349"/>
                  </a:lnTo>
                  <a:lnTo>
                    <a:pt x="2642014" y="1622284"/>
                  </a:lnTo>
                  <a:lnTo>
                    <a:pt x="2647840" y="1676726"/>
                  </a:lnTo>
                  <a:lnTo>
                    <a:pt x="2652641" y="1731655"/>
                  </a:lnTo>
                  <a:lnTo>
                    <a:pt x="2656400" y="1787049"/>
                  </a:lnTo>
                  <a:lnTo>
                    <a:pt x="2659104" y="1842885"/>
                  </a:lnTo>
                  <a:lnTo>
                    <a:pt x="2660737" y="1899143"/>
                  </a:lnTo>
                  <a:lnTo>
                    <a:pt x="2661284" y="1955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69100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2806700" y="0"/>
                  </a:moveTo>
                  <a:lnTo>
                    <a:pt x="0" y="0"/>
                  </a:lnTo>
                  <a:lnTo>
                    <a:pt x="0" y="2684145"/>
                  </a:lnTo>
                  <a:lnTo>
                    <a:pt x="2806700" y="2684145"/>
                  </a:lnTo>
                  <a:lnTo>
                    <a:pt x="2806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69100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0" y="2684145"/>
                  </a:moveTo>
                  <a:lnTo>
                    <a:pt x="2806700" y="2684145"/>
                  </a:lnTo>
                  <a:lnTo>
                    <a:pt x="2806700" y="0"/>
                  </a:lnTo>
                  <a:lnTo>
                    <a:pt x="0" y="0"/>
                  </a:lnTo>
                  <a:lnTo>
                    <a:pt x="0" y="268414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08950" y="4663694"/>
              <a:ext cx="98425" cy="114173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6470650" y="2705734"/>
            <a:ext cx="3235960" cy="2058670"/>
          </a:xfrm>
          <a:custGeom>
            <a:avLst/>
            <a:gdLst/>
            <a:ahLst/>
            <a:cxnLst/>
            <a:rect l="l" t="t" r="r" b="b"/>
            <a:pathLst>
              <a:path w="3235959" h="2058670">
                <a:moveTo>
                  <a:pt x="3235706" y="2020316"/>
                </a:moveTo>
                <a:lnTo>
                  <a:pt x="3223006" y="2013966"/>
                </a:lnTo>
                <a:lnTo>
                  <a:pt x="3159506" y="1982216"/>
                </a:lnTo>
                <a:lnTo>
                  <a:pt x="3159506" y="2013966"/>
                </a:lnTo>
                <a:lnTo>
                  <a:pt x="44450" y="2013966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2013966"/>
                </a:lnTo>
                <a:lnTo>
                  <a:pt x="31750" y="2015998"/>
                </a:lnTo>
                <a:lnTo>
                  <a:pt x="31750" y="2026666"/>
                </a:lnTo>
                <a:lnTo>
                  <a:pt x="3159506" y="2026666"/>
                </a:lnTo>
                <a:lnTo>
                  <a:pt x="3159506" y="2058416"/>
                </a:lnTo>
                <a:lnTo>
                  <a:pt x="3223006" y="2026666"/>
                </a:lnTo>
                <a:lnTo>
                  <a:pt x="3235706" y="20203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78472" y="2555824"/>
            <a:ext cx="6070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mbria Math"/>
                <a:cs typeface="Cambria Math"/>
              </a:rPr>
              <a:t>𝐽</a:t>
            </a:r>
            <a:r>
              <a:rPr sz="1725" spc="-15" baseline="-14492" dirty="0">
                <a:latin typeface="Cambria Math"/>
                <a:cs typeface="Cambria Math"/>
              </a:rPr>
              <a:t>𝑒</a:t>
            </a:r>
            <a:r>
              <a:rPr sz="1600" spc="-10" dirty="0">
                <a:latin typeface="Cambria Math"/>
                <a:cs typeface="Cambria Math"/>
              </a:rPr>
              <a:t>(𝑎</a:t>
            </a:r>
            <a:r>
              <a:rPr sz="1725" spc="-15" baseline="-14492" dirty="0">
                <a:latin typeface="Cambria Math"/>
                <a:cs typeface="Cambria Math"/>
              </a:rPr>
              <a:t>1</a:t>
            </a:r>
            <a:r>
              <a:rPr sz="1600" spc="-10" dirty="0">
                <a:latin typeface="Cambria Math"/>
                <a:cs typeface="Cambria Math"/>
              </a:rPr>
              <a:t>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13976" y="4569078"/>
            <a:ext cx="2705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𝑎</a:t>
            </a:r>
            <a:r>
              <a:rPr sz="1725" spc="-37" baseline="-14492" dirty="0">
                <a:latin typeface="Cambria Math"/>
                <a:cs typeface="Cambria Math"/>
              </a:rPr>
              <a:t>1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45350" y="2882011"/>
            <a:ext cx="1780539" cy="451484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40640" marR="30480" indent="-3175">
              <a:lnSpc>
                <a:spcPts val="1670"/>
              </a:lnSpc>
              <a:spcBef>
                <a:spcPts val="165"/>
              </a:spcBef>
            </a:pPr>
            <a:r>
              <a:rPr sz="1400" dirty="0">
                <a:latin typeface="Cambria Math"/>
                <a:cs typeface="Cambria Math"/>
              </a:rPr>
              <a:t>𝒂</a:t>
            </a:r>
            <a:r>
              <a:rPr sz="1500" baseline="-16666" dirty="0">
                <a:latin typeface="Cambria Math"/>
                <a:cs typeface="Cambria Math"/>
              </a:rPr>
              <a:t>𝟏</a:t>
            </a:r>
            <a:r>
              <a:rPr sz="1500" spc="232" baseline="-16666" dirty="0">
                <a:latin typeface="Cambria Math"/>
                <a:cs typeface="Cambria Math"/>
              </a:rPr>
              <a:t> </a:t>
            </a:r>
            <a:r>
              <a:rPr sz="1400" b="1" dirty="0">
                <a:latin typeface="Calibri"/>
                <a:cs typeface="Calibri"/>
              </a:rPr>
              <a:t>inicializado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em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uma </a:t>
            </a:r>
            <a:r>
              <a:rPr sz="1400" b="1" dirty="0">
                <a:latin typeface="Calibri"/>
                <a:cs typeface="Calibri"/>
              </a:rPr>
              <a:t>posição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após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mínimo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99527" y="4776342"/>
            <a:ext cx="5397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67" baseline="-21825" dirty="0">
                <a:latin typeface="Cambria Math"/>
                <a:cs typeface="Cambria Math"/>
              </a:rPr>
              <a:t>𝑎</a:t>
            </a:r>
            <a:r>
              <a:rPr sz="1000" spc="45" dirty="0">
                <a:latin typeface="Cambria Math"/>
                <a:cs typeface="Cambria Math"/>
              </a:rPr>
              <a:t>ótimo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42986" y="4934839"/>
            <a:ext cx="1057910" cy="361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196850" algn="ctr">
              <a:lnSpc>
                <a:spcPts val="1070"/>
              </a:lnSpc>
              <a:spcBef>
                <a:spcPts val="120"/>
              </a:spcBef>
            </a:pPr>
            <a:r>
              <a:rPr sz="1000" spc="35" dirty="0">
                <a:latin typeface="Cambria Math"/>
                <a:cs typeface="Cambria Math"/>
              </a:rPr>
              <a:t>1</a:t>
            </a:r>
            <a:endParaRPr sz="1000">
              <a:latin typeface="Cambria Math"/>
              <a:cs typeface="Cambria Math"/>
            </a:endParaRPr>
          </a:p>
          <a:p>
            <a:pPr marL="12700">
              <a:lnSpc>
                <a:spcPts val="1550"/>
              </a:lnSpc>
            </a:pPr>
            <a:r>
              <a:rPr sz="1400" dirty="0">
                <a:latin typeface="Calibri"/>
                <a:cs typeface="Calibri"/>
              </a:rPr>
              <a:t>mínimo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global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01150" y="4937505"/>
            <a:ext cx="100965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35" dirty="0">
                <a:latin typeface="Cambria Math"/>
                <a:cs typeface="Cambria Math"/>
              </a:rPr>
              <a:t>1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81261" y="4779009"/>
            <a:ext cx="5664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60" baseline="-21825" dirty="0">
                <a:latin typeface="Cambria Math"/>
                <a:cs typeface="Cambria Math"/>
              </a:rPr>
              <a:t>𝑎</a:t>
            </a:r>
            <a:r>
              <a:rPr sz="1000" spc="40" dirty="0">
                <a:latin typeface="Cambria Math"/>
                <a:cs typeface="Cambria Math"/>
              </a:rPr>
              <a:t>inicial</a:t>
            </a:r>
            <a:endParaRPr sz="10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205469" y="3170872"/>
            <a:ext cx="1353820" cy="1677670"/>
            <a:chOff x="8205469" y="3170872"/>
            <a:chExt cx="1353820" cy="1677670"/>
          </a:xfrm>
        </p:grpSpPr>
        <p:sp>
          <p:nvSpPr>
            <p:cNvPr id="16" name="object 16"/>
            <p:cNvSpPr/>
            <p:nvPr/>
          </p:nvSpPr>
          <p:spPr>
            <a:xfrm>
              <a:off x="9362693" y="3648075"/>
              <a:ext cx="0" cy="1080135"/>
            </a:xfrm>
            <a:custGeom>
              <a:avLst/>
              <a:gdLst/>
              <a:ahLst/>
              <a:cxnLst/>
              <a:rect l="l" t="t" r="r" b="b"/>
              <a:pathLst>
                <a:path h="1080135">
                  <a:moveTo>
                    <a:pt x="0" y="0"/>
                  </a:moveTo>
                  <a:lnTo>
                    <a:pt x="0" y="1080008"/>
                  </a:lnTo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05469" y="4772025"/>
              <a:ext cx="1148080" cy="76200"/>
            </a:xfrm>
            <a:custGeom>
              <a:avLst/>
              <a:gdLst/>
              <a:ahLst/>
              <a:cxnLst/>
              <a:rect l="l" t="t" r="r" b="b"/>
              <a:pathLst>
                <a:path w="1148079" h="76200">
                  <a:moveTo>
                    <a:pt x="76073" y="0"/>
                  </a:moveTo>
                  <a:lnTo>
                    <a:pt x="0" y="38354"/>
                  </a:lnTo>
                  <a:lnTo>
                    <a:pt x="76200" y="76200"/>
                  </a:lnTo>
                  <a:lnTo>
                    <a:pt x="76142" y="41401"/>
                  </a:lnTo>
                  <a:lnTo>
                    <a:pt x="63500" y="41401"/>
                  </a:lnTo>
                  <a:lnTo>
                    <a:pt x="63500" y="35051"/>
                  </a:lnTo>
                  <a:lnTo>
                    <a:pt x="76131" y="35022"/>
                  </a:lnTo>
                  <a:lnTo>
                    <a:pt x="76073" y="0"/>
                  </a:lnTo>
                  <a:close/>
                </a:path>
                <a:path w="1148079" h="76200">
                  <a:moveTo>
                    <a:pt x="76131" y="35022"/>
                  </a:moveTo>
                  <a:lnTo>
                    <a:pt x="63500" y="35051"/>
                  </a:lnTo>
                  <a:lnTo>
                    <a:pt x="63500" y="41401"/>
                  </a:lnTo>
                  <a:lnTo>
                    <a:pt x="76141" y="41372"/>
                  </a:lnTo>
                  <a:lnTo>
                    <a:pt x="76131" y="35022"/>
                  </a:lnTo>
                  <a:close/>
                </a:path>
                <a:path w="1148079" h="76200">
                  <a:moveTo>
                    <a:pt x="76141" y="41372"/>
                  </a:moveTo>
                  <a:lnTo>
                    <a:pt x="63500" y="41401"/>
                  </a:lnTo>
                  <a:lnTo>
                    <a:pt x="76142" y="41401"/>
                  </a:lnTo>
                  <a:close/>
                </a:path>
                <a:path w="1148079" h="76200">
                  <a:moveTo>
                    <a:pt x="1148079" y="32512"/>
                  </a:moveTo>
                  <a:lnTo>
                    <a:pt x="76131" y="35022"/>
                  </a:lnTo>
                  <a:lnTo>
                    <a:pt x="76141" y="41372"/>
                  </a:lnTo>
                  <a:lnTo>
                    <a:pt x="1148079" y="38862"/>
                  </a:lnTo>
                  <a:lnTo>
                    <a:pt x="1148079" y="3251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218040" y="3185160"/>
              <a:ext cx="327025" cy="924560"/>
            </a:xfrm>
            <a:custGeom>
              <a:avLst/>
              <a:gdLst/>
              <a:ahLst/>
              <a:cxnLst/>
              <a:rect l="l" t="t" r="r" b="b"/>
              <a:pathLst>
                <a:path w="327025" h="924560">
                  <a:moveTo>
                    <a:pt x="326643" y="0"/>
                  </a:moveTo>
                  <a:lnTo>
                    <a:pt x="0" y="924559"/>
                  </a:lnTo>
                </a:path>
              </a:pathLst>
            </a:custGeom>
            <a:ln w="285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28784" y="3555492"/>
              <a:ext cx="98425" cy="1143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582914" y="5469432"/>
            <a:ext cx="100965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35" dirty="0">
                <a:latin typeface="Cambria Math"/>
                <a:cs typeface="Cambria Math"/>
              </a:rPr>
              <a:t>1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587103" y="5437378"/>
            <a:ext cx="294640" cy="165735"/>
          </a:xfrm>
          <a:custGeom>
            <a:avLst/>
            <a:gdLst/>
            <a:ahLst/>
            <a:cxnLst/>
            <a:rect l="l" t="t" r="r" b="b"/>
            <a:pathLst>
              <a:path w="294640" h="165735">
                <a:moveTo>
                  <a:pt x="241553" y="0"/>
                </a:moveTo>
                <a:lnTo>
                  <a:pt x="239141" y="6731"/>
                </a:lnTo>
                <a:lnTo>
                  <a:pt x="248739" y="10872"/>
                </a:lnTo>
                <a:lnTo>
                  <a:pt x="256968" y="16621"/>
                </a:lnTo>
                <a:lnTo>
                  <a:pt x="276685" y="54816"/>
                </a:lnTo>
                <a:lnTo>
                  <a:pt x="279146" y="81788"/>
                </a:lnTo>
                <a:lnTo>
                  <a:pt x="278528" y="96359"/>
                </a:lnTo>
                <a:lnTo>
                  <a:pt x="263790" y="141037"/>
                </a:lnTo>
                <a:lnTo>
                  <a:pt x="239395" y="158457"/>
                </a:lnTo>
                <a:lnTo>
                  <a:pt x="241553" y="165163"/>
                </a:lnTo>
                <a:lnTo>
                  <a:pt x="280543" y="136271"/>
                </a:lnTo>
                <a:lnTo>
                  <a:pt x="293294" y="97819"/>
                </a:lnTo>
                <a:lnTo>
                  <a:pt x="294131" y="82677"/>
                </a:lnTo>
                <a:lnTo>
                  <a:pt x="293294" y="67532"/>
                </a:lnTo>
                <a:lnTo>
                  <a:pt x="280543" y="28956"/>
                </a:lnTo>
                <a:lnTo>
                  <a:pt x="253503" y="4310"/>
                </a:lnTo>
                <a:lnTo>
                  <a:pt x="241553" y="0"/>
                </a:lnTo>
                <a:close/>
              </a:path>
              <a:path w="294640" h="165735">
                <a:moveTo>
                  <a:pt x="52704" y="0"/>
                </a:moveTo>
                <a:lnTo>
                  <a:pt x="13716" y="28956"/>
                </a:lnTo>
                <a:lnTo>
                  <a:pt x="857" y="67532"/>
                </a:lnTo>
                <a:lnTo>
                  <a:pt x="0" y="82677"/>
                </a:lnTo>
                <a:lnTo>
                  <a:pt x="855" y="97819"/>
                </a:lnTo>
                <a:lnTo>
                  <a:pt x="13589" y="136271"/>
                </a:lnTo>
                <a:lnTo>
                  <a:pt x="52704" y="165163"/>
                </a:lnTo>
                <a:lnTo>
                  <a:pt x="54864" y="158457"/>
                </a:lnTo>
                <a:lnTo>
                  <a:pt x="45430" y="154287"/>
                </a:lnTo>
                <a:lnTo>
                  <a:pt x="37306" y="148482"/>
                </a:lnTo>
                <a:lnTo>
                  <a:pt x="17573" y="109585"/>
                </a:lnTo>
                <a:lnTo>
                  <a:pt x="15113" y="81788"/>
                </a:lnTo>
                <a:lnTo>
                  <a:pt x="15730" y="67665"/>
                </a:lnTo>
                <a:lnTo>
                  <a:pt x="30489" y="23965"/>
                </a:lnTo>
                <a:lnTo>
                  <a:pt x="55118" y="6731"/>
                </a:lnTo>
                <a:lnTo>
                  <a:pt x="52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635495" y="5379466"/>
            <a:ext cx="32194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gradiente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positivo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𝑎</a:t>
            </a:r>
            <a:r>
              <a:rPr sz="1500" baseline="-16666" dirty="0">
                <a:latin typeface="Cambria Math"/>
                <a:cs typeface="Cambria Math"/>
              </a:rPr>
              <a:t>1</a:t>
            </a:r>
            <a:r>
              <a:rPr sz="1500" spc="337" baseline="-16666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80" dirty="0">
                <a:latin typeface="Cambria Math"/>
                <a:cs typeface="Cambria Math"/>
              </a:rPr>
              <a:t> </a:t>
            </a:r>
            <a:r>
              <a:rPr sz="1400" spc="55" dirty="0">
                <a:latin typeface="Cambria Math"/>
                <a:cs typeface="Cambria Math"/>
              </a:rPr>
              <a:t>𝑎</a:t>
            </a:r>
            <a:r>
              <a:rPr sz="1500" spc="82" baseline="30555" dirty="0">
                <a:latin typeface="Cambria Math"/>
                <a:cs typeface="Cambria Math"/>
              </a:rPr>
              <a:t>inicial</a:t>
            </a:r>
            <a:r>
              <a:rPr sz="1500" spc="240" baseline="3055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−</a:t>
            </a:r>
            <a:r>
              <a:rPr sz="1400" spc="-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𝛼𝛻𝐽</a:t>
            </a:r>
            <a:r>
              <a:rPr sz="1500" baseline="-16666" dirty="0">
                <a:latin typeface="Cambria Math"/>
                <a:cs typeface="Cambria Math"/>
              </a:rPr>
              <a:t>𝑒</a:t>
            </a:r>
            <a:r>
              <a:rPr sz="1500" spc="697" baseline="-16666" dirty="0">
                <a:latin typeface="Cambria Math"/>
                <a:cs typeface="Cambria Math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𝑎</a:t>
            </a:r>
            <a:r>
              <a:rPr sz="1500" spc="-37" baseline="-16666" dirty="0">
                <a:latin typeface="Cambria Math"/>
                <a:cs typeface="Cambria Math"/>
              </a:rPr>
              <a:t>1</a:t>
            </a:r>
            <a:endParaRPr sz="1500" baseline="-16666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34200" y="5592876"/>
            <a:ext cx="27006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𝑎</a:t>
            </a:r>
            <a:r>
              <a:rPr sz="1500" baseline="-16666" dirty="0">
                <a:latin typeface="Cambria Math"/>
                <a:cs typeface="Cambria Math"/>
              </a:rPr>
              <a:t>1</a:t>
            </a:r>
            <a:r>
              <a:rPr sz="1500" spc="202" baseline="-16666" dirty="0">
                <a:latin typeface="Cambria Math"/>
                <a:cs typeface="Cambria Math"/>
              </a:rPr>
              <a:t> </a:t>
            </a:r>
            <a:r>
              <a:rPr sz="1400" dirty="0">
                <a:latin typeface="Calibri"/>
                <a:cs typeface="Calibri"/>
              </a:rPr>
              <a:t>diminiu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aproxima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</a:t>
            </a:r>
            <a:r>
              <a:rPr sz="1400" spc="-10" dirty="0">
                <a:latin typeface="Calibri"/>
                <a:cs typeface="Calibri"/>
              </a:rPr>
              <a:t> mínimo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021105" y="2817367"/>
            <a:ext cx="3632200" cy="2058670"/>
            <a:chOff x="1021105" y="2817367"/>
            <a:chExt cx="3632200" cy="2058670"/>
          </a:xfrm>
        </p:grpSpPr>
        <p:sp>
          <p:nvSpPr>
            <p:cNvPr id="25" name="object 25"/>
            <p:cNvSpPr/>
            <p:nvPr/>
          </p:nvSpPr>
          <p:spPr>
            <a:xfrm>
              <a:off x="1168400" y="3174999"/>
              <a:ext cx="3263900" cy="1459865"/>
            </a:xfrm>
            <a:custGeom>
              <a:avLst/>
              <a:gdLst/>
              <a:ahLst/>
              <a:cxnLst/>
              <a:rect l="l" t="t" r="r" b="b"/>
              <a:pathLst>
                <a:path w="3263900" h="1459864">
                  <a:moveTo>
                    <a:pt x="0" y="0"/>
                  </a:moveTo>
                  <a:lnTo>
                    <a:pt x="11206" y="51234"/>
                  </a:lnTo>
                  <a:lnTo>
                    <a:pt x="22465" y="102413"/>
                  </a:lnTo>
                  <a:lnTo>
                    <a:pt x="33831" y="153479"/>
                  </a:lnTo>
                  <a:lnTo>
                    <a:pt x="45354" y="204376"/>
                  </a:lnTo>
                  <a:lnTo>
                    <a:pt x="57089" y="255050"/>
                  </a:lnTo>
                  <a:lnTo>
                    <a:pt x="69088" y="305443"/>
                  </a:lnTo>
                  <a:lnTo>
                    <a:pt x="81403" y="355501"/>
                  </a:lnTo>
                  <a:lnTo>
                    <a:pt x="94088" y="405166"/>
                  </a:lnTo>
                  <a:lnTo>
                    <a:pt x="107193" y="454384"/>
                  </a:lnTo>
                  <a:lnTo>
                    <a:pt x="120774" y="503098"/>
                  </a:lnTo>
                  <a:lnTo>
                    <a:pt x="134881" y="551252"/>
                  </a:lnTo>
                  <a:lnTo>
                    <a:pt x="149568" y="598790"/>
                  </a:lnTo>
                  <a:lnTo>
                    <a:pt x="164887" y="645658"/>
                  </a:lnTo>
                  <a:lnTo>
                    <a:pt x="180891" y="691797"/>
                  </a:lnTo>
                  <a:lnTo>
                    <a:pt x="197633" y="737154"/>
                  </a:lnTo>
                  <a:lnTo>
                    <a:pt x="215164" y="781671"/>
                  </a:lnTo>
                  <a:lnTo>
                    <a:pt x="233539" y="825294"/>
                  </a:lnTo>
                  <a:lnTo>
                    <a:pt x="252809" y="867965"/>
                  </a:lnTo>
                  <a:lnTo>
                    <a:pt x="273027" y="909630"/>
                  </a:lnTo>
                  <a:lnTo>
                    <a:pt x="294246" y="950231"/>
                  </a:lnTo>
                  <a:lnTo>
                    <a:pt x="316518" y="989714"/>
                  </a:lnTo>
                  <a:lnTo>
                    <a:pt x="339896" y="1028023"/>
                  </a:lnTo>
                  <a:lnTo>
                    <a:pt x="364433" y="1065100"/>
                  </a:lnTo>
                  <a:lnTo>
                    <a:pt x="390181" y="1100892"/>
                  </a:lnTo>
                  <a:lnTo>
                    <a:pt x="417193" y="1135341"/>
                  </a:lnTo>
                  <a:lnTo>
                    <a:pt x="445522" y="1168392"/>
                  </a:lnTo>
                  <a:lnTo>
                    <a:pt x="475220" y="1199989"/>
                  </a:lnTo>
                  <a:lnTo>
                    <a:pt x="506339" y="1230076"/>
                  </a:lnTo>
                  <a:lnTo>
                    <a:pt x="538933" y="1258596"/>
                  </a:lnTo>
                  <a:lnTo>
                    <a:pt x="573055" y="1285495"/>
                  </a:lnTo>
                  <a:lnTo>
                    <a:pt x="608756" y="1310716"/>
                  </a:lnTo>
                  <a:lnTo>
                    <a:pt x="646089" y="1334204"/>
                  </a:lnTo>
                  <a:lnTo>
                    <a:pt x="685108" y="1355902"/>
                  </a:lnTo>
                  <a:lnTo>
                    <a:pt x="725864" y="1375755"/>
                  </a:lnTo>
                  <a:lnTo>
                    <a:pt x="768410" y="1393706"/>
                  </a:lnTo>
                  <a:lnTo>
                    <a:pt x="812800" y="1409700"/>
                  </a:lnTo>
                  <a:lnTo>
                    <a:pt x="882398" y="1428780"/>
                  </a:lnTo>
                  <a:lnTo>
                    <a:pt x="920299" y="1436488"/>
                  </a:lnTo>
                  <a:lnTo>
                    <a:pt x="960143" y="1443020"/>
                  </a:lnTo>
                  <a:lnTo>
                    <a:pt x="1001836" y="1448412"/>
                  </a:lnTo>
                  <a:lnTo>
                    <a:pt x="1045283" y="1452699"/>
                  </a:lnTo>
                  <a:lnTo>
                    <a:pt x="1090391" y="1455915"/>
                  </a:lnTo>
                  <a:lnTo>
                    <a:pt x="1137064" y="1458097"/>
                  </a:lnTo>
                  <a:lnTo>
                    <a:pt x="1185209" y="1459279"/>
                  </a:lnTo>
                  <a:lnTo>
                    <a:pt x="1234732" y="1459496"/>
                  </a:lnTo>
                  <a:lnTo>
                    <a:pt x="1285538" y="1458783"/>
                  </a:lnTo>
                  <a:lnTo>
                    <a:pt x="1337534" y="1457175"/>
                  </a:lnTo>
                  <a:lnTo>
                    <a:pt x="1390624" y="1454708"/>
                  </a:lnTo>
                  <a:lnTo>
                    <a:pt x="1444715" y="1451416"/>
                  </a:lnTo>
                  <a:lnTo>
                    <a:pt x="1499713" y="1447334"/>
                  </a:lnTo>
                  <a:lnTo>
                    <a:pt x="1555523" y="1442498"/>
                  </a:lnTo>
                  <a:lnTo>
                    <a:pt x="1612051" y="1436942"/>
                  </a:lnTo>
                  <a:lnTo>
                    <a:pt x="1669204" y="1430702"/>
                  </a:lnTo>
                  <a:lnTo>
                    <a:pt x="1726886" y="1423813"/>
                  </a:lnTo>
                  <a:lnTo>
                    <a:pt x="1785004" y="1416310"/>
                  </a:lnTo>
                  <a:lnTo>
                    <a:pt x="1843463" y="1408227"/>
                  </a:lnTo>
                  <a:lnTo>
                    <a:pt x="1902170" y="1399600"/>
                  </a:lnTo>
                  <a:lnTo>
                    <a:pt x="1961029" y="1390464"/>
                  </a:lnTo>
                  <a:lnTo>
                    <a:pt x="2019948" y="1380854"/>
                  </a:lnTo>
                  <a:lnTo>
                    <a:pt x="2078831" y="1370806"/>
                  </a:lnTo>
                  <a:lnTo>
                    <a:pt x="2137584" y="1360353"/>
                  </a:lnTo>
                  <a:lnTo>
                    <a:pt x="2196114" y="1349532"/>
                  </a:lnTo>
                  <a:lnTo>
                    <a:pt x="2254326" y="1338377"/>
                  </a:lnTo>
                  <a:lnTo>
                    <a:pt x="2312126" y="1326923"/>
                  </a:lnTo>
                  <a:lnTo>
                    <a:pt x="2369419" y="1315205"/>
                  </a:lnTo>
                  <a:lnTo>
                    <a:pt x="2426112" y="1303259"/>
                  </a:lnTo>
                  <a:lnTo>
                    <a:pt x="2482110" y="1291120"/>
                  </a:lnTo>
                  <a:lnTo>
                    <a:pt x="2537320" y="1278822"/>
                  </a:lnTo>
                  <a:lnTo>
                    <a:pt x="2591646" y="1266401"/>
                  </a:lnTo>
                  <a:lnTo>
                    <a:pt x="2644995" y="1253892"/>
                  </a:lnTo>
                  <a:lnTo>
                    <a:pt x="2697272" y="1241329"/>
                  </a:lnTo>
                  <a:lnTo>
                    <a:pt x="2748384" y="1228748"/>
                  </a:lnTo>
                  <a:lnTo>
                    <a:pt x="2798236" y="1216184"/>
                  </a:lnTo>
                  <a:lnTo>
                    <a:pt x="2846733" y="1203672"/>
                  </a:lnTo>
                  <a:lnTo>
                    <a:pt x="2893783" y="1191247"/>
                  </a:lnTo>
                  <a:lnTo>
                    <a:pt x="2939290" y="1178945"/>
                  </a:lnTo>
                  <a:lnTo>
                    <a:pt x="2983160" y="1166799"/>
                  </a:lnTo>
                  <a:lnTo>
                    <a:pt x="3025300" y="1154845"/>
                  </a:lnTo>
                  <a:lnTo>
                    <a:pt x="3065614" y="1143119"/>
                  </a:lnTo>
                  <a:lnTo>
                    <a:pt x="3104009" y="1131656"/>
                  </a:lnTo>
                  <a:lnTo>
                    <a:pt x="3174665" y="1109655"/>
                  </a:lnTo>
                  <a:lnTo>
                    <a:pt x="3236514" y="1089125"/>
                  </a:lnTo>
                  <a:lnTo>
                    <a:pt x="3263900" y="10795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20925" y="4577460"/>
              <a:ext cx="98425" cy="11417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192809" y="3444874"/>
              <a:ext cx="244475" cy="664845"/>
            </a:xfrm>
            <a:custGeom>
              <a:avLst/>
              <a:gdLst/>
              <a:ahLst/>
              <a:cxnLst/>
              <a:rect l="l" t="t" r="r" b="b"/>
              <a:pathLst>
                <a:path w="244475" h="664845">
                  <a:moveTo>
                    <a:pt x="244449" y="664844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5809" y="3707383"/>
              <a:ext cx="98425" cy="114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94913" y="4519294"/>
              <a:ext cx="98425" cy="11417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843275" y="4554727"/>
              <a:ext cx="373380" cy="47625"/>
            </a:xfrm>
            <a:custGeom>
              <a:avLst/>
              <a:gdLst/>
              <a:ahLst/>
              <a:cxnLst/>
              <a:rect l="l" t="t" r="r" b="b"/>
              <a:pathLst>
                <a:path w="373380" h="47625">
                  <a:moveTo>
                    <a:pt x="0" y="47117"/>
                  </a:moveTo>
                  <a:lnTo>
                    <a:pt x="372999" y="0"/>
                  </a:lnTo>
                </a:path>
              </a:pathLst>
            </a:custGeom>
            <a:ln w="190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21105" y="2817367"/>
              <a:ext cx="3632200" cy="2058670"/>
            </a:xfrm>
            <a:custGeom>
              <a:avLst/>
              <a:gdLst/>
              <a:ahLst/>
              <a:cxnLst/>
              <a:rect l="l" t="t" r="r" b="b"/>
              <a:pathLst>
                <a:path w="3632200" h="2058670">
                  <a:moveTo>
                    <a:pt x="3631793" y="2020316"/>
                  </a:moveTo>
                  <a:lnTo>
                    <a:pt x="3619093" y="2013966"/>
                  </a:lnTo>
                  <a:lnTo>
                    <a:pt x="3555593" y="1982216"/>
                  </a:lnTo>
                  <a:lnTo>
                    <a:pt x="3555593" y="2013966"/>
                  </a:lnTo>
                  <a:lnTo>
                    <a:pt x="44450" y="2013966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2013966"/>
                  </a:lnTo>
                  <a:lnTo>
                    <a:pt x="31750" y="2015998"/>
                  </a:lnTo>
                  <a:lnTo>
                    <a:pt x="31750" y="2026666"/>
                  </a:lnTo>
                  <a:lnTo>
                    <a:pt x="3555593" y="2026666"/>
                  </a:lnTo>
                  <a:lnTo>
                    <a:pt x="3555593" y="2058416"/>
                  </a:lnTo>
                  <a:lnTo>
                    <a:pt x="3619093" y="2026666"/>
                  </a:lnTo>
                  <a:lnTo>
                    <a:pt x="3631793" y="20203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132332" y="2778379"/>
            <a:ext cx="5219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mbria Math"/>
                <a:cs typeface="Cambria Math"/>
              </a:rPr>
              <a:t>𝐽</a:t>
            </a:r>
            <a:r>
              <a:rPr sz="1725" spc="-15" baseline="-14492" dirty="0">
                <a:latin typeface="Cambria Math"/>
                <a:cs typeface="Cambria Math"/>
              </a:rPr>
              <a:t>𝑒</a:t>
            </a:r>
            <a:r>
              <a:rPr sz="1600" spc="-10" dirty="0">
                <a:latin typeface="Cambria Math"/>
                <a:cs typeface="Cambria Math"/>
              </a:rPr>
              <a:t>(𝑎)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516628" y="450570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370201" y="4634484"/>
            <a:ext cx="0" cy="199390"/>
          </a:xfrm>
          <a:custGeom>
            <a:avLst/>
            <a:gdLst/>
            <a:ahLst/>
            <a:cxnLst/>
            <a:rect l="l" t="t" r="r" b="b"/>
            <a:pathLst>
              <a:path h="199389">
                <a:moveTo>
                  <a:pt x="0" y="0"/>
                </a:moveTo>
                <a:lnTo>
                  <a:pt x="0" y="198882"/>
                </a:lnTo>
              </a:path>
            </a:pathLst>
          </a:custGeom>
          <a:ln w="9525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119629" y="4801361"/>
            <a:ext cx="586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 marR="5080" indent="-431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ponto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de </a:t>
            </a:r>
            <a:r>
              <a:rPr sz="1200" spc="-10" dirty="0">
                <a:latin typeface="Calibri"/>
                <a:cs typeface="Calibri"/>
              </a:rPr>
              <a:t>mínimo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090" y="1979929"/>
            <a:ext cx="2623820" cy="1839595"/>
          </a:xfrm>
          <a:custGeom>
            <a:avLst/>
            <a:gdLst/>
            <a:ahLst/>
            <a:cxnLst/>
            <a:rect l="l" t="t" r="r" b="b"/>
            <a:pathLst>
              <a:path w="2623820" h="1839595">
                <a:moveTo>
                  <a:pt x="2623693" y="1801241"/>
                </a:moveTo>
                <a:lnTo>
                  <a:pt x="2610993" y="1794891"/>
                </a:lnTo>
                <a:lnTo>
                  <a:pt x="2547493" y="1763141"/>
                </a:lnTo>
                <a:lnTo>
                  <a:pt x="2547493" y="1794891"/>
                </a:lnTo>
                <a:lnTo>
                  <a:pt x="44450" y="1794891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1794891"/>
                </a:lnTo>
                <a:lnTo>
                  <a:pt x="31750" y="1800098"/>
                </a:lnTo>
                <a:lnTo>
                  <a:pt x="31750" y="1807591"/>
                </a:lnTo>
                <a:lnTo>
                  <a:pt x="2547493" y="1807591"/>
                </a:lnTo>
                <a:lnTo>
                  <a:pt x="2547493" y="1839341"/>
                </a:lnTo>
                <a:lnTo>
                  <a:pt x="2610993" y="1807591"/>
                </a:lnTo>
                <a:lnTo>
                  <a:pt x="2623693" y="180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52576" y="1914525"/>
            <a:ext cx="587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𝐽</a:t>
            </a:r>
            <a:r>
              <a:rPr sz="1950" spc="-15" baseline="-14957" dirty="0">
                <a:latin typeface="Cambria Math"/>
                <a:cs typeface="Cambria Math"/>
              </a:rPr>
              <a:t>𝑒</a:t>
            </a:r>
            <a:r>
              <a:rPr sz="1800" spc="-10" dirty="0">
                <a:latin typeface="Cambria Math"/>
                <a:cs typeface="Cambria Math"/>
              </a:rPr>
              <a:t>(𝒂)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18535" y="3490721"/>
            <a:ext cx="8674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097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#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spc="-20" dirty="0">
                <a:latin typeface="Calibri"/>
                <a:cs typeface="Calibri"/>
              </a:rPr>
              <a:t>iterações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7052" y="2331720"/>
            <a:ext cx="2210435" cy="1387475"/>
          </a:xfrm>
          <a:custGeom>
            <a:avLst/>
            <a:gdLst/>
            <a:ahLst/>
            <a:cxnLst/>
            <a:rect l="l" t="t" r="r" b="b"/>
            <a:pathLst>
              <a:path w="2210435" h="1387475">
                <a:moveTo>
                  <a:pt x="0" y="0"/>
                </a:moveTo>
                <a:lnTo>
                  <a:pt x="5766" y="51328"/>
                </a:lnTo>
                <a:lnTo>
                  <a:pt x="11617" y="102588"/>
                </a:lnTo>
                <a:lnTo>
                  <a:pt x="17641" y="153711"/>
                </a:lnTo>
                <a:lnTo>
                  <a:pt x="23923" y="204630"/>
                </a:lnTo>
                <a:lnTo>
                  <a:pt x="30549" y="255275"/>
                </a:lnTo>
                <a:lnTo>
                  <a:pt x="37604" y="305579"/>
                </a:lnTo>
                <a:lnTo>
                  <a:pt x="45176" y="355473"/>
                </a:lnTo>
                <a:lnTo>
                  <a:pt x="53349" y="404888"/>
                </a:lnTo>
                <a:lnTo>
                  <a:pt x="62210" y="453757"/>
                </a:lnTo>
                <a:lnTo>
                  <a:pt x="71845" y="502011"/>
                </a:lnTo>
                <a:lnTo>
                  <a:pt x="82340" y="549583"/>
                </a:lnTo>
                <a:lnTo>
                  <a:pt x="93781" y="596402"/>
                </a:lnTo>
                <a:lnTo>
                  <a:pt x="106254" y="642402"/>
                </a:lnTo>
                <a:lnTo>
                  <a:pt x="119845" y="687514"/>
                </a:lnTo>
                <a:lnTo>
                  <a:pt x="134639" y="731669"/>
                </a:lnTo>
                <a:lnTo>
                  <a:pt x="150724" y="774800"/>
                </a:lnTo>
                <a:lnTo>
                  <a:pt x="168184" y="816838"/>
                </a:lnTo>
                <a:lnTo>
                  <a:pt x="187106" y="857714"/>
                </a:lnTo>
                <a:lnTo>
                  <a:pt x="207576" y="897361"/>
                </a:lnTo>
                <a:lnTo>
                  <a:pt x="229680" y="935710"/>
                </a:lnTo>
                <a:lnTo>
                  <a:pt x="253504" y="972693"/>
                </a:lnTo>
                <a:lnTo>
                  <a:pt x="279134" y="1008240"/>
                </a:lnTo>
                <a:lnTo>
                  <a:pt x="306656" y="1042286"/>
                </a:lnTo>
                <a:lnTo>
                  <a:pt x="336155" y="1074759"/>
                </a:lnTo>
                <a:lnTo>
                  <a:pt x="367719" y="1105594"/>
                </a:lnTo>
                <a:lnTo>
                  <a:pt x="401432" y="1134720"/>
                </a:lnTo>
                <a:lnTo>
                  <a:pt x="437381" y="1162071"/>
                </a:lnTo>
                <a:lnTo>
                  <a:pt x="475653" y="1187577"/>
                </a:lnTo>
                <a:lnTo>
                  <a:pt x="541810" y="1224472"/>
                </a:lnTo>
                <a:lnTo>
                  <a:pt x="577090" y="1241171"/>
                </a:lnTo>
                <a:lnTo>
                  <a:pt x="613781" y="1256751"/>
                </a:lnTo>
                <a:lnTo>
                  <a:pt x="651836" y="1271247"/>
                </a:lnTo>
                <a:lnTo>
                  <a:pt x="691212" y="1284693"/>
                </a:lnTo>
                <a:lnTo>
                  <a:pt x="731866" y="1297125"/>
                </a:lnTo>
                <a:lnTo>
                  <a:pt x="773753" y="1308577"/>
                </a:lnTo>
                <a:lnTo>
                  <a:pt x="816829" y="1319085"/>
                </a:lnTo>
                <a:lnTo>
                  <a:pt x="861050" y="1328684"/>
                </a:lnTo>
                <a:lnTo>
                  <a:pt x="906372" y="1337409"/>
                </a:lnTo>
                <a:lnTo>
                  <a:pt x="952751" y="1345294"/>
                </a:lnTo>
                <a:lnTo>
                  <a:pt x="1000142" y="1352374"/>
                </a:lnTo>
                <a:lnTo>
                  <a:pt x="1048502" y="1358685"/>
                </a:lnTo>
                <a:lnTo>
                  <a:pt x="1097787" y="1364262"/>
                </a:lnTo>
                <a:lnTo>
                  <a:pt x="1147953" y="1369139"/>
                </a:lnTo>
                <a:lnTo>
                  <a:pt x="1198955" y="1373351"/>
                </a:lnTo>
                <a:lnTo>
                  <a:pt x="1250749" y="1376934"/>
                </a:lnTo>
                <a:lnTo>
                  <a:pt x="1303292" y="1379922"/>
                </a:lnTo>
                <a:lnTo>
                  <a:pt x="1356540" y="1382351"/>
                </a:lnTo>
                <a:lnTo>
                  <a:pt x="1410447" y="1384255"/>
                </a:lnTo>
                <a:lnTo>
                  <a:pt x="1464971" y="1385669"/>
                </a:lnTo>
                <a:lnTo>
                  <a:pt x="1520067" y="1386629"/>
                </a:lnTo>
                <a:lnTo>
                  <a:pt x="1575692" y="1387169"/>
                </a:lnTo>
                <a:lnTo>
                  <a:pt x="1631800" y="1387324"/>
                </a:lnTo>
                <a:lnTo>
                  <a:pt x="1688348" y="1387129"/>
                </a:lnTo>
                <a:lnTo>
                  <a:pt x="1745292" y="1386620"/>
                </a:lnTo>
                <a:lnTo>
                  <a:pt x="1802588" y="1385831"/>
                </a:lnTo>
                <a:lnTo>
                  <a:pt x="1860192" y="1384797"/>
                </a:lnTo>
                <a:lnTo>
                  <a:pt x="1918060" y="1383553"/>
                </a:lnTo>
                <a:lnTo>
                  <a:pt x="1976147" y="1382134"/>
                </a:lnTo>
                <a:lnTo>
                  <a:pt x="2034410" y="1380575"/>
                </a:lnTo>
                <a:lnTo>
                  <a:pt x="2092805" y="1378912"/>
                </a:lnTo>
                <a:lnTo>
                  <a:pt x="2151287" y="1377178"/>
                </a:lnTo>
                <a:lnTo>
                  <a:pt x="2209812" y="1375409"/>
                </a:lnTo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92270" y="1998852"/>
            <a:ext cx="2623820" cy="1839595"/>
          </a:xfrm>
          <a:custGeom>
            <a:avLst/>
            <a:gdLst/>
            <a:ahLst/>
            <a:cxnLst/>
            <a:rect l="l" t="t" r="r" b="b"/>
            <a:pathLst>
              <a:path w="2623820" h="1839595">
                <a:moveTo>
                  <a:pt x="2623693" y="1801241"/>
                </a:moveTo>
                <a:lnTo>
                  <a:pt x="2610993" y="1794891"/>
                </a:lnTo>
                <a:lnTo>
                  <a:pt x="2547493" y="1763141"/>
                </a:lnTo>
                <a:lnTo>
                  <a:pt x="2547493" y="1794891"/>
                </a:lnTo>
                <a:lnTo>
                  <a:pt x="44450" y="1794891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1794891"/>
                </a:lnTo>
                <a:lnTo>
                  <a:pt x="31750" y="1799971"/>
                </a:lnTo>
                <a:lnTo>
                  <a:pt x="31750" y="1807591"/>
                </a:lnTo>
                <a:lnTo>
                  <a:pt x="2547493" y="1807591"/>
                </a:lnTo>
                <a:lnTo>
                  <a:pt x="2547493" y="1839341"/>
                </a:lnTo>
                <a:lnTo>
                  <a:pt x="2610993" y="1807591"/>
                </a:lnTo>
                <a:lnTo>
                  <a:pt x="2623693" y="180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79086" y="1933447"/>
            <a:ext cx="587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𝐽</a:t>
            </a:r>
            <a:r>
              <a:rPr sz="1950" spc="-15" baseline="-14957" dirty="0">
                <a:latin typeface="Cambria Math"/>
                <a:cs typeface="Cambria Math"/>
              </a:rPr>
              <a:t>𝑒</a:t>
            </a:r>
            <a:r>
              <a:rPr sz="1800" spc="-10" dirty="0">
                <a:latin typeface="Cambria Math"/>
                <a:cs typeface="Cambria Math"/>
              </a:rPr>
              <a:t>(𝒂)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44969" y="3509517"/>
            <a:ext cx="8674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097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#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spc="-20" dirty="0">
                <a:latin typeface="Calibri"/>
                <a:cs typeface="Calibri"/>
              </a:rPr>
              <a:t>iterações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19600" y="2415539"/>
            <a:ext cx="2209800" cy="1104900"/>
          </a:xfrm>
          <a:custGeom>
            <a:avLst/>
            <a:gdLst/>
            <a:ahLst/>
            <a:cxnLst/>
            <a:rect l="l" t="t" r="r" b="b"/>
            <a:pathLst>
              <a:path w="2209800" h="1104900">
                <a:moveTo>
                  <a:pt x="0" y="0"/>
                </a:moveTo>
                <a:lnTo>
                  <a:pt x="26998" y="40867"/>
                </a:lnTo>
                <a:lnTo>
                  <a:pt x="54063" y="81673"/>
                </a:lnTo>
                <a:lnTo>
                  <a:pt x="81260" y="122355"/>
                </a:lnTo>
                <a:lnTo>
                  <a:pt x="108655" y="162851"/>
                </a:lnTo>
                <a:lnTo>
                  <a:pt x="136315" y="203098"/>
                </a:lnTo>
                <a:lnTo>
                  <a:pt x="164306" y="243036"/>
                </a:lnTo>
                <a:lnTo>
                  <a:pt x="192693" y="282601"/>
                </a:lnTo>
                <a:lnTo>
                  <a:pt x="221544" y="321733"/>
                </a:lnTo>
                <a:lnTo>
                  <a:pt x="250924" y="360368"/>
                </a:lnTo>
                <a:lnTo>
                  <a:pt x="280899" y="398445"/>
                </a:lnTo>
                <a:lnTo>
                  <a:pt x="311535" y="435903"/>
                </a:lnTo>
                <a:lnTo>
                  <a:pt x="342900" y="472678"/>
                </a:lnTo>
                <a:lnTo>
                  <a:pt x="375057" y="508709"/>
                </a:lnTo>
                <a:lnTo>
                  <a:pt x="408075" y="543933"/>
                </a:lnTo>
                <a:lnTo>
                  <a:pt x="442019" y="578290"/>
                </a:lnTo>
                <a:lnTo>
                  <a:pt x="476955" y="611716"/>
                </a:lnTo>
                <a:lnTo>
                  <a:pt x="512949" y="644150"/>
                </a:lnTo>
                <a:lnTo>
                  <a:pt x="550068" y="675530"/>
                </a:lnTo>
                <a:lnTo>
                  <a:pt x="588378" y="705794"/>
                </a:lnTo>
                <a:lnTo>
                  <a:pt x="627944" y="734880"/>
                </a:lnTo>
                <a:lnTo>
                  <a:pt x="668833" y="762725"/>
                </a:lnTo>
                <a:lnTo>
                  <a:pt x="711111" y="789268"/>
                </a:lnTo>
                <a:lnTo>
                  <a:pt x="754845" y="814447"/>
                </a:lnTo>
                <a:lnTo>
                  <a:pt x="800100" y="838200"/>
                </a:lnTo>
                <a:lnTo>
                  <a:pt x="839472" y="856713"/>
                </a:lnTo>
                <a:lnTo>
                  <a:pt x="881258" y="874181"/>
                </a:lnTo>
                <a:lnTo>
                  <a:pt x="925265" y="890647"/>
                </a:lnTo>
                <a:lnTo>
                  <a:pt x="971296" y="906151"/>
                </a:lnTo>
                <a:lnTo>
                  <a:pt x="1019156" y="920737"/>
                </a:lnTo>
                <a:lnTo>
                  <a:pt x="1068651" y="934447"/>
                </a:lnTo>
                <a:lnTo>
                  <a:pt x="1119586" y="947322"/>
                </a:lnTo>
                <a:lnTo>
                  <a:pt x="1171766" y="959406"/>
                </a:lnTo>
                <a:lnTo>
                  <a:pt x="1224995" y="970740"/>
                </a:lnTo>
                <a:lnTo>
                  <a:pt x="1279079" y="981365"/>
                </a:lnTo>
                <a:lnTo>
                  <a:pt x="1333823" y="991326"/>
                </a:lnTo>
                <a:lnTo>
                  <a:pt x="1389032" y="1000663"/>
                </a:lnTo>
                <a:lnTo>
                  <a:pt x="1444511" y="1009419"/>
                </a:lnTo>
                <a:lnTo>
                  <a:pt x="1500065" y="1017636"/>
                </a:lnTo>
                <a:lnTo>
                  <a:pt x="1555499" y="1025356"/>
                </a:lnTo>
                <a:lnTo>
                  <a:pt x="1610618" y="1032622"/>
                </a:lnTo>
                <a:lnTo>
                  <a:pt x="1665227" y="1039475"/>
                </a:lnTo>
                <a:lnTo>
                  <a:pt x="1719132" y="1045958"/>
                </a:lnTo>
                <a:lnTo>
                  <a:pt x="1772136" y="1052113"/>
                </a:lnTo>
                <a:lnTo>
                  <a:pt x="1824046" y="1057983"/>
                </a:lnTo>
                <a:lnTo>
                  <a:pt x="1874666" y="1063608"/>
                </a:lnTo>
                <a:lnTo>
                  <a:pt x="1923801" y="1069032"/>
                </a:lnTo>
                <a:lnTo>
                  <a:pt x="1971257" y="1074296"/>
                </a:lnTo>
                <a:lnTo>
                  <a:pt x="2016838" y="1079444"/>
                </a:lnTo>
                <a:lnTo>
                  <a:pt x="2060349" y="1084516"/>
                </a:lnTo>
                <a:lnTo>
                  <a:pt x="2101596" y="1089556"/>
                </a:lnTo>
                <a:lnTo>
                  <a:pt x="2140383" y="1094605"/>
                </a:lnTo>
                <a:lnTo>
                  <a:pt x="2176516" y="1099705"/>
                </a:lnTo>
                <a:lnTo>
                  <a:pt x="2209800" y="1104900"/>
                </a:lnTo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61934" y="2065273"/>
            <a:ext cx="2623820" cy="1839595"/>
          </a:xfrm>
          <a:custGeom>
            <a:avLst/>
            <a:gdLst/>
            <a:ahLst/>
            <a:cxnLst/>
            <a:rect l="l" t="t" r="r" b="b"/>
            <a:pathLst>
              <a:path w="2623820" h="1839595">
                <a:moveTo>
                  <a:pt x="2623693" y="1801241"/>
                </a:moveTo>
                <a:lnTo>
                  <a:pt x="2610993" y="1794891"/>
                </a:lnTo>
                <a:lnTo>
                  <a:pt x="2547493" y="1763141"/>
                </a:lnTo>
                <a:lnTo>
                  <a:pt x="2547493" y="1794891"/>
                </a:lnTo>
                <a:lnTo>
                  <a:pt x="44450" y="1794891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1794891"/>
                </a:lnTo>
                <a:lnTo>
                  <a:pt x="31750" y="1799971"/>
                </a:lnTo>
                <a:lnTo>
                  <a:pt x="31750" y="1807591"/>
                </a:lnTo>
                <a:lnTo>
                  <a:pt x="2547493" y="1807591"/>
                </a:lnTo>
                <a:lnTo>
                  <a:pt x="2547493" y="1839341"/>
                </a:lnTo>
                <a:lnTo>
                  <a:pt x="2610993" y="1807591"/>
                </a:lnTo>
                <a:lnTo>
                  <a:pt x="2623693" y="180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549385" y="1999869"/>
            <a:ext cx="587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𝐽</a:t>
            </a:r>
            <a:r>
              <a:rPr sz="1950" spc="-15" baseline="-14957" dirty="0">
                <a:latin typeface="Cambria Math"/>
                <a:cs typeface="Cambria Math"/>
              </a:rPr>
              <a:t>𝑒</a:t>
            </a:r>
            <a:r>
              <a:rPr sz="1800" spc="-10" dirty="0">
                <a:latin typeface="Cambria Math"/>
                <a:cs typeface="Cambria Math"/>
              </a:rPr>
              <a:t>(𝒂)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15268" y="3576066"/>
            <a:ext cx="8674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097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#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spc="-20" dirty="0">
                <a:latin typeface="Calibri"/>
                <a:cs typeface="Calibri"/>
              </a:rPr>
              <a:t>iterações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511540" y="2247900"/>
            <a:ext cx="1676400" cy="929640"/>
          </a:xfrm>
          <a:custGeom>
            <a:avLst/>
            <a:gdLst/>
            <a:ahLst/>
            <a:cxnLst/>
            <a:rect l="l" t="t" r="r" b="b"/>
            <a:pathLst>
              <a:path w="1676400" h="929639">
                <a:moveTo>
                  <a:pt x="0" y="929639"/>
                </a:moveTo>
                <a:lnTo>
                  <a:pt x="58906" y="928136"/>
                </a:lnTo>
                <a:lnTo>
                  <a:pt x="117739" y="926595"/>
                </a:lnTo>
                <a:lnTo>
                  <a:pt x="176424" y="924976"/>
                </a:lnTo>
                <a:lnTo>
                  <a:pt x="234887" y="923241"/>
                </a:lnTo>
                <a:lnTo>
                  <a:pt x="293054" y="921353"/>
                </a:lnTo>
                <a:lnTo>
                  <a:pt x="350851" y="919272"/>
                </a:lnTo>
                <a:lnTo>
                  <a:pt x="408205" y="916959"/>
                </a:lnTo>
                <a:lnTo>
                  <a:pt x="465042" y="914377"/>
                </a:lnTo>
                <a:lnTo>
                  <a:pt x="521287" y="911487"/>
                </a:lnTo>
                <a:lnTo>
                  <a:pt x="576866" y="908250"/>
                </a:lnTo>
                <a:lnTo>
                  <a:pt x="631706" y="904628"/>
                </a:lnTo>
                <a:lnTo>
                  <a:pt x="685733" y="900581"/>
                </a:lnTo>
                <a:lnTo>
                  <a:pt x="738872" y="896073"/>
                </a:lnTo>
                <a:lnTo>
                  <a:pt x="791051" y="891063"/>
                </a:lnTo>
                <a:lnTo>
                  <a:pt x="842194" y="885514"/>
                </a:lnTo>
                <a:lnTo>
                  <a:pt x="892228" y="879387"/>
                </a:lnTo>
                <a:lnTo>
                  <a:pt x="941079" y="872644"/>
                </a:lnTo>
                <a:lnTo>
                  <a:pt x="988674" y="865246"/>
                </a:lnTo>
                <a:lnTo>
                  <a:pt x="1034937" y="857154"/>
                </a:lnTo>
                <a:lnTo>
                  <a:pt x="1079796" y="848330"/>
                </a:lnTo>
                <a:lnTo>
                  <a:pt x="1123176" y="838735"/>
                </a:lnTo>
                <a:lnTo>
                  <a:pt x="1165003" y="828332"/>
                </a:lnTo>
                <a:lnTo>
                  <a:pt x="1205203" y="817080"/>
                </a:lnTo>
                <a:lnTo>
                  <a:pt x="1243703" y="804943"/>
                </a:lnTo>
                <a:lnTo>
                  <a:pt x="1280429" y="791880"/>
                </a:lnTo>
                <a:lnTo>
                  <a:pt x="1348261" y="762827"/>
                </a:lnTo>
                <a:lnTo>
                  <a:pt x="1423328" y="719655"/>
                </a:lnTo>
                <a:lnTo>
                  <a:pt x="1462705" y="690085"/>
                </a:lnTo>
                <a:lnTo>
                  <a:pt x="1497629" y="658195"/>
                </a:lnTo>
                <a:lnTo>
                  <a:pt x="1528379" y="624129"/>
                </a:lnTo>
                <a:lnTo>
                  <a:pt x="1555233" y="588032"/>
                </a:lnTo>
                <a:lnTo>
                  <a:pt x="1578468" y="550051"/>
                </a:lnTo>
                <a:lnTo>
                  <a:pt x="1598364" y="510328"/>
                </a:lnTo>
                <a:lnTo>
                  <a:pt x="1615199" y="469011"/>
                </a:lnTo>
                <a:lnTo>
                  <a:pt x="1629251" y="426243"/>
                </a:lnTo>
                <a:lnTo>
                  <a:pt x="1640798" y="382170"/>
                </a:lnTo>
                <a:lnTo>
                  <a:pt x="1650118" y="336937"/>
                </a:lnTo>
                <a:lnTo>
                  <a:pt x="1657491" y="290688"/>
                </a:lnTo>
                <a:lnTo>
                  <a:pt x="1663193" y="243570"/>
                </a:lnTo>
                <a:lnTo>
                  <a:pt x="1667504" y="195726"/>
                </a:lnTo>
                <a:lnTo>
                  <a:pt x="1670702" y="147302"/>
                </a:lnTo>
                <a:lnTo>
                  <a:pt x="1673065" y="98443"/>
                </a:lnTo>
                <a:lnTo>
                  <a:pt x="1674871" y="49294"/>
                </a:lnTo>
                <a:lnTo>
                  <a:pt x="1676400" y="0"/>
                </a:lnTo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98620" y="4627752"/>
            <a:ext cx="2623820" cy="1839595"/>
          </a:xfrm>
          <a:custGeom>
            <a:avLst/>
            <a:gdLst/>
            <a:ahLst/>
            <a:cxnLst/>
            <a:rect l="l" t="t" r="r" b="b"/>
            <a:pathLst>
              <a:path w="2623820" h="1839595">
                <a:moveTo>
                  <a:pt x="2623693" y="1801291"/>
                </a:moveTo>
                <a:lnTo>
                  <a:pt x="2610993" y="1794941"/>
                </a:lnTo>
                <a:lnTo>
                  <a:pt x="2547493" y="1763191"/>
                </a:lnTo>
                <a:lnTo>
                  <a:pt x="2547493" y="1794941"/>
                </a:lnTo>
                <a:lnTo>
                  <a:pt x="44450" y="1794941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1794941"/>
                </a:lnTo>
                <a:lnTo>
                  <a:pt x="31750" y="1800047"/>
                </a:lnTo>
                <a:lnTo>
                  <a:pt x="31750" y="1807641"/>
                </a:lnTo>
                <a:lnTo>
                  <a:pt x="2547493" y="1807641"/>
                </a:lnTo>
                <a:lnTo>
                  <a:pt x="2547493" y="1839391"/>
                </a:lnTo>
                <a:lnTo>
                  <a:pt x="2610993" y="1807641"/>
                </a:lnTo>
                <a:lnTo>
                  <a:pt x="2623693" y="1801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385436" y="4562982"/>
            <a:ext cx="587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𝐽</a:t>
            </a:r>
            <a:r>
              <a:rPr sz="1950" spc="-15" baseline="-14957" dirty="0">
                <a:latin typeface="Cambria Math"/>
                <a:cs typeface="Cambria Math"/>
              </a:rPr>
              <a:t>𝑒</a:t>
            </a:r>
            <a:r>
              <a:rPr sz="1800" spc="-10" dirty="0">
                <a:latin typeface="Cambria Math"/>
                <a:cs typeface="Cambria Math"/>
              </a:rPr>
              <a:t>(𝒂)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51446" y="6139078"/>
            <a:ext cx="86804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#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iterações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96283" y="5422010"/>
            <a:ext cx="2422525" cy="464820"/>
          </a:xfrm>
          <a:custGeom>
            <a:avLst/>
            <a:gdLst/>
            <a:ahLst/>
            <a:cxnLst/>
            <a:rect l="l" t="t" r="r" b="b"/>
            <a:pathLst>
              <a:path w="2422525" h="464820">
                <a:moveTo>
                  <a:pt x="400303" y="464781"/>
                </a:moveTo>
                <a:lnTo>
                  <a:pt x="456821" y="461582"/>
                </a:lnTo>
                <a:lnTo>
                  <a:pt x="512188" y="457150"/>
                </a:lnTo>
                <a:lnTo>
                  <a:pt x="565269" y="450252"/>
                </a:lnTo>
                <a:lnTo>
                  <a:pt x="614928" y="439655"/>
                </a:lnTo>
                <a:lnTo>
                  <a:pt x="660031" y="424127"/>
                </a:lnTo>
                <a:lnTo>
                  <a:pt x="699443" y="402433"/>
                </a:lnTo>
                <a:lnTo>
                  <a:pt x="732027" y="373341"/>
                </a:lnTo>
                <a:lnTo>
                  <a:pt x="754337" y="341125"/>
                </a:lnTo>
                <a:lnTo>
                  <a:pt x="771292" y="303130"/>
                </a:lnTo>
                <a:lnTo>
                  <a:pt x="783661" y="260181"/>
                </a:lnTo>
                <a:lnTo>
                  <a:pt x="792210" y="213102"/>
                </a:lnTo>
                <a:lnTo>
                  <a:pt x="797704" y="162720"/>
                </a:lnTo>
                <a:lnTo>
                  <a:pt x="800911" y="109858"/>
                </a:lnTo>
                <a:lnTo>
                  <a:pt x="802597" y="55343"/>
                </a:lnTo>
                <a:lnTo>
                  <a:pt x="803528" y="0"/>
                </a:lnTo>
              </a:path>
              <a:path w="2422525" h="464820">
                <a:moveTo>
                  <a:pt x="1202943" y="464781"/>
                </a:moveTo>
                <a:lnTo>
                  <a:pt x="1146737" y="461582"/>
                </a:lnTo>
                <a:lnTo>
                  <a:pt x="1091653" y="457150"/>
                </a:lnTo>
                <a:lnTo>
                  <a:pt x="1038828" y="450252"/>
                </a:lnTo>
                <a:lnTo>
                  <a:pt x="989400" y="439655"/>
                </a:lnTo>
                <a:lnTo>
                  <a:pt x="944506" y="424127"/>
                </a:lnTo>
                <a:lnTo>
                  <a:pt x="905284" y="402433"/>
                </a:lnTo>
                <a:lnTo>
                  <a:pt x="872870" y="373341"/>
                </a:lnTo>
                <a:lnTo>
                  <a:pt x="850682" y="341125"/>
                </a:lnTo>
                <a:lnTo>
                  <a:pt x="833806" y="303130"/>
                </a:lnTo>
                <a:lnTo>
                  <a:pt x="821485" y="260181"/>
                </a:lnTo>
                <a:lnTo>
                  <a:pt x="812958" y="213102"/>
                </a:lnTo>
                <a:lnTo>
                  <a:pt x="807468" y="162720"/>
                </a:lnTo>
                <a:lnTo>
                  <a:pt x="804255" y="109858"/>
                </a:lnTo>
                <a:lnTo>
                  <a:pt x="802560" y="55343"/>
                </a:lnTo>
                <a:lnTo>
                  <a:pt x="801624" y="0"/>
                </a:lnTo>
              </a:path>
              <a:path w="2422525" h="464820">
                <a:moveTo>
                  <a:pt x="1202943" y="464781"/>
                </a:moveTo>
                <a:lnTo>
                  <a:pt x="1259197" y="461582"/>
                </a:lnTo>
                <a:lnTo>
                  <a:pt x="1314315" y="457150"/>
                </a:lnTo>
                <a:lnTo>
                  <a:pt x="1367162" y="450252"/>
                </a:lnTo>
                <a:lnTo>
                  <a:pt x="1416604" y="439655"/>
                </a:lnTo>
                <a:lnTo>
                  <a:pt x="1461505" y="424127"/>
                </a:lnTo>
                <a:lnTo>
                  <a:pt x="1500730" y="402433"/>
                </a:lnTo>
                <a:lnTo>
                  <a:pt x="1533143" y="373341"/>
                </a:lnTo>
                <a:lnTo>
                  <a:pt x="1555332" y="341125"/>
                </a:lnTo>
                <a:lnTo>
                  <a:pt x="1572206" y="303130"/>
                </a:lnTo>
                <a:lnTo>
                  <a:pt x="1584523" y="260181"/>
                </a:lnTo>
                <a:lnTo>
                  <a:pt x="1593040" y="213102"/>
                </a:lnTo>
                <a:lnTo>
                  <a:pt x="1598515" y="162720"/>
                </a:lnTo>
                <a:lnTo>
                  <a:pt x="1601706" y="109858"/>
                </a:lnTo>
                <a:lnTo>
                  <a:pt x="1603369" y="55343"/>
                </a:lnTo>
                <a:lnTo>
                  <a:pt x="1604264" y="0"/>
                </a:lnTo>
              </a:path>
              <a:path w="2422525" h="464820">
                <a:moveTo>
                  <a:pt x="2014346" y="464781"/>
                </a:moveTo>
                <a:lnTo>
                  <a:pt x="1957869" y="461582"/>
                </a:lnTo>
                <a:lnTo>
                  <a:pt x="1902518" y="457150"/>
                </a:lnTo>
                <a:lnTo>
                  <a:pt x="1849435" y="450252"/>
                </a:lnTo>
                <a:lnTo>
                  <a:pt x="1799762" y="439655"/>
                </a:lnTo>
                <a:lnTo>
                  <a:pt x="1754641" y="424127"/>
                </a:lnTo>
                <a:lnTo>
                  <a:pt x="1715214" y="402433"/>
                </a:lnTo>
                <a:lnTo>
                  <a:pt x="1682622" y="373341"/>
                </a:lnTo>
                <a:lnTo>
                  <a:pt x="1660350" y="341125"/>
                </a:lnTo>
                <a:lnTo>
                  <a:pt x="1643411" y="303130"/>
                </a:lnTo>
                <a:lnTo>
                  <a:pt x="1631045" y="260181"/>
                </a:lnTo>
                <a:lnTo>
                  <a:pt x="1622488" y="213102"/>
                </a:lnTo>
                <a:lnTo>
                  <a:pt x="1616979" y="162720"/>
                </a:lnTo>
                <a:lnTo>
                  <a:pt x="1613757" y="109858"/>
                </a:lnTo>
                <a:lnTo>
                  <a:pt x="1612058" y="55343"/>
                </a:lnTo>
                <a:lnTo>
                  <a:pt x="1611121" y="0"/>
                </a:lnTo>
              </a:path>
              <a:path w="2422525" h="464820">
                <a:moveTo>
                  <a:pt x="2021204" y="464781"/>
                </a:moveTo>
                <a:lnTo>
                  <a:pt x="2077451" y="461582"/>
                </a:lnTo>
                <a:lnTo>
                  <a:pt x="2132554" y="457150"/>
                </a:lnTo>
                <a:lnTo>
                  <a:pt x="2185383" y="450252"/>
                </a:lnTo>
                <a:lnTo>
                  <a:pt x="2234812" y="439655"/>
                </a:lnTo>
                <a:lnTo>
                  <a:pt x="2279711" y="424127"/>
                </a:lnTo>
                <a:lnTo>
                  <a:pt x="2318951" y="402433"/>
                </a:lnTo>
                <a:lnTo>
                  <a:pt x="2351405" y="373341"/>
                </a:lnTo>
                <a:lnTo>
                  <a:pt x="2373588" y="341125"/>
                </a:lnTo>
                <a:lnTo>
                  <a:pt x="2390449" y="303130"/>
                </a:lnTo>
                <a:lnTo>
                  <a:pt x="2402750" y="260181"/>
                </a:lnTo>
                <a:lnTo>
                  <a:pt x="2411253" y="213102"/>
                </a:lnTo>
                <a:lnTo>
                  <a:pt x="2416720" y="162720"/>
                </a:lnTo>
                <a:lnTo>
                  <a:pt x="2419913" y="109858"/>
                </a:lnTo>
                <a:lnTo>
                  <a:pt x="2421594" y="55343"/>
                </a:lnTo>
                <a:lnTo>
                  <a:pt x="2422524" y="0"/>
                </a:lnTo>
              </a:path>
              <a:path w="2422525" h="464820">
                <a:moveTo>
                  <a:pt x="401319" y="464781"/>
                </a:moveTo>
                <a:lnTo>
                  <a:pt x="345073" y="461582"/>
                </a:lnTo>
                <a:lnTo>
                  <a:pt x="289970" y="457150"/>
                </a:lnTo>
                <a:lnTo>
                  <a:pt x="237141" y="450252"/>
                </a:lnTo>
                <a:lnTo>
                  <a:pt x="187712" y="439655"/>
                </a:lnTo>
                <a:lnTo>
                  <a:pt x="142813" y="424127"/>
                </a:lnTo>
                <a:lnTo>
                  <a:pt x="103573" y="402433"/>
                </a:lnTo>
                <a:lnTo>
                  <a:pt x="71119" y="373341"/>
                </a:lnTo>
                <a:lnTo>
                  <a:pt x="48936" y="341125"/>
                </a:lnTo>
                <a:lnTo>
                  <a:pt x="32075" y="303130"/>
                </a:lnTo>
                <a:lnTo>
                  <a:pt x="19774" y="260181"/>
                </a:lnTo>
                <a:lnTo>
                  <a:pt x="11271" y="213102"/>
                </a:lnTo>
                <a:lnTo>
                  <a:pt x="5804" y="162720"/>
                </a:lnTo>
                <a:lnTo>
                  <a:pt x="2611" y="109858"/>
                </a:lnTo>
                <a:lnTo>
                  <a:pt x="930" y="55343"/>
                </a:lnTo>
                <a:lnTo>
                  <a:pt x="0" y="0"/>
                </a:lnTo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46950" y="2742692"/>
            <a:ext cx="2172970" cy="2172970"/>
            <a:chOff x="7346950" y="2742692"/>
            <a:chExt cx="2172970" cy="2172970"/>
          </a:xfrm>
        </p:grpSpPr>
        <p:sp>
          <p:nvSpPr>
            <p:cNvPr id="3" name="object 3"/>
            <p:cNvSpPr/>
            <p:nvPr/>
          </p:nvSpPr>
          <p:spPr>
            <a:xfrm>
              <a:off x="7353300" y="2749042"/>
              <a:ext cx="2160270" cy="2160270"/>
            </a:xfrm>
            <a:custGeom>
              <a:avLst/>
              <a:gdLst/>
              <a:ahLst/>
              <a:cxnLst/>
              <a:rect l="l" t="t" r="r" b="b"/>
              <a:pathLst>
                <a:path w="2160270" h="2160270">
                  <a:moveTo>
                    <a:pt x="0" y="1080008"/>
                  </a:moveTo>
                  <a:lnTo>
                    <a:pt x="1052" y="1031896"/>
                  </a:lnTo>
                  <a:lnTo>
                    <a:pt x="4179" y="984324"/>
                  </a:lnTo>
                  <a:lnTo>
                    <a:pt x="9338" y="937335"/>
                  </a:lnTo>
                  <a:lnTo>
                    <a:pt x="16484" y="890973"/>
                  </a:lnTo>
                  <a:lnTo>
                    <a:pt x="25573" y="845282"/>
                  </a:lnTo>
                  <a:lnTo>
                    <a:pt x="36562" y="800306"/>
                  </a:lnTo>
                  <a:lnTo>
                    <a:pt x="49407" y="756088"/>
                  </a:lnTo>
                  <a:lnTo>
                    <a:pt x="64063" y="712673"/>
                  </a:lnTo>
                  <a:lnTo>
                    <a:pt x="80488" y="670105"/>
                  </a:lnTo>
                  <a:lnTo>
                    <a:pt x="98637" y="628426"/>
                  </a:lnTo>
                  <a:lnTo>
                    <a:pt x="118466" y="587682"/>
                  </a:lnTo>
                  <a:lnTo>
                    <a:pt x="139931" y="547916"/>
                  </a:lnTo>
                  <a:lnTo>
                    <a:pt x="162988" y="509172"/>
                  </a:lnTo>
                  <a:lnTo>
                    <a:pt x="187594" y="471494"/>
                  </a:lnTo>
                  <a:lnTo>
                    <a:pt x="213705" y="434926"/>
                  </a:lnTo>
                  <a:lnTo>
                    <a:pt x="241277" y="399511"/>
                  </a:lnTo>
                  <a:lnTo>
                    <a:pt x="270265" y="365294"/>
                  </a:lnTo>
                  <a:lnTo>
                    <a:pt x="300627" y="332318"/>
                  </a:lnTo>
                  <a:lnTo>
                    <a:pt x="332318" y="300627"/>
                  </a:lnTo>
                  <a:lnTo>
                    <a:pt x="365294" y="270265"/>
                  </a:lnTo>
                  <a:lnTo>
                    <a:pt x="399511" y="241277"/>
                  </a:lnTo>
                  <a:lnTo>
                    <a:pt x="434926" y="213705"/>
                  </a:lnTo>
                  <a:lnTo>
                    <a:pt x="471494" y="187594"/>
                  </a:lnTo>
                  <a:lnTo>
                    <a:pt x="509172" y="162988"/>
                  </a:lnTo>
                  <a:lnTo>
                    <a:pt x="547916" y="139931"/>
                  </a:lnTo>
                  <a:lnTo>
                    <a:pt x="587682" y="118466"/>
                  </a:lnTo>
                  <a:lnTo>
                    <a:pt x="628426" y="98637"/>
                  </a:lnTo>
                  <a:lnTo>
                    <a:pt x="670105" y="80488"/>
                  </a:lnTo>
                  <a:lnTo>
                    <a:pt x="712673" y="64063"/>
                  </a:lnTo>
                  <a:lnTo>
                    <a:pt x="756088" y="49407"/>
                  </a:lnTo>
                  <a:lnTo>
                    <a:pt x="800306" y="36562"/>
                  </a:lnTo>
                  <a:lnTo>
                    <a:pt x="845282" y="25573"/>
                  </a:lnTo>
                  <a:lnTo>
                    <a:pt x="890973" y="16484"/>
                  </a:lnTo>
                  <a:lnTo>
                    <a:pt x="937335" y="9338"/>
                  </a:lnTo>
                  <a:lnTo>
                    <a:pt x="984324" y="4179"/>
                  </a:lnTo>
                  <a:lnTo>
                    <a:pt x="1031896" y="1052"/>
                  </a:lnTo>
                  <a:lnTo>
                    <a:pt x="1080007" y="0"/>
                  </a:lnTo>
                  <a:lnTo>
                    <a:pt x="1128119" y="1052"/>
                  </a:lnTo>
                  <a:lnTo>
                    <a:pt x="1175691" y="4179"/>
                  </a:lnTo>
                  <a:lnTo>
                    <a:pt x="1222680" y="9338"/>
                  </a:lnTo>
                  <a:lnTo>
                    <a:pt x="1269042" y="16484"/>
                  </a:lnTo>
                  <a:lnTo>
                    <a:pt x="1314733" y="25573"/>
                  </a:lnTo>
                  <a:lnTo>
                    <a:pt x="1359709" y="36562"/>
                  </a:lnTo>
                  <a:lnTo>
                    <a:pt x="1403927" y="49407"/>
                  </a:lnTo>
                  <a:lnTo>
                    <a:pt x="1447342" y="64063"/>
                  </a:lnTo>
                  <a:lnTo>
                    <a:pt x="1489910" y="80488"/>
                  </a:lnTo>
                  <a:lnTo>
                    <a:pt x="1531589" y="98637"/>
                  </a:lnTo>
                  <a:lnTo>
                    <a:pt x="1572333" y="118466"/>
                  </a:lnTo>
                  <a:lnTo>
                    <a:pt x="1612099" y="139931"/>
                  </a:lnTo>
                  <a:lnTo>
                    <a:pt x="1650843" y="162988"/>
                  </a:lnTo>
                  <a:lnTo>
                    <a:pt x="1688521" y="187594"/>
                  </a:lnTo>
                  <a:lnTo>
                    <a:pt x="1725089" y="213705"/>
                  </a:lnTo>
                  <a:lnTo>
                    <a:pt x="1760504" y="241277"/>
                  </a:lnTo>
                  <a:lnTo>
                    <a:pt x="1794721" y="270265"/>
                  </a:lnTo>
                  <a:lnTo>
                    <a:pt x="1827697" y="300627"/>
                  </a:lnTo>
                  <a:lnTo>
                    <a:pt x="1859388" y="332318"/>
                  </a:lnTo>
                  <a:lnTo>
                    <a:pt x="1889750" y="365294"/>
                  </a:lnTo>
                  <a:lnTo>
                    <a:pt x="1918738" y="399511"/>
                  </a:lnTo>
                  <a:lnTo>
                    <a:pt x="1946310" y="434926"/>
                  </a:lnTo>
                  <a:lnTo>
                    <a:pt x="1972421" y="471494"/>
                  </a:lnTo>
                  <a:lnTo>
                    <a:pt x="1997027" y="509172"/>
                  </a:lnTo>
                  <a:lnTo>
                    <a:pt x="2020084" y="547916"/>
                  </a:lnTo>
                  <a:lnTo>
                    <a:pt x="2041549" y="587682"/>
                  </a:lnTo>
                  <a:lnTo>
                    <a:pt x="2061378" y="628426"/>
                  </a:lnTo>
                  <a:lnTo>
                    <a:pt x="2079527" y="670105"/>
                  </a:lnTo>
                  <a:lnTo>
                    <a:pt x="2095952" y="712673"/>
                  </a:lnTo>
                  <a:lnTo>
                    <a:pt x="2110608" y="756088"/>
                  </a:lnTo>
                  <a:lnTo>
                    <a:pt x="2123453" y="800306"/>
                  </a:lnTo>
                  <a:lnTo>
                    <a:pt x="2134442" y="845282"/>
                  </a:lnTo>
                  <a:lnTo>
                    <a:pt x="2143531" y="890973"/>
                  </a:lnTo>
                  <a:lnTo>
                    <a:pt x="2150677" y="937335"/>
                  </a:lnTo>
                  <a:lnTo>
                    <a:pt x="2155836" y="984324"/>
                  </a:lnTo>
                  <a:lnTo>
                    <a:pt x="2158963" y="1031896"/>
                  </a:lnTo>
                  <a:lnTo>
                    <a:pt x="2160016" y="1080008"/>
                  </a:lnTo>
                  <a:lnTo>
                    <a:pt x="2158963" y="1128109"/>
                  </a:lnTo>
                  <a:lnTo>
                    <a:pt x="2155836" y="1175673"/>
                  </a:lnTo>
                  <a:lnTo>
                    <a:pt x="2150677" y="1222654"/>
                  </a:lnTo>
                  <a:lnTo>
                    <a:pt x="2143531" y="1269009"/>
                  </a:lnTo>
                  <a:lnTo>
                    <a:pt x="2134442" y="1314695"/>
                  </a:lnTo>
                  <a:lnTo>
                    <a:pt x="2123453" y="1359666"/>
                  </a:lnTo>
                  <a:lnTo>
                    <a:pt x="2110608" y="1403879"/>
                  </a:lnTo>
                  <a:lnTo>
                    <a:pt x="2095952" y="1447291"/>
                  </a:lnTo>
                  <a:lnTo>
                    <a:pt x="2079527" y="1489857"/>
                  </a:lnTo>
                  <a:lnTo>
                    <a:pt x="2061378" y="1531534"/>
                  </a:lnTo>
                  <a:lnTo>
                    <a:pt x="2041549" y="1572277"/>
                  </a:lnTo>
                  <a:lnTo>
                    <a:pt x="2020084" y="1612042"/>
                  </a:lnTo>
                  <a:lnTo>
                    <a:pt x="1997027" y="1650786"/>
                  </a:lnTo>
                  <a:lnTo>
                    <a:pt x="1972421" y="1688465"/>
                  </a:lnTo>
                  <a:lnTo>
                    <a:pt x="1946310" y="1725035"/>
                  </a:lnTo>
                  <a:lnTo>
                    <a:pt x="1918738" y="1760451"/>
                  </a:lnTo>
                  <a:lnTo>
                    <a:pt x="1889750" y="1794670"/>
                  </a:lnTo>
                  <a:lnTo>
                    <a:pt x="1859388" y="1827649"/>
                  </a:lnTo>
                  <a:lnTo>
                    <a:pt x="1827697" y="1859342"/>
                  </a:lnTo>
                  <a:lnTo>
                    <a:pt x="1794721" y="1889706"/>
                  </a:lnTo>
                  <a:lnTo>
                    <a:pt x="1760504" y="1918698"/>
                  </a:lnTo>
                  <a:lnTo>
                    <a:pt x="1725089" y="1946272"/>
                  </a:lnTo>
                  <a:lnTo>
                    <a:pt x="1688521" y="1972387"/>
                  </a:lnTo>
                  <a:lnTo>
                    <a:pt x="1650843" y="1996996"/>
                  </a:lnTo>
                  <a:lnTo>
                    <a:pt x="1612099" y="2020057"/>
                  </a:lnTo>
                  <a:lnTo>
                    <a:pt x="1572333" y="2041526"/>
                  </a:lnTo>
                  <a:lnTo>
                    <a:pt x="1531589" y="2061358"/>
                  </a:lnTo>
                  <a:lnTo>
                    <a:pt x="1489910" y="2079510"/>
                  </a:lnTo>
                  <a:lnTo>
                    <a:pt x="1447342" y="2095938"/>
                  </a:lnTo>
                  <a:lnTo>
                    <a:pt x="1403927" y="2110597"/>
                  </a:lnTo>
                  <a:lnTo>
                    <a:pt x="1359709" y="2123445"/>
                  </a:lnTo>
                  <a:lnTo>
                    <a:pt x="1314733" y="2134436"/>
                  </a:lnTo>
                  <a:lnTo>
                    <a:pt x="1269042" y="2143527"/>
                  </a:lnTo>
                  <a:lnTo>
                    <a:pt x="1222680" y="2150675"/>
                  </a:lnTo>
                  <a:lnTo>
                    <a:pt x="1175691" y="2155835"/>
                  </a:lnTo>
                  <a:lnTo>
                    <a:pt x="1128119" y="2158963"/>
                  </a:lnTo>
                  <a:lnTo>
                    <a:pt x="1080007" y="2160016"/>
                  </a:lnTo>
                  <a:lnTo>
                    <a:pt x="1031896" y="2158963"/>
                  </a:lnTo>
                  <a:lnTo>
                    <a:pt x="984324" y="2155835"/>
                  </a:lnTo>
                  <a:lnTo>
                    <a:pt x="937335" y="2150675"/>
                  </a:lnTo>
                  <a:lnTo>
                    <a:pt x="890973" y="2143527"/>
                  </a:lnTo>
                  <a:lnTo>
                    <a:pt x="845282" y="2134436"/>
                  </a:lnTo>
                  <a:lnTo>
                    <a:pt x="800306" y="2123445"/>
                  </a:lnTo>
                  <a:lnTo>
                    <a:pt x="756088" y="2110597"/>
                  </a:lnTo>
                  <a:lnTo>
                    <a:pt x="712673" y="2095938"/>
                  </a:lnTo>
                  <a:lnTo>
                    <a:pt x="670105" y="2079510"/>
                  </a:lnTo>
                  <a:lnTo>
                    <a:pt x="628426" y="2061358"/>
                  </a:lnTo>
                  <a:lnTo>
                    <a:pt x="587682" y="2041526"/>
                  </a:lnTo>
                  <a:lnTo>
                    <a:pt x="547916" y="2020057"/>
                  </a:lnTo>
                  <a:lnTo>
                    <a:pt x="509172" y="1996996"/>
                  </a:lnTo>
                  <a:lnTo>
                    <a:pt x="471494" y="1972387"/>
                  </a:lnTo>
                  <a:lnTo>
                    <a:pt x="434926" y="1946272"/>
                  </a:lnTo>
                  <a:lnTo>
                    <a:pt x="399511" y="1918698"/>
                  </a:lnTo>
                  <a:lnTo>
                    <a:pt x="365294" y="1889706"/>
                  </a:lnTo>
                  <a:lnTo>
                    <a:pt x="332318" y="1859342"/>
                  </a:lnTo>
                  <a:lnTo>
                    <a:pt x="300627" y="1827649"/>
                  </a:lnTo>
                  <a:lnTo>
                    <a:pt x="270265" y="1794670"/>
                  </a:lnTo>
                  <a:lnTo>
                    <a:pt x="241277" y="1760451"/>
                  </a:lnTo>
                  <a:lnTo>
                    <a:pt x="213705" y="1725035"/>
                  </a:lnTo>
                  <a:lnTo>
                    <a:pt x="187594" y="1688465"/>
                  </a:lnTo>
                  <a:lnTo>
                    <a:pt x="162988" y="1650786"/>
                  </a:lnTo>
                  <a:lnTo>
                    <a:pt x="139931" y="1612042"/>
                  </a:lnTo>
                  <a:lnTo>
                    <a:pt x="118466" y="1572277"/>
                  </a:lnTo>
                  <a:lnTo>
                    <a:pt x="98637" y="1531534"/>
                  </a:lnTo>
                  <a:lnTo>
                    <a:pt x="80488" y="1489857"/>
                  </a:lnTo>
                  <a:lnTo>
                    <a:pt x="64063" y="1447291"/>
                  </a:lnTo>
                  <a:lnTo>
                    <a:pt x="49407" y="1403879"/>
                  </a:lnTo>
                  <a:lnTo>
                    <a:pt x="36562" y="1359666"/>
                  </a:lnTo>
                  <a:lnTo>
                    <a:pt x="25573" y="1314695"/>
                  </a:lnTo>
                  <a:lnTo>
                    <a:pt x="16484" y="1269009"/>
                  </a:lnTo>
                  <a:lnTo>
                    <a:pt x="9338" y="1222654"/>
                  </a:lnTo>
                  <a:lnTo>
                    <a:pt x="4179" y="1175673"/>
                  </a:lnTo>
                  <a:lnTo>
                    <a:pt x="1052" y="1128109"/>
                  </a:lnTo>
                  <a:lnTo>
                    <a:pt x="0" y="1080008"/>
                  </a:lnTo>
                  <a:close/>
                </a:path>
                <a:path w="2160270" h="2160270">
                  <a:moveTo>
                    <a:pt x="179958" y="1080008"/>
                  </a:moveTo>
                  <a:lnTo>
                    <a:pt x="181206" y="1032207"/>
                  </a:lnTo>
                  <a:lnTo>
                    <a:pt x="184907" y="985057"/>
                  </a:lnTo>
                  <a:lnTo>
                    <a:pt x="191000" y="938618"/>
                  </a:lnTo>
                  <a:lnTo>
                    <a:pt x="199423" y="892954"/>
                  </a:lnTo>
                  <a:lnTo>
                    <a:pt x="210112" y="848126"/>
                  </a:lnTo>
                  <a:lnTo>
                    <a:pt x="223006" y="804197"/>
                  </a:lnTo>
                  <a:lnTo>
                    <a:pt x="238043" y="761229"/>
                  </a:lnTo>
                  <a:lnTo>
                    <a:pt x="255161" y="719283"/>
                  </a:lnTo>
                  <a:lnTo>
                    <a:pt x="274296" y="678423"/>
                  </a:lnTo>
                  <a:lnTo>
                    <a:pt x="295388" y="638710"/>
                  </a:lnTo>
                  <a:lnTo>
                    <a:pt x="318374" y="600207"/>
                  </a:lnTo>
                  <a:lnTo>
                    <a:pt x="343191" y="562975"/>
                  </a:lnTo>
                  <a:lnTo>
                    <a:pt x="369778" y="527078"/>
                  </a:lnTo>
                  <a:lnTo>
                    <a:pt x="398072" y="492576"/>
                  </a:lnTo>
                  <a:lnTo>
                    <a:pt x="428012" y="459534"/>
                  </a:lnTo>
                  <a:lnTo>
                    <a:pt x="459534" y="428012"/>
                  </a:lnTo>
                  <a:lnTo>
                    <a:pt x="492576" y="398072"/>
                  </a:lnTo>
                  <a:lnTo>
                    <a:pt x="527078" y="369778"/>
                  </a:lnTo>
                  <a:lnTo>
                    <a:pt x="562975" y="343191"/>
                  </a:lnTo>
                  <a:lnTo>
                    <a:pt x="600207" y="318374"/>
                  </a:lnTo>
                  <a:lnTo>
                    <a:pt x="638710" y="295388"/>
                  </a:lnTo>
                  <a:lnTo>
                    <a:pt x="678423" y="274296"/>
                  </a:lnTo>
                  <a:lnTo>
                    <a:pt x="719283" y="255161"/>
                  </a:lnTo>
                  <a:lnTo>
                    <a:pt x="761229" y="238043"/>
                  </a:lnTo>
                  <a:lnTo>
                    <a:pt x="804197" y="223006"/>
                  </a:lnTo>
                  <a:lnTo>
                    <a:pt x="848126" y="210112"/>
                  </a:lnTo>
                  <a:lnTo>
                    <a:pt x="892954" y="199423"/>
                  </a:lnTo>
                  <a:lnTo>
                    <a:pt x="938618" y="191000"/>
                  </a:lnTo>
                  <a:lnTo>
                    <a:pt x="985057" y="184907"/>
                  </a:lnTo>
                  <a:lnTo>
                    <a:pt x="1032207" y="181206"/>
                  </a:lnTo>
                  <a:lnTo>
                    <a:pt x="1080007" y="179959"/>
                  </a:lnTo>
                  <a:lnTo>
                    <a:pt x="1127808" y="181206"/>
                  </a:lnTo>
                  <a:lnTo>
                    <a:pt x="1174958" y="184907"/>
                  </a:lnTo>
                  <a:lnTo>
                    <a:pt x="1221397" y="191000"/>
                  </a:lnTo>
                  <a:lnTo>
                    <a:pt x="1267061" y="199423"/>
                  </a:lnTo>
                  <a:lnTo>
                    <a:pt x="1311889" y="210112"/>
                  </a:lnTo>
                  <a:lnTo>
                    <a:pt x="1355818" y="223006"/>
                  </a:lnTo>
                  <a:lnTo>
                    <a:pt x="1398786" y="238043"/>
                  </a:lnTo>
                  <a:lnTo>
                    <a:pt x="1440732" y="255161"/>
                  </a:lnTo>
                  <a:lnTo>
                    <a:pt x="1481592" y="274296"/>
                  </a:lnTo>
                  <a:lnTo>
                    <a:pt x="1521305" y="295388"/>
                  </a:lnTo>
                  <a:lnTo>
                    <a:pt x="1559808" y="318374"/>
                  </a:lnTo>
                  <a:lnTo>
                    <a:pt x="1597040" y="343191"/>
                  </a:lnTo>
                  <a:lnTo>
                    <a:pt x="1632937" y="369778"/>
                  </a:lnTo>
                  <a:lnTo>
                    <a:pt x="1667439" y="398072"/>
                  </a:lnTo>
                  <a:lnTo>
                    <a:pt x="1700481" y="428012"/>
                  </a:lnTo>
                  <a:lnTo>
                    <a:pt x="1732003" y="459534"/>
                  </a:lnTo>
                  <a:lnTo>
                    <a:pt x="1761943" y="492576"/>
                  </a:lnTo>
                  <a:lnTo>
                    <a:pt x="1790237" y="527078"/>
                  </a:lnTo>
                  <a:lnTo>
                    <a:pt x="1816824" y="562975"/>
                  </a:lnTo>
                  <a:lnTo>
                    <a:pt x="1841641" y="600207"/>
                  </a:lnTo>
                  <a:lnTo>
                    <a:pt x="1864627" y="638710"/>
                  </a:lnTo>
                  <a:lnTo>
                    <a:pt x="1885719" y="678423"/>
                  </a:lnTo>
                  <a:lnTo>
                    <a:pt x="1904854" y="719283"/>
                  </a:lnTo>
                  <a:lnTo>
                    <a:pt x="1921972" y="761229"/>
                  </a:lnTo>
                  <a:lnTo>
                    <a:pt x="1937009" y="804197"/>
                  </a:lnTo>
                  <a:lnTo>
                    <a:pt x="1949903" y="848126"/>
                  </a:lnTo>
                  <a:lnTo>
                    <a:pt x="1960592" y="892954"/>
                  </a:lnTo>
                  <a:lnTo>
                    <a:pt x="1969015" y="938618"/>
                  </a:lnTo>
                  <a:lnTo>
                    <a:pt x="1975108" y="985057"/>
                  </a:lnTo>
                  <a:lnTo>
                    <a:pt x="1978809" y="1032207"/>
                  </a:lnTo>
                  <a:lnTo>
                    <a:pt x="1980056" y="1080008"/>
                  </a:lnTo>
                  <a:lnTo>
                    <a:pt x="1978809" y="1127807"/>
                  </a:lnTo>
                  <a:lnTo>
                    <a:pt x="1975108" y="1174957"/>
                  </a:lnTo>
                  <a:lnTo>
                    <a:pt x="1969015" y="1221393"/>
                  </a:lnTo>
                  <a:lnTo>
                    <a:pt x="1960592" y="1267055"/>
                  </a:lnTo>
                  <a:lnTo>
                    <a:pt x="1949903" y="1311880"/>
                  </a:lnTo>
                  <a:lnTo>
                    <a:pt x="1937009" y="1355806"/>
                  </a:lnTo>
                  <a:lnTo>
                    <a:pt x="1921972" y="1398770"/>
                  </a:lnTo>
                  <a:lnTo>
                    <a:pt x="1904854" y="1440711"/>
                  </a:lnTo>
                  <a:lnTo>
                    <a:pt x="1885719" y="1481566"/>
                  </a:lnTo>
                  <a:lnTo>
                    <a:pt x="1864627" y="1521274"/>
                  </a:lnTo>
                  <a:lnTo>
                    <a:pt x="1841641" y="1559772"/>
                  </a:lnTo>
                  <a:lnTo>
                    <a:pt x="1816824" y="1596998"/>
                  </a:lnTo>
                  <a:lnTo>
                    <a:pt x="1790237" y="1632889"/>
                  </a:lnTo>
                  <a:lnTo>
                    <a:pt x="1761943" y="1667384"/>
                  </a:lnTo>
                  <a:lnTo>
                    <a:pt x="1732003" y="1700421"/>
                  </a:lnTo>
                  <a:lnTo>
                    <a:pt x="1700481" y="1731937"/>
                  </a:lnTo>
                  <a:lnTo>
                    <a:pt x="1667439" y="1761870"/>
                  </a:lnTo>
                  <a:lnTo>
                    <a:pt x="1632937" y="1790158"/>
                  </a:lnTo>
                  <a:lnTo>
                    <a:pt x="1597040" y="1816739"/>
                  </a:lnTo>
                  <a:lnTo>
                    <a:pt x="1559808" y="1841551"/>
                  </a:lnTo>
                  <a:lnTo>
                    <a:pt x="1521305" y="1864531"/>
                  </a:lnTo>
                  <a:lnTo>
                    <a:pt x="1481592" y="1885618"/>
                  </a:lnTo>
                  <a:lnTo>
                    <a:pt x="1440732" y="1904748"/>
                  </a:lnTo>
                  <a:lnTo>
                    <a:pt x="1398786" y="1921861"/>
                  </a:lnTo>
                  <a:lnTo>
                    <a:pt x="1355818" y="1936894"/>
                  </a:lnTo>
                  <a:lnTo>
                    <a:pt x="1311889" y="1949785"/>
                  </a:lnTo>
                  <a:lnTo>
                    <a:pt x="1267061" y="1960471"/>
                  </a:lnTo>
                  <a:lnTo>
                    <a:pt x="1221397" y="1968891"/>
                  </a:lnTo>
                  <a:lnTo>
                    <a:pt x="1174958" y="1974982"/>
                  </a:lnTo>
                  <a:lnTo>
                    <a:pt x="1127808" y="1978682"/>
                  </a:lnTo>
                  <a:lnTo>
                    <a:pt x="1080007" y="1979930"/>
                  </a:lnTo>
                  <a:lnTo>
                    <a:pt x="1032207" y="1978682"/>
                  </a:lnTo>
                  <a:lnTo>
                    <a:pt x="985057" y="1974982"/>
                  </a:lnTo>
                  <a:lnTo>
                    <a:pt x="938618" y="1968891"/>
                  </a:lnTo>
                  <a:lnTo>
                    <a:pt x="892954" y="1960471"/>
                  </a:lnTo>
                  <a:lnTo>
                    <a:pt x="848126" y="1949785"/>
                  </a:lnTo>
                  <a:lnTo>
                    <a:pt x="804197" y="1936894"/>
                  </a:lnTo>
                  <a:lnTo>
                    <a:pt x="761229" y="1921861"/>
                  </a:lnTo>
                  <a:lnTo>
                    <a:pt x="719283" y="1904748"/>
                  </a:lnTo>
                  <a:lnTo>
                    <a:pt x="678423" y="1885618"/>
                  </a:lnTo>
                  <a:lnTo>
                    <a:pt x="638710" y="1864531"/>
                  </a:lnTo>
                  <a:lnTo>
                    <a:pt x="600207" y="1841551"/>
                  </a:lnTo>
                  <a:lnTo>
                    <a:pt x="562975" y="1816739"/>
                  </a:lnTo>
                  <a:lnTo>
                    <a:pt x="527078" y="1790158"/>
                  </a:lnTo>
                  <a:lnTo>
                    <a:pt x="492576" y="1761870"/>
                  </a:lnTo>
                  <a:lnTo>
                    <a:pt x="459534" y="1731937"/>
                  </a:lnTo>
                  <a:lnTo>
                    <a:pt x="428012" y="1700421"/>
                  </a:lnTo>
                  <a:lnTo>
                    <a:pt x="398072" y="1667384"/>
                  </a:lnTo>
                  <a:lnTo>
                    <a:pt x="369778" y="1632889"/>
                  </a:lnTo>
                  <a:lnTo>
                    <a:pt x="343191" y="1596998"/>
                  </a:lnTo>
                  <a:lnTo>
                    <a:pt x="318374" y="1559772"/>
                  </a:lnTo>
                  <a:lnTo>
                    <a:pt x="295388" y="1521274"/>
                  </a:lnTo>
                  <a:lnTo>
                    <a:pt x="274296" y="1481566"/>
                  </a:lnTo>
                  <a:lnTo>
                    <a:pt x="255161" y="1440711"/>
                  </a:lnTo>
                  <a:lnTo>
                    <a:pt x="238043" y="1398770"/>
                  </a:lnTo>
                  <a:lnTo>
                    <a:pt x="223006" y="1355806"/>
                  </a:lnTo>
                  <a:lnTo>
                    <a:pt x="210112" y="1311880"/>
                  </a:lnTo>
                  <a:lnTo>
                    <a:pt x="199423" y="1267055"/>
                  </a:lnTo>
                  <a:lnTo>
                    <a:pt x="191000" y="1221393"/>
                  </a:lnTo>
                  <a:lnTo>
                    <a:pt x="184907" y="1174957"/>
                  </a:lnTo>
                  <a:lnTo>
                    <a:pt x="181206" y="1127807"/>
                  </a:lnTo>
                  <a:lnTo>
                    <a:pt x="179958" y="1080008"/>
                  </a:lnTo>
                  <a:close/>
                </a:path>
                <a:path w="2160270" h="2160270">
                  <a:moveTo>
                    <a:pt x="360045" y="1080008"/>
                  </a:moveTo>
                  <a:lnTo>
                    <a:pt x="361576" y="1032668"/>
                  </a:lnTo>
                  <a:lnTo>
                    <a:pt x="366107" y="986147"/>
                  </a:lnTo>
                  <a:lnTo>
                    <a:pt x="373542" y="940538"/>
                  </a:lnTo>
                  <a:lnTo>
                    <a:pt x="383787" y="895937"/>
                  </a:lnTo>
                  <a:lnTo>
                    <a:pt x="396747" y="852439"/>
                  </a:lnTo>
                  <a:lnTo>
                    <a:pt x="412328" y="810137"/>
                  </a:lnTo>
                  <a:lnTo>
                    <a:pt x="430433" y="769128"/>
                  </a:lnTo>
                  <a:lnTo>
                    <a:pt x="450969" y="729506"/>
                  </a:lnTo>
                  <a:lnTo>
                    <a:pt x="473840" y="691365"/>
                  </a:lnTo>
                  <a:lnTo>
                    <a:pt x="498952" y="654801"/>
                  </a:lnTo>
                  <a:lnTo>
                    <a:pt x="526210" y="619909"/>
                  </a:lnTo>
                  <a:lnTo>
                    <a:pt x="555518" y="586783"/>
                  </a:lnTo>
                  <a:lnTo>
                    <a:pt x="586783" y="555518"/>
                  </a:lnTo>
                  <a:lnTo>
                    <a:pt x="619909" y="526210"/>
                  </a:lnTo>
                  <a:lnTo>
                    <a:pt x="654801" y="498952"/>
                  </a:lnTo>
                  <a:lnTo>
                    <a:pt x="691365" y="473840"/>
                  </a:lnTo>
                  <a:lnTo>
                    <a:pt x="729506" y="450969"/>
                  </a:lnTo>
                  <a:lnTo>
                    <a:pt x="769128" y="430433"/>
                  </a:lnTo>
                  <a:lnTo>
                    <a:pt x="810137" y="412328"/>
                  </a:lnTo>
                  <a:lnTo>
                    <a:pt x="852439" y="396747"/>
                  </a:lnTo>
                  <a:lnTo>
                    <a:pt x="895937" y="383787"/>
                  </a:lnTo>
                  <a:lnTo>
                    <a:pt x="940538" y="373542"/>
                  </a:lnTo>
                  <a:lnTo>
                    <a:pt x="986147" y="366107"/>
                  </a:lnTo>
                  <a:lnTo>
                    <a:pt x="1032668" y="361576"/>
                  </a:lnTo>
                  <a:lnTo>
                    <a:pt x="1080007" y="360045"/>
                  </a:lnTo>
                  <a:lnTo>
                    <a:pt x="1127347" y="361576"/>
                  </a:lnTo>
                  <a:lnTo>
                    <a:pt x="1173868" y="366107"/>
                  </a:lnTo>
                  <a:lnTo>
                    <a:pt x="1219477" y="373542"/>
                  </a:lnTo>
                  <a:lnTo>
                    <a:pt x="1264078" y="383787"/>
                  </a:lnTo>
                  <a:lnTo>
                    <a:pt x="1307576" y="396748"/>
                  </a:lnTo>
                  <a:lnTo>
                    <a:pt x="1349878" y="412328"/>
                  </a:lnTo>
                  <a:lnTo>
                    <a:pt x="1390887" y="430433"/>
                  </a:lnTo>
                  <a:lnTo>
                    <a:pt x="1430509" y="450969"/>
                  </a:lnTo>
                  <a:lnTo>
                    <a:pt x="1468650" y="473840"/>
                  </a:lnTo>
                  <a:lnTo>
                    <a:pt x="1505214" y="498952"/>
                  </a:lnTo>
                  <a:lnTo>
                    <a:pt x="1540106" y="526210"/>
                  </a:lnTo>
                  <a:lnTo>
                    <a:pt x="1573232" y="555518"/>
                  </a:lnTo>
                  <a:lnTo>
                    <a:pt x="1604497" y="586783"/>
                  </a:lnTo>
                  <a:lnTo>
                    <a:pt x="1633805" y="619909"/>
                  </a:lnTo>
                  <a:lnTo>
                    <a:pt x="1661063" y="654801"/>
                  </a:lnTo>
                  <a:lnTo>
                    <a:pt x="1686175" y="691365"/>
                  </a:lnTo>
                  <a:lnTo>
                    <a:pt x="1709046" y="729506"/>
                  </a:lnTo>
                  <a:lnTo>
                    <a:pt x="1729582" y="769128"/>
                  </a:lnTo>
                  <a:lnTo>
                    <a:pt x="1747687" y="810137"/>
                  </a:lnTo>
                  <a:lnTo>
                    <a:pt x="1763267" y="852439"/>
                  </a:lnTo>
                  <a:lnTo>
                    <a:pt x="1776228" y="895937"/>
                  </a:lnTo>
                  <a:lnTo>
                    <a:pt x="1786473" y="940538"/>
                  </a:lnTo>
                  <a:lnTo>
                    <a:pt x="1793908" y="986147"/>
                  </a:lnTo>
                  <a:lnTo>
                    <a:pt x="1798439" y="1032668"/>
                  </a:lnTo>
                  <a:lnTo>
                    <a:pt x="1799971" y="1080008"/>
                  </a:lnTo>
                  <a:lnTo>
                    <a:pt x="1798439" y="1127347"/>
                  </a:lnTo>
                  <a:lnTo>
                    <a:pt x="1793908" y="1173868"/>
                  </a:lnTo>
                  <a:lnTo>
                    <a:pt x="1786473" y="1219477"/>
                  </a:lnTo>
                  <a:lnTo>
                    <a:pt x="1776228" y="1264078"/>
                  </a:lnTo>
                  <a:lnTo>
                    <a:pt x="1763268" y="1307576"/>
                  </a:lnTo>
                  <a:lnTo>
                    <a:pt x="1747687" y="1349878"/>
                  </a:lnTo>
                  <a:lnTo>
                    <a:pt x="1729582" y="1390887"/>
                  </a:lnTo>
                  <a:lnTo>
                    <a:pt x="1709046" y="1430509"/>
                  </a:lnTo>
                  <a:lnTo>
                    <a:pt x="1686175" y="1468650"/>
                  </a:lnTo>
                  <a:lnTo>
                    <a:pt x="1661063" y="1505214"/>
                  </a:lnTo>
                  <a:lnTo>
                    <a:pt x="1633805" y="1540106"/>
                  </a:lnTo>
                  <a:lnTo>
                    <a:pt x="1604497" y="1573232"/>
                  </a:lnTo>
                  <a:lnTo>
                    <a:pt x="1573232" y="1604497"/>
                  </a:lnTo>
                  <a:lnTo>
                    <a:pt x="1540106" y="1633805"/>
                  </a:lnTo>
                  <a:lnTo>
                    <a:pt x="1505214" y="1661063"/>
                  </a:lnTo>
                  <a:lnTo>
                    <a:pt x="1468650" y="1686175"/>
                  </a:lnTo>
                  <a:lnTo>
                    <a:pt x="1430509" y="1709046"/>
                  </a:lnTo>
                  <a:lnTo>
                    <a:pt x="1390887" y="1729582"/>
                  </a:lnTo>
                  <a:lnTo>
                    <a:pt x="1349878" y="1747687"/>
                  </a:lnTo>
                  <a:lnTo>
                    <a:pt x="1307576" y="1763268"/>
                  </a:lnTo>
                  <a:lnTo>
                    <a:pt x="1264078" y="1776228"/>
                  </a:lnTo>
                  <a:lnTo>
                    <a:pt x="1219477" y="1786473"/>
                  </a:lnTo>
                  <a:lnTo>
                    <a:pt x="1173868" y="1793908"/>
                  </a:lnTo>
                  <a:lnTo>
                    <a:pt x="1127347" y="1798439"/>
                  </a:lnTo>
                  <a:lnTo>
                    <a:pt x="1080007" y="1799971"/>
                  </a:lnTo>
                  <a:lnTo>
                    <a:pt x="1032668" y="1798439"/>
                  </a:lnTo>
                  <a:lnTo>
                    <a:pt x="986147" y="1793908"/>
                  </a:lnTo>
                  <a:lnTo>
                    <a:pt x="940538" y="1786473"/>
                  </a:lnTo>
                  <a:lnTo>
                    <a:pt x="895937" y="1776228"/>
                  </a:lnTo>
                  <a:lnTo>
                    <a:pt x="852439" y="1763268"/>
                  </a:lnTo>
                  <a:lnTo>
                    <a:pt x="810137" y="1747687"/>
                  </a:lnTo>
                  <a:lnTo>
                    <a:pt x="769128" y="1729582"/>
                  </a:lnTo>
                  <a:lnTo>
                    <a:pt x="729506" y="1709046"/>
                  </a:lnTo>
                  <a:lnTo>
                    <a:pt x="691365" y="1686175"/>
                  </a:lnTo>
                  <a:lnTo>
                    <a:pt x="654801" y="1661063"/>
                  </a:lnTo>
                  <a:lnTo>
                    <a:pt x="619909" y="1633805"/>
                  </a:lnTo>
                  <a:lnTo>
                    <a:pt x="586783" y="1604497"/>
                  </a:lnTo>
                  <a:lnTo>
                    <a:pt x="555518" y="1573232"/>
                  </a:lnTo>
                  <a:lnTo>
                    <a:pt x="526210" y="1540106"/>
                  </a:lnTo>
                  <a:lnTo>
                    <a:pt x="498952" y="1505214"/>
                  </a:lnTo>
                  <a:lnTo>
                    <a:pt x="473840" y="1468650"/>
                  </a:lnTo>
                  <a:lnTo>
                    <a:pt x="450969" y="1430509"/>
                  </a:lnTo>
                  <a:lnTo>
                    <a:pt x="430433" y="1390887"/>
                  </a:lnTo>
                  <a:lnTo>
                    <a:pt x="412328" y="1349878"/>
                  </a:lnTo>
                  <a:lnTo>
                    <a:pt x="396748" y="1307576"/>
                  </a:lnTo>
                  <a:lnTo>
                    <a:pt x="383787" y="1264078"/>
                  </a:lnTo>
                  <a:lnTo>
                    <a:pt x="373542" y="1219477"/>
                  </a:lnTo>
                  <a:lnTo>
                    <a:pt x="366107" y="1173868"/>
                  </a:lnTo>
                  <a:lnTo>
                    <a:pt x="361576" y="1127347"/>
                  </a:lnTo>
                  <a:lnTo>
                    <a:pt x="360045" y="1080008"/>
                  </a:lnTo>
                  <a:close/>
                </a:path>
                <a:path w="2160270" h="2160270">
                  <a:moveTo>
                    <a:pt x="540003" y="1080008"/>
                  </a:moveTo>
                  <a:lnTo>
                    <a:pt x="542211" y="1030862"/>
                  </a:lnTo>
                  <a:lnTo>
                    <a:pt x="548705" y="982952"/>
                  </a:lnTo>
                  <a:lnTo>
                    <a:pt x="559296" y="936467"/>
                  </a:lnTo>
                  <a:lnTo>
                    <a:pt x="573792" y="891599"/>
                  </a:lnTo>
                  <a:lnTo>
                    <a:pt x="592003" y="848538"/>
                  </a:lnTo>
                  <a:lnTo>
                    <a:pt x="613739" y="807475"/>
                  </a:lnTo>
                  <a:lnTo>
                    <a:pt x="638807" y="768601"/>
                  </a:lnTo>
                  <a:lnTo>
                    <a:pt x="667019" y="732106"/>
                  </a:lnTo>
                  <a:lnTo>
                    <a:pt x="698182" y="698182"/>
                  </a:lnTo>
                  <a:lnTo>
                    <a:pt x="732106" y="667019"/>
                  </a:lnTo>
                  <a:lnTo>
                    <a:pt x="768601" y="638807"/>
                  </a:lnTo>
                  <a:lnTo>
                    <a:pt x="807475" y="613739"/>
                  </a:lnTo>
                  <a:lnTo>
                    <a:pt x="848538" y="592003"/>
                  </a:lnTo>
                  <a:lnTo>
                    <a:pt x="891599" y="573792"/>
                  </a:lnTo>
                  <a:lnTo>
                    <a:pt x="936467" y="559296"/>
                  </a:lnTo>
                  <a:lnTo>
                    <a:pt x="982952" y="548705"/>
                  </a:lnTo>
                  <a:lnTo>
                    <a:pt x="1030862" y="542211"/>
                  </a:lnTo>
                  <a:lnTo>
                    <a:pt x="1080007" y="540004"/>
                  </a:lnTo>
                  <a:lnTo>
                    <a:pt x="1129153" y="542211"/>
                  </a:lnTo>
                  <a:lnTo>
                    <a:pt x="1177063" y="548705"/>
                  </a:lnTo>
                  <a:lnTo>
                    <a:pt x="1223548" y="559296"/>
                  </a:lnTo>
                  <a:lnTo>
                    <a:pt x="1268416" y="573792"/>
                  </a:lnTo>
                  <a:lnTo>
                    <a:pt x="1311477" y="592003"/>
                  </a:lnTo>
                  <a:lnTo>
                    <a:pt x="1352540" y="613739"/>
                  </a:lnTo>
                  <a:lnTo>
                    <a:pt x="1391414" y="638807"/>
                  </a:lnTo>
                  <a:lnTo>
                    <a:pt x="1427909" y="667019"/>
                  </a:lnTo>
                  <a:lnTo>
                    <a:pt x="1461833" y="698182"/>
                  </a:lnTo>
                  <a:lnTo>
                    <a:pt x="1492996" y="732106"/>
                  </a:lnTo>
                  <a:lnTo>
                    <a:pt x="1521208" y="768601"/>
                  </a:lnTo>
                  <a:lnTo>
                    <a:pt x="1546276" y="807475"/>
                  </a:lnTo>
                  <a:lnTo>
                    <a:pt x="1568012" y="848538"/>
                  </a:lnTo>
                  <a:lnTo>
                    <a:pt x="1586223" y="891599"/>
                  </a:lnTo>
                  <a:lnTo>
                    <a:pt x="1600719" y="936467"/>
                  </a:lnTo>
                  <a:lnTo>
                    <a:pt x="1611310" y="982952"/>
                  </a:lnTo>
                  <a:lnTo>
                    <a:pt x="1617804" y="1030862"/>
                  </a:lnTo>
                  <a:lnTo>
                    <a:pt x="1620011" y="1080008"/>
                  </a:lnTo>
                  <a:lnTo>
                    <a:pt x="1617804" y="1129153"/>
                  </a:lnTo>
                  <a:lnTo>
                    <a:pt x="1611310" y="1177063"/>
                  </a:lnTo>
                  <a:lnTo>
                    <a:pt x="1600719" y="1223548"/>
                  </a:lnTo>
                  <a:lnTo>
                    <a:pt x="1586223" y="1268416"/>
                  </a:lnTo>
                  <a:lnTo>
                    <a:pt x="1568012" y="1311477"/>
                  </a:lnTo>
                  <a:lnTo>
                    <a:pt x="1546276" y="1352540"/>
                  </a:lnTo>
                  <a:lnTo>
                    <a:pt x="1521208" y="1391414"/>
                  </a:lnTo>
                  <a:lnTo>
                    <a:pt x="1492996" y="1427909"/>
                  </a:lnTo>
                  <a:lnTo>
                    <a:pt x="1461833" y="1461833"/>
                  </a:lnTo>
                  <a:lnTo>
                    <a:pt x="1427909" y="1492996"/>
                  </a:lnTo>
                  <a:lnTo>
                    <a:pt x="1391414" y="1521208"/>
                  </a:lnTo>
                  <a:lnTo>
                    <a:pt x="1352540" y="1546276"/>
                  </a:lnTo>
                  <a:lnTo>
                    <a:pt x="1311477" y="1568012"/>
                  </a:lnTo>
                  <a:lnTo>
                    <a:pt x="1268416" y="1586223"/>
                  </a:lnTo>
                  <a:lnTo>
                    <a:pt x="1223548" y="1600719"/>
                  </a:lnTo>
                  <a:lnTo>
                    <a:pt x="1177063" y="1611310"/>
                  </a:lnTo>
                  <a:lnTo>
                    <a:pt x="1129153" y="1617804"/>
                  </a:lnTo>
                  <a:lnTo>
                    <a:pt x="1080007" y="1620012"/>
                  </a:lnTo>
                  <a:lnTo>
                    <a:pt x="1030862" y="1617804"/>
                  </a:lnTo>
                  <a:lnTo>
                    <a:pt x="982952" y="1611310"/>
                  </a:lnTo>
                  <a:lnTo>
                    <a:pt x="936467" y="1600719"/>
                  </a:lnTo>
                  <a:lnTo>
                    <a:pt x="891599" y="1586223"/>
                  </a:lnTo>
                  <a:lnTo>
                    <a:pt x="848538" y="1568012"/>
                  </a:lnTo>
                  <a:lnTo>
                    <a:pt x="807475" y="1546276"/>
                  </a:lnTo>
                  <a:lnTo>
                    <a:pt x="768601" y="1521208"/>
                  </a:lnTo>
                  <a:lnTo>
                    <a:pt x="732106" y="1492996"/>
                  </a:lnTo>
                  <a:lnTo>
                    <a:pt x="698182" y="1461833"/>
                  </a:lnTo>
                  <a:lnTo>
                    <a:pt x="667019" y="1427909"/>
                  </a:lnTo>
                  <a:lnTo>
                    <a:pt x="638807" y="1391414"/>
                  </a:lnTo>
                  <a:lnTo>
                    <a:pt x="613739" y="1352540"/>
                  </a:lnTo>
                  <a:lnTo>
                    <a:pt x="592003" y="1311477"/>
                  </a:lnTo>
                  <a:lnTo>
                    <a:pt x="573792" y="1268416"/>
                  </a:lnTo>
                  <a:lnTo>
                    <a:pt x="559296" y="1223548"/>
                  </a:lnTo>
                  <a:lnTo>
                    <a:pt x="548705" y="1177063"/>
                  </a:lnTo>
                  <a:lnTo>
                    <a:pt x="542211" y="1129153"/>
                  </a:lnTo>
                  <a:lnTo>
                    <a:pt x="540003" y="1080008"/>
                  </a:lnTo>
                  <a:close/>
                </a:path>
                <a:path w="2160270" h="2160270">
                  <a:moveTo>
                    <a:pt x="719963" y="1080008"/>
                  </a:moveTo>
                  <a:lnTo>
                    <a:pt x="723249" y="1031144"/>
                  </a:lnTo>
                  <a:lnTo>
                    <a:pt x="732821" y="984281"/>
                  </a:lnTo>
                  <a:lnTo>
                    <a:pt x="748252" y="939847"/>
                  </a:lnTo>
                  <a:lnTo>
                    <a:pt x="769112" y="898271"/>
                  </a:lnTo>
                  <a:lnTo>
                    <a:pt x="794972" y="859980"/>
                  </a:lnTo>
                  <a:lnTo>
                    <a:pt x="825404" y="825404"/>
                  </a:lnTo>
                  <a:lnTo>
                    <a:pt x="859980" y="794972"/>
                  </a:lnTo>
                  <a:lnTo>
                    <a:pt x="898271" y="769112"/>
                  </a:lnTo>
                  <a:lnTo>
                    <a:pt x="939847" y="748252"/>
                  </a:lnTo>
                  <a:lnTo>
                    <a:pt x="984281" y="732821"/>
                  </a:lnTo>
                  <a:lnTo>
                    <a:pt x="1031144" y="723249"/>
                  </a:lnTo>
                  <a:lnTo>
                    <a:pt x="1080007" y="719963"/>
                  </a:lnTo>
                  <a:lnTo>
                    <a:pt x="1128844" y="723249"/>
                  </a:lnTo>
                  <a:lnTo>
                    <a:pt x="1175690" y="732821"/>
                  </a:lnTo>
                  <a:lnTo>
                    <a:pt x="1220114" y="748252"/>
                  </a:lnTo>
                  <a:lnTo>
                    <a:pt x="1261688" y="769112"/>
                  </a:lnTo>
                  <a:lnTo>
                    <a:pt x="1299981" y="794972"/>
                  </a:lnTo>
                  <a:lnTo>
                    <a:pt x="1334563" y="825404"/>
                  </a:lnTo>
                  <a:lnTo>
                    <a:pt x="1365005" y="859980"/>
                  </a:lnTo>
                  <a:lnTo>
                    <a:pt x="1390875" y="898271"/>
                  </a:lnTo>
                  <a:lnTo>
                    <a:pt x="1411745" y="939847"/>
                  </a:lnTo>
                  <a:lnTo>
                    <a:pt x="1427185" y="984281"/>
                  </a:lnTo>
                  <a:lnTo>
                    <a:pt x="1436764" y="1031144"/>
                  </a:lnTo>
                  <a:lnTo>
                    <a:pt x="1440052" y="1080008"/>
                  </a:lnTo>
                  <a:lnTo>
                    <a:pt x="1436764" y="1128842"/>
                  </a:lnTo>
                  <a:lnTo>
                    <a:pt x="1427185" y="1175680"/>
                  </a:lnTo>
                  <a:lnTo>
                    <a:pt x="1411745" y="1220094"/>
                  </a:lnTo>
                  <a:lnTo>
                    <a:pt x="1390875" y="1261655"/>
                  </a:lnTo>
                  <a:lnTo>
                    <a:pt x="1365005" y="1299933"/>
                  </a:lnTo>
                  <a:lnTo>
                    <a:pt x="1334563" y="1334500"/>
                  </a:lnTo>
                  <a:lnTo>
                    <a:pt x="1299981" y="1364925"/>
                  </a:lnTo>
                  <a:lnTo>
                    <a:pt x="1261688" y="1390781"/>
                  </a:lnTo>
                  <a:lnTo>
                    <a:pt x="1220114" y="1411638"/>
                  </a:lnTo>
                  <a:lnTo>
                    <a:pt x="1175690" y="1427067"/>
                  </a:lnTo>
                  <a:lnTo>
                    <a:pt x="1128844" y="1436639"/>
                  </a:lnTo>
                  <a:lnTo>
                    <a:pt x="1080007" y="1439926"/>
                  </a:lnTo>
                  <a:lnTo>
                    <a:pt x="1031144" y="1436639"/>
                  </a:lnTo>
                  <a:lnTo>
                    <a:pt x="984281" y="1427067"/>
                  </a:lnTo>
                  <a:lnTo>
                    <a:pt x="939847" y="1411638"/>
                  </a:lnTo>
                  <a:lnTo>
                    <a:pt x="898271" y="1390781"/>
                  </a:lnTo>
                  <a:lnTo>
                    <a:pt x="859980" y="1364925"/>
                  </a:lnTo>
                  <a:lnTo>
                    <a:pt x="825404" y="1334500"/>
                  </a:lnTo>
                  <a:lnTo>
                    <a:pt x="794972" y="1299933"/>
                  </a:lnTo>
                  <a:lnTo>
                    <a:pt x="769112" y="1261655"/>
                  </a:lnTo>
                  <a:lnTo>
                    <a:pt x="748252" y="1220094"/>
                  </a:lnTo>
                  <a:lnTo>
                    <a:pt x="732821" y="1175680"/>
                  </a:lnTo>
                  <a:lnTo>
                    <a:pt x="723249" y="1128842"/>
                  </a:lnTo>
                  <a:lnTo>
                    <a:pt x="719963" y="1080008"/>
                  </a:lnTo>
                  <a:close/>
                </a:path>
                <a:path w="2160270" h="2160270">
                  <a:moveTo>
                    <a:pt x="900049" y="1080008"/>
                  </a:moveTo>
                  <a:lnTo>
                    <a:pt x="906473" y="1032149"/>
                  </a:lnTo>
                  <a:lnTo>
                    <a:pt x="924607" y="989155"/>
                  </a:lnTo>
                  <a:lnTo>
                    <a:pt x="952738" y="952738"/>
                  </a:lnTo>
                  <a:lnTo>
                    <a:pt x="989155" y="924607"/>
                  </a:lnTo>
                  <a:lnTo>
                    <a:pt x="1032149" y="906473"/>
                  </a:lnTo>
                  <a:lnTo>
                    <a:pt x="1080007" y="900049"/>
                  </a:lnTo>
                  <a:lnTo>
                    <a:pt x="1127866" y="906473"/>
                  </a:lnTo>
                  <a:lnTo>
                    <a:pt x="1170860" y="924607"/>
                  </a:lnTo>
                  <a:lnTo>
                    <a:pt x="1207277" y="952738"/>
                  </a:lnTo>
                  <a:lnTo>
                    <a:pt x="1235408" y="989155"/>
                  </a:lnTo>
                  <a:lnTo>
                    <a:pt x="1253542" y="1032149"/>
                  </a:lnTo>
                  <a:lnTo>
                    <a:pt x="1259967" y="1080008"/>
                  </a:lnTo>
                  <a:lnTo>
                    <a:pt x="1253542" y="1127866"/>
                  </a:lnTo>
                  <a:lnTo>
                    <a:pt x="1235408" y="1170860"/>
                  </a:lnTo>
                  <a:lnTo>
                    <a:pt x="1207277" y="1207277"/>
                  </a:lnTo>
                  <a:lnTo>
                    <a:pt x="1170860" y="1235408"/>
                  </a:lnTo>
                  <a:lnTo>
                    <a:pt x="1127866" y="1253542"/>
                  </a:lnTo>
                  <a:lnTo>
                    <a:pt x="1080007" y="1259967"/>
                  </a:lnTo>
                  <a:lnTo>
                    <a:pt x="1032149" y="1253542"/>
                  </a:lnTo>
                  <a:lnTo>
                    <a:pt x="989155" y="1235408"/>
                  </a:lnTo>
                  <a:lnTo>
                    <a:pt x="952738" y="1207277"/>
                  </a:lnTo>
                  <a:lnTo>
                    <a:pt x="924607" y="1170860"/>
                  </a:lnTo>
                  <a:lnTo>
                    <a:pt x="906473" y="1127866"/>
                  </a:lnTo>
                  <a:lnTo>
                    <a:pt x="900049" y="108000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373617" y="3765550"/>
              <a:ext cx="110489" cy="118745"/>
            </a:xfrm>
            <a:custGeom>
              <a:avLst/>
              <a:gdLst/>
              <a:ahLst/>
              <a:cxnLst/>
              <a:rect l="l" t="t" r="r" b="b"/>
              <a:pathLst>
                <a:path w="110490" h="118745">
                  <a:moveTo>
                    <a:pt x="82296" y="0"/>
                  </a:moveTo>
                  <a:lnTo>
                    <a:pt x="55117" y="30987"/>
                  </a:lnTo>
                  <a:lnTo>
                    <a:pt x="27939" y="0"/>
                  </a:lnTo>
                  <a:lnTo>
                    <a:pt x="0" y="24637"/>
                  </a:lnTo>
                  <a:lnTo>
                    <a:pt x="30352" y="59055"/>
                  </a:lnTo>
                  <a:lnTo>
                    <a:pt x="0" y="93599"/>
                  </a:lnTo>
                  <a:lnTo>
                    <a:pt x="27939" y="118237"/>
                  </a:lnTo>
                  <a:lnTo>
                    <a:pt x="55117" y="87249"/>
                  </a:lnTo>
                  <a:lnTo>
                    <a:pt x="82296" y="118237"/>
                  </a:lnTo>
                  <a:lnTo>
                    <a:pt x="110235" y="93599"/>
                  </a:lnTo>
                  <a:lnTo>
                    <a:pt x="79882" y="59055"/>
                  </a:lnTo>
                  <a:lnTo>
                    <a:pt x="110235" y="24637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73617" y="3765550"/>
              <a:ext cx="110489" cy="118745"/>
            </a:xfrm>
            <a:custGeom>
              <a:avLst/>
              <a:gdLst/>
              <a:ahLst/>
              <a:cxnLst/>
              <a:rect l="l" t="t" r="r" b="b"/>
              <a:pathLst>
                <a:path w="110490" h="118745">
                  <a:moveTo>
                    <a:pt x="0" y="24637"/>
                  </a:moveTo>
                  <a:lnTo>
                    <a:pt x="27939" y="0"/>
                  </a:lnTo>
                  <a:lnTo>
                    <a:pt x="55117" y="30987"/>
                  </a:lnTo>
                  <a:lnTo>
                    <a:pt x="82296" y="0"/>
                  </a:lnTo>
                  <a:lnTo>
                    <a:pt x="110235" y="24637"/>
                  </a:lnTo>
                  <a:lnTo>
                    <a:pt x="79882" y="59055"/>
                  </a:lnTo>
                  <a:lnTo>
                    <a:pt x="110235" y="93599"/>
                  </a:lnTo>
                  <a:lnTo>
                    <a:pt x="82296" y="118237"/>
                  </a:lnTo>
                  <a:lnTo>
                    <a:pt x="55117" y="87249"/>
                  </a:lnTo>
                  <a:lnTo>
                    <a:pt x="27939" y="118237"/>
                  </a:lnTo>
                  <a:lnTo>
                    <a:pt x="0" y="93599"/>
                  </a:lnTo>
                  <a:lnTo>
                    <a:pt x="30352" y="59055"/>
                  </a:lnTo>
                  <a:lnTo>
                    <a:pt x="0" y="2463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36356" y="3829050"/>
              <a:ext cx="497205" cy="691515"/>
            </a:xfrm>
            <a:custGeom>
              <a:avLst/>
              <a:gdLst/>
              <a:ahLst/>
              <a:cxnLst/>
              <a:rect l="l" t="t" r="r" b="b"/>
              <a:pathLst>
                <a:path w="497204" h="691514">
                  <a:moveTo>
                    <a:pt x="136906" y="511301"/>
                  </a:moveTo>
                  <a:lnTo>
                    <a:pt x="0" y="691388"/>
                  </a:lnTo>
                </a:path>
                <a:path w="497204" h="691514">
                  <a:moveTo>
                    <a:pt x="290829" y="336169"/>
                  </a:moveTo>
                  <a:lnTo>
                    <a:pt x="137795" y="511429"/>
                  </a:lnTo>
                </a:path>
                <a:path w="497204" h="691514">
                  <a:moveTo>
                    <a:pt x="367029" y="201041"/>
                  </a:moveTo>
                  <a:lnTo>
                    <a:pt x="280543" y="351663"/>
                  </a:lnTo>
                </a:path>
                <a:path w="497204" h="691514">
                  <a:moveTo>
                    <a:pt x="433577" y="86613"/>
                  </a:moveTo>
                  <a:lnTo>
                    <a:pt x="368426" y="199136"/>
                  </a:lnTo>
                </a:path>
                <a:path w="497204" h="691514">
                  <a:moveTo>
                    <a:pt x="496950" y="0"/>
                  </a:moveTo>
                  <a:lnTo>
                    <a:pt x="431800" y="92201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44459" y="4649216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37846" y="0"/>
                  </a:moveTo>
                  <a:lnTo>
                    <a:pt x="25273" y="14096"/>
                  </a:lnTo>
                  <a:lnTo>
                    <a:pt x="12826" y="0"/>
                  </a:lnTo>
                  <a:lnTo>
                    <a:pt x="0" y="11302"/>
                  </a:lnTo>
                  <a:lnTo>
                    <a:pt x="13843" y="27177"/>
                  </a:lnTo>
                  <a:lnTo>
                    <a:pt x="0" y="42925"/>
                  </a:lnTo>
                  <a:lnTo>
                    <a:pt x="12826" y="54228"/>
                  </a:lnTo>
                  <a:lnTo>
                    <a:pt x="25273" y="40131"/>
                  </a:lnTo>
                  <a:lnTo>
                    <a:pt x="37846" y="54228"/>
                  </a:lnTo>
                  <a:lnTo>
                    <a:pt x="50673" y="42925"/>
                  </a:lnTo>
                  <a:lnTo>
                    <a:pt x="36703" y="27177"/>
                  </a:lnTo>
                  <a:lnTo>
                    <a:pt x="50673" y="11302"/>
                  </a:lnTo>
                  <a:lnTo>
                    <a:pt x="3784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4459" y="4649216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0" y="11302"/>
                  </a:moveTo>
                  <a:lnTo>
                    <a:pt x="12826" y="0"/>
                  </a:lnTo>
                  <a:lnTo>
                    <a:pt x="25273" y="14096"/>
                  </a:lnTo>
                  <a:lnTo>
                    <a:pt x="37846" y="0"/>
                  </a:lnTo>
                  <a:lnTo>
                    <a:pt x="50673" y="11302"/>
                  </a:lnTo>
                  <a:lnTo>
                    <a:pt x="36703" y="27177"/>
                  </a:lnTo>
                  <a:lnTo>
                    <a:pt x="50673" y="42925"/>
                  </a:lnTo>
                  <a:lnTo>
                    <a:pt x="37846" y="54228"/>
                  </a:lnTo>
                  <a:lnTo>
                    <a:pt x="25273" y="40131"/>
                  </a:lnTo>
                  <a:lnTo>
                    <a:pt x="12826" y="54228"/>
                  </a:lnTo>
                  <a:lnTo>
                    <a:pt x="0" y="42925"/>
                  </a:lnTo>
                  <a:lnTo>
                    <a:pt x="13843" y="27177"/>
                  </a:lnTo>
                  <a:lnTo>
                    <a:pt x="0" y="1130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50047" y="4513707"/>
              <a:ext cx="194310" cy="182880"/>
            </a:xfrm>
            <a:custGeom>
              <a:avLst/>
              <a:gdLst/>
              <a:ahLst/>
              <a:cxnLst/>
              <a:rect l="l" t="t" r="r" b="b"/>
              <a:pathLst>
                <a:path w="194309" h="182879">
                  <a:moveTo>
                    <a:pt x="193801" y="0"/>
                  </a:moveTo>
                  <a:lnTo>
                    <a:pt x="0" y="18288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18450" y="4484243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37846" y="0"/>
                  </a:moveTo>
                  <a:lnTo>
                    <a:pt x="25400" y="14096"/>
                  </a:lnTo>
                  <a:lnTo>
                    <a:pt x="12953" y="0"/>
                  </a:lnTo>
                  <a:lnTo>
                    <a:pt x="0" y="11302"/>
                  </a:lnTo>
                  <a:lnTo>
                    <a:pt x="13970" y="27050"/>
                  </a:lnTo>
                  <a:lnTo>
                    <a:pt x="0" y="42925"/>
                  </a:lnTo>
                  <a:lnTo>
                    <a:pt x="12953" y="54228"/>
                  </a:lnTo>
                  <a:lnTo>
                    <a:pt x="25400" y="40131"/>
                  </a:lnTo>
                  <a:lnTo>
                    <a:pt x="37846" y="54228"/>
                  </a:lnTo>
                  <a:lnTo>
                    <a:pt x="50800" y="42925"/>
                  </a:lnTo>
                  <a:lnTo>
                    <a:pt x="36829" y="27050"/>
                  </a:lnTo>
                  <a:lnTo>
                    <a:pt x="50800" y="11302"/>
                  </a:lnTo>
                  <a:lnTo>
                    <a:pt x="3784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918450" y="4484243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0" y="11302"/>
                  </a:moveTo>
                  <a:lnTo>
                    <a:pt x="12953" y="0"/>
                  </a:lnTo>
                  <a:lnTo>
                    <a:pt x="25400" y="14096"/>
                  </a:lnTo>
                  <a:lnTo>
                    <a:pt x="37846" y="0"/>
                  </a:lnTo>
                  <a:lnTo>
                    <a:pt x="50800" y="11302"/>
                  </a:lnTo>
                  <a:lnTo>
                    <a:pt x="36829" y="27050"/>
                  </a:lnTo>
                  <a:lnTo>
                    <a:pt x="50800" y="42925"/>
                  </a:lnTo>
                  <a:lnTo>
                    <a:pt x="37846" y="54228"/>
                  </a:lnTo>
                  <a:lnTo>
                    <a:pt x="25400" y="40131"/>
                  </a:lnTo>
                  <a:lnTo>
                    <a:pt x="12953" y="54228"/>
                  </a:lnTo>
                  <a:lnTo>
                    <a:pt x="0" y="42925"/>
                  </a:lnTo>
                  <a:lnTo>
                    <a:pt x="13970" y="27050"/>
                  </a:lnTo>
                  <a:lnTo>
                    <a:pt x="0" y="1130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02143" y="4372737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37846" y="0"/>
                  </a:moveTo>
                  <a:lnTo>
                    <a:pt x="25400" y="14224"/>
                  </a:lnTo>
                  <a:lnTo>
                    <a:pt x="12953" y="0"/>
                  </a:lnTo>
                  <a:lnTo>
                    <a:pt x="0" y="11302"/>
                  </a:lnTo>
                  <a:lnTo>
                    <a:pt x="13970" y="27177"/>
                  </a:lnTo>
                  <a:lnTo>
                    <a:pt x="0" y="43052"/>
                  </a:lnTo>
                  <a:lnTo>
                    <a:pt x="12953" y="54356"/>
                  </a:lnTo>
                  <a:lnTo>
                    <a:pt x="25400" y="40131"/>
                  </a:lnTo>
                  <a:lnTo>
                    <a:pt x="37846" y="54356"/>
                  </a:lnTo>
                  <a:lnTo>
                    <a:pt x="50800" y="43052"/>
                  </a:lnTo>
                  <a:lnTo>
                    <a:pt x="36829" y="27177"/>
                  </a:lnTo>
                  <a:lnTo>
                    <a:pt x="50800" y="11302"/>
                  </a:lnTo>
                  <a:lnTo>
                    <a:pt x="3784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02143" y="4372737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0" y="11302"/>
                  </a:moveTo>
                  <a:lnTo>
                    <a:pt x="12953" y="0"/>
                  </a:lnTo>
                  <a:lnTo>
                    <a:pt x="25400" y="14224"/>
                  </a:lnTo>
                  <a:lnTo>
                    <a:pt x="37846" y="0"/>
                  </a:lnTo>
                  <a:lnTo>
                    <a:pt x="50800" y="11302"/>
                  </a:lnTo>
                  <a:lnTo>
                    <a:pt x="36829" y="27177"/>
                  </a:lnTo>
                  <a:lnTo>
                    <a:pt x="50800" y="43052"/>
                  </a:lnTo>
                  <a:lnTo>
                    <a:pt x="37846" y="54356"/>
                  </a:lnTo>
                  <a:lnTo>
                    <a:pt x="25400" y="40131"/>
                  </a:lnTo>
                  <a:lnTo>
                    <a:pt x="12953" y="54356"/>
                  </a:lnTo>
                  <a:lnTo>
                    <a:pt x="0" y="43052"/>
                  </a:lnTo>
                  <a:lnTo>
                    <a:pt x="13970" y="27177"/>
                  </a:lnTo>
                  <a:lnTo>
                    <a:pt x="0" y="1130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84312" y="4271772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37846" y="0"/>
                  </a:moveTo>
                  <a:lnTo>
                    <a:pt x="25400" y="14223"/>
                  </a:lnTo>
                  <a:lnTo>
                    <a:pt x="12954" y="0"/>
                  </a:lnTo>
                  <a:lnTo>
                    <a:pt x="0" y="11429"/>
                  </a:lnTo>
                  <a:lnTo>
                    <a:pt x="13970" y="27177"/>
                  </a:lnTo>
                  <a:lnTo>
                    <a:pt x="0" y="43052"/>
                  </a:lnTo>
                  <a:lnTo>
                    <a:pt x="12954" y="54355"/>
                  </a:lnTo>
                  <a:lnTo>
                    <a:pt x="25400" y="40258"/>
                  </a:lnTo>
                  <a:lnTo>
                    <a:pt x="37846" y="54355"/>
                  </a:lnTo>
                  <a:lnTo>
                    <a:pt x="50800" y="43052"/>
                  </a:lnTo>
                  <a:lnTo>
                    <a:pt x="36830" y="27177"/>
                  </a:lnTo>
                  <a:lnTo>
                    <a:pt x="50800" y="11429"/>
                  </a:lnTo>
                  <a:lnTo>
                    <a:pt x="3784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84312" y="4271772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0" y="11429"/>
                  </a:moveTo>
                  <a:lnTo>
                    <a:pt x="12954" y="0"/>
                  </a:lnTo>
                  <a:lnTo>
                    <a:pt x="25400" y="14223"/>
                  </a:lnTo>
                  <a:lnTo>
                    <a:pt x="37846" y="0"/>
                  </a:lnTo>
                  <a:lnTo>
                    <a:pt x="50800" y="11429"/>
                  </a:lnTo>
                  <a:lnTo>
                    <a:pt x="36830" y="27177"/>
                  </a:lnTo>
                  <a:lnTo>
                    <a:pt x="50800" y="43052"/>
                  </a:lnTo>
                  <a:lnTo>
                    <a:pt x="37846" y="54355"/>
                  </a:lnTo>
                  <a:lnTo>
                    <a:pt x="25400" y="40258"/>
                  </a:lnTo>
                  <a:lnTo>
                    <a:pt x="12954" y="54355"/>
                  </a:lnTo>
                  <a:lnTo>
                    <a:pt x="0" y="43052"/>
                  </a:lnTo>
                  <a:lnTo>
                    <a:pt x="13970" y="27177"/>
                  </a:lnTo>
                  <a:lnTo>
                    <a:pt x="0" y="1142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11133" y="3934587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37846" y="0"/>
                  </a:moveTo>
                  <a:lnTo>
                    <a:pt x="25400" y="14224"/>
                  </a:lnTo>
                  <a:lnTo>
                    <a:pt x="12826" y="0"/>
                  </a:lnTo>
                  <a:lnTo>
                    <a:pt x="0" y="11302"/>
                  </a:lnTo>
                  <a:lnTo>
                    <a:pt x="13970" y="27177"/>
                  </a:lnTo>
                  <a:lnTo>
                    <a:pt x="0" y="43052"/>
                  </a:lnTo>
                  <a:lnTo>
                    <a:pt x="12826" y="54356"/>
                  </a:lnTo>
                  <a:lnTo>
                    <a:pt x="25400" y="40131"/>
                  </a:lnTo>
                  <a:lnTo>
                    <a:pt x="37846" y="54356"/>
                  </a:lnTo>
                  <a:lnTo>
                    <a:pt x="50673" y="43052"/>
                  </a:lnTo>
                  <a:lnTo>
                    <a:pt x="36702" y="27177"/>
                  </a:lnTo>
                  <a:lnTo>
                    <a:pt x="50673" y="11302"/>
                  </a:lnTo>
                  <a:lnTo>
                    <a:pt x="3784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311133" y="3934587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0" y="11302"/>
                  </a:moveTo>
                  <a:lnTo>
                    <a:pt x="12826" y="0"/>
                  </a:lnTo>
                  <a:lnTo>
                    <a:pt x="25400" y="14224"/>
                  </a:lnTo>
                  <a:lnTo>
                    <a:pt x="37846" y="0"/>
                  </a:lnTo>
                  <a:lnTo>
                    <a:pt x="50673" y="11302"/>
                  </a:lnTo>
                  <a:lnTo>
                    <a:pt x="36702" y="27177"/>
                  </a:lnTo>
                  <a:lnTo>
                    <a:pt x="50673" y="43052"/>
                  </a:lnTo>
                  <a:lnTo>
                    <a:pt x="37846" y="54356"/>
                  </a:lnTo>
                  <a:lnTo>
                    <a:pt x="25400" y="40131"/>
                  </a:lnTo>
                  <a:lnTo>
                    <a:pt x="12826" y="54356"/>
                  </a:lnTo>
                  <a:lnTo>
                    <a:pt x="0" y="43052"/>
                  </a:lnTo>
                  <a:lnTo>
                    <a:pt x="13970" y="27177"/>
                  </a:lnTo>
                  <a:lnTo>
                    <a:pt x="0" y="1130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86419" y="4150741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37846" y="0"/>
                  </a:moveTo>
                  <a:lnTo>
                    <a:pt x="25273" y="14223"/>
                  </a:lnTo>
                  <a:lnTo>
                    <a:pt x="12826" y="0"/>
                  </a:lnTo>
                  <a:lnTo>
                    <a:pt x="0" y="11302"/>
                  </a:lnTo>
                  <a:lnTo>
                    <a:pt x="13843" y="27177"/>
                  </a:lnTo>
                  <a:lnTo>
                    <a:pt x="0" y="43052"/>
                  </a:lnTo>
                  <a:lnTo>
                    <a:pt x="12826" y="54355"/>
                  </a:lnTo>
                  <a:lnTo>
                    <a:pt x="25273" y="40131"/>
                  </a:lnTo>
                  <a:lnTo>
                    <a:pt x="37846" y="54355"/>
                  </a:lnTo>
                  <a:lnTo>
                    <a:pt x="50673" y="43052"/>
                  </a:lnTo>
                  <a:lnTo>
                    <a:pt x="36702" y="27177"/>
                  </a:lnTo>
                  <a:lnTo>
                    <a:pt x="50673" y="11302"/>
                  </a:lnTo>
                  <a:lnTo>
                    <a:pt x="3784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86419" y="4150741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0" y="11302"/>
                  </a:moveTo>
                  <a:lnTo>
                    <a:pt x="12826" y="0"/>
                  </a:lnTo>
                  <a:lnTo>
                    <a:pt x="25273" y="14223"/>
                  </a:lnTo>
                  <a:lnTo>
                    <a:pt x="37846" y="0"/>
                  </a:lnTo>
                  <a:lnTo>
                    <a:pt x="50673" y="11302"/>
                  </a:lnTo>
                  <a:lnTo>
                    <a:pt x="36702" y="27177"/>
                  </a:lnTo>
                  <a:lnTo>
                    <a:pt x="50673" y="43052"/>
                  </a:lnTo>
                  <a:lnTo>
                    <a:pt x="37846" y="54355"/>
                  </a:lnTo>
                  <a:lnTo>
                    <a:pt x="25273" y="40131"/>
                  </a:lnTo>
                  <a:lnTo>
                    <a:pt x="12826" y="54355"/>
                  </a:lnTo>
                  <a:lnTo>
                    <a:pt x="0" y="43052"/>
                  </a:lnTo>
                  <a:lnTo>
                    <a:pt x="13843" y="27177"/>
                  </a:lnTo>
                  <a:lnTo>
                    <a:pt x="0" y="1130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52586" y="4025646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37846" y="0"/>
                  </a:moveTo>
                  <a:lnTo>
                    <a:pt x="25273" y="14223"/>
                  </a:lnTo>
                  <a:lnTo>
                    <a:pt x="12827" y="0"/>
                  </a:lnTo>
                  <a:lnTo>
                    <a:pt x="0" y="11302"/>
                  </a:lnTo>
                  <a:lnTo>
                    <a:pt x="13970" y="27177"/>
                  </a:lnTo>
                  <a:lnTo>
                    <a:pt x="0" y="43052"/>
                  </a:lnTo>
                  <a:lnTo>
                    <a:pt x="12827" y="54355"/>
                  </a:lnTo>
                  <a:lnTo>
                    <a:pt x="25273" y="40131"/>
                  </a:lnTo>
                  <a:lnTo>
                    <a:pt x="37846" y="54355"/>
                  </a:lnTo>
                  <a:lnTo>
                    <a:pt x="50673" y="43052"/>
                  </a:lnTo>
                  <a:lnTo>
                    <a:pt x="36703" y="27177"/>
                  </a:lnTo>
                  <a:lnTo>
                    <a:pt x="50673" y="11302"/>
                  </a:lnTo>
                  <a:lnTo>
                    <a:pt x="3784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52586" y="4025646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0" y="11302"/>
                  </a:moveTo>
                  <a:lnTo>
                    <a:pt x="12827" y="0"/>
                  </a:lnTo>
                  <a:lnTo>
                    <a:pt x="25273" y="14223"/>
                  </a:lnTo>
                  <a:lnTo>
                    <a:pt x="37846" y="0"/>
                  </a:lnTo>
                  <a:lnTo>
                    <a:pt x="50673" y="11302"/>
                  </a:lnTo>
                  <a:lnTo>
                    <a:pt x="36703" y="27177"/>
                  </a:lnTo>
                  <a:lnTo>
                    <a:pt x="50673" y="43052"/>
                  </a:lnTo>
                  <a:lnTo>
                    <a:pt x="37846" y="54355"/>
                  </a:lnTo>
                  <a:lnTo>
                    <a:pt x="25273" y="40131"/>
                  </a:lnTo>
                  <a:lnTo>
                    <a:pt x="12827" y="54355"/>
                  </a:lnTo>
                  <a:lnTo>
                    <a:pt x="0" y="43052"/>
                  </a:lnTo>
                  <a:lnTo>
                    <a:pt x="13970" y="27177"/>
                  </a:lnTo>
                  <a:lnTo>
                    <a:pt x="0" y="1130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7000748" y="2534538"/>
            <a:ext cx="2983230" cy="2606675"/>
          </a:xfrm>
          <a:custGeom>
            <a:avLst/>
            <a:gdLst/>
            <a:ahLst/>
            <a:cxnLst/>
            <a:rect l="l" t="t" r="r" b="b"/>
            <a:pathLst>
              <a:path w="2983229" h="2606675">
                <a:moveTo>
                  <a:pt x="76200" y="76200"/>
                </a:move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28575" y="76200"/>
                </a:lnTo>
                <a:lnTo>
                  <a:pt x="28575" y="2556002"/>
                </a:lnTo>
                <a:lnTo>
                  <a:pt x="47625" y="2556002"/>
                </a:lnTo>
                <a:lnTo>
                  <a:pt x="47625" y="76200"/>
                </a:lnTo>
                <a:lnTo>
                  <a:pt x="76200" y="76200"/>
                </a:lnTo>
                <a:close/>
              </a:path>
              <a:path w="2983229" h="2606675">
                <a:moveTo>
                  <a:pt x="2983103" y="2568321"/>
                </a:moveTo>
                <a:lnTo>
                  <a:pt x="2964053" y="2558796"/>
                </a:lnTo>
                <a:lnTo>
                  <a:pt x="2906903" y="2530221"/>
                </a:lnTo>
                <a:lnTo>
                  <a:pt x="2906903" y="2558796"/>
                </a:lnTo>
                <a:lnTo>
                  <a:pt x="31115" y="2558796"/>
                </a:lnTo>
                <a:lnTo>
                  <a:pt x="31115" y="2577846"/>
                </a:lnTo>
                <a:lnTo>
                  <a:pt x="2906903" y="2577846"/>
                </a:lnTo>
                <a:lnTo>
                  <a:pt x="2906903" y="2606421"/>
                </a:lnTo>
                <a:lnTo>
                  <a:pt x="2964053" y="2577846"/>
                </a:lnTo>
                <a:lnTo>
                  <a:pt x="2983103" y="25683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996805" y="4911090"/>
            <a:ext cx="3200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1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73240" y="2152345"/>
            <a:ext cx="3257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2</a:t>
            </a:r>
            <a:endParaRPr sz="2175" baseline="-15325">
              <a:latin typeface="Cambria Math"/>
              <a:cs typeface="Cambria Math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1290" y="1495678"/>
            <a:ext cx="2172716" cy="3972687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2991993" y="1303019"/>
            <a:ext cx="2980690" cy="4330065"/>
          </a:xfrm>
          <a:custGeom>
            <a:avLst/>
            <a:gdLst/>
            <a:ahLst/>
            <a:cxnLst/>
            <a:rect l="l" t="t" r="r" b="b"/>
            <a:pathLst>
              <a:path w="2980690" h="4330065">
                <a:moveTo>
                  <a:pt x="2980436" y="4291533"/>
                </a:moveTo>
                <a:lnTo>
                  <a:pt x="2961462" y="4282059"/>
                </a:lnTo>
                <a:lnTo>
                  <a:pt x="2904236" y="4253484"/>
                </a:lnTo>
                <a:lnTo>
                  <a:pt x="2904236" y="4282059"/>
                </a:lnTo>
                <a:lnTo>
                  <a:pt x="47625" y="4282059"/>
                </a:lnTo>
                <a:lnTo>
                  <a:pt x="47625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28575" y="76200"/>
                </a:lnTo>
                <a:lnTo>
                  <a:pt x="28575" y="4282059"/>
                </a:lnTo>
                <a:lnTo>
                  <a:pt x="28448" y="4282059"/>
                </a:lnTo>
                <a:lnTo>
                  <a:pt x="28448" y="4301058"/>
                </a:lnTo>
                <a:lnTo>
                  <a:pt x="2904236" y="4301058"/>
                </a:lnTo>
                <a:lnTo>
                  <a:pt x="2904236" y="4329633"/>
                </a:lnTo>
                <a:lnTo>
                  <a:pt x="2961386" y="4301058"/>
                </a:lnTo>
                <a:lnTo>
                  <a:pt x="2980436" y="42915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985002" y="5406339"/>
            <a:ext cx="3200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1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70961" y="913257"/>
            <a:ext cx="3257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2</a:t>
            </a:r>
            <a:endParaRPr sz="2175" baseline="-15325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6864" y="2534539"/>
            <a:ext cx="2781300" cy="3190875"/>
            <a:chOff x="1586864" y="2534539"/>
            <a:chExt cx="2781300" cy="3190875"/>
          </a:xfrm>
        </p:grpSpPr>
        <p:sp>
          <p:nvSpPr>
            <p:cNvPr id="3" name="object 3"/>
            <p:cNvSpPr/>
            <p:nvPr/>
          </p:nvSpPr>
          <p:spPr>
            <a:xfrm>
              <a:off x="1800732" y="2558542"/>
              <a:ext cx="2160270" cy="2160270"/>
            </a:xfrm>
            <a:custGeom>
              <a:avLst/>
              <a:gdLst/>
              <a:ahLst/>
              <a:cxnLst/>
              <a:rect l="l" t="t" r="r" b="b"/>
              <a:pathLst>
                <a:path w="2160270" h="2160270">
                  <a:moveTo>
                    <a:pt x="0" y="1080008"/>
                  </a:moveTo>
                  <a:lnTo>
                    <a:pt x="1052" y="1031896"/>
                  </a:lnTo>
                  <a:lnTo>
                    <a:pt x="4179" y="984324"/>
                  </a:lnTo>
                  <a:lnTo>
                    <a:pt x="9338" y="937335"/>
                  </a:lnTo>
                  <a:lnTo>
                    <a:pt x="16484" y="890973"/>
                  </a:lnTo>
                  <a:lnTo>
                    <a:pt x="25573" y="845282"/>
                  </a:lnTo>
                  <a:lnTo>
                    <a:pt x="36562" y="800306"/>
                  </a:lnTo>
                  <a:lnTo>
                    <a:pt x="49407" y="756088"/>
                  </a:lnTo>
                  <a:lnTo>
                    <a:pt x="64063" y="712673"/>
                  </a:lnTo>
                  <a:lnTo>
                    <a:pt x="80488" y="670105"/>
                  </a:lnTo>
                  <a:lnTo>
                    <a:pt x="98637" y="628426"/>
                  </a:lnTo>
                  <a:lnTo>
                    <a:pt x="118466" y="587682"/>
                  </a:lnTo>
                  <a:lnTo>
                    <a:pt x="139931" y="547916"/>
                  </a:lnTo>
                  <a:lnTo>
                    <a:pt x="162988" y="509172"/>
                  </a:lnTo>
                  <a:lnTo>
                    <a:pt x="187594" y="471494"/>
                  </a:lnTo>
                  <a:lnTo>
                    <a:pt x="213705" y="434926"/>
                  </a:lnTo>
                  <a:lnTo>
                    <a:pt x="241277" y="399511"/>
                  </a:lnTo>
                  <a:lnTo>
                    <a:pt x="270265" y="365294"/>
                  </a:lnTo>
                  <a:lnTo>
                    <a:pt x="300627" y="332318"/>
                  </a:lnTo>
                  <a:lnTo>
                    <a:pt x="332318" y="300627"/>
                  </a:lnTo>
                  <a:lnTo>
                    <a:pt x="365294" y="270265"/>
                  </a:lnTo>
                  <a:lnTo>
                    <a:pt x="399511" y="241277"/>
                  </a:lnTo>
                  <a:lnTo>
                    <a:pt x="434926" y="213705"/>
                  </a:lnTo>
                  <a:lnTo>
                    <a:pt x="471494" y="187594"/>
                  </a:lnTo>
                  <a:lnTo>
                    <a:pt x="509172" y="162988"/>
                  </a:lnTo>
                  <a:lnTo>
                    <a:pt x="547916" y="139931"/>
                  </a:lnTo>
                  <a:lnTo>
                    <a:pt x="587682" y="118466"/>
                  </a:lnTo>
                  <a:lnTo>
                    <a:pt x="628426" y="98637"/>
                  </a:lnTo>
                  <a:lnTo>
                    <a:pt x="670105" y="80488"/>
                  </a:lnTo>
                  <a:lnTo>
                    <a:pt x="712673" y="64063"/>
                  </a:lnTo>
                  <a:lnTo>
                    <a:pt x="756088" y="49407"/>
                  </a:lnTo>
                  <a:lnTo>
                    <a:pt x="800306" y="36562"/>
                  </a:lnTo>
                  <a:lnTo>
                    <a:pt x="845282" y="25573"/>
                  </a:lnTo>
                  <a:lnTo>
                    <a:pt x="890973" y="16484"/>
                  </a:lnTo>
                  <a:lnTo>
                    <a:pt x="937335" y="9338"/>
                  </a:lnTo>
                  <a:lnTo>
                    <a:pt x="984324" y="4179"/>
                  </a:lnTo>
                  <a:lnTo>
                    <a:pt x="1031896" y="1052"/>
                  </a:lnTo>
                  <a:lnTo>
                    <a:pt x="1080008" y="0"/>
                  </a:lnTo>
                  <a:lnTo>
                    <a:pt x="1128109" y="1052"/>
                  </a:lnTo>
                  <a:lnTo>
                    <a:pt x="1175673" y="4179"/>
                  </a:lnTo>
                  <a:lnTo>
                    <a:pt x="1222654" y="9338"/>
                  </a:lnTo>
                  <a:lnTo>
                    <a:pt x="1269009" y="16484"/>
                  </a:lnTo>
                  <a:lnTo>
                    <a:pt x="1314695" y="25573"/>
                  </a:lnTo>
                  <a:lnTo>
                    <a:pt x="1359666" y="36562"/>
                  </a:lnTo>
                  <a:lnTo>
                    <a:pt x="1403879" y="49407"/>
                  </a:lnTo>
                  <a:lnTo>
                    <a:pt x="1447291" y="64063"/>
                  </a:lnTo>
                  <a:lnTo>
                    <a:pt x="1489857" y="80488"/>
                  </a:lnTo>
                  <a:lnTo>
                    <a:pt x="1531534" y="98637"/>
                  </a:lnTo>
                  <a:lnTo>
                    <a:pt x="1572277" y="118466"/>
                  </a:lnTo>
                  <a:lnTo>
                    <a:pt x="1612042" y="139931"/>
                  </a:lnTo>
                  <a:lnTo>
                    <a:pt x="1650786" y="162988"/>
                  </a:lnTo>
                  <a:lnTo>
                    <a:pt x="1688465" y="187594"/>
                  </a:lnTo>
                  <a:lnTo>
                    <a:pt x="1725035" y="213705"/>
                  </a:lnTo>
                  <a:lnTo>
                    <a:pt x="1760451" y="241277"/>
                  </a:lnTo>
                  <a:lnTo>
                    <a:pt x="1794670" y="270265"/>
                  </a:lnTo>
                  <a:lnTo>
                    <a:pt x="1827649" y="300627"/>
                  </a:lnTo>
                  <a:lnTo>
                    <a:pt x="1859342" y="332318"/>
                  </a:lnTo>
                  <a:lnTo>
                    <a:pt x="1889706" y="365294"/>
                  </a:lnTo>
                  <a:lnTo>
                    <a:pt x="1918698" y="399511"/>
                  </a:lnTo>
                  <a:lnTo>
                    <a:pt x="1946272" y="434926"/>
                  </a:lnTo>
                  <a:lnTo>
                    <a:pt x="1972387" y="471494"/>
                  </a:lnTo>
                  <a:lnTo>
                    <a:pt x="1996996" y="509172"/>
                  </a:lnTo>
                  <a:lnTo>
                    <a:pt x="2020057" y="547916"/>
                  </a:lnTo>
                  <a:lnTo>
                    <a:pt x="2041526" y="587682"/>
                  </a:lnTo>
                  <a:lnTo>
                    <a:pt x="2061358" y="628426"/>
                  </a:lnTo>
                  <a:lnTo>
                    <a:pt x="2079510" y="670105"/>
                  </a:lnTo>
                  <a:lnTo>
                    <a:pt x="2095938" y="712673"/>
                  </a:lnTo>
                  <a:lnTo>
                    <a:pt x="2110597" y="756088"/>
                  </a:lnTo>
                  <a:lnTo>
                    <a:pt x="2123445" y="800306"/>
                  </a:lnTo>
                  <a:lnTo>
                    <a:pt x="2134436" y="845282"/>
                  </a:lnTo>
                  <a:lnTo>
                    <a:pt x="2143527" y="890973"/>
                  </a:lnTo>
                  <a:lnTo>
                    <a:pt x="2150675" y="937335"/>
                  </a:lnTo>
                  <a:lnTo>
                    <a:pt x="2155835" y="984324"/>
                  </a:lnTo>
                  <a:lnTo>
                    <a:pt x="2158963" y="1031896"/>
                  </a:lnTo>
                  <a:lnTo>
                    <a:pt x="2160016" y="1080008"/>
                  </a:lnTo>
                  <a:lnTo>
                    <a:pt x="2158963" y="1128109"/>
                  </a:lnTo>
                  <a:lnTo>
                    <a:pt x="2155835" y="1175673"/>
                  </a:lnTo>
                  <a:lnTo>
                    <a:pt x="2150675" y="1222654"/>
                  </a:lnTo>
                  <a:lnTo>
                    <a:pt x="2143527" y="1269009"/>
                  </a:lnTo>
                  <a:lnTo>
                    <a:pt x="2134436" y="1314695"/>
                  </a:lnTo>
                  <a:lnTo>
                    <a:pt x="2123445" y="1359666"/>
                  </a:lnTo>
                  <a:lnTo>
                    <a:pt x="2110597" y="1403879"/>
                  </a:lnTo>
                  <a:lnTo>
                    <a:pt x="2095938" y="1447291"/>
                  </a:lnTo>
                  <a:lnTo>
                    <a:pt x="2079510" y="1489857"/>
                  </a:lnTo>
                  <a:lnTo>
                    <a:pt x="2061358" y="1531534"/>
                  </a:lnTo>
                  <a:lnTo>
                    <a:pt x="2041526" y="1572277"/>
                  </a:lnTo>
                  <a:lnTo>
                    <a:pt x="2020057" y="1612042"/>
                  </a:lnTo>
                  <a:lnTo>
                    <a:pt x="1996996" y="1650786"/>
                  </a:lnTo>
                  <a:lnTo>
                    <a:pt x="1972387" y="1688465"/>
                  </a:lnTo>
                  <a:lnTo>
                    <a:pt x="1946272" y="1725035"/>
                  </a:lnTo>
                  <a:lnTo>
                    <a:pt x="1918698" y="1760451"/>
                  </a:lnTo>
                  <a:lnTo>
                    <a:pt x="1889706" y="1794670"/>
                  </a:lnTo>
                  <a:lnTo>
                    <a:pt x="1859342" y="1827649"/>
                  </a:lnTo>
                  <a:lnTo>
                    <a:pt x="1827649" y="1859342"/>
                  </a:lnTo>
                  <a:lnTo>
                    <a:pt x="1794670" y="1889706"/>
                  </a:lnTo>
                  <a:lnTo>
                    <a:pt x="1760451" y="1918698"/>
                  </a:lnTo>
                  <a:lnTo>
                    <a:pt x="1725035" y="1946272"/>
                  </a:lnTo>
                  <a:lnTo>
                    <a:pt x="1688465" y="1972387"/>
                  </a:lnTo>
                  <a:lnTo>
                    <a:pt x="1650786" y="1996996"/>
                  </a:lnTo>
                  <a:lnTo>
                    <a:pt x="1612042" y="2020057"/>
                  </a:lnTo>
                  <a:lnTo>
                    <a:pt x="1572277" y="2041526"/>
                  </a:lnTo>
                  <a:lnTo>
                    <a:pt x="1531534" y="2061358"/>
                  </a:lnTo>
                  <a:lnTo>
                    <a:pt x="1489857" y="2079510"/>
                  </a:lnTo>
                  <a:lnTo>
                    <a:pt x="1447291" y="2095938"/>
                  </a:lnTo>
                  <a:lnTo>
                    <a:pt x="1403879" y="2110597"/>
                  </a:lnTo>
                  <a:lnTo>
                    <a:pt x="1359666" y="2123445"/>
                  </a:lnTo>
                  <a:lnTo>
                    <a:pt x="1314695" y="2134436"/>
                  </a:lnTo>
                  <a:lnTo>
                    <a:pt x="1269009" y="2143527"/>
                  </a:lnTo>
                  <a:lnTo>
                    <a:pt x="1222654" y="2150675"/>
                  </a:lnTo>
                  <a:lnTo>
                    <a:pt x="1175673" y="2155835"/>
                  </a:lnTo>
                  <a:lnTo>
                    <a:pt x="1128109" y="2158963"/>
                  </a:lnTo>
                  <a:lnTo>
                    <a:pt x="1080008" y="2160016"/>
                  </a:lnTo>
                  <a:lnTo>
                    <a:pt x="1031896" y="2158963"/>
                  </a:lnTo>
                  <a:lnTo>
                    <a:pt x="984324" y="2155835"/>
                  </a:lnTo>
                  <a:lnTo>
                    <a:pt x="937335" y="2150675"/>
                  </a:lnTo>
                  <a:lnTo>
                    <a:pt x="890973" y="2143527"/>
                  </a:lnTo>
                  <a:lnTo>
                    <a:pt x="845282" y="2134436"/>
                  </a:lnTo>
                  <a:lnTo>
                    <a:pt x="800306" y="2123445"/>
                  </a:lnTo>
                  <a:lnTo>
                    <a:pt x="756088" y="2110597"/>
                  </a:lnTo>
                  <a:lnTo>
                    <a:pt x="712673" y="2095938"/>
                  </a:lnTo>
                  <a:lnTo>
                    <a:pt x="670105" y="2079510"/>
                  </a:lnTo>
                  <a:lnTo>
                    <a:pt x="628426" y="2061358"/>
                  </a:lnTo>
                  <a:lnTo>
                    <a:pt x="587682" y="2041526"/>
                  </a:lnTo>
                  <a:lnTo>
                    <a:pt x="547916" y="2020057"/>
                  </a:lnTo>
                  <a:lnTo>
                    <a:pt x="509172" y="1996996"/>
                  </a:lnTo>
                  <a:lnTo>
                    <a:pt x="471494" y="1972387"/>
                  </a:lnTo>
                  <a:lnTo>
                    <a:pt x="434926" y="1946272"/>
                  </a:lnTo>
                  <a:lnTo>
                    <a:pt x="399511" y="1918698"/>
                  </a:lnTo>
                  <a:lnTo>
                    <a:pt x="365294" y="1889706"/>
                  </a:lnTo>
                  <a:lnTo>
                    <a:pt x="332318" y="1859342"/>
                  </a:lnTo>
                  <a:lnTo>
                    <a:pt x="300627" y="1827649"/>
                  </a:lnTo>
                  <a:lnTo>
                    <a:pt x="270265" y="1794670"/>
                  </a:lnTo>
                  <a:lnTo>
                    <a:pt x="241277" y="1760451"/>
                  </a:lnTo>
                  <a:lnTo>
                    <a:pt x="213705" y="1725035"/>
                  </a:lnTo>
                  <a:lnTo>
                    <a:pt x="187594" y="1688465"/>
                  </a:lnTo>
                  <a:lnTo>
                    <a:pt x="162988" y="1650786"/>
                  </a:lnTo>
                  <a:lnTo>
                    <a:pt x="139931" y="1612042"/>
                  </a:lnTo>
                  <a:lnTo>
                    <a:pt x="118466" y="1572277"/>
                  </a:lnTo>
                  <a:lnTo>
                    <a:pt x="98637" y="1531534"/>
                  </a:lnTo>
                  <a:lnTo>
                    <a:pt x="80488" y="1489857"/>
                  </a:lnTo>
                  <a:lnTo>
                    <a:pt x="64063" y="1447291"/>
                  </a:lnTo>
                  <a:lnTo>
                    <a:pt x="49407" y="1403879"/>
                  </a:lnTo>
                  <a:lnTo>
                    <a:pt x="36562" y="1359666"/>
                  </a:lnTo>
                  <a:lnTo>
                    <a:pt x="25573" y="1314695"/>
                  </a:lnTo>
                  <a:lnTo>
                    <a:pt x="16484" y="1269009"/>
                  </a:lnTo>
                  <a:lnTo>
                    <a:pt x="9338" y="1222654"/>
                  </a:lnTo>
                  <a:lnTo>
                    <a:pt x="4179" y="1175673"/>
                  </a:lnTo>
                  <a:lnTo>
                    <a:pt x="1052" y="1128109"/>
                  </a:lnTo>
                  <a:lnTo>
                    <a:pt x="0" y="1080008"/>
                  </a:lnTo>
                  <a:close/>
                </a:path>
                <a:path w="2160270" h="2160270">
                  <a:moveTo>
                    <a:pt x="179959" y="1080008"/>
                  </a:moveTo>
                  <a:lnTo>
                    <a:pt x="181206" y="1032207"/>
                  </a:lnTo>
                  <a:lnTo>
                    <a:pt x="184907" y="985057"/>
                  </a:lnTo>
                  <a:lnTo>
                    <a:pt x="191000" y="938618"/>
                  </a:lnTo>
                  <a:lnTo>
                    <a:pt x="199423" y="892954"/>
                  </a:lnTo>
                  <a:lnTo>
                    <a:pt x="210112" y="848126"/>
                  </a:lnTo>
                  <a:lnTo>
                    <a:pt x="223006" y="804197"/>
                  </a:lnTo>
                  <a:lnTo>
                    <a:pt x="238043" y="761229"/>
                  </a:lnTo>
                  <a:lnTo>
                    <a:pt x="255161" y="719283"/>
                  </a:lnTo>
                  <a:lnTo>
                    <a:pt x="274296" y="678423"/>
                  </a:lnTo>
                  <a:lnTo>
                    <a:pt x="295388" y="638710"/>
                  </a:lnTo>
                  <a:lnTo>
                    <a:pt x="318374" y="600207"/>
                  </a:lnTo>
                  <a:lnTo>
                    <a:pt x="343191" y="562975"/>
                  </a:lnTo>
                  <a:lnTo>
                    <a:pt x="369778" y="527078"/>
                  </a:lnTo>
                  <a:lnTo>
                    <a:pt x="398072" y="492576"/>
                  </a:lnTo>
                  <a:lnTo>
                    <a:pt x="428012" y="459534"/>
                  </a:lnTo>
                  <a:lnTo>
                    <a:pt x="459534" y="428012"/>
                  </a:lnTo>
                  <a:lnTo>
                    <a:pt x="492576" y="398072"/>
                  </a:lnTo>
                  <a:lnTo>
                    <a:pt x="527078" y="369778"/>
                  </a:lnTo>
                  <a:lnTo>
                    <a:pt x="562975" y="343191"/>
                  </a:lnTo>
                  <a:lnTo>
                    <a:pt x="600207" y="318374"/>
                  </a:lnTo>
                  <a:lnTo>
                    <a:pt x="638710" y="295388"/>
                  </a:lnTo>
                  <a:lnTo>
                    <a:pt x="678423" y="274296"/>
                  </a:lnTo>
                  <a:lnTo>
                    <a:pt x="719283" y="255161"/>
                  </a:lnTo>
                  <a:lnTo>
                    <a:pt x="761229" y="238043"/>
                  </a:lnTo>
                  <a:lnTo>
                    <a:pt x="804197" y="223006"/>
                  </a:lnTo>
                  <a:lnTo>
                    <a:pt x="848126" y="210112"/>
                  </a:lnTo>
                  <a:lnTo>
                    <a:pt x="892954" y="199423"/>
                  </a:lnTo>
                  <a:lnTo>
                    <a:pt x="938618" y="191000"/>
                  </a:lnTo>
                  <a:lnTo>
                    <a:pt x="985057" y="184907"/>
                  </a:lnTo>
                  <a:lnTo>
                    <a:pt x="1032207" y="181206"/>
                  </a:lnTo>
                  <a:lnTo>
                    <a:pt x="1080008" y="179959"/>
                  </a:lnTo>
                  <a:lnTo>
                    <a:pt x="1127807" y="181206"/>
                  </a:lnTo>
                  <a:lnTo>
                    <a:pt x="1174957" y="184907"/>
                  </a:lnTo>
                  <a:lnTo>
                    <a:pt x="1221393" y="191000"/>
                  </a:lnTo>
                  <a:lnTo>
                    <a:pt x="1267055" y="199423"/>
                  </a:lnTo>
                  <a:lnTo>
                    <a:pt x="1311880" y="210112"/>
                  </a:lnTo>
                  <a:lnTo>
                    <a:pt x="1355806" y="223006"/>
                  </a:lnTo>
                  <a:lnTo>
                    <a:pt x="1398770" y="238043"/>
                  </a:lnTo>
                  <a:lnTo>
                    <a:pt x="1440711" y="255161"/>
                  </a:lnTo>
                  <a:lnTo>
                    <a:pt x="1481566" y="274296"/>
                  </a:lnTo>
                  <a:lnTo>
                    <a:pt x="1521274" y="295388"/>
                  </a:lnTo>
                  <a:lnTo>
                    <a:pt x="1559772" y="318374"/>
                  </a:lnTo>
                  <a:lnTo>
                    <a:pt x="1596998" y="343191"/>
                  </a:lnTo>
                  <a:lnTo>
                    <a:pt x="1632889" y="369778"/>
                  </a:lnTo>
                  <a:lnTo>
                    <a:pt x="1667384" y="398072"/>
                  </a:lnTo>
                  <a:lnTo>
                    <a:pt x="1700421" y="428012"/>
                  </a:lnTo>
                  <a:lnTo>
                    <a:pt x="1731937" y="459534"/>
                  </a:lnTo>
                  <a:lnTo>
                    <a:pt x="1761870" y="492576"/>
                  </a:lnTo>
                  <a:lnTo>
                    <a:pt x="1790158" y="527078"/>
                  </a:lnTo>
                  <a:lnTo>
                    <a:pt x="1816739" y="562975"/>
                  </a:lnTo>
                  <a:lnTo>
                    <a:pt x="1841551" y="600207"/>
                  </a:lnTo>
                  <a:lnTo>
                    <a:pt x="1864531" y="638710"/>
                  </a:lnTo>
                  <a:lnTo>
                    <a:pt x="1885618" y="678423"/>
                  </a:lnTo>
                  <a:lnTo>
                    <a:pt x="1904748" y="719283"/>
                  </a:lnTo>
                  <a:lnTo>
                    <a:pt x="1921861" y="761229"/>
                  </a:lnTo>
                  <a:lnTo>
                    <a:pt x="1936894" y="804197"/>
                  </a:lnTo>
                  <a:lnTo>
                    <a:pt x="1949785" y="848126"/>
                  </a:lnTo>
                  <a:lnTo>
                    <a:pt x="1960471" y="892954"/>
                  </a:lnTo>
                  <a:lnTo>
                    <a:pt x="1968891" y="938618"/>
                  </a:lnTo>
                  <a:lnTo>
                    <a:pt x="1974982" y="985057"/>
                  </a:lnTo>
                  <a:lnTo>
                    <a:pt x="1978682" y="1032207"/>
                  </a:lnTo>
                  <a:lnTo>
                    <a:pt x="1979930" y="1080008"/>
                  </a:lnTo>
                  <a:lnTo>
                    <a:pt x="1978682" y="1127807"/>
                  </a:lnTo>
                  <a:lnTo>
                    <a:pt x="1974982" y="1174957"/>
                  </a:lnTo>
                  <a:lnTo>
                    <a:pt x="1968891" y="1221393"/>
                  </a:lnTo>
                  <a:lnTo>
                    <a:pt x="1960471" y="1267055"/>
                  </a:lnTo>
                  <a:lnTo>
                    <a:pt x="1949785" y="1311880"/>
                  </a:lnTo>
                  <a:lnTo>
                    <a:pt x="1936894" y="1355806"/>
                  </a:lnTo>
                  <a:lnTo>
                    <a:pt x="1921861" y="1398770"/>
                  </a:lnTo>
                  <a:lnTo>
                    <a:pt x="1904748" y="1440711"/>
                  </a:lnTo>
                  <a:lnTo>
                    <a:pt x="1885618" y="1481566"/>
                  </a:lnTo>
                  <a:lnTo>
                    <a:pt x="1864531" y="1521274"/>
                  </a:lnTo>
                  <a:lnTo>
                    <a:pt x="1841551" y="1559772"/>
                  </a:lnTo>
                  <a:lnTo>
                    <a:pt x="1816739" y="1596998"/>
                  </a:lnTo>
                  <a:lnTo>
                    <a:pt x="1790158" y="1632889"/>
                  </a:lnTo>
                  <a:lnTo>
                    <a:pt x="1761870" y="1667384"/>
                  </a:lnTo>
                  <a:lnTo>
                    <a:pt x="1731937" y="1700421"/>
                  </a:lnTo>
                  <a:lnTo>
                    <a:pt x="1700421" y="1731937"/>
                  </a:lnTo>
                  <a:lnTo>
                    <a:pt x="1667384" y="1761870"/>
                  </a:lnTo>
                  <a:lnTo>
                    <a:pt x="1632889" y="1790158"/>
                  </a:lnTo>
                  <a:lnTo>
                    <a:pt x="1596998" y="1816739"/>
                  </a:lnTo>
                  <a:lnTo>
                    <a:pt x="1559772" y="1841551"/>
                  </a:lnTo>
                  <a:lnTo>
                    <a:pt x="1521274" y="1864531"/>
                  </a:lnTo>
                  <a:lnTo>
                    <a:pt x="1481566" y="1885618"/>
                  </a:lnTo>
                  <a:lnTo>
                    <a:pt x="1440711" y="1904748"/>
                  </a:lnTo>
                  <a:lnTo>
                    <a:pt x="1398770" y="1921861"/>
                  </a:lnTo>
                  <a:lnTo>
                    <a:pt x="1355806" y="1936894"/>
                  </a:lnTo>
                  <a:lnTo>
                    <a:pt x="1311880" y="1949785"/>
                  </a:lnTo>
                  <a:lnTo>
                    <a:pt x="1267055" y="1960471"/>
                  </a:lnTo>
                  <a:lnTo>
                    <a:pt x="1221393" y="1968891"/>
                  </a:lnTo>
                  <a:lnTo>
                    <a:pt x="1174957" y="1974982"/>
                  </a:lnTo>
                  <a:lnTo>
                    <a:pt x="1127807" y="1978682"/>
                  </a:lnTo>
                  <a:lnTo>
                    <a:pt x="1080008" y="1979930"/>
                  </a:lnTo>
                  <a:lnTo>
                    <a:pt x="1032207" y="1978682"/>
                  </a:lnTo>
                  <a:lnTo>
                    <a:pt x="985057" y="1974982"/>
                  </a:lnTo>
                  <a:lnTo>
                    <a:pt x="938618" y="1968891"/>
                  </a:lnTo>
                  <a:lnTo>
                    <a:pt x="892954" y="1960471"/>
                  </a:lnTo>
                  <a:lnTo>
                    <a:pt x="848126" y="1949785"/>
                  </a:lnTo>
                  <a:lnTo>
                    <a:pt x="804197" y="1936894"/>
                  </a:lnTo>
                  <a:lnTo>
                    <a:pt x="761229" y="1921861"/>
                  </a:lnTo>
                  <a:lnTo>
                    <a:pt x="719283" y="1904748"/>
                  </a:lnTo>
                  <a:lnTo>
                    <a:pt x="678423" y="1885618"/>
                  </a:lnTo>
                  <a:lnTo>
                    <a:pt x="638710" y="1864531"/>
                  </a:lnTo>
                  <a:lnTo>
                    <a:pt x="600207" y="1841551"/>
                  </a:lnTo>
                  <a:lnTo>
                    <a:pt x="562975" y="1816739"/>
                  </a:lnTo>
                  <a:lnTo>
                    <a:pt x="527078" y="1790158"/>
                  </a:lnTo>
                  <a:lnTo>
                    <a:pt x="492576" y="1761870"/>
                  </a:lnTo>
                  <a:lnTo>
                    <a:pt x="459534" y="1731937"/>
                  </a:lnTo>
                  <a:lnTo>
                    <a:pt x="428012" y="1700421"/>
                  </a:lnTo>
                  <a:lnTo>
                    <a:pt x="398072" y="1667384"/>
                  </a:lnTo>
                  <a:lnTo>
                    <a:pt x="369778" y="1632889"/>
                  </a:lnTo>
                  <a:lnTo>
                    <a:pt x="343191" y="1596998"/>
                  </a:lnTo>
                  <a:lnTo>
                    <a:pt x="318374" y="1559772"/>
                  </a:lnTo>
                  <a:lnTo>
                    <a:pt x="295388" y="1521274"/>
                  </a:lnTo>
                  <a:lnTo>
                    <a:pt x="274296" y="1481566"/>
                  </a:lnTo>
                  <a:lnTo>
                    <a:pt x="255161" y="1440711"/>
                  </a:lnTo>
                  <a:lnTo>
                    <a:pt x="238043" y="1398770"/>
                  </a:lnTo>
                  <a:lnTo>
                    <a:pt x="223006" y="1355806"/>
                  </a:lnTo>
                  <a:lnTo>
                    <a:pt x="210112" y="1311880"/>
                  </a:lnTo>
                  <a:lnTo>
                    <a:pt x="199423" y="1267055"/>
                  </a:lnTo>
                  <a:lnTo>
                    <a:pt x="191000" y="1221393"/>
                  </a:lnTo>
                  <a:lnTo>
                    <a:pt x="184907" y="1174957"/>
                  </a:lnTo>
                  <a:lnTo>
                    <a:pt x="181206" y="1127807"/>
                  </a:lnTo>
                  <a:lnTo>
                    <a:pt x="179959" y="1080008"/>
                  </a:lnTo>
                  <a:close/>
                </a:path>
                <a:path w="2160270" h="2160270">
                  <a:moveTo>
                    <a:pt x="359918" y="1080008"/>
                  </a:moveTo>
                  <a:lnTo>
                    <a:pt x="361449" y="1032668"/>
                  </a:lnTo>
                  <a:lnTo>
                    <a:pt x="365982" y="986147"/>
                  </a:lnTo>
                  <a:lnTo>
                    <a:pt x="373420" y="940538"/>
                  </a:lnTo>
                  <a:lnTo>
                    <a:pt x="383669" y="895937"/>
                  </a:lnTo>
                  <a:lnTo>
                    <a:pt x="396634" y="852439"/>
                  </a:lnTo>
                  <a:lnTo>
                    <a:pt x="412219" y="810137"/>
                  </a:lnTo>
                  <a:lnTo>
                    <a:pt x="430330" y="769128"/>
                  </a:lnTo>
                  <a:lnTo>
                    <a:pt x="450873" y="729506"/>
                  </a:lnTo>
                  <a:lnTo>
                    <a:pt x="473751" y="691365"/>
                  </a:lnTo>
                  <a:lnTo>
                    <a:pt x="498870" y="654801"/>
                  </a:lnTo>
                  <a:lnTo>
                    <a:pt x="526135" y="619909"/>
                  </a:lnTo>
                  <a:lnTo>
                    <a:pt x="555451" y="586783"/>
                  </a:lnTo>
                  <a:lnTo>
                    <a:pt x="586723" y="555518"/>
                  </a:lnTo>
                  <a:lnTo>
                    <a:pt x="619857" y="526210"/>
                  </a:lnTo>
                  <a:lnTo>
                    <a:pt x="654757" y="498952"/>
                  </a:lnTo>
                  <a:lnTo>
                    <a:pt x="691328" y="473840"/>
                  </a:lnTo>
                  <a:lnTo>
                    <a:pt x="729475" y="450969"/>
                  </a:lnTo>
                  <a:lnTo>
                    <a:pt x="769104" y="430433"/>
                  </a:lnTo>
                  <a:lnTo>
                    <a:pt x="810119" y="412328"/>
                  </a:lnTo>
                  <a:lnTo>
                    <a:pt x="852426" y="396747"/>
                  </a:lnTo>
                  <a:lnTo>
                    <a:pt x="895929" y="383787"/>
                  </a:lnTo>
                  <a:lnTo>
                    <a:pt x="940533" y="373542"/>
                  </a:lnTo>
                  <a:lnTo>
                    <a:pt x="986145" y="366107"/>
                  </a:lnTo>
                  <a:lnTo>
                    <a:pt x="1032668" y="361576"/>
                  </a:lnTo>
                  <a:lnTo>
                    <a:pt x="1080008" y="360045"/>
                  </a:lnTo>
                  <a:lnTo>
                    <a:pt x="1127347" y="361576"/>
                  </a:lnTo>
                  <a:lnTo>
                    <a:pt x="1173868" y="366107"/>
                  </a:lnTo>
                  <a:lnTo>
                    <a:pt x="1219477" y="373542"/>
                  </a:lnTo>
                  <a:lnTo>
                    <a:pt x="1264078" y="383787"/>
                  </a:lnTo>
                  <a:lnTo>
                    <a:pt x="1307576" y="396748"/>
                  </a:lnTo>
                  <a:lnTo>
                    <a:pt x="1349878" y="412328"/>
                  </a:lnTo>
                  <a:lnTo>
                    <a:pt x="1390887" y="430433"/>
                  </a:lnTo>
                  <a:lnTo>
                    <a:pt x="1430509" y="450969"/>
                  </a:lnTo>
                  <a:lnTo>
                    <a:pt x="1468650" y="473840"/>
                  </a:lnTo>
                  <a:lnTo>
                    <a:pt x="1505214" y="498952"/>
                  </a:lnTo>
                  <a:lnTo>
                    <a:pt x="1540106" y="526210"/>
                  </a:lnTo>
                  <a:lnTo>
                    <a:pt x="1573232" y="555518"/>
                  </a:lnTo>
                  <a:lnTo>
                    <a:pt x="1604497" y="586783"/>
                  </a:lnTo>
                  <a:lnTo>
                    <a:pt x="1633805" y="619909"/>
                  </a:lnTo>
                  <a:lnTo>
                    <a:pt x="1661063" y="654801"/>
                  </a:lnTo>
                  <a:lnTo>
                    <a:pt x="1686175" y="691365"/>
                  </a:lnTo>
                  <a:lnTo>
                    <a:pt x="1709046" y="729506"/>
                  </a:lnTo>
                  <a:lnTo>
                    <a:pt x="1729582" y="769128"/>
                  </a:lnTo>
                  <a:lnTo>
                    <a:pt x="1747687" y="810137"/>
                  </a:lnTo>
                  <a:lnTo>
                    <a:pt x="1763268" y="852439"/>
                  </a:lnTo>
                  <a:lnTo>
                    <a:pt x="1776228" y="895937"/>
                  </a:lnTo>
                  <a:lnTo>
                    <a:pt x="1786473" y="940538"/>
                  </a:lnTo>
                  <a:lnTo>
                    <a:pt x="1793908" y="986147"/>
                  </a:lnTo>
                  <a:lnTo>
                    <a:pt x="1798439" y="1032668"/>
                  </a:lnTo>
                  <a:lnTo>
                    <a:pt x="1799970" y="1080008"/>
                  </a:lnTo>
                  <a:lnTo>
                    <a:pt x="1798439" y="1127347"/>
                  </a:lnTo>
                  <a:lnTo>
                    <a:pt x="1793908" y="1173868"/>
                  </a:lnTo>
                  <a:lnTo>
                    <a:pt x="1786473" y="1219477"/>
                  </a:lnTo>
                  <a:lnTo>
                    <a:pt x="1776228" y="1264078"/>
                  </a:lnTo>
                  <a:lnTo>
                    <a:pt x="1763268" y="1307576"/>
                  </a:lnTo>
                  <a:lnTo>
                    <a:pt x="1747687" y="1349878"/>
                  </a:lnTo>
                  <a:lnTo>
                    <a:pt x="1729582" y="1390887"/>
                  </a:lnTo>
                  <a:lnTo>
                    <a:pt x="1709046" y="1430509"/>
                  </a:lnTo>
                  <a:lnTo>
                    <a:pt x="1686175" y="1468650"/>
                  </a:lnTo>
                  <a:lnTo>
                    <a:pt x="1661063" y="1505214"/>
                  </a:lnTo>
                  <a:lnTo>
                    <a:pt x="1633805" y="1540106"/>
                  </a:lnTo>
                  <a:lnTo>
                    <a:pt x="1604497" y="1573232"/>
                  </a:lnTo>
                  <a:lnTo>
                    <a:pt x="1573232" y="1604497"/>
                  </a:lnTo>
                  <a:lnTo>
                    <a:pt x="1540106" y="1633805"/>
                  </a:lnTo>
                  <a:lnTo>
                    <a:pt x="1505214" y="1661063"/>
                  </a:lnTo>
                  <a:lnTo>
                    <a:pt x="1468650" y="1686175"/>
                  </a:lnTo>
                  <a:lnTo>
                    <a:pt x="1430509" y="1709046"/>
                  </a:lnTo>
                  <a:lnTo>
                    <a:pt x="1390887" y="1729582"/>
                  </a:lnTo>
                  <a:lnTo>
                    <a:pt x="1349878" y="1747687"/>
                  </a:lnTo>
                  <a:lnTo>
                    <a:pt x="1307576" y="1763268"/>
                  </a:lnTo>
                  <a:lnTo>
                    <a:pt x="1264078" y="1776228"/>
                  </a:lnTo>
                  <a:lnTo>
                    <a:pt x="1219477" y="1786473"/>
                  </a:lnTo>
                  <a:lnTo>
                    <a:pt x="1173868" y="1793908"/>
                  </a:lnTo>
                  <a:lnTo>
                    <a:pt x="1127347" y="1798439"/>
                  </a:lnTo>
                  <a:lnTo>
                    <a:pt x="1080008" y="1799971"/>
                  </a:lnTo>
                  <a:lnTo>
                    <a:pt x="1032668" y="1798439"/>
                  </a:lnTo>
                  <a:lnTo>
                    <a:pt x="986145" y="1793908"/>
                  </a:lnTo>
                  <a:lnTo>
                    <a:pt x="940533" y="1786473"/>
                  </a:lnTo>
                  <a:lnTo>
                    <a:pt x="895929" y="1776228"/>
                  </a:lnTo>
                  <a:lnTo>
                    <a:pt x="852426" y="1763268"/>
                  </a:lnTo>
                  <a:lnTo>
                    <a:pt x="810119" y="1747687"/>
                  </a:lnTo>
                  <a:lnTo>
                    <a:pt x="769104" y="1729582"/>
                  </a:lnTo>
                  <a:lnTo>
                    <a:pt x="729475" y="1709046"/>
                  </a:lnTo>
                  <a:lnTo>
                    <a:pt x="691328" y="1686175"/>
                  </a:lnTo>
                  <a:lnTo>
                    <a:pt x="654757" y="1661063"/>
                  </a:lnTo>
                  <a:lnTo>
                    <a:pt x="619857" y="1633805"/>
                  </a:lnTo>
                  <a:lnTo>
                    <a:pt x="586723" y="1604497"/>
                  </a:lnTo>
                  <a:lnTo>
                    <a:pt x="555451" y="1573232"/>
                  </a:lnTo>
                  <a:lnTo>
                    <a:pt x="526135" y="1540106"/>
                  </a:lnTo>
                  <a:lnTo>
                    <a:pt x="498870" y="1505214"/>
                  </a:lnTo>
                  <a:lnTo>
                    <a:pt x="473751" y="1468650"/>
                  </a:lnTo>
                  <a:lnTo>
                    <a:pt x="450873" y="1430509"/>
                  </a:lnTo>
                  <a:lnTo>
                    <a:pt x="430330" y="1390887"/>
                  </a:lnTo>
                  <a:lnTo>
                    <a:pt x="412219" y="1349878"/>
                  </a:lnTo>
                  <a:lnTo>
                    <a:pt x="396634" y="1307576"/>
                  </a:lnTo>
                  <a:lnTo>
                    <a:pt x="383669" y="1264078"/>
                  </a:lnTo>
                  <a:lnTo>
                    <a:pt x="373420" y="1219477"/>
                  </a:lnTo>
                  <a:lnTo>
                    <a:pt x="365982" y="1173868"/>
                  </a:lnTo>
                  <a:lnTo>
                    <a:pt x="361449" y="1127347"/>
                  </a:lnTo>
                  <a:lnTo>
                    <a:pt x="359918" y="1080008"/>
                  </a:lnTo>
                  <a:close/>
                </a:path>
                <a:path w="2160270" h="2160270">
                  <a:moveTo>
                    <a:pt x="540004" y="1080008"/>
                  </a:moveTo>
                  <a:lnTo>
                    <a:pt x="542210" y="1030862"/>
                  </a:lnTo>
                  <a:lnTo>
                    <a:pt x="548701" y="982952"/>
                  </a:lnTo>
                  <a:lnTo>
                    <a:pt x="559287" y="936467"/>
                  </a:lnTo>
                  <a:lnTo>
                    <a:pt x="573777" y="891599"/>
                  </a:lnTo>
                  <a:lnTo>
                    <a:pt x="591982" y="848538"/>
                  </a:lnTo>
                  <a:lnTo>
                    <a:pt x="613711" y="807475"/>
                  </a:lnTo>
                  <a:lnTo>
                    <a:pt x="638772" y="768601"/>
                  </a:lnTo>
                  <a:lnTo>
                    <a:pt x="666977" y="732106"/>
                  </a:lnTo>
                  <a:lnTo>
                    <a:pt x="698134" y="698182"/>
                  </a:lnTo>
                  <a:lnTo>
                    <a:pt x="732054" y="667019"/>
                  </a:lnTo>
                  <a:lnTo>
                    <a:pt x="768545" y="638807"/>
                  </a:lnTo>
                  <a:lnTo>
                    <a:pt x="807418" y="613739"/>
                  </a:lnTo>
                  <a:lnTo>
                    <a:pt x="848483" y="592003"/>
                  </a:lnTo>
                  <a:lnTo>
                    <a:pt x="891548" y="573792"/>
                  </a:lnTo>
                  <a:lnTo>
                    <a:pt x="936423" y="559296"/>
                  </a:lnTo>
                  <a:lnTo>
                    <a:pt x="982918" y="548705"/>
                  </a:lnTo>
                  <a:lnTo>
                    <a:pt x="1030843" y="542211"/>
                  </a:lnTo>
                  <a:lnTo>
                    <a:pt x="1080008" y="540004"/>
                  </a:lnTo>
                  <a:lnTo>
                    <a:pt x="1129153" y="542211"/>
                  </a:lnTo>
                  <a:lnTo>
                    <a:pt x="1177063" y="548705"/>
                  </a:lnTo>
                  <a:lnTo>
                    <a:pt x="1223548" y="559296"/>
                  </a:lnTo>
                  <a:lnTo>
                    <a:pt x="1268416" y="573792"/>
                  </a:lnTo>
                  <a:lnTo>
                    <a:pt x="1311477" y="592003"/>
                  </a:lnTo>
                  <a:lnTo>
                    <a:pt x="1352540" y="613739"/>
                  </a:lnTo>
                  <a:lnTo>
                    <a:pt x="1391414" y="638807"/>
                  </a:lnTo>
                  <a:lnTo>
                    <a:pt x="1427909" y="667019"/>
                  </a:lnTo>
                  <a:lnTo>
                    <a:pt x="1461833" y="698182"/>
                  </a:lnTo>
                  <a:lnTo>
                    <a:pt x="1492996" y="732106"/>
                  </a:lnTo>
                  <a:lnTo>
                    <a:pt x="1521208" y="768601"/>
                  </a:lnTo>
                  <a:lnTo>
                    <a:pt x="1546276" y="807475"/>
                  </a:lnTo>
                  <a:lnTo>
                    <a:pt x="1568012" y="848538"/>
                  </a:lnTo>
                  <a:lnTo>
                    <a:pt x="1586223" y="891599"/>
                  </a:lnTo>
                  <a:lnTo>
                    <a:pt x="1600719" y="936467"/>
                  </a:lnTo>
                  <a:lnTo>
                    <a:pt x="1611310" y="982952"/>
                  </a:lnTo>
                  <a:lnTo>
                    <a:pt x="1617804" y="1030862"/>
                  </a:lnTo>
                  <a:lnTo>
                    <a:pt x="1620012" y="1080008"/>
                  </a:lnTo>
                  <a:lnTo>
                    <a:pt x="1617804" y="1129153"/>
                  </a:lnTo>
                  <a:lnTo>
                    <a:pt x="1611310" y="1177063"/>
                  </a:lnTo>
                  <a:lnTo>
                    <a:pt x="1600719" y="1223548"/>
                  </a:lnTo>
                  <a:lnTo>
                    <a:pt x="1586223" y="1268416"/>
                  </a:lnTo>
                  <a:lnTo>
                    <a:pt x="1568012" y="1311477"/>
                  </a:lnTo>
                  <a:lnTo>
                    <a:pt x="1546276" y="1352540"/>
                  </a:lnTo>
                  <a:lnTo>
                    <a:pt x="1521208" y="1391414"/>
                  </a:lnTo>
                  <a:lnTo>
                    <a:pt x="1492996" y="1427909"/>
                  </a:lnTo>
                  <a:lnTo>
                    <a:pt x="1461833" y="1461833"/>
                  </a:lnTo>
                  <a:lnTo>
                    <a:pt x="1427909" y="1492996"/>
                  </a:lnTo>
                  <a:lnTo>
                    <a:pt x="1391414" y="1521208"/>
                  </a:lnTo>
                  <a:lnTo>
                    <a:pt x="1352540" y="1546276"/>
                  </a:lnTo>
                  <a:lnTo>
                    <a:pt x="1311477" y="1568012"/>
                  </a:lnTo>
                  <a:lnTo>
                    <a:pt x="1268416" y="1586223"/>
                  </a:lnTo>
                  <a:lnTo>
                    <a:pt x="1223548" y="1600719"/>
                  </a:lnTo>
                  <a:lnTo>
                    <a:pt x="1177063" y="1611310"/>
                  </a:lnTo>
                  <a:lnTo>
                    <a:pt x="1129153" y="1617804"/>
                  </a:lnTo>
                  <a:lnTo>
                    <a:pt x="1080008" y="1620012"/>
                  </a:lnTo>
                  <a:lnTo>
                    <a:pt x="1030843" y="1617804"/>
                  </a:lnTo>
                  <a:lnTo>
                    <a:pt x="982918" y="1611310"/>
                  </a:lnTo>
                  <a:lnTo>
                    <a:pt x="936423" y="1600719"/>
                  </a:lnTo>
                  <a:lnTo>
                    <a:pt x="891548" y="1586223"/>
                  </a:lnTo>
                  <a:lnTo>
                    <a:pt x="848483" y="1568012"/>
                  </a:lnTo>
                  <a:lnTo>
                    <a:pt x="807418" y="1546276"/>
                  </a:lnTo>
                  <a:lnTo>
                    <a:pt x="768545" y="1521208"/>
                  </a:lnTo>
                  <a:lnTo>
                    <a:pt x="732054" y="1492996"/>
                  </a:lnTo>
                  <a:lnTo>
                    <a:pt x="698134" y="1461833"/>
                  </a:lnTo>
                  <a:lnTo>
                    <a:pt x="666977" y="1427909"/>
                  </a:lnTo>
                  <a:lnTo>
                    <a:pt x="638772" y="1391414"/>
                  </a:lnTo>
                  <a:lnTo>
                    <a:pt x="613711" y="1352540"/>
                  </a:lnTo>
                  <a:lnTo>
                    <a:pt x="591982" y="1311477"/>
                  </a:lnTo>
                  <a:lnTo>
                    <a:pt x="573777" y="1268416"/>
                  </a:lnTo>
                  <a:lnTo>
                    <a:pt x="559287" y="1223548"/>
                  </a:lnTo>
                  <a:lnTo>
                    <a:pt x="548701" y="1177063"/>
                  </a:lnTo>
                  <a:lnTo>
                    <a:pt x="542210" y="1129153"/>
                  </a:lnTo>
                  <a:lnTo>
                    <a:pt x="540004" y="1080008"/>
                  </a:lnTo>
                  <a:close/>
                </a:path>
                <a:path w="2160270" h="2160270">
                  <a:moveTo>
                    <a:pt x="719963" y="1080008"/>
                  </a:moveTo>
                  <a:lnTo>
                    <a:pt x="723249" y="1031144"/>
                  </a:lnTo>
                  <a:lnTo>
                    <a:pt x="732821" y="984281"/>
                  </a:lnTo>
                  <a:lnTo>
                    <a:pt x="748252" y="939847"/>
                  </a:lnTo>
                  <a:lnTo>
                    <a:pt x="769112" y="898270"/>
                  </a:lnTo>
                  <a:lnTo>
                    <a:pt x="794972" y="859980"/>
                  </a:lnTo>
                  <a:lnTo>
                    <a:pt x="825404" y="825404"/>
                  </a:lnTo>
                  <a:lnTo>
                    <a:pt x="859980" y="794972"/>
                  </a:lnTo>
                  <a:lnTo>
                    <a:pt x="898271" y="769111"/>
                  </a:lnTo>
                  <a:lnTo>
                    <a:pt x="939847" y="748252"/>
                  </a:lnTo>
                  <a:lnTo>
                    <a:pt x="984281" y="732821"/>
                  </a:lnTo>
                  <a:lnTo>
                    <a:pt x="1031144" y="723249"/>
                  </a:lnTo>
                  <a:lnTo>
                    <a:pt x="1080008" y="719963"/>
                  </a:lnTo>
                  <a:lnTo>
                    <a:pt x="1128842" y="723249"/>
                  </a:lnTo>
                  <a:lnTo>
                    <a:pt x="1175680" y="732821"/>
                  </a:lnTo>
                  <a:lnTo>
                    <a:pt x="1220094" y="748252"/>
                  </a:lnTo>
                  <a:lnTo>
                    <a:pt x="1261655" y="769112"/>
                  </a:lnTo>
                  <a:lnTo>
                    <a:pt x="1299933" y="794972"/>
                  </a:lnTo>
                  <a:lnTo>
                    <a:pt x="1334500" y="825404"/>
                  </a:lnTo>
                  <a:lnTo>
                    <a:pt x="1364925" y="859980"/>
                  </a:lnTo>
                  <a:lnTo>
                    <a:pt x="1390781" y="898271"/>
                  </a:lnTo>
                  <a:lnTo>
                    <a:pt x="1411638" y="939847"/>
                  </a:lnTo>
                  <a:lnTo>
                    <a:pt x="1427067" y="984281"/>
                  </a:lnTo>
                  <a:lnTo>
                    <a:pt x="1436639" y="1031144"/>
                  </a:lnTo>
                  <a:lnTo>
                    <a:pt x="1439926" y="1080008"/>
                  </a:lnTo>
                  <a:lnTo>
                    <a:pt x="1436639" y="1128842"/>
                  </a:lnTo>
                  <a:lnTo>
                    <a:pt x="1427067" y="1175680"/>
                  </a:lnTo>
                  <a:lnTo>
                    <a:pt x="1411638" y="1220094"/>
                  </a:lnTo>
                  <a:lnTo>
                    <a:pt x="1390781" y="1261655"/>
                  </a:lnTo>
                  <a:lnTo>
                    <a:pt x="1364925" y="1299933"/>
                  </a:lnTo>
                  <a:lnTo>
                    <a:pt x="1334500" y="1334500"/>
                  </a:lnTo>
                  <a:lnTo>
                    <a:pt x="1299933" y="1364925"/>
                  </a:lnTo>
                  <a:lnTo>
                    <a:pt x="1261655" y="1390781"/>
                  </a:lnTo>
                  <a:lnTo>
                    <a:pt x="1220094" y="1411638"/>
                  </a:lnTo>
                  <a:lnTo>
                    <a:pt x="1175680" y="1427067"/>
                  </a:lnTo>
                  <a:lnTo>
                    <a:pt x="1128842" y="1436639"/>
                  </a:lnTo>
                  <a:lnTo>
                    <a:pt x="1080008" y="1439926"/>
                  </a:lnTo>
                  <a:lnTo>
                    <a:pt x="1031144" y="1436639"/>
                  </a:lnTo>
                  <a:lnTo>
                    <a:pt x="984281" y="1427067"/>
                  </a:lnTo>
                  <a:lnTo>
                    <a:pt x="939847" y="1411638"/>
                  </a:lnTo>
                  <a:lnTo>
                    <a:pt x="898271" y="1390781"/>
                  </a:lnTo>
                  <a:lnTo>
                    <a:pt x="859980" y="1364925"/>
                  </a:lnTo>
                  <a:lnTo>
                    <a:pt x="825404" y="1334500"/>
                  </a:lnTo>
                  <a:lnTo>
                    <a:pt x="794972" y="1299933"/>
                  </a:lnTo>
                  <a:lnTo>
                    <a:pt x="769112" y="1261655"/>
                  </a:lnTo>
                  <a:lnTo>
                    <a:pt x="748252" y="1220094"/>
                  </a:lnTo>
                  <a:lnTo>
                    <a:pt x="732821" y="1175680"/>
                  </a:lnTo>
                  <a:lnTo>
                    <a:pt x="723249" y="1128842"/>
                  </a:lnTo>
                  <a:lnTo>
                    <a:pt x="719963" y="1080008"/>
                  </a:lnTo>
                  <a:close/>
                </a:path>
                <a:path w="2160270" h="2160270">
                  <a:moveTo>
                    <a:pt x="899922" y="1080008"/>
                  </a:moveTo>
                  <a:lnTo>
                    <a:pt x="906356" y="1032149"/>
                  </a:lnTo>
                  <a:lnTo>
                    <a:pt x="924512" y="989155"/>
                  </a:lnTo>
                  <a:lnTo>
                    <a:pt x="952674" y="952738"/>
                  </a:lnTo>
                  <a:lnTo>
                    <a:pt x="989123" y="924607"/>
                  </a:lnTo>
                  <a:lnTo>
                    <a:pt x="1032140" y="906473"/>
                  </a:lnTo>
                  <a:lnTo>
                    <a:pt x="1080008" y="900049"/>
                  </a:lnTo>
                  <a:lnTo>
                    <a:pt x="1127866" y="906473"/>
                  </a:lnTo>
                  <a:lnTo>
                    <a:pt x="1170860" y="924607"/>
                  </a:lnTo>
                  <a:lnTo>
                    <a:pt x="1207277" y="952738"/>
                  </a:lnTo>
                  <a:lnTo>
                    <a:pt x="1235408" y="989155"/>
                  </a:lnTo>
                  <a:lnTo>
                    <a:pt x="1253542" y="1032149"/>
                  </a:lnTo>
                  <a:lnTo>
                    <a:pt x="1259967" y="1080008"/>
                  </a:lnTo>
                  <a:lnTo>
                    <a:pt x="1253542" y="1127866"/>
                  </a:lnTo>
                  <a:lnTo>
                    <a:pt x="1235408" y="1170860"/>
                  </a:lnTo>
                  <a:lnTo>
                    <a:pt x="1207277" y="1207277"/>
                  </a:lnTo>
                  <a:lnTo>
                    <a:pt x="1170860" y="1235408"/>
                  </a:lnTo>
                  <a:lnTo>
                    <a:pt x="1127866" y="1253542"/>
                  </a:lnTo>
                  <a:lnTo>
                    <a:pt x="1080008" y="1259967"/>
                  </a:lnTo>
                  <a:lnTo>
                    <a:pt x="1032140" y="1253542"/>
                  </a:lnTo>
                  <a:lnTo>
                    <a:pt x="989123" y="1235408"/>
                  </a:lnTo>
                  <a:lnTo>
                    <a:pt x="952674" y="1207277"/>
                  </a:lnTo>
                  <a:lnTo>
                    <a:pt x="924512" y="1170860"/>
                  </a:lnTo>
                  <a:lnTo>
                    <a:pt x="906356" y="1127866"/>
                  </a:lnTo>
                  <a:lnTo>
                    <a:pt x="899922" y="108000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9463" y="3573462"/>
              <a:ext cx="113411" cy="1214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93214" y="4496816"/>
              <a:ext cx="1222375" cy="1222375"/>
            </a:xfrm>
            <a:custGeom>
              <a:avLst/>
              <a:gdLst/>
              <a:ahLst/>
              <a:cxnLst/>
              <a:rect l="l" t="t" r="r" b="b"/>
              <a:pathLst>
                <a:path w="1222375" h="1222375">
                  <a:moveTo>
                    <a:pt x="610997" y="0"/>
                  </a:moveTo>
                  <a:lnTo>
                    <a:pt x="0" y="610869"/>
                  </a:lnTo>
                  <a:lnTo>
                    <a:pt x="610997" y="1221866"/>
                  </a:lnTo>
                  <a:lnTo>
                    <a:pt x="1221867" y="610869"/>
                  </a:lnTo>
                  <a:lnTo>
                    <a:pt x="61099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93214" y="4496816"/>
              <a:ext cx="1222375" cy="1222375"/>
            </a:xfrm>
            <a:custGeom>
              <a:avLst/>
              <a:gdLst/>
              <a:ahLst/>
              <a:cxnLst/>
              <a:rect l="l" t="t" r="r" b="b"/>
              <a:pathLst>
                <a:path w="1222375" h="1222375">
                  <a:moveTo>
                    <a:pt x="610997" y="0"/>
                  </a:moveTo>
                  <a:lnTo>
                    <a:pt x="1221867" y="610869"/>
                  </a:lnTo>
                  <a:lnTo>
                    <a:pt x="610997" y="1221866"/>
                  </a:lnTo>
                  <a:lnTo>
                    <a:pt x="0" y="610869"/>
                  </a:lnTo>
                  <a:lnTo>
                    <a:pt x="610997" y="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72081" y="2534538"/>
              <a:ext cx="2195830" cy="2600325"/>
            </a:xfrm>
            <a:custGeom>
              <a:avLst/>
              <a:gdLst/>
              <a:ahLst/>
              <a:cxnLst/>
              <a:rect l="l" t="t" r="r" b="b"/>
              <a:pathLst>
                <a:path w="2195829" h="2600325">
                  <a:moveTo>
                    <a:pt x="2195703" y="2561971"/>
                  </a:moveTo>
                  <a:lnTo>
                    <a:pt x="2176653" y="2552446"/>
                  </a:lnTo>
                  <a:lnTo>
                    <a:pt x="2119503" y="2523871"/>
                  </a:lnTo>
                  <a:lnTo>
                    <a:pt x="2119503" y="2552446"/>
                  </a:lnTo>
                  <a:lnTo>
                    <a:pt x="47625" y="2552446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2556002"/>
                  </a:lnTo>
                  <a:lnTo>
                    <a:pt x="35687" y="2556002"/>
                  </a:lnTo>
                  <a:lnTo>
                    <a:pt x="35687" y="2571496"/>
                  </a:lnTo>
                  <a:lnTo>
                    <a:pt x="2119503" y="2571496"/>
                  </a:lnTo>
                  <a:lnTo>
                    <a:pt x="2119503" y="2600071"/>
                  </a:lnTo>
                  <a:lnTo>
                    <a:pt x="2176653" y="2571496"/>
                  </a:lnTo>
                  <a:lnTo>
                    <a:pt x="2195703" y="25619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2268" y="4452239"/>
              <a:ext cx="111506" cy="1143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809494" y="5506466"/>
              <a:ext cx="328295" cy="208279"/>
            </a:xfrm>
            <a:custGeom>
              <a:avLst/>
              <a:gdLst/>
              <a:ahLst/>
              <a:cxnLst/>
              <a:rect l="l" t="t" r="r" b="b"/>
              <a:pathLst>
                <a:path w="328294" h="208279">
                  <a:moveTo>
                    <a:pt x="17145" y="0"/>
                  </a:moveTo>
                  <a:lnTo>
                    <a:pt x="0" y="0"/>
                  </a:lnTo>
                  <a:lnTo>
                    <a:pt x="0" y="207759"/>
                  </a:lnTo>
                  <a:lnTo>
                    <a:pt x="17145" y="207759"/>
                  </a:lnTo>
                  <a:lnTo>
                    <a:pt x="17145" y="0"/>
                  </a:lnTo>
                  <a:close/>
                </a:path>
                <a:path w="328294" h="208279">
                  <a:moveTo>
                    <a:pt x="65659" y="0"/>
                  </a:moveTo>
                  <a:lnTo>
                    <a:pt x="48514" y="0"/>
                  </a:lnTo>
                  <a:lnTo>
                    <a:pt x="48514" y="207759"/>
                  </a:lnTo>
                  <a:lnTo>
                    <a:pt x="65659" y="207759"/>
                  </a:lnTo>
                  <a:lnTo>
                    <a:pt x="65659" y="0"/>
                  </a:lnTo>
                  <a:close/>
                </a:path>
                <a:path w="328294" h="208279">
                  <a:moveTo>
                    <a:pt x="279273" y="0"/>
                  </a:moveTo>
                  <a:lnTo>
                    <a:pt x="262128" y="0"/>
                  </a:lnTo>
                  <a:lnTo>
                    <a:pt x="262128" y="207759"/>
                  </a:lnTo>
                  <a:lnTo>
                    <a:pt x="279273" y="207759"/>
                  </a:lnTo>
                  <a:lnTo>
                    <a:pt x="279273" y="0"/>
                  </a:lnTo>
                  <a:close/>
                </a:path>
                <a:path w="328294" h="208279">
                  <a:moveTo>
                    <a:pt x="327787" y="0"/>
                  </a:moveTo>
                  <a:lnTo>
                    <a:pt x="310642" y="0"/>
                  </a:lnTo>
                  <a:lnTo>
                    <a:pt x="310642" y="207759"/>
                  </a:lnTo>
                  <a:lnTo>
                    <a:pt x="327787" y="207759"/>
                  </a:lnTo>
                  <a:lnTo>
                    <a:pt x="3277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400677" y="4909565"/>
            <a:ext cx="3200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1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43683" y="2152345"/>
            <a:ext cx="3257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2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89885" y="5435295"/>
            <a:ext cx="167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𝒂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48964" y="5543499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89990" y="4177665"/>
            <a:ext cx="1056640" cy="4768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775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solução</a:t>
            </a:r>
            <a:endParaRPr sz="1800">
              <a:latin typeface="Calibri"/>
              <a:cs typeface="Calibri"/>
            </a:endParaRPr>
          </a:p>
          <a:p>
            <a:pPr marR="30480" algn="r">
              <a:lnSpc>
                <a:spcPts val="1775"/>
              </a:lnSpc>
            </a:pPr>
            <a:r>
              <a:rPr sz="2700" baseline="-20061" dirty="0">
                <a:latin typeface="Cambria Math"/>
                <a:cs typeface="Cambria Math"/>
              </a:rPr>
              <a:t>𝒂</a:t>
            </a:r>
            <a:r>
              <a:rPr sz="2700" spc="7" baseline="-20061" dirty="0">
                <a:latin typeface="Cambria Math"/>
                <a:cs typeface="Cambria Math"/>
              </a:rPr>
              <a:t> </a:t>
            </a:r>
            <a:r>
              <a:rPr sz="1300" spc="-50" dirty="0">
                <a:latin typeface="Cambria Math"/>
                <a:cs typeface="Cambria Math"/>
              </a:rPr>
              <a:t>∗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780794" y="4360290"/>
            <a:ext cx="377825" cy="158115"/>
          </a:xfrm>
          <a:custGeom>
            <a:avLst/>
            <a:gdLst/>
            <a:ahLst/>
            <a:cxnLst/>
            <a:rect l="l" t="t" r="r" b="b"/>
            <a:pathLst>
              <a:path w="377825" h="158114">
                <a:moveTo>
                  <a:pt x="303098" y="131319"/>
                </a:moveTo>
                <a:lnTo>
                  <a:pt x="293116" y="157987"/>
                </a:lnTo>
                <a:lnTo>
                  <a:pt x="377825" y="149097"/>
                </a:lnTo>
                <a:lnTo>
                  <a:pt x="365413" y="135762"/>
                </a:lnTo>
                <a:lnTo>
                  <a:pt x="314960" y="135762"/>
                </a:lnTo>
                <a:lnTo>
                  <a:pt x="303098" y="131319"/>
                </a:lnTo>
                <a:close/>
              </a:path>
              <a:path w="377825" h="158114">
                <a:moveTo>
                  <a:pt x="309803" y="113409"/>
                </a:moveTo>
                <a:lnTo>
                  <a:pt x="303098" y="131319"/>
                </a:lnTo>
                <a:lnTo>
                  <a:pt x="314960" y="135762"/>
                </a:lnTo>
                <a:lnTo>
                  <a:pt x="321691" y="117855"/>
                </a:lnTo>
                <a:lnTo>
                  <a:pt x="309803" y="113409"/>
                </a:lnTo>
                <a:close/>
              </a:path>
              <a:path w="377825" h="158114">
                <a:moveTo>
                  <a:pt x="319786" y="86740"/>
                </a:moveTo>
                <a:lnTo>
                  <a:pt x="309803" y="113409"/>
                </a:lnTo>
                <a:lnTo>
                  <a:pt x="321691" y="117855"/>
                </a:lnTo>
                <a:lnTo>
                  <a:pt x="314960" y="135762"/>
                </a:lnTo>
                <a:lnTo>
                  <a:pt x="365413" y="135762"/>
                </a:lnTo>
                <a:lnTo>
                  <a:pt x="319786" y="86740"/>
                </a:lnTo>
                <a:close/>
              </a:path>
              <a:path w="377825" h="158114">
                <a:moveTo>
                  <a:pt x="6604" y="0"/>
                </a:moveTo>
                <a:lnTo>
                  <a:pt x="0" y="17779"/>
                </a:lnTo>
                <a:lnTo>
                  <a:pt x="303098" y="131319"/>
                </a:lnTo>
                <a:lnTo>
                  <a:pt x="309803" y="113409"/>
                </a:lnTo>
                <a:lnTo>
                  <a:pt x="66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225660" y="4926025"/>
            <a:ext cx="3200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1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73240" y="2152345"/>
            <a:ext cx="3257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2</a:t>
            </a:r>
            <a:endParaRPr sz="2175" baseline="-15325">
              <a:latin typeface="Cambria Math"/>
              <a:cs typeface="Cambria Math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536308" y="2564892"/>
            <a:ext cx="2256790" cy="3051810"/>
            <a:chOff x="6536308" y="2564892"/>
            <a:chExt cx="2256790" cy="3051810"/>
          </a:xfrm>
        </p:grpSpPr>
        <p:sp>
          <p:nvSpPr>
            <p:cNvPr id="19" name="object 19"/>
            <p:cNvSpPr/>
            <p:nvPr/>
          </p:nvSpPr>
          <p:spPr>
            <a:xfrm>
              <a:off x="6542658" y="4601845"/>
              <a:ext cx="1008380" cy="1008380"/>
            </a:xfrm>
            <a:custGeom>
              <a:avLst/>
              <a:gdLst/>
              <a:ahLst/>
              <a:cxnLst/>
              <a:rect l="l" t="t" r="r" b="b"/>
              <a:pathLst>
                <a:path w="1008379" h="1008379">
                  <a:moveTo>
                    <a:pt x="504063" y="0"/>
                  </a:moveTo>
                  <a:lnTo>
                    <a:pt x="455518" y="2306"/>
                  </a:lnTo>
                  <a:lnTo>
                    <a:pt x="408279" y="9084"/>
                  </a:lnTo>
                  <a:lnTo>
                    <a:pt x="362557" y="20123"/>
                  </a:lnTo>
                  <a:lnTo>
                    <a:pt x="318563" y="35211"/>
                  </a:lnTo>
                  <a:lnTo>
                    <a:pt x="276508" y="54139"/>
                  </a:lnTo>
                  <a:lnTo>
                    <a:pt x="236604" y="76695"/>
                  </a:lnTo>
                  <a:lnTo>
                    <a:pt x="199061" y="102668"/>
                  </a:lnTo>
                  <a:lnTo>
                    <a:pt x="164091" y="131847"/>
                  </a:lnTo>
                  <a:lnTo>
                    <a:pt x="131905" y="164022"/>
                  </a:lnTo>
                  <a:lnTo>
                    <a:pt x="102715" y="198981"/>
                  </a:lnTo>
                  <a:lnTo>
                    <a:pt x="76731" y="236513"/>
                  </a:lnTo>
                  <a:lnTo>
                    <a:pt x="54166" y="276408"/>
                  </a:lnTo>
                  <a:lnTo>
                    <a:pt x="35229" y="318454"/>
                  </a:lnTo>
                  <a:lnTo>
                    <a:pt x="20133" y="362441"/>
                  </a:lnTo>
                  <a:lnTo>
                    <a:pt x="9089" y="408157"/>
                  </a:lnTo>
                  <a:lnTo>
                    <a:pt x="2307" y="455392"/>
                  </a:lnTo>
                  <a:lnTo>
                    <a:pt x="0" y="503935"/>
                  </a:lnTo>
                  <a:lnTo>
                    <a:pt x="2307" y="552479"/>
                  </a:lnTo>
                  <a:lnTo>
                    <a:pt x="9089" y="599716"/>
                  </a:lnTo>
                  <a:lnTo>
                    <a:pt x="20133" y="645435"/>
                  </a:lnTo>
                  <a:lnTo>
                    <a:pt x="35229" y="689426"/>
                  </a:lnTo>
                  <a:lnTo>
                    <a:pt x="54166" y="731476"/>
                  </a:lnTo>
                  <a:lnTo>
                    <a:pt x="76731" y="771376"/>
                  </a:lnTo>
                  <a:lnTo>
                    <a:pt x="102715" y="808914"/>
                  </a:lnTo>
                  <a:lnTo>
                    <a:pt x="131905" y="843878"/>
                  </a:lnTo>
                  <a:lnTo>
                    <a:pt x="164091" y="876058"/>
                  </a:lnTo>
                  <a:lnTo>
                    <a:pt x="199061" y="905243"/>
                  </a:lnTo>
                  <a:lnTo>
                    <a:pt x="236604" y="931221"/>
                  </a:lnTo>
                  <a:lnTo>
                    <a:pt x="276508" y="953782"/>
                  </a:lnTo>
                  <a:lnTo>
                    <a:pt x="318563" y="972714"/>
                  </a:lnTo>
                  <a:lnTo>
                    <a:pt x="362557" y="987807"/>
                  </a:lnTo>
                  <a:lnTo>
                    <a:pt x="408279" y="998848"/>
                  </a:lnTo>
                  <a:lnTo>
                    <a:pt x="455518" y="1005628"/>
                  </a:lnTo>
                  <a:lnTo>
                    <a:pt x="504063" y="1007935"/>
                  </a:lnTo>
                  <a:lnTo>
                    <a:pt x="552606" y="1005628"/>
                  </a:lnTo>
                  <a:lnTo>
                    <a:pt x="599841" y="998848"/>
                  </a:lnTo>
                  <a:lnTo>
                    <a:pt x="645557" y="987807"/>
                  </a:lnTo>
                  <a:lnTo>
                    <a:pt x="689544" y="972714"/>
                  </a:lnTo>
                  <a:lnTo>
                    <a:pt x="731590" y="953782"/>
                  </a:lnTo>
                  <a:lnTo>
                    <a:pt x="771485" y="931221"/>
                  </a:lnTo>
                  <a:lnTo>
                    <a:pt x="809017" y="905243"/>
                  </a:lnTo>
                  <a:lnTo>
                    <a:pt x="843976" y="876058"/>
                  </a:lnTo>
                  <a:lnTo>
                    <a:pt x="876151" y="843878"/>
                  </a:lnTo>
                  <a:lnTo>
                    <a:pt x="905330" y="808914"/>
                  </a:lnTo>
                  <a:lnTo>
                    <a:pt x="931303" y="771376"/>
                  </a:lnTo>
                  <a:lnTo>
                    <a:pt x="953859" y="731476"/>
                  </a:lnTo>
                  <a:lnTo>
                    <a:pt x="972787" y="689426"/>
                  </a:lnTo>
                  <a:lnTo>
                    <a:pt x="987875" y="645435"/>
                  </a:lnTo>
                  <a:lnTo>
                    <a:pt x="998914" y="599716"/>
                  </a:lnTo>
                  <a:lnTo>
                    <a:pt x="1005692" y="552479"/>
                  </a:lnTo>
                  <a:lnTo>
                    <a:pt x="1007999" y="503935"/>
                  </a:lnTo>
                  <a:lnTo>
                    <a:pt x="1005692" y="455392"/>
                  </a:lnTo>
                  <a:lnTo>
                    <a:pt x="998914" y="408157"/>
                  </a:lnTo>
                  <a:lnTo>
                    <a:pt x="987875" y="362441"/>
                  </a:lnTo>
                  <a:lnTo>
                    <a:pt x="972787" y="318454"/>
                  </a:lnTo>
                  <a:lnTo>
                    <a:pt x="953859" y="276408"/>
                  </a:lnTo>
                  <a:lnTo>
                    <a:pt x="931303" y="236513"/>
                  </a:lnTo>
                  <a:lnTo>
                    <a:pt x="905330" y="198981"/>
                  </a:lnTo>
                  <a:lnTo>
                    <a:pt x="876151" y="164022"/>
                  </a:lnTo>
                  <a:lnTo>
                    <a:pt x="843976" y="131847"/>
                  </a:lnTo>
                  <a:lnTo>
                    <a:pt x="809017" y="102668"/>
                  </a:lnTo>
                  <a:lnTo>
                    <a:pt x="771485" y="76695"/>
                  </a:lnTo>
                  <a:lnTo>
                    <a:pt x="731590" y="54139"/>
                  </a:lnTo>
                  <a:lnTo>
                    <a:pt x="689544" y="35211"/>
                  </a:lnTo>
                  <a:lnTo>
                    <a:pt x="645557" y="20123"/>
                  </a:lnTo>
                  <a:lnTo>
                    <a:pt x="599841" y="9084"/>
                  </a:lnTo>
                  <a:lnTo>
                    <a:pt x="552606" y="2306"/>
                  </a:lnTo>
                  <a:lnTo>
                    <a:pt x="504063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42658" y="4601845"/>
              <a:ext cx="1008380" cy="1008380"/>
            </a:xfrm>
            <a:custGeom>
              <a:avLst/>
              <a:gdLst/>
              <a:ahLst/>
              <a:cxnLst/>
              <a:rect l="l" t="t" r="r" b="b"/>
              <a:pathLst>
                <a:path w="1008379" h="1008379">
                  <a:moveTo>
                    <a:pt x="0" y="503935"/>
                  </a:moveTo>
                  <a:lnTo>
                    <a:pt x="2307" y="455392"/>
                  </a:lnTo>
                  <a:lnTo>
                    <a:pt x="9089" y="408157"/>
                  </a:lnTo>
                  <a:lnTo>
                    <a:pt x="20133" y="362441"/>
                  </a:lnTo>
                  <a:lnTo>
                    <a:pt x="35229" y="318454"/>
                  </a:lnTo>
                  <a:lnTo>
                    <a:pt x="54166" y="276408"/>
                  </a:lnTo>
                  <a:lnTo>
                    <a:pt x="76731" y="236513"/>
                  </a:lnTo>
                  <a:lnTo>
                    <a:pt x="102715" y="198981"/>
                  </a:lnTo>
                  <a:lnTo>
                    <a:pt x="131905" y="164022"/>
                  </a:lnTo>
                  <a:lnTo>
                    <a:pt x="164091" y="131847"/>
                  </a:lnTo>
                  <a:lnTo>
                    <a:pt x="199061" y="102668"/>
                  </a:lnTo>
                  <a:lnTo>
                    <a:pt x="236604" y="76695"/>
                  </a:lnTo>
                  <a:lnTo>
                    <a:pt x="276508" y="54139"/>
                  </a:lnTo>
                  <a:lnTo>
                    <a:pt x="318563" y="35211"/>
                  </a:lnTo>
                  <a:lnTo>
                    <a:pt x="362557" y="20123"/>
                  </a:lnTo>
                  <a:lnTo>
                    <a:pt x="408279" y="9084"/>
                  </a:lnTo>
                  <a:lnTo>
                    <a:pt x="455518" y="2306"/>
                  </a:lnTo>
                  <a:lnTo>
                    <a:pt x="504063" y="0"/>
                  </a:lnTo>
                  <a:lnTo>
                    <a:pt x="552606" y="2306"/>
                  </a:lnTo>
                  <a:lnTo>
                    <a:pt x="599841" y="9084"/>
                  </a:lnTo>
                  <a:lnTo>
                    <a:pt x="645557" y="20123"/>
                  </a:lnTo>
                  <a:lnTo>
                    <a:pt x="689544" y="35211"/>
                  </a:lnTo>
                  <a:lnTo>
                    <a:pt x="731590" y="54139"/>
                  </a:lnTo>
                  <a:lnTo>
                    <a:pt x="771485" y="76695"/>
                  </a:lnTo>
                  <a:lnTo>
                    <a:pt x="809017" y="102668"/>
                  </a:lnTo>
                  <a:lnTo>
                    <a:pt x="843976" y="131847"/>
                  </a:lnTo>
                  <a:lnTo>
                    <a:pt x="876151" y="164022"/>
                  </a:lnTo>
                  <a:lnTo>
                    <a:pt x="905330" y="198981"/>
                  </a:lnTo>
                  <a:lnTo>
                    <a:pt x="931303" y="236513"/>
                  </a:lnTo>
                  <a:lnTo>
                    <a:pt x="953859" y="276408"/>
                  </a:lnTo>
                  <a:lnTo>
                    <a:pt x="972787" y="318454"/>
                  </a:lnTo>
                  <a:lnTo>
                    <a:pt x="987875" y="362441"/>
                  </a:lnTo>
                  <a:lnTo>
                    <a:pt x="998914" y="408157"/>
                  </a:lnTo>
                  <a:lnTo>
                    <a:pt x="1005692" y="455392"/>
                  </a:lnTo>
                  <a:lnTo>
                    <a:pt x="1007999" y="503935"/>
                  </a:lnTo>
                  <a:lnTo>
                    <a:pt x="1005692" y="552479"/>
                  </a:lnTo>
                  <a:lnTo>
                    <a:pt x="998914" y="599716"/>
                  </a:lnTo>
                  <a:lnTo>
                    <a:pt x="987875" y="645435"/>
                  </a:lnTo>
                  <a:lnTo>
                    <a:pt x="972787" y="689426"/>
                  </a:lnTo>
                  <a:lnTo>
                    <a:pt x="953859" y="731476"/>
                  </a:lnTo>
                  <a:lnTo>
                    <a:pt x="931303" y="771376"/>
                  </a:lnTo>
                  <a:lnTo>
                    <a:pt x="905330" y="808914"/>
                  </a:lnTo>
                  <a:lnTo>
                    <a:pt x="876151" y="843878"/>
                  </a:lnTo>
                  <a:lnTo>
                    <a:pt x="843976" y="876058"/>
                  </a:lnTo>
                  <a:lnTo>
                    <a:pt x="809017" y="905243"/>
                  </a:lnTo>
                  <a:lnTo>
                    <a:pt x="771485" y="931221"/>
                  </a:lnTo>
                  <a:lnTo>
                    <a:pt x="731590" y="953782"/>
                  </a:lnTo>
                  <a:lnTo>
                    <a:pt x="689544" y="972714"/>
                  </a:lnTo>
                  <a:lnTo>
                    <a:pt x="645557" y="987807"/>
                  </a:lnTo>
                  <a:lnTo>
                    <a:pt x="599841" y="998848"/>
                  </a:lnTo>
                  <a:lnTo>
                    <a:pt x="552606" y="1005628"/>
                  </a:lnTo>
                  <a:lnTo>
                    <a:pt x="504063" y="1007935"/>
                  </a:lnTo>
                  <a:lnTo>
                    <a:pt x="455518" y="1005628"/>
                  </a:lnTo>
                  <a:lnTo>
                    <a:pt x="408279" y="998848"/>
                  </a:lnTo>
                  <a:lnTo>
                    <a:pt x="362557" y="987807"/>
                  </a:lnTo>
                  <a:lnTo>
                    <a:pt x="318563" y="972714"/>
                  </a:lnTo>
                  <a:lnTo>
                    <a:pt x="276508" y="953782"/>
                  </a:lnTo>
                  <a:lnTo>
                    <a:pt x="236604" y="931221"/>
                  </a:lnTo>
                  <a:lnTo>
                    <a:pt x="199061" y="905243"/>
                  </a:lnTo>
                  <a:lnTo>
                    <a:pt x="164091" y="876058"/>
                  </a:lnTo>
                  <a:lnTo>
                    <a:pt x="131905" y="843878"/>
                  </a:lnTo>
                  <a:lnTo>
                    <a:pt x="102715" y="808914"/>
                  </a:lnTo>
                  <a:lnTo>
                    <a:pt x="76731" y="771376"/>
                  </a:lnTo>
                  <a:lnTo>
                    <a:pt x="54166" y="731476"/>
                  </a:lnTo>
                  <a:lnTo>
                    <a:pt x="35229" y="689426"/>
                  </a:lnTo>
                  <a:lnTo>
                    <a:pt x="20133" y="645435"/>
                  </a:lnTo>
                  <a:lnTo>
                    <a:pt x="9089" y="599716"/>
                  </a:lnTo>
                  <a:lnTo>
                    <a:pt x="2307" y="552479"/>
                  </a:lnTo>
                  <a:lnTo>
                    <a:pt x="0" y="503935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26732" y="2571242"/>
              <a:ext cx="2160270" cy="2160270"/>
            </a:xfrm>
            <a:custGeom>
              <a:avLst/>
              <a:gdLst/>
              <a:ahLst/>
              <a:cxnLst/>
              <a:rect l="l" t="t" r="r" b="b"/>
              <a:pathLst>
                <a:path w="2160270" h="2160270">
                  <a:moveTo>
                    <a:pt x="0" y="1080008"/>
                  </a:moveTo>
                  <a:lnTo>
                    <a:pt x="1052" y="1031896"/>
                  </a:lnTo>
                  <a:lnTo>
                    <a:pt x="4179" y="984324"/>
                  </a:lnTo>
                  <a:lnTo>
                    <a:pt x="9338" y="937335"/>
                  </a:lnTo>
                  <a:lnTo>
                    <a:pt x="16484" y="890973"/>
                  </a:lnTo>
                  <a:lnTo>
                    <a:pt x="25573" y="845282"/>
                  </a:lnTo>
                  <a:lnTo>
                    <a:pt x="36562" y="800306"/>
                  </a:lnTo>
                  <a:lnTo>
                    <a:pt x="49407" y="756088"/>
                  </a:lnTo>
                  <a:lnTo>
                    <a:pt x="64063" y="712673"/>
                  </a:lnTo>
                  <a:lnTo>
                    <a:pt x="80488" y="670105"/>
                  </a:lnTo>
                  <a:lnTo>
                    <a:pt x="98637" y="628426"/>
                  </a:lnTo>
                  <a:lnTo>
                    <a:pt x="118466" y="587682"/>
                  </a:lnTo>
                  <a:lnTo>
                    <a:pt x="139931" y="547916"/>
                  </a:lnTo>
                  <a:lnTo>
                    <a:pt x="162988" y="509172"/>
                  </a:lnTo>
                  <a:lnTo>
                    <a:pt x="187594" y="471494"/>
                  </a:lnTo>
                  <a:lnTo>
                    <a:pt x="213705" y="434926"/>
                  </a:lnTo>
                  <a:lnTo>
                    <a:pt x="241277" y="399511"/>
                  </a:lnTo>
                  <a:lnTo>
                    <a:pt x="270265" y="365294"/>
                  </a:lnTo>
                  <a:lnTo>
                    <a:pt x="300627" y="332318"/>
                  </a:lnTo>
                  <a:lnTo>
                    <a:pt x="332318" y="300627"/>
                  </a:lnTo>
                  <a:lnTo>
                    <a:pt x="365294" y="270265"/>
                  </a:lnTo>
                  <a:lnTo>
                    <a:pt x="399511" y="241277"/>
                  </a:lnTo>
                  <a:lnTo>
                    <a:pt x="434926" y="213705"/>
                  </a:lnTo>
                  <a:lnTo>
                    <a:pt x="471494" y="187594"/>
                  </a:lnTo>
                  <a:lnTo>
                    <a:pt x="509172" y="162988"/>
                  </a:lnTo>
                  <a:lnTo>
                    <a:pt x="547916" y="139931"/>
                  </a:lnTo>
                  <a:lnTo>
                    <a:pt x="587682" y="118466"/>
                  </a:lnTo>
                  <a:lnTo>
                    <a:pt x="628426" y="98637"/>
                  </a:lnTo>
                  <a:lnTo>
                    <a:pt x="670105" y="80488"/>
                  </a:lnTo>
                  <a:lnTo>
                    <a:pt x="712673" y="64063"/>
                  </a:lnTo>
                  <a:lnTo>
                    <a:pt x="756088" y="49407"/>
                  </a:lnTo>
                  <a:lnTo>
                    <a:pt x="800306" y="36562"/>
                  </a:lnTo>
                  <a:lnTo>
                    <a:pt x="845282" y="25573"/>
                  </a:lnTo>
                  <a:lnTo>
                    <a:pt x="890973" y="16484"/>
                  </a:lnTo>
                  <a:lnTo>
                    <a:pt x="937335" y="9338"/>
                  </a:lnTo>
                  <a:lnTo>
                    <a:pt x="984324" y="4179"/>
                  </a:lnTo>
                  <a:lnTo>
                    <a:pt x="1031896" y="1052"/>
                  </a:lnTo>
                  <a:lnTo>
                    <a:pt x="1080008" y="0"/>
                  </a:lnTo>
                  <a:lnTo>
                    <a:pt x="1128109" y="1052"/>
                  </a:lnTo>
                  <a:lnTo>
                    <a:pt x="1175673" y="4179"/>
                  </a:lnTo>
                  <a:lnTo>
                    <a:pt x="1222654" y="9338"/>
                  </a:lnTo>
                  <a:lnTo>
                    <a:pt x="1269009" y="16484"/>
                  </a:lnTo>
                  <a:lnTo>
                    <a:pt x="1314695" y="25573"/>
                  </a:lnTo>
                  <a:lnTo>
                    <a:pt x="1359666" y="36562"/>
                  </a:lnTo>
                  <a:lnTo>
                    <a:pt x="1403879" y="49407"/>
                  </a:lnTo>
                  <a:lnTo>
                    <a:pt x="1447291" y="64063"/>
                  </a:lnTo>
                  <a:lnTo>
                    <a:pt x="1489857" y="80488"/>
                  </a:lnTo>
                  <a:lnTo>
                    <a:pt x="1531534" y="98637"/>
                  </a:lnTo>
                  <a:lnTo>
                    <a:pt x="1572277" y="118466"/>
                  </a:lnTo>
                  <a:lnTo>
                    <a:pt x="1612042" y="139931"/>
                  </a:lnTo>
                  <a:lnTo>
                    <a:pt x="1650786" y="162988"/>
                  </a:lnTo>
                  <a:lnTo>
                    <a:pt x="1688465" y="187594"/>
                  </a:lnTo>
                  <a:lnTo>
                    <a:pt x="1725035" y="213705"/>
                  </a:lnTo>
                  <a:lnTo>
                    <a:pt x="1760451" y="241277"/>
                  </a:lnTo>
                  <a:lnTo>
                    <a:pt x="1794670" y="270265"/>
                  </a:lnTo>
                  <a:lnTo>
                    <a:pt x="1827649" y="300627"/>
                  </a:lnTo>
                  <a:lnTo>
                    <a:pt x="1859342" y="332318"/>
                  </a:lnTo>
                  <a:lnTo>
                    <a:pt x="1889706" y="365294"/>
                  </a:lnTo>
                  <a:lnTo>
                    <a:pt x="1918698" y="399511"/>
                  </a:lnTo>
                  <a:lnTo>
                    <a:pt x="1946272" y="434926"/>
                  </a:lnTo>
                  <a:lnTo>
                    <a:pt x="1972387" y="471494"/>
                  </a:lnTo>
                  <a:lnTo>
                    <a:pt x="1996996" y="509172"/>
                  </a:lnTo>
                  <a:lnTo>
                    <a:pt x="2020057" y="547916"/>
                  </a:lnTo>
                  <a:lnTo>
                    <a:pt x="2041526" y="587682"/>
                  </a:lnTo>
                  <a:lnTo>
                    <a:pt x="2061358" y="628426"/>
                  </a:lnTo>
                  <a:lnTo>
                    <a:pt x="2079510" y="670105"/>
                  </a:lnTo>
                  <a:lnTo>
                    <a:pt x="2095938" y="712673"/>
                  </a:lnTo>
                  <a:lnTo>
                    <a:pt x="2110597" y="756088"/>
                  </a:lnTo>
                  <a:lnTo>
                    <a:pt x="2123445" y="800306"/>
                  </a:lnTo>
                  <a:lnTo>
                    <a:pt x="2134436" y="845282"/>
                  </a:lnTo>
                  <a:lnTo>
                    <a:pt x="2143527" y="890973"/>
                  </a:lnTo>
                  <a:lnTo>
                    <a:pt x="2150675" y="937335"/>
                  </a:lnTo>
                  <a:lnTo>
                    <a:pt x="2155835" y="984324"/>
                  </a:lnTo>
                  <a:lnTo>
                    <a:pt x="2158963" y="1031896"/>
                  </a:lnTo>
                  <a:lnTo>
                    <a:pt x="2160016" y="1080008"/>
                  </a:lnTo>
                  <a:lnTo>
                    <a:pt x="2158963" y="1128109"/>
                  </a:lnTo>
                  <a:lnTo>
                    <a:pt x="2155835" y="1175673"/>
                  </a:lnTo>
                  <a:lnTo>
                    <a:pt x="2150675" y="1222654"/>
                  </a:lnTo>
                  <a:lnTo>
                    <a:pt x="2143527" y="1269009"/>
                  </a:lnTo>
                  <a:lnTo>
                    <a:pt x="2134436" y="1314695"/>
                  </a:lnTo>
                  <a:lnTo>
                    <a:pt x="2123445" y="1359666"/>
                  </a:lnTo>
                  <a:lnTo>
                    <a:pt x="2110597" y="1403879"/>
                  </a:lnTo>
                  <a:lnTo>
                    <a:pt x="2095938" y="1447291"/>
                  </a:lnTo>
                  <a:lnTo>
                    <a:pt x="2079510" y="1489857"/>
                  </a:lnTo>
                  <a:lnTo>
                    <a:pt x="2061358" y="1531534"/>
                  </a:lnTo>
                  <a:lnTo>
                    <a:pt x="2041526" y="1572277"/>
                  </a:lnTo>
                  <a:lnTo>
                    <a:pt x="2020057" y="1612042"/>
                  </a:lnTo>
                  <a:lnTo>
                    <a:pt x="1996996" y="1650786"/>
                  </a:lnTo>
                  <a:lnTo>
                    <a:pt x="1972387" y="1688465"/>
                  </a:lnTo>
                  <a:lnTo>
                    <a:pt x="1946272" y="1725035"/>
                  </a:lnTo>
                  <a:lnTo>
                    <a:pt x="1918698" y="1760451"/>
                  </a:lnTo>
                  <a:lnTo>
                    <a:pt x="1889706" y="1794670"/>
                  </a:lnTo>
                  <a:lnTo>
                    <a:pt x="1859342" y="1827649"/>
                  </a:lnTo>
                  <a:lnTo>
                    <a:pt x="1827649" y="1859342"/>
                  </a:lnTo>
                  <a:lnTo>
                    <a:pt x="1794670" y="1889706"/>
                  </a:lnTo>
                  <a:lnTo>
                    <a:pt x="1760451" y="1918698"/>
                  </a:lnTo>
                  <a:lnTo>
                    <a:pt x="1725035" y="1946272"/>
                  </a:lnTo>
                  <a:lnTo>
                    <a:pt x="1688465" y="1972387"/>
                  </a:lnTo>
                  <a:lnTo>
                    <a:pt x="1650786" y="1996996"/>
                  </a:lnTo>
                  <a:lnTo>
                    <a:pt x="1612042" y="2020057"/>
                  </a:lnTo>
                  <a:lnTo>
                    <a:pt x="1572277" y="2041526"/>
                  </a:lnTo>
                  <a:lnTo>
                    <a:pt x="1531534" y="2061358"/>
                  </a:lnTo>
                  <a:lnTo>
                    <a:pt x="1489857" y="2079510"/>
                  </a:lnTo>
                  <a:lnTo>
                    <a:pt x="1447291" y="2095938"/>
                  </a:lnTo>
                  <a:lnTo>
                    <a:pt x="1403879" y="2110597"/>
                  </a:lnTo>
                  <a:lnTo>
                    <a:pt x="1359666" y="2123445"/>
                  </a:lnTo>
                  <a:lnTo>
                    <a:pt x="1314695" y="2134436"/>
                  </a:lnTo>
                  <a:lnTo>
                    <a:pt x="1269009" y="2143527"/>
                  </a:lnTo>
                  <a:lnTo>
                    <a:pt x="1222654" y="2150675"/>
                  </a:lnTo>
                  <a:lnTo>
                    <a:pt x="1175673" y="2155835"/>
                  </a:lnTo>
                  <a:lnTo>
                    <a:pt x="1128109" y="2158963"/>
                  </a:lnTo>
                  <a:lnTo>
                    <a:pt x="1080008" y="2160016"/>
                  </a:lnTo>
                  <a:lnTo>
                    <a:pt x="1031896" y="2158963"/>
                  </a:lnTo>
                  <a:lnTo>
                    <a:pt x="984324" y="2155835"/>
                  </a:lnTo>
                  <a:lnTo>
                    <a:pt x="937335" y="2150675"/>
                  </a:lnTo>
                  <a:lnTo>
                    <a:pt x="890973" y="2143527"/>
                  </a:lnTo>
                  <a:lnTo>
                    <a:pt x="845282" y="2134436"/>
                  </a:lnTo>
                  <a:lnTo>
                    <a:pt x="800306" y="2123445"/>
                  </a:lnTo>
                  <a:lnTo>
                    <a:pt x="756088" y="2110597"/>
                  </a:lnTo>
                  <a:lnTo>
                    <a:pt x="712673" y="2095938"/>
                  </a:lnTo>
                  <a:lnTo>
                    <a:pt x="670105" y="2079510"/>
                  </a:lnTo>
                  <a:lnTo>
                    <a:pt x="628426" y="2061358"/>
                  </a:lnTo>
                  <a:lnTo>
                    <a:pt x="587682" y="2041526"/>
                  </a:lnTo>
                  <a:lnTo>
                    <a:pt x="547916" y="2020057"/>
                  </a:lnTo>
                  <a:lnTo>
                    <a:pt x="509172" y="1996996"/>
                  </a:lnTo>
                  <a:lnTo>
                    <a:pt x="471494" y="1972387"/>
                  </a:lnTo>
                  <a:lnTo>
                    <a:pt x="434926" y="1946272"/>
                  </a:lnTo>
                  <a:lnTo>
                    <a:pt x="399511" y="1918698"/>
                  </a:lnTo>
                  <a:lnTo>
                    <a:pt x="365294" y="1889706"/>
                  </a:lnTo>
                  <a:lnTo>
                    <a:pt x="332318" y="1859342"/>
                  </a:lnTo>
                  <a:lnTo>
                    <a:pt x="300627" y="1827649"/>
                  </a:lnTo>
                  <a:lnTo>
                    <a:pt x="270265" y="1794670"/>
                  </a:lnTo>
                  <a:lnTo>
                    <a:pt x="241277" y="1760451"/>
                  </a:lnTo>
                  <a:lnTo>
                    <a:pt x="213705" y="1725035"/>
                  </a:lnTo>
                  <a:lnTo>
                    <a:pt x="187594" y="1688465"/>
                  </a:lnTo>
                  <a:lnTo>
                    <a:pt x="162988" y="1650786"/>
                  </a:lnTo>
                  <a:lnTo>
                    <a:pt x="139931" y="1612042"/>
                  </a:lnTo>
                  <a:lnTo>
                    <a:pt x="118466" y="1572277"/>
                  </a:lnTo>
                  <a:lnTo>
                    <a:pt x="98637" y="1531534"/>
                  </a:lnTo>
                  <a:lnTo>
                    <a:pt x="80488" y="1489857"/>
                  </a:lnTo>
                  <a:lnTo>
                    <a:pt x="64063" y="1447291"/>
                  </a:lnTo>
                  <a:lnTo>
                    <a:pt x="49407" y="1403879"/>
                  </a:lnTo>
                  <a:lnTo>
                    <a:pt x="36562" y="1359666"/>
                  </a:lnTo>
                  <a:lnTo>
                    <a:pt x="25573" y="1314695"/>
                  </a:lnTo>
                  <a:lnTo>
                    <a:pt x="16484" y="1269009"/>
                  </a:lnTo>
                  <a:lnTo>
                    <a:pt x="9338" y="1222654"/>
                  </a:lnTo>
                  <a:lnTo>
                    <a:pt x="4179" y="1175673"/>
                  </a:lnTo>
                  <a:lnTo>
                    <a:pt x="1052" y="1128109"/>
                  </a:lnTo>
                  <a:lnTo>
                    <a:pt x="0" y="1080008"/>
                  </a:lnTo>
                  <a:close/>
                </a:path>
                <a:path w="2160270" h="2160270">
                  <a:moveTo>
                    <a:pt x="179959" y="1080008"/>
                  </a:moveTo>
                  <a:lnTo>
                    <a:pt x="181206" y="1032207"/>
                  </a:lnTo>
                  <a:lnTo>
                    <a:pt x="184907" y="985057"/>
                  </a:lnTo>
                  <a:lnTo>
                    <a:pt x="191000" y="938618"/>
                  </a:lnTo>
                  <a:lnTo>
                    <a:pt x="199423" y="892954"/>
                  </a:lnTo>
                  <a:lnTo>
                    <a:pt x="210112" y="848126"/>
                  </a:lnTo>
                  <a:lnTo>
                    <a:pt x="223006" y="804197"/>
                  </a:lnTo>
                  <a:lnTo>
                    <a:pt x="238043" y="761229"/>
                  </a:lnTo>
                  <a:lnTo>
                    <a:pt x="255161" y="719283"/>
                  </a:lnTo>
                  <a:lnTo>
                    <a:pt x="274296" y="678423"/>
                  </a:lnTo>
                  <a:lnTo>
                    <a:pt x="295388" y="638710"/>
                  </a:lnTo>
                  <a:lnTo>
                    <a:pt x="318374" y="600207"/>
                  </a:lnTo>
                  <a:lnTo>
                    <a:pt x="343191" y="562975"/>
                  </a:lnTo>
                  <a:lnTo>
                    <a:pt x="369778" y="527078"/>
                  </a:lnTo>
                  <a:lnTo>
                    <a:pt x="398072" y="492576"/>
                  </a:lnTo>
                  <a:lnTo>
                    <a:pt x="428012" y="459534"/>
                  </a:lnTo>
                  <a:lnTo>
                    <a:pt x="459534" y="428012"/>
                  </a:lnTo>
                  <a:lnTo>
                    <a:pt x="492576" y="398072"/>
                  </a:lnTo>
                  <a:lnTo>
                    <a:pt x="527078" y="369778"/>
                  </a:lnTo>
                  <a:lnTo>
                    <a:pt x="562975" y="343191"/>
                  </a:lnTo>
                  <a:lnTo>
                    <a:pt x="600207" y="318374"/>
                  </a:lnTo>
                  <a:lnTo>
                    <a:pt x="638710" y="295388"/>
                  </a:lnTo>
                  <a:lnTo>
                    <a:pt x="678423" y="274296"/>
                  </a:lnTo>
                  <a:lnTo>
                    <a:pt x="719283" y="255161"/>
                  </a:lnTo>
                  <a:lnTo>
                    <a:pt x="761229" y="238043"/>
                  </a:lnTo>
                  <a:lnTo>
                    <a:pt x="804197" y="223006"/>
                  </a:lnTo>
                  <a:lnTo>
                    <a:pt x="848126" y="210112"/>
                  </a:lnTo>
                  <a:lnTo>
                    <a:pt x="892954" y="199423"/>
                  </a:lnTo>
                  <a:lnTo>
                    <a:pt x="938618" y="191000"/>
                  </a:lnTo>
                  <a:lnTo>
                    <a:pt x="985057" y="184907"/>
                  </a:lnTo>
                  <a:lnTo>
                    <a:pt x="1032207" y="181206"/>
                  </a:lnTo>
                  <a:lnTo>
                    <a:pt x="1080008" y="179959"/>
                  </a:lnTo>
                  <a:lnTo>
                    <a:pt x="1127807" y="181206"/>
                  </a:lnTo>
                  <a:lnTo>
                    <a:pt x="1174957" y="184907"/>
                  </a:lnTo>
                  <a:lnTo>
                    <a:pt x="1221393" y="191000"/>
                  </a:lnTo>
                  <a:lnTo>
                    <a:pt x="1267055" y="199423"/>
                  </a:lnTo>
                  <a:lnTo>
                    <a:pt x="1311880" y="210112"/>
                  </a:lnTo>
                  <a:lnTo>
                    <a:pt x="1355806" y="223006"/>
                  </a:lnTo>
                  <a:lnTo>
                    <a:pt x="1398770" y="238043"/>
                  </a:lnTo>
                  <a:lnTo>
                    <a:pt x="1440711" y="255161"/>
                  </a:lnTo>
                  <a:lnTo>
                    <a:pt x="1481566" y="274296"/>
                  </a:lnTo>
                  <a:lnTo>
                    <a:pt x="1521274" y="295388"/>
                  </a:lnTo>
                  <a:lnTo>
                    <a:pt x="1559772" y="318374"/>
                  </a:lnTo>
                  <a:lnTo>
                    <a:pt x="1596998" y="343191"/>
                  </a:lnTo>
                  <a:lnTo>
                    <a:pt x="1632889" y="369778"/>
                  </a:lnTo>
                  <a:lnTo>
                    <a:pt x="1667384" y="398072"/>
                  </a:lnTo>
                  <a:lnTo>
                    <a:pt x="1700421" y="428012"/>
                  </a:lnTo>
                  <a:lnTo>
                    <a:pt x="1731937" y="459534"/>
                  </a:lnTo>
                  <a:lnTo>
                    <a:pt x="1761870" y="492576"/>
                  </a:lnTo>
                  <a:lnTo>
                    <a:pt x="1790158" y="527078"/>
                  </a:lnTo>
                  <a:lnTo>
                    <a:pt x="1816739" y="562975"/>
                  </a:lnTo>
                  <a:lnTo>
                    <a:pt x="1841551" y="600207"/>
                  </a:lnTo>
                  <a:lnTo>
                    <a:pt x="1864531" y="638710"/>
                  </a:lnTo>
                  <a:lnTo>
                    <a:pt x="1885618" y="678423"/>
                  </a:lnTo>
                  <a:lnTo>
                    <a:pt x="1904748" y="719283"/>
                  </a:lnTo>
                  <a:lnTo>
                    <a:pt x="1921861" y="761229"/>
                  </a:lnTo>
                  <a:lnTo>
                    <a:pt x="1936894" y="804197"/>
                  </a:lnTo>
                  <a:lnTo>
                    <a:pt x="1949785" y="848126"/>
                  </a:lnTo>
                  <a:lnTo>
                    <a:pt x="1960471" y="892954"/>
                  </a:lnTo>
                  <a:lnTo>
                    <a:pt x="1968891" y="938618"/>
                  </a:lnTo>
                  <a:lnTo>
                    <a:pt x="1974982" y="985057"/>
                  </a:lnTo>
                  <a:lnTo>
                    <a:pt x="1978682" y="1032207"/>
                  </a:lnTo>
                  <a:lnTo>
                    <a:pt x="1979930" y="1080008"/>
                  </a:lnTo>
                  <a:lnTo>
                    <a:pt x="1978682" y="1127807"/>
                  </a:lnTo>
                  <a:lnTo>
                    <a:pt x="1974982" y="1174957"/>
                  </a:lnTo>
                  <a:lnTo>
                    <a:pt x="1968891" y="1221393"/>
                  </a:lnTo>
                  <a:lnTo>
                    <a:pt x="1960471" y="1267055"/>
                  </a:lnTo>
                  <a:lnTo>
                    <a:pt x="1949785" y="1311880"/>
                  </a:lnTo>
                  <a:lnTo>
                    <a:pt x="1936894" y="1355806"/>
                  </a:lnTo>
                  <a:lnTo>
                    <a:pt x="1921861" y="1398770"/>
                  </a:lnTo>
                  <a:lnTo>
                    <a:pt x="1904748" y="1440711"/>
                  </a:lnTo>
                  <a:lnTo>
                    <a:pt x="1885618" y="1481566"/>
                  </a:lnTo>
                  <a:lnTo>
                    <a:pt x="1864531" y="1521274"/>
                  </a:lnTo>
                  <a:lnTo>
                    <a:pt x="1841551" y="1559772"/>
                  </a:lnTo>
                  <a:lnTo>
                    <a:pt x="1816739" y="1596998"/>
                  </a:lnTo>
                  <a:lnTo>
                    <a:pt x="1790158" y="1632889"/>
                  </a:lnTo>
                  <a:lnTo>
                    <a:pt x="1761870" y="1667384"/>
                  </a:lnTo>
                  <a:lnTo>
                    <a:pt x="1731937" y="1700421"/>
                  </a:lnTo>
                  <a:lnTo>
                    <a:pt x="1700421" y="1731937"/>
                  </a:lnTo>
                  <a:lnTo>
                    <a:pt x="1667384" y="1761870"/>
                  </a:lnTo>
                  <a:lnTo>
                    <a:pt x="1632889" y="1790158"/>
                  </a:lnTo>
                  <a:lnTo>
                    <a:pt x="1596998" y="1816739"/>
                  </a:lnTo>
                  <a:lnTo>
                    <a:pt x="1559772" y="1841551"/>
                  </a:lnTo>
                  <a:lnTo>
                    <a:pt x="1521274" y="1864531"/>
                  </a:lnTo>
                  <a:lnTo>
                    <a:pt x="1481566" y="1885618"/>
                  </a:lnTo>
                  <a:lnTo>
                    <a:pt x="1440711" y="1904748"/>
                  </a:lnTo>
                  <a:lnTo>
                    <a:pt x="1398770" y="1921861"/>
                  </a:lnTo>
                  <a:lnTo>
                    <a:pt x="1355806" y="1936894"/>
                  </a:lnTo>
                  <a:lnTo>
                    <a:pt x="1311880" y="1949785"/>
                  </a:lnTo>
                  <a:lnTo>
                    <a:pt x="1267055" y="1960471"/>
                  </a:lnTo>
                  <a:lnTo>
                    <a:pt x="1221393" y="1968891"/>
                  </a:lnTo>
                  <a:lnTo>
                    <a:pt x="1174957" y="1974982"/>
                  </a:lnTo>
                  <a:lnTo>
                    <a:pt x="1127807" y="1978682"/>
                  </a:lnTo>
                  <a:lnTo>
                    <a:pt x="1080008" y="1979930"/>
                  </a:lnTo>
                  <a:lnTo>
                    <a:pt x="1032207" y="1978682"/>
                  </a:lnTo>
                  <a:lnTo>
                    <a:pt x="985057" y="1974982"/>
                  </a:lnTo>
                  <a:lnTo>
                    <a:pt x="938618" y="1968891"/>
                  </a:lnTo>
                  <a:lnTo>
                    <a:pt x="892954" y="1960471"/>
                  </a:lnTo>
                  <a:lnTo>
                    <a:pt x="848126" y="1949785"/>
                  </a:lnTo>
                  <a:lnTo>
                    <a:pt x="804197" y="1936894"/>
                  </a:lnTo>
                  <a:lnTo>
                    <a:pt x="761229" y="1921861"/>
                  </a:lnTo>
                  <a:lnTo>
                    <a:pt x="719283" y="1904748"/>
                  </a:lnTo>
                  <a:lnTo>
                    <a:pt x="678423" y="1885618"/>
                  </a:lnTo>
                  <a:lnTo>
                    <a:pt x="638710" y="1864531"/>
                  </a:lnTo>
                  <a:lnTo>
                    <a:pt x="600207" y="1841551"/>
                  </a:lnTo>
                  <a:lnTo>
                    <a:pt x="562975" y="1816739"/>
                  </a:lnTo>
                  <a:lnTo>
                    <a:pt x="527078" y="1790158"/>
                  </a:lnTo>
                  <a:lnTo>
                    <a:pt x="492576" y="1761870"/>
                  </a:lnTo>
                  <a:lnTo>
                    <a:pt x="459534" y="1731937"/>
                  </a:lnTo>
                  <a:lnTo>
                    <a:pt x="428012" y="1700421"/>
                  </a:lnTo>
                  <a:lnTo>
                    <a:pt x="398072" y="1667384"/>
                  </a:lnTo>
                  <a:lnTo>
                    <a:pt x="369778" y="1632889"/>
                  </a:lnTo>
                  <a:lnTo>
                    <a:pt x="343191" y="1596998"/>
                  </a:lnTo>
                  <a:lnTo>
                    <a:pt x="318374" y="1559772"/>
                  </a:lnTo>
                  <a:lnTo>
                    <a:pt x="295388" y="1521274"/>
                  </a:lnTo>
                  <a:lnTo>
                    <a:pt x="274296" y="1481566"/>
                  </a:lnTo>
                  <a:lnTo>
                    <a:pt x="255161" y="1440711"/>
                  </a:lnTo>
                  <a:lnTo>
                    <a:pt x="238043" y="1398770"/>
                  </a:lnTo>
                  <a:lnTo>
                    <a:pt x="223006" y="1355806"/>
                  </a:lnTo>
                  <a:lnTo>
                    <a:pt x="210112" y="1311880"/>
                  </a:lnTo>
                  <a:lnTo>
                    <a:pt x="199423" y="1267055"/>
                  </a:lnTo>
                  <a:lnTo>
                    <a:pt x="191000" y="1221393"/>
                  </a:lnTo>
                  <a:lnTo>
                    <a:pt x="184907" y="1174957"/>
                  </a:lnTo>
                  <a:lnTo>
                    <a:pt x="181206" y="1127807"/>
                  </a:lnTo>
                  <a:lnTo>
                    <a:pt x="179959" y="1080008"/>
                  </a:lnTo>
                  <a:close/>
                </a:path>
                <a:path w="2160270" h="2160270">
                  <a:moveTo>
                    <a:pt x="359918" y="1080008"/>
                  </a:moveTo>
                  <a:lnTo>
                    <a:pt x="361449" y="1032668"/>
                  </a:lnTo>
                  <a:lnTo>
                    <a:pt x="365982" y="986147"/>
                  </a:lnTo>
                  <a:lnTo>
                    <a:pt x="373420" y="940538"/>
                  </a:lnTo>
                  <a:lnTo>
                    <a:pt x="383669" y="895937"/>
                  </a:lnTo>
                  <a:lnTo>
                    <a:pt x="396634" y="852439"/>
                  </a:lnTo>
                  <a:lnTo>
                    <a:pt x="412219" y="810137"/>
                  </a:lnTo>
                  <a:lnTo>
                    <a:pt x="430330" y="769128"/>
                  </a:lnTo>
                  <a:lnTo>
                    <a:pt x="450873" y="729506"/>
                  </a:lnTo>
                  <a:lnTo>
                    <a:pt x="473751" y="691365"/>
                  </a:lnTo>
                  <a:lnTo>
                    <a:pt x="498870" y="654801"/>
                  </a:lnTo>
                  <a:lnTo>
                    <a:pt x="526135" y="619909"/>
                  </a:lnTo>
                  <a:lnTo>
                    <a:pt x="555451" y="586783"/>
                  </a:lnTo>
                  <a:lnTo>
                    <a:pt x="586723" y="555518"/>
                  </a:lnTo>
                  <a:lnTo>
                    <a:pt x="619857" y="526210"/>
                  </a:lnTo>
                  <a:lnTo>
                    <a:pt x="654757" y="498952"/>
                  </a:lnTo>
                  <a:lnTo>
                    <a:pt x="691328" y="473840"/>
                  </a:lnTo>
                  <a:lnTo>
                    <a:pt x="729475" y="450969"/>
                  </a:lnTo>
                  <a:lnTo>
                    <a:pt x="769104" y="430433"/>
                  </a:lnTo>
                  <a:lnTo>
                    <a:pt x="810119" y="412328"/>
                  </a:lnTo>
                  <a:lnTo>
                    <a:pt x="852426" y="396747"/>
                  </a:lnTo>
                  <a:lnTo>
                    <a:pt x="895929" y="383787"/>
                  </a:lnTo>
                  <a:lnTo>
                    <a:pt x="940533" y="373542"/>
                  </a:lnTo>
                  <a:lnTo>
                    <a:pt x="986145" y="366107"/>
                  </a:lnTo>
                  <a:lnTo>
                    <a:pt x="1032668" y="361576"/>
                  </a:lnTo>
                  <a:lnTo>
                    <a:pt x="1080008" y="360045"/>
                  </a:lnTo>
                  <a:lnTo>
                    <a:pt x="1127347" y="361576"/>
                  </a:lnTo>
                  <a:lnTo>
                    <a:pt x="1173868" y="366107"/>
                  </a:lnTo>
                  <a:lnTo>
                    <a:pt x="1219477" y="373542"/>
                  </a:lnTo>
                  <a:lnTo>
                    <a:pt x="1264078" y="383787"/>
                  </a:lnTo>
                  <a:lnTo>
                    <a:pt x="1307576" y="396748"/>
                  </a:lnTo>
                  <a:lnTo>
                    <a:pt x="1349878" y="412328"/>
                  </a:lnTo>
                  <a:lnTo>
                    <a:pt x="1390887" y="430433"/>
                  </a:lnTo>
                  <a:lnTo>
                    <a:pt x="1430509" y="450969"/>
                  </a:lnTo>
                  <a:lnTo>
                    <a:pt x="1468650" y="473840"/>
                  </a:lnTo>
                  <a:lnTo>
                    <a:pt x="1505214" y="498952"/>
                  </a:lnTo>
                  <a:lnTo>
                    <a:pt x="1540106" y="526210"/>
                  </a:lnTo>
                  <a:lnTo>
                    <a:pt x="1573232" y="555518"/>
                  </a:lnTo>
                  <a:lnTo>
                    <a:pt x="1604497" y="586783"/>
                  </a:lnTo>
                  <a:lnTo>
                    <a:pt x="1633805" y="619909"/>
                  </a:lnTo>
                  <a:lnTo>
                    <a:pt x="1661063" y="654801"/>
                  </a:lnTo>
                  <a:lnTo>
                    <a:pt x="1686175" y="691365"/>
                  </a:lnTo>
                  <a:lnTo>
                    <a:pt x="1709046" y="729506"/>
                  </a:lnTo>
                  <a:lnTo>
                    <a:pt x="1729582" y="769128"/>
                  </a:lnTo>
                  <a:lnTo>
                    <a:pt x="1747687" y="810137"/>
                  </a:lnTo>
                  <a:lnTo>
                    <a:pt x="1763267" y="852439"/>
                  </a:lnTo>
                  <a:lnTo>
                    <a:pt x="1776228" y="895937"/>
                  </a:lnTo>
                  <a:lnTo>
                    <a:pt x="1786473" y="940538"/>
                  </a:lnTo>
                  <a:lnTo>
                    <a:pt x="1793908" y="986147"/>
                  </a:lnTo>
                  <a:lnTo>
                    <a:pt x="1798439" y="1032668"/>
                  </a:lnTo>
                  <a:lnTo>
                    <a:pt x="1799971" y="1080008"/>
                  </a:lnTo>
                  <a:lnTo>
                    <a:pt x="1798439" y="1127347"/>
                  </a:lnTo>
                  <a:lnTo>
                    <a:pt x="1793908" y="1173868"/>
                  </a:lnTo>
                  <a:lnTo>
                    <a:pt x="1786473" y="1219477"/>
                  </a:lnTo>
                  <a:lnTo>
                    <a:pt x="1776228" y="1264078"/>
                  </a:lnTo>
                  <a:lnTo>
                    <a:pt x="1763268" y="1307576"/>
                  </a:lnTo>
                  <a:lnTo>
                    <a:pt x="1747687" y="1349878"/>
                  </a:lnTo>
                  <a:lnTo>
                    <a:pt x="1729582" y="1390887"/>
                  </a:lnTo>
                  <a:lnTo>
                    <a:pt x="1709046" y="1430509"/>
                  </a:lnTo>
                  <a:lnTo>
                    <a:pt x="1686175" y="1468650"/>
                  </a:lnTo>
                  <a:lnTo>
                    <a:pt x="1661063" y="1505214"/>
                  </a:lnTo>
                  <a:lnTo>
                    <a:pt x="1633805" y="1540106"/>
                  </a:lnTo>
                  <a:lnTo>
                    <a:pt x="1604497" y="1573232"/>
                  </a:lnTo>
                  <a:lnTo>
                    <a:pt x="1573232" y="1604497"/>
                  </a:lnTo>
                  <a:lnTo>
                    <a:pt x="1540106" y="1633805"/>
                  </a:lnTo>
                  <a:lnTo>
                    <a:pt x="1505214" y="1661063"/>
                  </a:lnTo>
                  <a:lnTo>
                    <a:pt x="1468650" y="1686175"/>
                  </a:lnTo>
                  <a:lnTo>
                    <a:pt x="1430509" y="1709046"/>
                  </a:lnTo>
                  <a:lnTo>
                    <a:pt x="1390887" y="1729582"/>
                  </a:lnTo>
                  <a:lnTo>
                    <a:pt x="1349878" y="1747687"/>
                  </a:lnTo>
                  <a:lnTo>
                    <a:pt x="1307576" y="1763268"/>
                  </a:lnTo>
                  <a:lnTo>
                    <a:pt x="1264078" y="1776228"/>
                  </a:lnTo>
                  <a:lnTo>
                    <a:pt x="1219477" y="1786473"/>
                  </a:lnTo>
                  <a:lnTo>
                    <a:pt x="1173868" y="1793908"/>
                  </a:lnTo>
                  <a:lnTo>
                    <a:pt x="1127347" y="1798439"/>
                  </a:lnTo>
                  <a:lnTo>
                    <a:pt x="1080008" y="1799971"/>
                  </a:lnTo>
                  <a:lnTo>
                    <a:pt x="1032668" y="1798439"/>
                  </a:lnTo>
                  <a:lnTo>
                    <a:pt x="986145" y="1793908"/>
                  </a:lnTo>
                  <a:lnTo>
                    <a:pt x="940533" y="1786473"/>
                  </a:lnTo>
                  <a:lnTo>
                    <a:pt x="895929" y="1776228"/>
                  </a:lnTo>
                  <a:lnTo>
                    <a:pt x="852426" y="1763268"/>
                  </a:lnTo>
                  <a:lnTo>
                    <a:pt x="810119" y="1747687"/>
                  </a:lnTo>
                  <a:lnTo>
                    <a:pt x="769104" y="1729582"/>
                  </a:lnTo>
                  <a:lnTo>
                    <a:pt x="729475" y="1709046"/>
                  </a:lnTo>
                  <a:lnTo>
                    <a:pt x="691328" y="1686175"/>
                  </a:lnTo>
                  <a:lnTo>
                    <a:pt x="654757" y="1661063"/>
                  </a:lnTo>
                  <a:lnTo>
                    <a:pt x="619857" y="1633805"/>
                  </a:lnTo>
                  <a:lnTo>
                    <a:pt x="586723" y="1604497"/>
                  </a:lnTo>
                  <a:lnTo>
                    <a:pt x="555451" y="1573232"/>
                  </a:lnTo>
                  <a:lnTo>
                    <a:pt x="526135" y="1540106"/>
                  </a:lnTo>
                  <a:lnTo>
                    <a:pt x="498870" y="1505214"/>
                  </a:lnTo>
                  <a:lnTo>
                    <a:pt x="473751" y="1468650"/>
                  </a:lnTo>
                  <a:lnTo>
                    <a:pt x="450873" y="1430509"/>
                  </a:lnTo>
                  <a:lnTo>
                    <a:pt x="430330" y="1390887"/>
                  </a:lnTo>
                  <a:lnTo>
                    <a:pt x="412219" y="1349878"/>
                  </a:lnTo>
                  <a:lnTo>
                    <a:pt x="396634" y="1307576"/>
                  </a:lnTo>
                  <a:lnTo>
                    <a:pt x="383669" y="1264078"/>
                  </a:lnTo>
                  <a:lnTo>
                    <a:pt x="373420" y="1219477"/>
                  </a:lnTo>
                  <a:lnTo>
                    <a:pt x="365982" y="1173868"/>
                  </a:lnTo>
                  <a:lnTo>
                    <a:pt x="361449" y="1127347"/>
                  </a:lnTo>
                  <a:lnTo>
                    <a:pt x="359918" y="1080008"/>
                  </a:lnTo>
                  <a:close/>
                </a:path>
                <a:path w="2160270" h="2160270">
                  <a:moveTo>
                    <a:pt x="540003" y="1080008"/>
                  </a:moveTo>
                  <a:lnTo>
                    <a:pt x="542210" y="1030862"/>
                  </a:lnTo>
                  <a:lnTo>
                    <a:pt x="548701" y="982952"/>
                  </a:lnTo>
                  <a:lnTo>
                    <a:pt x="559287" y="936467"/>
                  </a:lnTo>
                  <a:lnTo>
                    <a:pt x="573777" y="891599"/>
                  </a:lnTo>
                  <a:lnTo>
                    <a:pt x="591982" y="848538"/>
                  </a:lnTo>
                  <a:lnTo>
                    <a:pt x="613711" y="807475"/>
                  </a:lnTo>
                  <a:lnTo>
                    <a:pt x="638772" y="768601"/>
                  </a:lnTo>
                  <a:lnTo>
                    <a:pt x="666977" y="732106"/>
                  </a:lnTo>
                  <a:lnTo>
                    <a:pt x="698134" y="698182"/>
                  </a:lnTo>
                  <a:lnTo>
                    <a:pt x="732054" y="667019"/>
                  </a:lnTo>
                  <a:lnTo>
                    <a:pt x="768545" y="638807"/>
                  </a:lnTo>
                  <a:lnTo>
                    <a:pt x="807418" y="613739"/>
                  </a:lnTo>
                  <a:lnTo>
                    <a:pt x="848483" y="592003"/>
                  </a:lnTo>
                  <a:lnTo>
                    <a:pt x="891548" y="573792"/>
                  </a:lnTo>
                  <a:lnTo>
                    <a:pt x="936423" y="559296"/>
                  </a:lnTo>
                  <a:lnTo>
                    <a:pt x="982918" y="548705"/>
                  </a:lnTo>
                  <a:lnTo>
                    <a:pt x="1030843" y="542211"/>
                  </a:lnTo>
                  <a:lnTo>
                    <a:pt x="1080008" y="540004"/>
                  </a:lnTo>
                  <a:lnTo>
                    <a:pt x="1129153" y="542211"/>
                  </a:lnTo>
                  <a:lnTo>
                    <a:pt x="1177063" y="548705"/>
                  </a:lnTo>
                  <a:lnTo>
                    <a:pt x="1223548" y="559296"/>
                  </a:lnTo>
                  <a:lnTo>
                    <a:pt x="1268416" y="573792"/>
                  </a:lnTo>
                  <a:lnTo>
                    <a:pt x="1311477" y="592003"/>
                  </a:lnTo>
                  <a:lnTo>
                    <a:pt x="1352540" y="613739"/>
                  </a:lnTo>
                  <a:lnTo>
                    <a:pt x="1391414" y="638807"/>
                  </a:lnTo>
                  <a:lnTo>
                    <a:pt x="1427909" y="667019"/>
                  </a:lnTo>
                  <a:lnTo>
                    <a:pt x="1461833" y="698182"/>
                  </a:lnTo>
                  <a:lnTo>
                    <a:pt x="1492996" y="732106"/>
                  </a:lnTo>
                  <a:lnTo>
                    <a:pt x="1521208" y="768601"/>
                  </a:lnTo>
                  <a:lnTo>
                    <a:pt x="1546276" y="807475"/>
                  </a:lnTo>
                  <a:lnTo>
                    <a:pt x="1568012" y="848538"/>
                  </a:lnTo>
                  <a:lnTo>
                    <a:pt x="1586223" y="891599"/>
                  </a:lnTo>
                  <a:lnTo>
                    <a:pt x="1600719" y="936467"/>
                  </a:lnTo>
                  <a:lnTo>
                    <a:pt x="1611310" y="982952"/>
                  </a:lnTo>
                  <a:lnTo>
                    <a:pt x="1617804" y="1030862"/>
                  </a:lnTo>
                  <a:lnTo>
                    <a:pt x="1620012" y="1080008"/>
                  </a:lnTo>
                  <a:lnTo>
                    <a:pt x="1617804" y="1129153"/>
                  </a:lnTo>
                  <a:lnTo>
                    <a:pt x="1611310" y="1177063"/>
                  </a:lnTo>
                  <a:lnTo>
                    <a:pt x="1600719" y="1223548"/>
                  </a:lnTo>
                  <a:lnTo>
                    <a:pt x="1586223" y="1268416"/>
                  </a:lnTo>
                  <a:lnTo>
                    <a:pt x="1568012" y="1311477"/>
                  </a:lnTo>
                  <a:lnTo>
                    <a:pt x="1546276" y="1352540"/>
                  </a:lnTo>
                  <a:lnTo>
                    <a:pt x="1521208" y="1391414"/>
                  </a:lnTo>
                  <a:lnTo>
                    <a:pt x="1492996" y="1427909"/>
                  </a:lnTo>
                  <a:lnTo>
                    <a:pt x="1461833" y="1461833"/>
                  </a:lnTo>
                  <a:lnTo>
                    <a:pt x="1427909" y="1492996"/>
                  </a:lnTo>
                  <a:lnTo>
                    <a:pt x="1391414" y="1521208"/>
                  </a:lnTo>
                  <a:lnTo>
                    <a:pt x="1352540" y="1546276"/>
                  </a:lnTo>
                  <a:lnTo>
                    <a:pt x="1311477" y="1568012"/>
                  </a:lnTo>
                  <a:lnTo>
                    <a:pt x="1268416" y="1586223"/>
                  </a:lnTo>
                  <a:lnTo>
                    <a:pt x="1223548" y="1600719"/>
                  </a:lnTo>
                  <a:lnTo>
                    <a:pt x="1177063" y="1611310"/>
                  </a:lnTo>
                  <a:lnTo>
                    <a:pt x="1129153" y="1617804"/>
                  </a:lnTo>
                  <a:lnTo>
                    <a:pt x="1080008" y="1620012"/>
                  </a:lnTo>
                  <a:lnTo>
                    <a:pt x="1030843" y="1617804"/>
                  </a:lnTo>
                  <a:lnTo>
                    <a:pt x="982918" y="1611310"/>
                  </a:lnTo>
                  <a:lnTo>
                    <a:pt x="936423" y="1600719"/>
                  </a:lnTo>
                  <a:lnTo>
                    <a:pt x="891548" y="1586223"/>
                  </a:lnTo>
                  <a:lnTo>
                    <a:pt x="848483" y="1568012"/>
                  </a:lnTo>
                  <a:lnTo>
                    <a:pt x="807418" y="1546276"/>
                  </a:lnTo>
                  <a:lnTo>
                    <a:pt x="768545" y="1521208"/>
                  </a:lnTo>
                  <a:lnTo>
                    <a:pt x="732054" y="1492996"/>
                  </a:lnTo>
                  <a:lnTo>
                    <a:pt x="698134" y="1461833"/>
                  </a:lnTo>
                  <a:lnTo>
                    <a:pt x="666977" y="1427909"/>
                  </a:lnTo>
                  <a:lnTo>
                    <a:pt x="638772" y="1391414"/>
                  </a:lnTo>
                  <a:lnTo>
                    <a:pt x="613711" y="1352540"/>
                  </a:lnTo>
                  <a:lnTo>
                    <a:pt x="591982" y="1311477"/>
                  </a:lnTo>
                  <a:lnTo>
                    <a:pt x="573777" y="1268416"/>
                  </a:lnTo>
                  <a:lnTo>
                    <a:pt x="559287" y="1223548"/>
                  </a:lnTo>
                  <a:lnTo>
                    <a:pt x="548701" y="1177063"/>
                  </a:lnTo>
                  <a:lnTo>
                    <a:pt x="542210" y="1129153"/>
                  </a:lnTo>
                  <a:lnTo>
                    <a:pt x="540003" y="1080008"/>
                  </a:lnTo>
                  <a:close/>
                </a:path>
                <a:path w="2160270" h="2160270">
                  <a:moveTo>
                    <a:pt x="719963" y="1080008"/>
                  </a:moveTo>
                  <a:lnTo>
                    <a:pt x="723249" y="1031144"/>
                  </a:lnTo>
                  <a:lnTo>
                    <a:pt x="732821" y="984281"/>
                  </a:lnTo>
                  <a:lnTo>
                    <a:pt x="748252" y="939847"/>
                  </a:lnTo>
                  <a:lnTo>
                    <a:pt x="769112" y="898270"/>
                  </a:lnTo>
                  <a:lnTo>
                    <a:pt x="794972" y="859980"/>
                  </a:lnTo>
                  <a:lnTo>
                    <a:pt x="825404" y="825404"/>
                  </a:lnTo>
                  <a:lnTo>
                    <a:pt x="859980" y="794972"/>
                  </a:lnTo>
                  <a:lnTo>
                    <a:pt x="898271" y="769111"/>
                  </a:lnTo>
                  <a:lnTo>
                    <a:pt x="939847" y="748252"/>
                  </a:lnTo>
                  <a:lnTo>
                    <a:pt x="984281" y="732821"/>
                  </a:lnTo>
                  <a:lnTo>
                    <a:pt x="1031144" y="723249"/>
                  </a:lnTo>
                  <a:lnTo>
                    <a:pt x="1080008" y="719963"/>
                  </a:lnTo>
                  <a:lnTo>
                    <a:pt x="1128842" y="723249"/>
                  </a:lnTo>
                  <a:lnTo>
                    <a:pt x="1175680" y="732821"/>
                  </a:lnTo>
                  <a:lnTo>
                    <a:pt x="1220094" y="748252"/>
                  </a:lnTo>
                  <a:lnTo>
                    <a:pt x="1261655" y="769112"/>
                  </a:lnTo>
                  <a:lnTo>
                    <a:pt x="1299933" y="794972"/>
                  </a:lnTo>
                  <a:lnTo>
                    <a:pt x="1334500" y="825404"/>
                  </a:lnTo>
                  <a:lnTo>
                    <a:pt x="1364925" y="859980"/>
                  </a:lnTo>
                  <a:lnTo>
                    <a:pt x="1390781" y="898271"/>
                  </a:lnTo>
                  <a:lnTo>
                    <a:pt x="1411638" y="939847"/>
                  </a:lnTo>
                  <a:lnTo>
                    <a:pt x="1427067" y="984281"/>
                  </a:lnTo>
                  <a:lnTo>
                    <a:pt x="1436639" y="1031144"/>
                  </a:lnTo>
                  <a:lnTo>
                    <a:pt x="1439926" y="1080008"/>
                  </a:lnTo>
                  <a:lnTo>
                    <a:pt x="1436639" y="1128842"/>
                  </a:lnTo>
                  <a:lnTo>
                    <a:pt x="1427067" y="1175680"/>
                  </a:lnTo>
                  <a:lnTo>
                    <a:pt x="1411638" y="1220094"/>
                  </a:lnTo>
                  <a:lnTo>
                    <a:pt x="1390781" y="1261655"/>
                  </a:lnTo>
                  <a:lnTo>
                    <a:pt x="1364925" y="1299933"/>
                  </a:lnTo>
                  <a:lnTo>
                    <a:pt x="1334500" y="1334500"/>
                  </a:lnTo>
                  <a:lnTo>
                    <a:pt x="1299933" y="1364925"/>
                  </a:lnTo>
                  <a:lnTo>
                    <a:pt x="1261655" y="1390781"/>
                  </a:lnTo>
                  <a:lnTo>
                    <a:pt x="1220094" y="1411638"/>
                  </a:lnTo>
                  <a:lnTo>
                    <a:pt x="1175680" y="1427067"/>
                  </a:lnTo>
                  <a:lnTo>
                    <a:pt x="1128842" y="1436639"/>
                  </a:lnTo>
                  <a:lnTo>
                    <a:pt x="1080008" y="1439926"/>
                  </a:lnTo>
                  <a:lnTo>
                    <a:pt x="1031144" y="1436639"/>
                  </a:lnTo>
                  <a:lnTo>
                    <a:pt x="984281" y="1427067"/>
                  </a:lnTo>
                  <a:lnTo>
                    <a:pt x="939847" y="1411638"/>
                  </a:lnTo>
                  <a:lnTo>
                    <a:pt x="898271" y="1390781"/>
                  </a:lnTo>
                  <a:lnTo>
                    <a:pt x="859980" y="1364925"/>
                  </a:lnTo>
                  <a:lnTo>
                    <a:pt x="825404" y="1334500"/>
                  </a:lnTo>
                  <a:lnTo>
                    <a:pt x="794972" y="1299933"/>
                  </a:lnTo>
                  <a:lnTo>
                    <a:pt x="769112" y="1261655"/>
                  </a:lnTo>
                  <a:lnTo>
                    <a:pt x="748252" y="1220094"/>
                  </a:lnTo>
                  <a:lnTo>
                    <a:pt x="732821" y="1175680"/>
                  </a:lnTo>
                  <a:lnTo>
                    <a:pt x="723249" y="1128842"/>
                  </a:lnTo>
                  <a:lnTo>
                    <a:pt x="719963" y="1080008"/>
                  </a:lnTo>
                  <a:close/>
                </a:path>
                <a:path w="2160270" h="2160270">
                  <a:moveTo>
                    <a:pt x="899922" y="1080008"/>
                  </a:moveTo>
                  <a:lnTo>
                    <a:pt x="906356" y="1032149"/>
                  </a:lnTo>
                  <a:lnTo>
                    <a:pt x="924512" y="989155"/>
                  </a:lnTo>
                  <a:lnTo>
                    <a:pt x="952674" y="952738"/>
                  </a:lnTo>
                  <a:lnTo>
                    <a:pt x="989123" y="924607"/>
                  </a:lnTo>
                  <a:lnTo>
                    <a:pt x="1032140" y="906473"/>
                  </a:lnTo>
                  <a:lnTo>
                    <a:pt x="1080008" y="900049"/>
                  </a:lnTo>
                  <a:lnTo>
                    <a:pt x="1127866" y="906473"/>
                  </a:lnTo>
                  <a:lnTo>
                    <a:pt x="1170860" y="924607"/>
                  </a:lnTo>
                  <a:lnTo>
                    <a:pt x="1207277" y="952738"/>
                  </a:lnTo>
                  <a:lnTo>
                    <a:pt x="1235408" y="989155"/>
                  </a:lnTo>
                  <a:lnTo>
                    <a:pt x="1253542" y="1032149"/>
                  </a:lnTo>
                  <a:lnTo>
                    <a:pt x="1259967" y="1080008"/>
                  </a:lnTo>
                  <a:lnTo>
                    <a:pt x="1253542" y="1127866"/>
                  </a:lnTo>
                  <a:lnTo>
                    <a:pt x="1235408" y="1170860"/>
                  </a:lnTo>
                  <a:lnTo>
                    <a:pt x="1207277" y="1207277"/>
                  </a:lnTo>
                  <a:lnTo>
                    <a:pt x="1170860" y="1235408"/>
                  </a:lnTo>
                  <a:lnTo>
                    <a:pt x="1127866" y="1253542"/>
                  </a:lnTo>
                  <a:lnTo>
                    <a:pt x="1080008" y="1259967"/>
                  </a:lnTo>
                  <a:lnTo>
                    <a:pt x="1032140" y="1253542"/>
                  </a:lnTo>
                  <a:lnTo>
                    <a:pt x="989123" y="1235408"/>
                  </a:lnTo>
                  <a:lnTo>
                    <a:pt x="952674" y="1207277"/>
                  </a:lnTo>
                  <a:lnTo>
                    <a:pt x="924512" y="1170860"/>
                  </a:lnTo>
                  <a:lnTo>
                    <a:pt x="906356" y="1127866"/>
                  </a:lnTo>
                  <a:lnTo>
                    <a:pt x="899922" y="108000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45463" y="3586162"/>
              <a:ext cx="113410" cy="12141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03058" y="4582414"/>
              <a:ext cx="111506" cy="11430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065264" y="4585461"/>
            <a:ext cx="351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20061" dirty="0">
                <a:latin typeface="Cambria Math"/>
                <a:cs typeface="Cambria Math"/>
              </a:rPr>
              <a:t>𝒂</a:t>
            </a:r>
            <a:r>
              <a:rPr sz="2700" spc="7" baseline="-20061" dirty="0">
                <a:latin typeface="Cambria Math"/>
                <a:cs typeface="Cambria Math"/>
              </a:rPr>
              <a:t> </a:t>
            </a:r>
            <a:r>
              <a:rPr sz="1300" spc="-50" dirty="0">
                <a:latin typeface="Cambria Math"/>
                <a:cs typeface="Cambria Math"/>
              </a:rPr>
              <a:t>∗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000748" y="2534538"/>
            <a:ext cx="2201545" cy="3077210"/>
          </a:xfrm>
          <a:custGeom>
            <a:avLst/>
            <a:gdLst/>
            <a:ahLst/>
            <a:cxnLst/>
            <a:rect l="l" t="t" r="r" b="b"/>
            <a:pathLst>
              <a:path w="2201545" h="3077210">
                <a:moveTo>
                  <a:pt x="781050" y="2869311"/>
                </a:moveTo>
                <a:lnTo>
                  <a:pt x="763905" y="2869311"/>
                </a:lnTo>
                <a:lnTo>
                  <a:pt x="763905" y="3077006"/>
                </a:lnTo>
                <a:lnTo>
                  <a:pt x="781050" y="3077006"/>
                </a:lnTo>
                <a:lnTo>
                  <a:pt x="781050" y="2869311"/>
                </a:lnTo>
                <a:close/>
              </a:path>
              <a:path w="2201545" h="3077210">
                <a:moveTo>
                  <a:pt x="829564" y="2869311"/>
                </a:moveTo>
                <a:lnTo>
                  <a:pt x="812419" y="2869311"/>
                </a:lnTo>
                <a:lnTo>
                  <a:pt x="812419" y="3077006"/>
                </a:lnTo>
                <a:lnTo>
                  <a:pt x="829564" y="3077006"/>
                </a:lnTo>
                <a:lnTo>
                  <a:pt x="829564" y="2869311"/>
                </a:lnTo>
                <a:close/>
              </a:path>
              <a:path w="2201545" h="3077210">
                <a:moveTo>
                  <a:pt x="1043178" y="2869311"/>
                </a:moveTo>
                <a:lnTo>
                  <a:pt x="1026033" y="2869311"/>
                </a:lnTo>
                <a:lnTo>
                  <a:pt x="1026033" y="3077006"/>
                </a:lnTo>
                <a:lnTo>
                  <a:pt x="1043178" y="3077006"/>
                </a:lnTo>
                <a:lnTo>
                  <a:pt x="1043178" y="2869311"/>
                </a:lnTo>
                <a:close/>
              </a:path>
              <a:path w="2201545" h="3077210">
                <a:moveTo>
                  <a:pt x="1091692" y="2869311"/>
                </a:moveTo>
                <a:lnTo>
                  <a:pt x="1074547" y="2869311"/>
                </a:lnTo>
                <a:lnTo>
                  <a:pt x="1074547" y="3077006"/>
                </a:lnTo>
                <a:lnTo>
                  <a:pt x="1091692" y="3077006"/>
                </a:lnTo>
                <a:lnTo>
                  <a:pt x="1091692" y="2869311"/>
                </a:lnTo>
                <a:close/>
              </a:path>
              <a:path w="2201545" h="3077210">
                <a:moveTo>
                  <a:pt x="2201164" y="2561971"/>
                </a:moveTo>
                <a:lnTo>
                  <a:pt x="2182114" y="2552446"/>
                </a:lnTo>
                <a:lnTo>
                  <a:pt x="2124964" y="2523871"/>
                </a:lnTo>
                <a:lnTo>
                  <a:pt x="2124964" y="2552446"/>
                </a:lnTo>
                <a:lnTo>
                  <a:pt x="47625" y="2552446"/>
                </a:lnTo>
                <a:lnTo>
                  <a:pt x="47625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28575" y="76200"/>
                </a:lnTo>
                <a:lnTo>
                  <a:pt x="28575" y="2556002"/>
                </a:lnTo>
                <a:lnTo>
                  <a:pt x="41148" y="2556002"/>
                </a:lnTo>
                <a:lnTo>
                  <a:pt x="41148" y="2571496"/>
                </a:lnTo>
                <a:lnTo>
                  <a:pt x="2124964" y="2571496"/>
                </a:lnTo>
                <a:lnTo>
                  <a:pt x="2124964" y="2600071"/>
                </a:lnTo>
                <a:lnTo>
                  <a:pt x="2182114" y="2571496"/>
                </a:lnTo>
                <a:lnTo>
                  <a:pt x="2201164" y="25619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845679" y="5332603"/>
            <a:ext cx="167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𝒂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109331" y="5306695"/>
            <a:ext cx="122555" cy="3657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1325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  <a:p>
            <a:pPr marL="12700">
              <a:lnSpc>
                <a:spcPts val="1325"/>
              </a:lnSpc>
            </a:pPr>
            <a:r>
              <a:rPr sz="1300" spc="40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01003" y="4398086"/>
            <a:ext cx="7327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solução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762242" y="4573651"/>
            <a:ext cx="447675" cy="85090"/>
          </a:xfrm>
          <a:custGeom>
            <a:avLst/>
            <a:gdLst/>
            <a:ahLst/>
            <a:cxnLst/>
            <a:rect l="l" t="t" r="r" b="b"/>
            <a:pathLst>
              <a:path w="447675" h="85089">
                <a:moveTo>
                  <a:pt x="370433" y="56629"/>
                </a:moveTo>
                <a:lnTo>
                  <a:pt x="367537" y="84962"/>
                </a:lnTo>
                <a:lnTo>
                  <a:pt x="438802" y="57912"/>
                </a:lnTo>
                <a:lnTo>
                  <a:pt x="383031" y="57912"/>
                </a:lnTo>
                <a:lnTo>
                  <a:pt x="370433" y="56629"/>
                </a:lnTo>
                <a:close/>
              </a:path>
              <a:path w="447675" h="85089">
                <a:moveTo>
                  <a:pt x="372378" y="37587"/>
                </a:moveTo>
                <a:lnTo>
                  <a:pt x="370433" y="56629"/>
                </a:lnTo>
                <a:lnTo>
                  <a:pt x="383031" y="57912"/>
                </a:lnTo>
                <a:lnTo>
                  <a:pt x="384936" y="38862"/>
                </a:lnTo>
                <a:lnTo>
                  <a:pt x="372378" y="37587"/>
                </a:lnTo>
                <a:close/>
              </a:path>
              <a:path w="447675" h="85089">
                <a:moveTo>
                  <a:pt x="375284" y="9143"/>
                </a:moveTo>
                <a:lnTo>
                  <a:pt x="372378" y="37587"/>
                </a:lnTo>
                <a:lnTo>
                  <a:pt x="384936" y="38862"/>
                </a:lnTo>
                <a:lnTo>
                  <a:pt x="383031" y="57912"/>
                </a:lnTo>
                <a:lnTo>
                  <a:pt x="438802" y="57912"/>
                </a:lnTo>
                <a:lnTo>
                  <a:pt x="447166" y="54737"/>
                </a:lnTo>
                <a:lnTo>
                  <a:pt x="375284" y="9143"/>
                </a:lnTo>
                <a:close/>
              </a:path>
              <a:path w="447675" h="85089">
                <a:moveTo>
                  <a:pt x="1904" y="0"/>
                </a:moveTo>
                <a:lnTo>
                  <a:pt x="0" y="18923"/>
                </a:lnTo>
                <a:lnTo>
                  <a:pt x="370433" y="56629"/>
                </a:lnTo>
                <a:lnTo>
                  <a:pt x="372378" y="37587"/>
                </a:lnTo>
                <a:lnTo>
                  <a:pt x="1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818" y="1738376"/>
            <a:ext cx="3257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2</a:t>
            </a:r>
            <a:endParaRPr sz="2175" baseline="-15325">
              <a:latin typeface="Cambria Math"/>
              <a:cs typeface="Cambria Math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65226" y="1796160"/>
            <a:ext cx="4340860" cy="2990215"/>
            <a:chOff x="665226" y="1796160"/>
            <a:chExt cx="4340860" cy="29902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500" y="2247010"/>
              <a:ext cx="3972750" cy="217271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65226" y="1796160"/>
              <a:ext cx="4340860" cy="2990215"/>
            </a:xfrm>
            <a:custGeom>
              <a:avLst/>
              <a:gdLst/>
              <a:ahLst/>
              <a:cxnLst/>
              <a:rect l="l" t="t" r="r" b="b"/>
              <a:pathLst>
                <a:path w="4340860" h="2990215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2951988"/>
                  </a:lnTo>
                  <a:lnTo>
                    <a:pt x="47625" y="2951988"/>
                  </a:lnTo>
                  <a:lnTo>
                    <a:pt x="47625" y="76200"/>
                  </a:lnTo>
                  <a:lnTo>
                    <a:pt x="76200" y="76200"/>
                  </a:lnTo>
                  <a:close/>
                </a:path>
                <a:path w="4340860" h="2990215">
                  <a:moveTo>
                    <a:pt x="4340860" y="2951988"/>
                  </a:moveTo>
                  <a:lnTo>
                    <a:pt x="4321810" y="2942463"/>
                  </a:lnTo>
                  <a:lnTo>
                    <a:pt x="4264660" y="2913888"/>
                  </a:lnTo>
                  <a:lnTo>
                    <a:pt x="4264660" y="2942463"/>
                  </a:lnTo>
                  <a:lnTo>
                    <a:pt x="56883" y="2942463"/>
                  </a:lnTo>
                  <a:lnTo>
                    <a:pt x="56883" y="2961513"/>
                  </a:lnTo>
                  <a:lnTo>
                    <a:pt x="4264660" y="2961513"/>
                  </a:lnTo>
                  <a:lnTo>
                    <a:pt x="4264660" y="2990088"/>
                  </a:lnTo>
                  <a:lnTo>
                    <a:pt x="4321810" y="2961513"/>
                  </a:lnTo>
                  <a:lnTo>
                    <a:pt x="4340860" y="29519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668646" y="4341621"/>
            <a:ext cx="3200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1</a:t>
            </a:r>
            <a:endParaRPr sz="2175" baseline="-15325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05674" y="2893695"/>
            <a:ext cx="2669540" cy="791845"/>
            <a:chOff x="1005674" y="2893695"/>
            <a:chExt cx="2669540" cy="791845"/>
          </a:xfrm>
        </p:grpSpPr>
        <p:sp>
          <p:nvSpPr>
            <p:cNvPr id="8" name="object 8"/>
            <p:cNvSpPr/>
            <p:nvPr/>
          </p:nvSpPr>
          <p:spPr>
            <a:xfrm>
              <a:off x="1005674" y="2893694"/>
              <a:ext cx="885825" cy="791845"/>
            </a:xfrm>
            <a:custGeom>
              <a:avLst/>
              <a:gdLst/>
              <a:ahLst/>
              <a:cxnLst/>
              <a:rect l="l" t="t" r="r" b="b"/>
              <a:pathLst>
                <a:path w="885825" h="791845">
                  <a:moveTo>
                    <a:pt x="27089" y="743331"/>
                  </a:moveTo>
                  <a:lnTo>
                    <a:pt x="14960" y="739521"/>
                  </a:lnTo>
                  <a:lnTo>
                    <a:pt x="0" y="788162"/>
                  </a:lnTo>
                  <a:lnTo>
                    <a:pt x="12128" y="791845"/>
                  </a:lnTo>
                  <a:lnTo>
                    <a:pt x="27089" y="743331"/>
                  </a:lnTo>
                  <a:close/>
                </a:path>
                <a:path w="885825" h="791845">
                  <a:moveTo>
                    <a:pt x="53276" y="658368"/>
                  </a:moveTo>
                  <a:lnTo>
                    <a:pt x="41135" y="654558"/>
                  </a:lnTo>
                  <a:lnTo>
                    <a:pt x="26174" y="703211"/>
                  </a:lnTo>
                  <a:lnTo>
                    <a:pt x="38315" y="706882"/>
                  </a:lnTo>
                  <a:lnTo>
                    <a:pt x="53276" y="658368"/>
                  </a:lnTo>
                  <a:close/>
                </a:path>
                <a:path w="885825" h="791845">
                  <a:moveTo>
                    <a:pt x="79451" y="573405"/>
                  </a:moveTo>
                  <a:lnTo>
                    <a:pt x="67310" y="569722"/>
                  </a:lnTo>
                  <a:lnTo>
                    <a:pt x="52349" y="618236"/>
                  </a:lnTo>
                  <a:lnTo>
                    <a:pt x="64490" y="621919"/>
                  </a:lnTo>
                  <a:lnTo>
                    <a:pt x="79451" y="573405"/>
                  </a:lnTo>
                  <a:close/>
                </a:path>
                <a:path w="885825" h="791845">
                  <a:moveTo>
                    <a:pt x="105625" y="488442"/>
                  </a:moveTo>
                  <a:lnTo>
                    <a:pt x="93497" y="484759"/>
                  </a:lnTo>
                  <a:lnTo>
                    <a:pt x="78536" y="533273"/>
                  </a:lnTo>
                  <a:lnTo>
                    <a:pt x="90665" y="536956"/>
                  </a:lnTo>
                  <a:lnTo>
                    <a:pt x="105625" y="488442"/>
                  </a:lnTo>
                  <a:close/>
                </a:path>
                <a:path w="885825" h="791845">
                  <a:moveTo>
                    <a:pt x="131813" y="403479"/>
                  </a:moveTo>
                  <a:lnTo>
                    <a:pt x="119672" y="399796"/>
                  </a:lnTo>
                  <a:lnTo>
                    <a:pt x="104711" y="448310"/>
                  </a:lnTo>
                  <a:lnTo>
                    <a:pt x="116852" y="451993"/>
                  </a:lnTo>
                  <a:lnTo>
                    <a:pt x="131813" y="403479"/>
                  </a:lnTo>
                  <a:close/>
                </a:path>
                <a:path w="885825" h="791845">
                  <a:moveTo>
                    <a:pt x="157988" y="318516"/>
                  </a:moveTo>
                  <a:lnTo>
                    <a:pt x="145846" y="314833"/>
                  </a:lnTo>
                  <a:lnTo>
                    <a:pt x="130886" y="363347"/>
                  </a:lnTo>
                  <a:lnTo>
                    <a:pt x="143027" y="367030"/>
                  </a:lnTo>
                  <a:lnTo>
                    <a:pt x="157988" y="318516"/>
                  </a:lnTo>
                  <a:close/>
                </a:path>
                <a:path w="885825" h="791845">
                  <a:moveTo>
                    <a:pt x="184162" y="233553"/>
                  </a:moveTo>
                  <a:lnTo>
                    <a:pt x="172034" y="229870"/>
                  </a:lnTo>
                  <a:lnTo>
                    <a:pt x="157073" y="278384"/>
                  </a:lnTo>
                  <a:lnTo>
                    <a:pt x="169202" y="282067"/>
                  </a:lnTo>
                  <a:lnTo>
                    <a:pt x="184162" y="233553"/>
                  </a:lnTo>
                  <a:close/>
                </a:path>
                <a:path w="885825" h="791845">
                  <a:moveTo>
                    <a:pt x="210350" y="148590"/>
                  </a:moveTo>
                  <a:lnTo>
                    <a:pt x="198208" y="144907"/>
                  </a:lnTo>
                  <a:lnTo>
                    <a:pt x="183248" y="193421"/>
                  </a:lnTo>
                  <a:lnTo>
                    <a:pt x="195389" y="197104"/>
                  </a:lnTo>
                  <a:lnTo>
                    <a:pt x="210350" y="148590"/>
                  </a:lnTo>
                  <a:close/>
                </a:path>
                <a:path w="885825" h="791845">
                  <a:moveTo>
                    <a:pt x="271945" y="111887"/>
                  </a:moveTo>
                  <a:lnTo>
                    <a:pt x="263359" y="61849"/>
                  </a:lnTo>
                  <a:lnTo>
                    <a:pt x="259359" y="62509"/>
                  </a:lnTo>
                  <a:lnTo>
                    <a:pt x="258940" y="59944"/>
                  </a:lnTo>
                  <a:lnTo>
                    <a:pt x="253111" y="24930"/>
                  </a:lnTo>
                  <a:lnTo>
                    <a:pt x="256959" y="24257"/>
                  </a:lnTo>
                  <a:lnTo>
                    <a:pt x="252831" y="0"/>
                  </a:lnTo>
                  <a:lnTo>
                    <a:pt x="240309" y="2159"/>
                  </a:lnTo>
                  <a:lnTo>
                    <a:pt x="241490" y="9169"/>
                  </a:lnTo>
                  <a:lnTo>
                    <a:pt x="190309" y="62738"/>
                  </a:lnTo>
                  <a:lnTo>
                    <a:pt x="220649" y="72059"/>
                  </a:lnTo>
                  <a:lnTo>
                    <a:pt x="209423" y="108458"/>
                  </a:lnTo>
                  <a:lnTo>
                    <a:pt x="221564" y="112141"/>
                  </a:lnTo>
                  <a:lnTo>
                    <a:pt x="232778" y="75780"/>
                  </a:lnTo>
                  <a:lnTo>
                    <a:pt x="253961" y="82283"/>
                  </a:lnTo>
                  <a:lnTo>
                    <a:pt x="259384" y="114046"/>
                  </a:lnTo>
                  <a:lnTo>
                    <a:pt x="271945" y="111887"/>
                  </a:lnTo>
                  <a:close/>
                </a:path>
                <a:path w="885825" h="791845">
                  <a:moveTo>
                    <a:pt x="286804" y="199517"/>
                  </a:moveTo>
                  <a:lnTo>
                    <a:pt x="278295" y="149479"/>
                  </a:lnTo>
                  <a:lnTo>
                    <a:pt x="265849" y="151638"/>
                  </a:lnTo>
                  <a:lnTo>
                    <a:pt x="274358" y="201676"/>
                  </a:lnTo>
                  <a:lnTo>
                    <a:pt x="286804" y="199517"/>
                  </a:lnTo>
                  <a:close/>
                </a:path>
                <a:path w="885825" h="791845">
                  <a:moveTo>
                    <a:pt x="301790" y="287147"/>
                  </a:moveTo>
                  <a:lnTo>
                    <a:pt x="293281" y="237109"/>
                  </a:lnTo>
                  <a:lnTo>
                    <a:pt x="280708" y="239268"/>
                  </a:lnTo>
                  <a:lnTo>
                    <a:pt x="289217" y="289306"/>
                  </a:lnTo>
                  <a:lnTo>
                    <a:pt x="301790" y="287147"/>
                  </a:lnTo>
                  <a:close/>
                </a:path>
                <a:path w="885825" h="791845">
                  <a:moveTo>
                    <a:pt x="316776" y="374777"/>
                  </a:moveTo>
                  <a:lnTo>
                    <a:pt x="308140" y="324739"/>
                  </a:lnTo>
                  <a:lnTo>
                    <a:pt x="295694" y="326898"/>
                  </a:lnTo>
                  <a:lnTo>
                    <a:pt x="304203" y="376936"/>
                  </a:lnTo>
                  <a:lnTo>
                    <a:pt x="316776" y="374777"/>
                  </a:lnTo>
                  <a:close/>
                </a:path>
                <a:path w="885825" h="791845">
                  <a:moveTo>
                    <a:pt x="331635" y="462407"/>
                  </a:moveTo>
                  <a:lnTo>
                    <a:pt x="323126" y="412369"/>
                  </a:lnTo>
                  <a:lnTo>
                    <a:pt x="310680" y="414528"/>
                  </a:lnTo>
                  <a:lnTo>
                    <a:pt x="319189" y="464566"/>
                  </a:lnTo>
                  <a:lnTo>
                    <a:pt x="331635" y="462407"/>
                  </a:lnTo>
                  <a:close/>
                </a:path>
                <a:path w="885825" h="791845">
                  <a:moveTo>
                    <a:pt x="346621" y="550037"/>
                  </a:moveTo>
                  <a:lnTo>
                    <a:pt x="338112" y="499999"/>
                  </a:lnTo>
                  <a:lnTo>
                    <a:pt x="325539" y="502158"/>
                  </a:lnTo>
                  <a:lnTo>
                    <a:pt x="334048" y="552196"/>
                  </a:lnTo>
                  <a:lnTo>
                    <a:pt x="346621" y="550037"/>
                  </a:lnTo>
                  <a:close/>
                </a:path>
                <a:path w="885825" h="791845">
                  <a:moveTo>
                    <a:pt x="390690" y="619887"/>
                  </a:moveTo>
                  <a:lnTo>
                    <a:pt x="359448" y="625182"/>
                  </a:lnTo>
                  <a:lnTo>
                    <a:pt x="352971" y="587629"/>
                  </a:lnTo>
                  <a:lnTo>
                    <a:pt x="340525" y="589788"/>
                  </a:lnTo>
                  <a:lnTo>
                    <a:pt x="346900" y="627303"/>
                  </a:lnTo>
                  <a:lnTo>
                    <a:pt x="315633" y="632587"/>
                  </a:lnTo>
                  <a:lnTo>
                    <a:pt x="361657" y="695490"/>
                  </a:lnTo>
                  <a:lnTo>
                    <a:pt x="360210" y="698754"/>
                  </a:lnTo>
                  <a:lnTo>
                    <a:pt x="371767" y="703961"/>
                  </a:lnTo>
                  <a:lnTo>
                    <a:pt x="388150" y="667524"/>
                  </a:lnTo>
                  <a:lnTo>
                    <a:pt x="377621" y="662825"/>
                  </a:lnTo>
                  <a:lnTo>
                    <a:pt x="384619" y="639838"/>
                  </a:lnTo>
                  <a:lnTo>
                    <a:pt x="390690" y="619887"/>
                  </a:lnTo>
                  <a:close/>
                </a:path>
                <a:path w="885825" h="791845">
                  <a:moveTo>
                    <a:pt x="424345" y="586359"/>
                  </a:moveTo>
                  <a:lnTo>
                    <a:pt x="412788" y="581152"/>
                  </a:lnTo>
                  <a:lnTo>
                    <a:pt x="392087" y="627507"/>
                  </a:lnTo>
                  <a:lnTo>
                    <a:pt x="403644" y="632714"/>
                  </a:lnTo>
                  <a:lnTo>
                    <a:pt x="424345" y="586359"/>
                  </a:lnTo>
                  <a:close/>
                </a:path>
                <a:path w="885825" h="791845">
                  <a:moveTo>
                    <a:pt x="460667" y="505206"/>
                  </a:moveTo>
                  <a:lnTo>
                    <a:pt x="449110" y="499999"/>
                  </a:lnTo>
                  <a:lnTo>
                    <a:pt x="428282" y="546354"/>
                  </a:lnTo>
                  <a:lnTo>
                    <a:pt x="439966" y="551561"/>
                  </a:lnTo>
                  <a:lnTo>
                    <a:pt x="460667" y="505206"/>
                  </a:lnTo>
                  <a:close/>
                </a:path>
                <a:path w="885825" h="791845">
                  <a:moveTo>
                    <a:pt x="496989" y="424053"/>
                  </a:moveTo>
                  <a:lnTo>
                    <a:pt x="485305" y="418846"/>
                  </a:lnTo>
                  <a:lnTo>
                    <a:pt x="464604" y="465201"/>
                  </a:lnTo>
                  <a:lnTo>
                    <a:pt x="476161" y="470408"/>
                  </a:lnTo>
                  <a:lnTo>
                    <a:pt x="496989" y="424053"/>
                  </a:lnTo>
                  <a:close/>
                </a:path>
                <a:path w="885825" h="791845">
                  <a:moveTo>
                    <a:pt x="533184" y="342900"/>
                  </a:moveTo>
                  <a:lnTo>
                    <a:pt x="521627" y="337693"/>
                  </a:lnTo>
                  <a:lnTo>
                    <a:pt x="500926" y="384048"/>
                  </a:lnTo>
                  <a:lnTo>
                    <a:pt x="512483" y="389255"/>
                  </a:lnTo>
                  <a:lnTo>
                    <a:pt x="533184" y="342900"/>
                  </a:lnTo>
                  <a:close/>
                </a:path>
                <a:path w="885825" h="791845">
                  <a:moveTo>
                    <a:pt x="593382" y="286258"/>
                  </a:moveTo>
                  <a:lnTo>
                    <a:pt x="592086" y="256540"/>
                  </a:lnTo>
                  <a:lnTo>
                    <a:pt x="589699" y="201168"/>
                  </a:lnTo>
                  <a:lnTo>
                    <a:pt x="523786" y="255143"/>
                  </a:lnTo>
                  <a:lnTo>
                    <a:pt x="552780" y="268109"/>
                  </a:lnTo>
                  <a:lnTo>
                    <a:pt x="537248" y="302895"/>
                  </a:lnTo>
                  <a:lnTo>
                    <a:pt x="548805" y="308102"/>
                  </a:lnTo>
                  <a:lnTo>
                    <a:pt x="564349" y="273291"/>
                  </a:lnTo>
                  <a:lnTo>
                    <a:pt x="593382" y="286258"/>
                  </a:lnTo>
                  <a:close/>
                </a:path>
                <a:path w="885825" h="791845">
                  <a:moveTo>
                    <a:pt x="618147" y="274320"/>
                  </a:moveTo>
                  <a:lnTo>
                    <a:pt x="603669" y="225679"/>
                  </a:lnTo>
                  <a:lnTo>
                    <a:pt x="591477" y="229362"/>
                  </a:lnTo>
                  <a:lnTo>
                    <a:pt x="605955" y="278003"/>
                  </a:lnTo>
                  <a:lnTo>
                    <a:pt x="618147" y="274320"/>
                  </a:lnTo>
                  <a:close/>
                </a:path>
                <a:path w="885825" h="791845">
                  <a:moveTo>
                    <a:pt x="643547" y="359537"/>
                  </a:moveTo>
                  <a:lnTo>
                    <a:pt x="629069" y="310896"/>
                  </a:lnTo>
                  <a:lnTo>
                    <a:pt x="616877" y="314579"/>
                  </a:lnTo>
                  <a:lnTo>
                    <a:pt x="631355" y="363220"/>
                  </a:lnTo>
                  <a:lnTo>
                    <a:pt x="643547" y="359537"/>
                  </a:lnTo>
                  <a:close/>
                </a:path>
                <a:path w="885825" h="791845">
                  <a:moveTo>
                    <a:pt x="668947" y="444754"/>
                  </a:moveTo>
                  <a:lnTo>
                    <a:pt x="654469" y="396113"/>
                  </a:lnTo>
                  <a:lnTo>
                    <a:pt x="642264" y="399669"/>
                  </a:lnTo>
                  <a:lnTo>
                    <a:pt x="656755" y="448437"/>
                  </a:lnTo>
                  <a:lnTo>
                    <a:pt x="668947" y="444754"/>
                  </a:lnTo>
                  <a:close/>
                </a:path>
                <a:path w="885825" h="791845">
                  <a:moveTo>
                    <a:pt x="721144" y="508635"/>
                  </a:moveTo>
                  <a:lnTo>
                    <a:pt x="690714" y="517740"/>
                  </a:lnTo>
                  <a:lnTo>
                    <a:pt x="679869" y="481203"/>
                  </a:lnTo>
                  <a:lnTo>
                    <a:pt x="667677" y="484886"/>
                  </a:lnTo>
                  <a:lnTo>
                    <a:pt x="678624" y="521360"/>
                  </a:lnTo>
                  <a:lnTo>
                    <a:pt x="648119" y="530479"/>
                  </a:lnTo>
                  <a:lnTo>
                    <a:pt x="702017" y="587781"/>
                  </a:lnTo>
                  <a:lnTo>
                    <a:pt x="701078" y="589280"/>
                  </a:lnTo>
                  <a:lnTo>
                    <a:pt x="711873" y="596011"/>
                  </a:lnTo>
                  <a:lnTo>
                    <a:pt x="715937" y="589534"/>
                  </a:lnTo>
                  <a:lnTo>
                    <a:pt x="707936" y="584555"/>
                  </a:lnTo>
                  <a:lnTo>
                    <a:pt x="716813" y="533527"/>
                  </a:lnTo>
                  <a:lnTo>
                    <a:pt x="721144" y="508635"/>
                  </a:lnTo>
                  <a:close/>
                </a:path>
                <a:path w="885825" h="791845">
                  <a:moveTo>
                    <a:pt x="762927" y="514096"/>
                  </a:moveTo>
                  <a:lnTo>
                    <a:pt x="752132" y="507365"/>
                  </a:lnTo>
                  <a:lnTo>
                    <a:pt x="725335" y="550418"/>
                  </a:lnTo>
                  <a:lnTo>
                    <a:pt x="736003" y="557149"/>
                  </a:lnTo>
                  <a:lnTo>
                    <a:pt x="762927" y="514096"/>
                  </a:lnTo>
                  <a:close/>
                </a:path>
                <a:path w="885825" h="791845">
                  <a:moveTo>
                    <a:pt x="809917" y="438531"/>
                  </a:moveTo>
                  <a:lnTo>
                    <a:pt x="799122" y="431927"/>
                  </a:lnTo>
                  <a:lnTo>
                    <a:pt x="772325" y="474980"/>
                  </a:lnTo>
                  <a:lnTo>
                    <a:pt x="783120" y="481711"/>
                  </a:lnTo>
                  <a:lnTo>
                    <a:pt x="809917" y="438531"/>
                  </a:lnTo>
                  <a:close/>
                </a:path>
                <a:path w="885825" h="791845">
                  <a:moveTo>
                    <a:pt x="885228" y="305943"/>
                  </a:moveTo>
                  <a:lnTo>
                    <a:pt x="812584" y="350393"/>
                  </a:lnTo>
                  <a:lnTo>
                    <a:pt x="839520" y="367233"/>
                  </a:lnTo>
                  <a:lnTo>
                    <a:pt x="819315" y="399542"/>
                  </a:lnTo>
                  <a:lnTo>
                    <a:pt x="830110" y="406273"/>
                  </a:lnTo>
                  <a:lnTo>
                    <a:pt x="850265" y="373938"/>
                  </a:lnTo>
                  <a:lnTo>
                    <a:pt x="877227" y="390779"/>
                  </a:lnTo>
                  <a:lnTo>
                    <a:pt x="880452" y="356489"/>
                  </a:lnTo>
                  <a:lnTo>
                    <a:pt x="885228" y="3059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188" y="3208782"/>
              <a:ext cx="159004" cy="25184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992375" y="3233039"/>
              <a:ext cx="1676400" cy="194310"/>
            </a:xfrm>
            <a:custGeom>
              <a:avLst/>
              <a:gdLst/>
              <a:ahLst/>
              <a:cxnLst/>
              <a:rect l="l" t="t" r="r" b="b"/>
              <a:pathLst>
                <a:path w="1676400" h="194310">
                  <a:moveTo>
                    <a:pt x="838200" y="0"/>
                  </a:moveTo>
                  <a:lnTo>
                    <a:pt x="914491" y="396"/>
                  </a:lnTo>
                  <a:lnTo>
                    <a:pt x="988864" y="1563"/>
                  </a:lnTo>
                  <a:lnTo>
                    <a:pt x="1061023" y="3465"/>
                  </a:lnTo>
                  <a:lnTo>
                    <a:pt x="1130671" y="6069"/>
                  </a:lnTo>
                  <a:lnTo>
                    <a:pt x="1197512" y="9340"/>
                  </a:lnTo>
                  <a:lnTo>
                    <a:pt x="1261251" y="13245"/>
                  </a:lnTo>
                  <a:lnTo>
                    <a:pt x="1321591" y="17749"/>
                  </a:lnTo>
                  <a:lnTo>
                    <a:pt x="1378237" y="22817"/>
                  </a:lnTo>
                  <a:lnTo>
                    <a:pt x="1430893" y="28416"/>
                  </a:lnTo>
                  <a:lnTo>
                    <a:pt x="1479262" y="34511"/>
                  </a:lnTo>
                  <a:lnTo>
                    <a:pt x="1523049" y="41068"/>
                  </a:lnTo>
                  <a:lnTo>
                    <a:pt x="1561958" y="48053"/>
                  </a:lnTo>
                  <a:lnTo>
                    <a:pt x="1623958" y="63168"/>
                  </a:lnTo>
                  <a:lnTo>
                    <a:pt x="1662895" y="79585"/>
                  </a:lnTo>
                  <a:lnTo>
                    <a:pt x="1676400" y="97027"/>
                  </a:lnTo>
                  <a:lnTo>
                    <a:pt x="1672974" y="105880"/>
                  </a:lnTo>
                  <a:lnTo>
                    <a:pt x="1623958" y="130954"/>
                  </a:lnTo>
                  <a:lnTo>
                    <a:pt x="1561958" y="146092"/>
                  </a:lnTo>
                  <a:lnTo>
                    <a:pt x="1523049" y="153085"/>
                  </a:lnTo>
                  <a:lnTo>
                    <a:pt x="1479262" y="159649"/>
                  </a:lnTo>
                  <a:lnTo>
                    <a:pt x="1430893" y="165750"/>
                  </a:lnTo>
                  <a:lnTo>
                    <a:pt x="1378237" y="171354"/>
                  </a:lnTo>
                  <a:lnTo>
                    <a:pt x="1321591" y="176426"/>
                  </a:lnTo>
                  <a:lnTo>
                    <a:pt x="1261251" y="180932"/>
                  </a:lnTo>
                  <a:lnTo>
                    <a:pt x="1197512" y="184839"/>
                  </a:lnTo>
                  <a:lnTo>
                    <a:pt x="1130671" y="188112"/>
                  </a:lnTo>
                  <a:lnTo>
                    <a:pt x="1061023" y="190716"/>
                  </a:lnTo>
                  <a:lnTo>
                    <a:pt x="988864" y="192619"/>
                  </a:lnTo>
                  <a:lnTo>
                    <a:pt x="914491" y="193786"/>
                  </a:lnTo>
                  <a:lnTo>
                    <a:pt x="838200" y="194183"/>
                  </a:lnTo>
                  <a:lnTo>
                    <a:pt x="761889" y="193786"/>
                  </a:lnTo>
                  <a:lnTo>
                    <a:pt x="687501" y="192619"/>
                  </a:lnTo>
                  <a:lnTo>
                    <a:pt x="615332" y="190716"/>
                  </a:lnTo>
                  <a:lnTo>
                    <a:pt x="545677" y="188112"/>
                  </a:lnTo>
                  <a:lnTo>
                    <a:pt x="478832" y="184839"/>
                  </a:lnTo>
                  <a:lnTo>
                    <a:pt x="415092" y="180932"/>
                  </a:lnTo>
                  <a:lnTo>
                    <a:pt x="354753" y="176426"/>
                  </a:lnTo>
                  <a:lnTo>
                    <a:pt x="298110" y="171354"/>
                  </a:lnTo>
                  <a:lnTo>
                    <a:pt x="245459" y="165750"/>
                  </a:lnTo>
                  <a:lnTo>
                    <a:pt x="197095" y="159649"/>
                  </a:lnTo>
                  <a:lnTo>
                    <a:pt x="153315" y="153085"/>
                  </a:lnTo>
                  <a:lnTo>
                    <a:pt x="114412" y="146092"/>
                  </a:lnTo>
                  <a:lnTo>
                    <a:pt x="52426" y="130954"/>
                  </a:lnTo>
                  <a:lnTo>
                    <a:pt x="13500" y="114508"/>
                  </a:lnTo>
                  <a:lnTo>
                    <a:pt x="0" y="97027"/>
                  </a:lnTo>
                  <a:lnTo>
                    <a:pt x="3424" y="88195"/>
                  </a:lnTo>
                  <a:lnTo>
                    <a:pt x="52426" y="63168"/>
                  </a:lnTo>
                  <a:lnTo>
                    <a:pt x="114412" y="48053"/>
                  </a:lnTo>
                  <a:lnTo>
                    <a:pt x="153315" y="41068"/>
                  </a:lnTo>
                  <a:lnTo>
                    <a:pt x="197095" y="34511"/>
                  </a:lnTo>
                  <a:lnTo>
                    <a:pt x="245459" y="28416"/>
                  </a:lnTo>
                  <a:lnTo>
                    <a:pt x="298110" y="22817"/>
                  </a:lnTo>
                  <a:lnTo>
                    <a:pt x="354753" y="17749"/>
                  </a:lnTo>
                  <a:lnTo>
                    <a:pt x="415092" y="13245"/>
                  </a:lnTo>
                  <a:lnTo>
                    <a:pt x="478832" y="9340"/>
                  </a:lnTo>
                  <a:lnTo>
                    <a:pt x="545677" y="6069"/>
                  </a:lnTo>
                  <a:lnTo>
                    <a:pt x="615332" y="3465"/>
                  </a:lnTo>
                  <a:lnTo>
                    <a:pt x="687501" y="1563"/>
                  </a:lnTo>
                  <a:lnTo>
                    <a:pt x="761889" y="396"/>
                  </a:lnTo>
                  <a:lnTo>
                    <a:pt x="83820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47875" y="3294126"/>
              <a:ext cx="183006" cy="17119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242692" y="3272155"/>
              <a:ext cx="1243330" cy="104775"/>
            </a:xfrm>
            <a:custGeom>
              <a:avLst/>
              <a:gdLst/>
              <a:ahLst/>
              <a:cxnLst/>
              <a:rect l="l" t="t" r="r" b="b"/>
              <a:pathLst>
                <a:path w="1243329" h="104775">
                  <a:moveTo>
                    <a:pt x="621411" y="0"/>
                  </a:moveTo>
                  <a:lnTo>
                    <a:pt x="699351" y="406"/>
                  </a:lnTo>
                  <a:lnTo>
                    <a:pt x="774404" y="1594"/>
                  </a:lnTo>
                  <a:lnTo>
                    <a:pt x="845988" y="3513"/>
                  </a:lnTo>
                  <a:lnTo>
                    <a:pt x="913520" y="6115"/>
                  </a:lnTo>
                  <a:lnTo>
                    <a:pt x="976418" y="9351"/>
                  </a:lnTo>
                  <a:lnTo>
                    <a:pt x="1034097" y="13172"/>
                  </a:lnTo>
                  <a:lnTo>
                    <a:pt x="1085977" y="17530"/>
                  </a:lnTo>
                  <a:lnTo>
                    <a:pt x="1131474" y="22375"/>
                  </a:lnTo>
                  <a:lnTo>
                    <a:pt x="1170005" y="27658"/>
                  </a:lnTo>
                  <a:lnTo>
                    <a:pt x="1223841" y="39344"/>
                  </a:lnTo>
                  <a:lnTo>
                    <a:pt x="1242821" y="52197"/>
                  </a:lnTo>
                  <a:lnTo>
                    <a:pt x="1237979" y="58717"/>
                  </a:lnTo>
                  <a:lnTo>
                    <a:pt x="1200988" y="70993"/>
                  </a:lnTo>
                  <a:lnTo>
                    <a:pt x="1131474" y="81921"/>
                  </a:lnTo>
                  <a:lnTo>
                    <a:pt x="1085977" y="86756"/>
                  </a:lnTo>
                  <a:lnTo>
                    <a:pt x="1034097" y="91106"/>
                  </a:lnTo>
                  <a:lnTo>
                    <a:pt x="976418" y="94922"/>
                  </a:lnTo>
                  <a:lnTo>
                    <a:pt x="913520" y="98155"/>
                  </a:lnTo>
                  <a:lnTo>
                    <a:pt x="845988" y="100755"/>
                  </a:lnTo>
                  <a:lnTo>
                    <a:pt x="774404" y="102673"/>
                  </a:lnTo>
                  <a:lnTo>
                    <a:pt x="699351" y="103860"/>
                  </a:lnTo>
                  <a:lnTo>
                    <a:pt x="621411" y="104267"/>
                  </a:lnTo>
                  <a:lnTo>
                    <a:pt x="543470" y="103860"/>
                  </a:lnTo>
                  <a:lnTo>
                    <a:pt x="468417" y="102673"/>
                  </a:lnTo>
                  <a:lnTo>
                    <a:pt x="396833" y="100755"/>
                  </a:lnTo>
                  <a:lnTo>
                    <a:pt x="329301" y="98155"/>
                  </a:lnTo>
                  <a:lnTo>
                    <a:pt x="266403" y="94922"/>
                  </a:lnTo>
                  <a:lnTo>
                    <a:pt x="208724" y="91106"/>
                  </a:lnTo>
                  <a:lnTo>
                    <a:pt x="156844" y="86756"/>
                  </a:lnTo>
                  <a:lnTo>
                    <a:pt x="111347" y="81921"/>
                  </a:lnTo>
                  <a:lnTo>
                    <a:pt x="72816" y="76650"/>
                  </a:lnTo>
                  <a:lnTo>
                    <a:pt x="18980" y="64999"/>
                  </a:lnTo>
                  <a:lnTo>
                    <a:pt x="0" y="52197"/>
                  </a:lnTo>
                  <a:lnTo>
                    <a:pt x="4842" y="45649"/>
                  </a:lnTo>
                  <a:lnTo>
                    <a:pt x="41833" y="33330"/>
                  </a:lnTo>
                  <a:lnTo>
                    <a:pt x="111347" y="22375"/>
                  </a:lnTo>
                  <a:lnTo>
                    <a:pt x="156844" y="17530"/>
                  </a:lnTo>
                  <a:lnTo>
                    <a:pt x="208724" y="13172"/>
                  </a:lnTo>
                  <a:lnTo>
                    <a:pt x="266403" y="9351"/>
                  </a:lnTo>
                  <a:lnTo>
                    <a:pt x="329301" y="6115"/>
                  </a:lnTo>
                  <a:lnTo>
                    <a:pt x="396833" y="3513"/>
                  </a:lnTo>
                  <a:lnTo>
                    <a:pt x="468417" y="1594"/>
                  </a:lnTo>
                  <a:lnTo>
                    <a:pt x="543470" y="406"/>
                  </a:lnTo>
                  <a:lnTo>
                    <a:pt x="621411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24404" y="3284474"/>
              <a:ext cx="327660" cy="120650"/>
            </a:xfrm>
            <a:custGeom>
              <a:avLst/>
              <a:gdLst/>
              <a:ahLst/>
              <a:cxnLst/>
              <a:rect l="l" t="t" r="r" b="b"/>
              <a:pathLst>
                <a:path w="327660" h="120650">
                  <a:moveTo>
                    <a:pt x="252453" y="90119"/>
                  </a:moveTo>
                  <a:lnTo>
                    <a:pt x="243077" y="120523"/>
                  </a:lnTo>
                  <a:lnTo>
                    <a:pt x="327151" y="106552"/>
                  </a:lnTo>
                  <a:lnTo>
                    <a:pt x="313877" y="93852"/>
                  </a:lnTo>
                  <a:lnTo>
                    <a:pt x="264540" y="93852"/>
                  </a:lnTo>
                  <a:lnTo>
                    <a:pt x="252453" y="90119"/>
                  </a:lnTo>
                  <a:close/>
                </a:path>
                <a:path w="327660" h="120650">
                  <a:moveTo>
                    <a:pt x="256181" y="78028"/>
                  </a:moveTo>
                  <a:lnTo>
                    <a:pt x="252453" y="90119"/>
                  </a:lnTo>
                  <a:lnTo>
                    <a:pt x="264540" y="93852"/>
                  </a:lnTo>
                  <a:lnTo>
                    <a:pt x="268350" y="81787"/>
                  </a:lnTo>
                  <a:lnTo>
                    <a:pt x="256181" y="78028"/>
                  </a:lnTo>
                  <a:close/>
                </a:path>
                <a:path w="327660" h="120650">
                  <a:moveTo>
                    <a:pt x="265556" y="47625"/>
                  </a:moveTo>
                  <a:lnTo>
                    <a:pt x="256181" y="78028"/>
                  </a:lnTo>
                  <a:lnTo>
                    <a:pt x="268350" y="81787"/>
                  </a:lnTo>
                  <a:lnTo>
                    <a:pt x="264540" y="93852"/>
                  </a:lnTo>
                  <a:lnTo>
                    <a:pt x="313877" y="93852"/>
                  </a:lnTo>
                  <a:lnTo>
                    <a:pt x="265556" y="47625"/>
                  </a:lnTo>
                  <a:close/>
                </a:path>
                <a:path w="327660" h="120650">
                  <a:moveTo>
                    <a:pt x="219837" y="66801"/>
                  </a:moveTo>
                  <a:lnTo>
                    <a:pt x="216026" y="78866"/>
                  </a:lnTo>
                  <a:lnTo>
                    <a:pt x="252453" y="90119"/>
                  </a:lnTo>
                  <a:lnTo>
                    <a:pt x="256181" y="78028"/>
                  </a:lnTo>
                  <a:lnTo>
                    <a:pt x="219837" y="66801"/>
                  </a:lnTo>
                  <a:close/>
                </a:path>
                <a:path w="327660" h="120650">
                  <a:moveTo>
                    <a:pt x="134874" y="40512"/>
                  </a:moveTo>
                  <a:lnTo>
                    <a:pt x="131063" y="52704"/>
                  </a:lnTo>
                  <a:lnTo>
                    <a:pt x="179577" y="67690"/>
                  </a:lnTo>
                  <a:lnTo>
                    <a:pt x="183387" y="55499"/>
                  </a:lnTo>
                  <a:lnTo>
                    <a:pt x="134874" y="40512"/>
                  </a:lnTo>
                  <a:close/>
                </a:path>
                <a:path w="327660" h="120650">
                  <a:moveTo>
                    <a:pt x="49911" y="14224"/>
                  </a:moveTo>
                  <a:lnTo>
                    <a:pt x="46227" y="26415"/>
                  </a:lnTo>
                  <a:lnTo>
                    <a:pt x="94742" y="41401"/>
                  </a:lnTo>
                  <a:lnTo>
                    <a:pt x="98425" y="29210"/>
                  </a:lnTo>
                  <a:lnTo>
                    <a:pt x="49911" y="14224"/>
                  </a:lnTo>
                  <a:close/>
                </a:path>
                <a:path w="327660" h="120650">
                  <a:moveTo>
                    <a:pt x="3809" y="0"/>
                  </a:moveTo>
                  <a:lnTo>
                    <a:pt x="0" y="12191"/>
                  </a:lnTo>
                  <a:lnTo>
                    <a:pt x="9778" y="15112"/>
                  </a:lnTo>
                  <a:lnTo>
                    <a:pt x="13462" y="3048"/>
                  </a:lnTo>
                  <a:lnTo>
                    <a:pt x="38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49651" y="3307715"/>
              <a:ext cx="253111" cy="95885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6508242" y="1771014"/>
            <a:ext cx="4340860" cy="2990215"/>
            <a:chOff x="6508242" y="1771014"/>
            <a:chExt cx="4340860" cy="2990215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72453" y="2221864"/>
              <a:ext cx="3972687" cy="217258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508242" y="1771014"/>
              <a:ext cx="4340860" cy="2990215"/>
            </a:xfrm>
            <a:custGeom>
              <a:avLst/>
              <a:gdLst/>
              <a:ahLst/>
              <a:cxnLst/>
              <a:rect l="l" t="t" r="r" b="b"/>
              <a:pathLst>
                <a:path w="4340859" h="2990215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2951988"/>
                  </a:lnTo>
                  <a:lnTo>
                    <a:pt x="47625" y="2951988"/>
                  </a:lnTo>
                  <a:lnTo>
                    <a:pt x="47625" y="76200"/>
                  </a:lnTo>
                  <a:lnTo>
                    <a:pt x="76200" y="76200"/>
                  </a:lnTo>
                  <a:close/>
                </a:path>
                <a:path w="4340859" h="2990215">
                  <a:moveTo>
                    <a:pt x="4340860" y="2951988"/>
                  </a:moveTo>
                  <a:lnTo>
                    <a:pt x="4321810" y="2942463"/>
                  </a:lnTo>
                  <a:lnTo>
                    <a:pt x="4264660" y="2913888"/>
                  </a:lnTo>
                  <a:lnTo>
                    <a:pt x="4264660" y="2942463"/>
                  </a:lnTo>
                  <a:lnTo>
                    <a:pt x="56896" y="2942463"/>
                  </a:lnTo>
                  <a:lnTo>
                    <a:pt x="56896" y="2961513"/>
                  </a:lnTo>
                  <a:lnTo>
                    <a:pt x="4264660" y="2961513"/>
                  </a:lnTo>
                  <a:lnTo>
                    <a:pt x="4264660" y="2990088"/>
                  </a:lnTo>
                  <a:lnTo>
                    <a:pt x="4321810" y="2961513"/>
                  </a:lnTo>
                  <a:lnTo>
                    <a:pt x="4340860" y="29519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629400" y="1732864"/>
            <a:ext cx="3257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2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480547" y="4341621"/>
            <a:ext cx="3200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1</a:t>
            </a:r>
            <a:endParaRPr sz="2175" baseline="-15325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853555" y="3201416"/>
            <a:ext cx="2664460" cy="470534"/>
            <a:chOff x="6853555" y="3201416"/>
            <a:chExt cx="2664460" cy="470534"/>
          </a:xfrm>
        </p:grpSpPr>
        <p:sp>
          <p:nvSpPr>
            <p:cNvPr id="21" name="object 21"/>
            <p:cNvSpPr/>
            <p:nvPr/>
          </p:nvSpPr>
          <p:spPr>
            <a:xfrm>
              <a:off x="7835265" y="3207766"/>
              <a:ext cx="1676400" cy="194310"/>
            </a:xfrm>
            <a:custGeom>
              <a:avLst/>
              <a:gdLst/>
              <a:ahLst/>
              <a:cxnLst/>
              <a:rect l="l" t="t" r="r" b="b"/>
              <a:pathLst>
                <a:path w="1676400" h="194310">
                  <a:moveTo>
                    <a:pt x="838200" y="0"/>
                  </a:moveTo>
                  <a:lnTo>
                    <a:pt x="914491" y="397"/>
                  </a:lnTo>
                  <a:lnTo>
                    <a:pt x="988864" y="1567"/>
                  </a:lnTo>
                  <a:lnTo>
                    <a:pt x="1061023" y="3474"/>
                  </a:lnTo>
                  <a:lnTo>
                    <a:pt x="1130671" y="6085"/>
                  </a:lnTo>
                  <a:lnTo>
                    <a:pt x="1197512" y="9364"/>
                  </a:lnTo>
                  <a:lnTo>
                    <a:pt x="1261251" y="13278"/>
                  </a:lnTo>
                  <a:lnTo>
                    <a:pt x="1321591" y="17791"/>
                  </a:lnTo>
                  <a:lnTo>
                    <a:pt x="1378237" y="22870"/>
                  </a:lnTo>
                  <a:lnTo>
                    <a:pt x="1430893" y="28479"/>
                  </a:lnTo>
                  <a:lnTo>
                    <a:pt x="1479262" y="34585"/>
                  </a:lnTo>
                  <a:lnTo>
                    <a:pt x="1523049" y="41152"/>
                  </a:lnTo>
                  <a:lnTo>
                    <a:pt x="1561958" y="48147"/>
                  </a:lnTo>
                  <a:lnTo>
                    <a:pt x="1623958" y="63279"/>
                  </a:lnTo>
                  <a:lnTo>
                    <a:pt x="1662895" y="79707"/>
                  </a:lnTo>
                  <a:lnTo>
                    <a:pt x="1676400" y="97155"/>
                  </a:lnTo>
                  <a:lnTo>
                    <a:pt x="1672974" y="105988"/>
                  </a:lnTo>
                  <a:lnTo>
                    <a:pt x="1623958" y="131030"/>
                  </a:lnTo>
                  <a:lnTo>
                    <a:pt x="1561958" y="146162"/>
                  </a:lnTo>
                  <a:lnTo>
                    <a:pt x="1523049" y="153157"/>
                  </a:lnTo>
                  <a:lnTo>
                    <a:pt x="1479262" y="159724"/>
                  </a:lnTo>
                  <a:lnTo>
                    <a:pt x="1430893" y="165830"/>
                  </a:lnTo>
                  <a:lnTo>
                    <a:pt x="1378237" y="171439"/>
                  </a:lnTo>
                  <a:lnTo>
                    <a:pt x="1321591" y="176518"/>
                  </a:lnTo>
                  <a:lnTo>
                    <a:pt x="1261251" y="181031"/>
                  </a:lnTo>
                  <a:lnTo>
                    <a:pt x="1197512" y="184945"/>
                  </a:lnTo>
                  <a:lnTo>
                    <a:pt x="1130671" y="188224"/>
                  </a:lnTo>
                  <a:lnTo>
                    <a:pt x="1061023" y="190835"/>
                  </a:lnTo>
                  <a:lnTo>
                    <a:pt x="988864" y="192742"/>
                  </a:lnTo>
                  <a:lnTo>
                    <a:pt x="914491" y="193912"/>
                  </a:lnTo>
                  <a:lnTo>
                    <a:pt x="838200" y="194310"/>
                  </a:lnTo>
                  <a:lnTo>
                    <a:pt x="761908" y="193912"/>
                  </a:lnTo>
                  <a:lnTo>
                    <a:pt x="687535" y="192742"/>
                  </a:lnTo>
                  <a:lnTo>
                    <a:pt x="615376" y="190835"/>
                  </a:lnTo>
                  <a:lnTo>
                    <a:pt x="545728" y="188224"/>
                  </a:lnTo>
                  <a:lnTo>
                    <a:pt x="478887" y="184945"/>
                  </a:lnTo>
                  <a:lnTo>
                    <a:pt x="415148" y="181031"/>
                  </a:lnTo>
                  <a:lnTo>
                    <a:pt x="354808" y="176518"/>
                  </a:lnTo>
                  <a:lnTo>
                    <a:pt x="298162" y="171439"/>
                  </a:lnTo>
                  <a:lnTo>
                    <a:pt x="245506" y="165830"/>
                  </a:lnTo>
                  <a:lnTo>
                    <a:pt x="197137" y="159724"/>
                  </a:lnTo>
                  <a:lnTo>
                    <a:pt x="153350" y="153157"/>
                  </a:lnTo>
                  <a:lnTo>
                    <a:pt x="114441" y="146162"/>
                  </a:lnTo>
                  <a:lnTo>
                    <a:pt x="52441" y="131030"/>
                  </a:lnTo>
                  <a:lnTo>
                    <a:pt x="13504" y="114602"/>
                  </a:lnTo>
                  <a:lnTo>
                    <a:pt x="0" y="97155"/>
                  </a:lnTo>
                  <a:lnTo>
                    <a:pt x="3425" y="88321"/>
                  </a:lnTo>
                  <a:lnTo>
                    <a:pt x="52441" y="63279"/>
                  </a:lnTo>
                  <a:lnTo>
                    <a:pt x="114441" y="48147"/>
                  </a:lnTo>
                  <a:lnTo>
                    <a:pt x="153350" y="41152"/>
                  </a:lnTo>
                  <a:lnTo>
                    <a:pt x="197137" y="34585"/>
                  </a:lnTo>
                  <a:lnTo>
                    <a:pt x="245506" y="28479"/>
                  </a:lnTo>
                  <a:lnTo>
                    <a:pt x="298162" y="22870"/>
                  </a:lnTo>
                  <a:lnTo>
                    <a:pt x="354808" y="17791"/>
                  </a:lnTo>
                  <a:lnTo>
                    <a:pt x="415148" y="13278"/>
                  </a:lnTo>
                  <a:lnTo>
                    <a:pt x="478887" y="9364"/>
                  </a:lnTo>
                  <a:lnTo>
                    <a:pt x="545728" y="6085"/>
                  </a:lnTo>
                  <a:lnTo>
                    <a:pt x="615376" y="3474"/>
                  </a:lnTo>
                  <a:lnTo>
                    <a:pt x="687535" y="1567"/>
                  </a:lnTo>
                  <a:lnTo>
                    <a:pt x="761908" y="397"/>
                  </a:lnTo>
                  <a:lnTo>
                    <a:pt x="838200" y="0"/>
                  </a:lnTo>
                  <a:close/>
                </a:path>
                <a:path w="1676400" h="194310">
                  <a:moveTo>
                    <a:pt x="871854" y="39243"/>
                  </a:moveTo>
                  <a:lnTo>
                    <a:pt x="949795" y="39649"/>
                  </a:lnTo>
                  <a:lnTo>
                    <a:pt x="1024848" y="40836"/>
                  </a:lnTo>
                  <a:lnTo>
                    <a:pt x="1096432" y="42754"/>
                  </a:lnTo>
                  <a:lnTo>
                    <a:pt x="1163964" y="45354"/>
                  </a:lnTo>
                  <a:lnTo>
                    <a:pt x="1226862" y="48587"/>
                  </a:lnTo>
                  <a:lnTo>
                    <a:pt x="1284541" y="52403"/>
                  </a:lnTo>
                  <a:lnTo>
                    <a:pt x="1336421" y="56753"/>
                  </a:lnTo>
                  <a:lnTo>
                    <a:pt x="1381918" y="61588"/>
                  </a:lnTo>
                  <a:lnTo>
                    <a:pt x="1420449" y="66859"/>
                  </a:lnTo>
                  <a:lnTo>
                    <a:pt x="1474285" y="78510"/>
                  </a:lnTo>
                  <a:lnTo>
                    <a:pt x="1493265" y="91312"/>
                  </a:lnTo>
                  <a:lnTo>
                    <a:pt x="1488423" y="97860"/>
                  </a:lnTo>
                  <a:lnTo>
                    <a:pt x="1451432" y="110179"/>
                  </a:lnTo>
                  <a:lnTo>
                    <a:pt x="1381918" y="121134"/>
                  </a:lnTo>
                  <a:lnTo>
                    <a:pt x="1336421" y="125979"/>
                  </a:lnTo>
                  <a:lnTo>
                    <a:pt x="1284541" y="130337"/>
                  </a:lnTo>
                  <a:lnTo>
                    <a:pt x="1226862" y="134158"/>
                  </a:lnTo>
                  <a:lnTo>
                    <a:pt x="1163964" y="137394"/>
                  </a:lnTo>
                  <a:lnTo>
                    <a:pt x="1096432" y="139996"/>
                  </a:lnTo>
                  <a:lnTo>
                    <a:pt x="1024848" y="141915"/>
                  </a:lnTo>
                  <a:lnTo>
                    <a:pt x="949795" y="143103"/>
                  </a:lnTo>
                  <a:lnTo>
                    <a:pt x="871854" y="143510"/>
                  </a:lnTo>
                  <a:lnTo>
                    <a:pt x="793887" y="143103"/>
                  </a:lnTo>
                  <a:lnTo>
                    <a:pt x="718811" y="141915"/>
                  </a:lnTo>
                  <a:lnTo>
                    <a:pt x="647207" y="139996"/>
                  </a:lnTo>
                  <a:lnTo>
                    <a:pt x="579660" y="137394"/>
                  </a:lnTo>
                  <a:lnTo>
                    <a:pt x="516750" y="134158"/>
                  </a:lnTo>
                  <a:lnTo>
                    <a:pt x="459060" y="130337"/>
                  </a:lnTo>
                  <a:lnTo>
                    <a:pt x="407173" y="125979"/>
                  </a:lnTo>
                  <a:lnTo>
                    <a:pt x="361671" y="121134"/>
                  </a:lnTo>
                  <a:lnTo>
                    <a:pt x="323136" y="115851"/>
                  </a:lnTo>
                  <a:lnTo>
                    <a:pt x="269298" y="104165"/>
                  </a:lnTo>
                  <a:lnTo>
                    <a:pt x="250316" y="91312"/>
                  </a:lnTo>
                  <a:lnTo>
                    <a:pt x="255159" y="84792"/>
                  </a:lnTo>
                  <a:lnTo>
                    <a:pt x="292151" y="72516"/>
                  </a:lnTo>
                  <a:lnTo>
                    <a:pt x="361671" y="61588"/>
                  </a:lnTo>
                  <a:lnTo>
                    <a:pt x="407173" y="56753"/>
                  </a:lnTo>
                  <a:lnTo>
                    <a:pt x="459060" y="52403"/>
                  </a:lnTo>
                  <a:lnTo>
                    <a:pt x="516750" y="48587"/>
                  </a:lnTo>
                  <a:lnTo>
                    <a:pt x="579660" y="45354"/>
                  </a:lnTo>
                  <a:lnTo>
                    <a:pt x="647207" y="42754"/>
                  </a:lnTo>
                  <a:lnTo>
                    <a:pt x="718811" y="40836"/>
                  </a:lnTo>
                  <a:lnTo>
                    <a:pt x="793887" y="39649"/>
                  </a:lnTo>
                  <a:lnTo>
                    <a:pt x="871854" y="3924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53555" y="3304412"/>
              <a:ext cx="981710" cy="367665"/>
            </a:xfrm>
            <a:custGeom>
              <a:avLst/>
              <a:gdLst/>
              <a:ahLst/>
              <a:cxnLst/>
              <a:rect l="l" t="t" r="r" b="b"/>
              <a:pathLst>
                <a:path w="981709" h="367664">
                  <a:moveTo>
                    <a:pt x="669925" y="156210"/>
                  </a:moveTo>
                  <a:lnTo>
                    <a:pt x="655586" y="141605"/>
                  </a:lnTo>
                  <a:lnTo>
                    <a:pt x="610235" y="95377"/>
                  </a:lnTo>
                  <a:lnTo>
                    <a:pt x="599909" y="125425"/>
                  </a:lnTo>
                  <a:lnTo>
                    <a:pt x="270002" y="11938"/>
                  </a:lnTo>
                  <a:lnTo>
                    <a:pt x="267931" y="18046"/>
                  </a:lnTo>
                  <a:lnTo>
                    <a:pt x="191516" y="55626"/>
                  </a:lnTo>
                  <a:lnTo>
                    <a:pt x="216750" y="74841"/>
                  </a:lnTo>
                  <a:lnTo>
                    <a:pt x="0" y="359918"/>
                  </a:lnTo>
                  <a:lnTo>
                    <a:pt x="10160" y="367538"/>
                  </a:lnTo>
                  <a:lnTo>
                    <a:pt x="226860" y="82537"/>
                  </a:lnTo>
                  <a:lnTo>
                    <a:pt x="252095" y="101727"/>
                  </a:lnTo>
                  <a:lnTo>
                    <a:pt x="259092" y="64770"/>
                  </a:lnTo>
                  <a:lnTo>
                    <a:pt x="266776" y="24295"/>
                  </a:lnTo>
                  <a:lnTo>
                    <a:pt x="595782" y="137464"/>
                  </a:lnTo>
                  <a:lnTo>
                    <a:pt x="585470" y="167513"/>
                  </a:lnTo>
                  <a:lnTo>
                    <a:pt x="669925" y="156210"/>
                  </a:lnTo>
                  <a:close/>
                </a:path>
                <a:path w="981709" h="367664">
                  <a:moveTo>
                    <a:pt x="981710" y="508"/>
                  </a:moveTo>
                  <a:lnTo>
                    <a:pt x="896493" y="0"/>
                  </a:lnTo>
                  <a:lnTo>
                    <a:pt x="910526" y="28524"/>
                  </a:lnTo>
                  <a:lnTo>
                    <a:pt x="669417" y="147193"/>
                  </a:lnTo>
                  <a:lnTo>
                    <a:pt x="675005" y="158623"/>
                  </a:lnTo>
                  <a:lnTo>
                    <a:pt x="916152" y="39928"/>
                  </a:lnTo>
                  <a:lnTo>
                    <a:pt x="930148" y="68326"/>
                  </a:lnTo>
                  <a:lnTo>
                    <a:pt x="964704" y="22860"/>
                  </a:lnTo>
                  <a:lnTo>
                    <a:pt x="981710" y="508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33614" y="3298825"/>
              <a:ext cx="247141" cy="9093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079359" y="3280918"/>
              <a:ext cx="310515" cy="99060"/>
            </a:xfrm>
            <a:custGeom>
              <a:avLst/>
              <a:gdLst/>
              <a:ahLst/>
              <a:cxnLst/>
              <a:rect l="l" t="t" r="r" b="b"/>
              <a:pathLst>
                <a:path w="310515" h="99060">
                  <a:moveTo>
                    <a:pt x="234676" y="30864"/>
                  </a:moveTo>
                  <a:lnTo>
                    <a:pt x="0" y="86487"/>
                  </a:lnTo>
                  <a:lnTo>
                    <a:pt x="2921" y="98806"/>
                  </a:lnTo>
                  <a:lnTo>
                    <a:pt x="237634" y="43295"/>
                  </a:lnTo>
                  <a:lnTo>
                    <a:pt x="234676" y="30864"/>
                  </a:lnTo>
                  <a:close/>
                </a:path>
                <a:path w="310515" h="99060">
                  <a:moveTo>
                    <a:pt x="300241" y="27940"/>
                  </a:moveTo>
                  <a:lnTo>
                    <a:pt x="247015" y="27940"/>
                  </a:lnTo>
                  <a:lnTo>
                    <a:pt x="249936" y="40386"/>
                  </a:lnTo>
                  <a:lnTo>
                    <a:pt x="237634" y="43295"/>
                  </a:lnTo>
                  <a:lnTo>
                    <a:pt x="244983" y="74168"/>
                  </a:lnTo>
                  <a:lnTo>
                    <a:pt x="300241" y="27940"/>
                  </a:lnTo>
                  <a:close/>
                </a:path>
                <a:path w="310515" h="99060">
                  <a:moveTo>
                    <a:pt x="247015" y="27940"/>
                  </a:moveTo>
                  <a:lnTo>
                    <a:pt x="234676" y="30864"/>
                  </a:lnTo>
                  <a:lnTo>
                    <a:pt x="237634" y="43295"/>
                  </a:lnTo>
                  <a:lnTo>
                    <a:pt x="249936" y="40386"/>
                  </a:lnTo>
                  <a:lnTo>
                    <a:pt x="247015" y="27940"/>
                  </a:lnTo>
                  <a:close/>
                </a:path>
                <a:path w="310515" h="99060">
                  <a:moveTo>
                    <a:pt x="227330" y="0"/>
                  </a:moveTo>
                  <a:lnTo>
                    <a:pt x="234676" y="30864"/>
                  </a:lnTo>
                  <a:lnTo>
                    <a:pt x="247015" y="27940"/>
                  </a:lnTo>
                  <a:lnTo>
                    <a:pt x="300241" y="27940"/>
                  </a:lnTo>
                  <a:lnTo>
                    <a:pt x="310261" y="19558"/>
                  </a:lnTo>
                  <a:lnTo>
                    <a:pt x="22733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86953" y="3268091"/>
              <a:ext cx="248157" cy="7607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96439" y="2256154"/>
            <a:ext cx="440690" cy="1154430"/>
            <a:chOff x="1996439" y="2256154"/>
            <a:chExt cx="440690" cy="1154430"/>
          </a:xfrm>
        </p:grpSpPr>
        <p:sp>
          <p:nvSpPr>
            <p:cNvPr id="3" name="object 3"/>
            <p:cNvSpPr/>
            <p:nvPr/>
          </p:nvSpPr>
          <p:spPr>
            <a:xfrm>
              <a:off x="2140457" y="2578099"/>
              <a:ext cx="76200" cy="792480"/>
            </a:xfrm>
            <a:custGeom>
              <a:avLst/>
              <a:gdLst/>
              <a:ahLst/>
              <a:cxnLst/>
              <a:rect l="l" t="t" r="r" b="b"/>
              <a:pathLst>
                <a:path w="76200" h="792479">
                  <a:moveTo>
                    <a:pt x="41275" y="63500"/>
                  </a:moveTo>
                  <a:lnTo>
                    <a:pt x="34925" y="63500"/>
                  </a:lnTo>
                  <a:lnTo>
                    <a:pt x="34925" y="82550"/>
                  </a:lnTo>
                  <a:lnTo>
                    <a:pt x="41275" y="82550"/>
                  </a:lnTo>
                  <a:lnTo>
                    <a:pt x="41275" y="63500"/>
                  </a:lnTo>
                  <a:close/>
                </a:path>
                <a:path w="76200" h="792479">
                  <a:moveTo>
                    <a:pt x="38100" y="0"/>
                  </a:moveTo>
                  <a:lnTo>
                    <a:pt x="0" y="76200"/>
                  </a:lnTo>
                  <a:lnTo>
                    <a:pt x="34925" y="76200"/>
                  </a:lnTo>
                  <a:lnTo>
                    <a:pt x="34925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792479">
                  <a:moveTo>
                    <a:pt x="69850" y="63500"/>
                  </a:moveTo>
                  <a:lnTo>
                    <a:pt x="41275" y="63500"/>
                  </a:lnTo>
                  <a:lnTo>
                    <a:pt x="4127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  <a:path w="76200" h="792479">
                  <a:moveTo>
                    <a:pt x="41275" y="88900"/>
                  </a:moveTo>
                  <a:lnTo>
                    <a:pt x="34925" y="88900"/>
                  </a:lnTo>
                  <a:lnTo>
                    <a:pt x="34925" y="107950"/>
                  </a:lnTo>
                  <a:lnTo>
                    <a:pt x="41275" y="107950"/>
                  </a:lnTo>
                  <a:lnTo>
                    <a:pt x="41275" y="88900"/>
                  </a:lnTo>
                  <a:close/>
                </a:path>
                <a:path w="76200" h="792479">
                  <a:moveTo>
                    <a:pt x="41275" y="114300"/>
                  </a:moveTo>
                  <a:lnTo>
                    <a:pt x="34925" y="114300"/>
                  </a:lnTo>
                  <a:lnTo>
                    <a:pt x="34925" y="133350"/>
                  </a:lnTo>
                  <a:lnTo>
                    <a:pt x="41275" y="133350"/>
                  </a:lnTo>
                  <a:lnTo>
                    <a:pt x="41275" y="114300"/>
                  </a:lnTo>
                  <a:close/>
                </a:path>
                <a:path w="76200" h="792479">
                  <a:moveTo>
                    <a:pt x="41275" y="139700"/>
                  </a:moveTo>
                  <a:lnTo>
                    <a:pt x="34925" y="139700"/>
                  </a:lnTo>
                  <a:lnTo>
                    <a:pt x="34925" y="158750"/>
                  </a:lnTo>
                  <a:lnTo>
                    <a:pt x="41275" y="158750"/>
                  </a:lnTo>
                  <a:lnTo>
                    <a:pt x="41275" y="139700"/>
                  </a:lnTo>
                  <a:close/>
                </a:path>
                <a:path w="76200" h="792479">
                  <a:moveTo>
                    <a:pt x="41275" y="165100"/>
                  </a:moveTo>
                  <a:lnTo>
                    <a:pt x="34925" y="165100"/>
                  </a:lnTo>
                  <a:lnTo>
                    <a:pt x="34925" y="184150"/>
                  </a:lnTo>
                  <a:lnTo>
                    <a:pt x="41275" y="184150"/>
                  </a:lnTo>
                  <a:lnTo>
                    <a:pt x="41275" y="165100"/>
                  </a:lnTo>
                  <a:close/>
                </a:path>
                <a:path w="76200" h="792479">
                  <a:moveTo>
                    <a:pt x="41275" y="190500"/>
                  </a:moveTo>
                  <a:lnTo>
                    <a:pt x="34925" y="190500"/>
                  </a:lnTo>
                  <a:lnTo>
                    <a:pt x="34925" y="209550"/>
                  </a:lnTo>
                  <a:lnTo>
                    <a:pt x="41275" y="209550"/>
                  </a:lnTo>
                  <a:lnTo>
                    <a:pt x="41275" y="190500"/>
                  </a:lnTo>
                  <a:close/>
                </a:path>
                <a:path w="76200" h="792479">
                  <a:moveTo>
                    <a:pt x="41275" y="215900"/>
                  </a:moveTo>
                  <a:lnTo>
                    <a:pt x="34925" y="215900"/>
                  </a:lnTo>
                  <a:lnTo>
                    <a:pt x="34925" y="234950"/>
                  </a:lnTo>
                  <a:lnTo>
                    <a:pt x="41275" y="234950"/>
                  </a:lnTo>
                  <a:lnTo>
                    <a:pt x="41275" y="215900"/>
                  </a:lnTo>
                  <a:close/>
                </a:path>
                <a:path w="76200" h="792479">
                  <a:moveTo>
                    <a:pt x="41275" y="241300"/>
                  </a:moveTo>
                  <a:lnTo>
                    <a:pt x="34925" y="241300"/>
                  </a:lnTo>
                  <a:lnTo>
                    <a:pt x="34925" y="260350"/>
                  </a:lnTo>
                  <a:lnTo>
                    <a:pt x="41275" y="260350"/>
                  </a:lnTo>
                  <a:lnTo>
                    <a:pt x="41275" y="241300"/>
                  </a:lnTo>
                  <a:close/>
                </a:path>
                <a:path w="76200" h="792479">
                  <a:moveTo>
                    <a:pt x="41275" y="266700"/>
                  </a:moveTo>
                  <a:lnTo>
                    <a:pt x="34925" y="266700"/>
                  </a:lnTo>
                  <a:lnTo>
                    <a:pt x="34925" y="285750"/>
                  </a:lnTo>
                  <a:lnTo>
                    <a:pt x="41275" y="285750"/>
                  </a:lnTo>
                  <a:lnTo>
                    <a:pt x="41275" y="266700"/>
                  </a:lnTo>
                  <a:close/>
                </a:path>
                <a:path w="76200" h="792479">
                  <a:moveTo>
                    <a:pt x="41275" y="292100"/>
                  </a:moveTo>
                  <a:lnTo>
                    <a:pt x="34925" y="292100"/>
                  </a:lnTo>
                  <a:lnTo>
                    <a:pt x="34925" y="311150"/>
                  </a:lnTo>
                  <a:lnTo>
                    <a:pt x="41275" y="311150"/>
                  </a:lnTo>
                  <a:lnTo>
                    <a:pt x="41275" y="292100"/>
                  </a:lnTo>
                  <a:close/>
                </a:path>
                <a:path w="76200" h="792479">
                  <a:moveTo>
                    <a:pt x="41275" y="317500"/>
                  </a:moveTo>
                  <a:lnTo>
                    <a:pt x="34925" y="317500"/>
                  </a:lnTo>
                  <a:lnTo>
                    <a:pt x="34925" y="336550"/>
                  </a:lnTo>
                  <a:lnTo>
                    <a:pt x="41275" y="336550"/>
                  </a:lnTo>
                  <a:lnTo>
                    <a:pt x="41275" y="317500"/>
                  </a:lnTo>
                  <a:close/>
                </a:path>
                <a:path w="76200" h="792479">
                  <a:moveTo>
                    <a:pt x="41275" y="342900"/>
                  </a:moveTo>
                  <a:lnTo>
                    <a:pt x="34925" y="342900"/>
                  </a:lnTo>
                  <a:lnTo>
                    <a:pt x="34925" y="361950"/>
                  </a:lnTo>
                  <a:lnTo>
                    <a:pt x="41275" y="361950"/>
                  </a:lnTo>
                  <a:lnTo>
                    <a:pt x="41275" y="342900"/>
                  </a:lnTo>
                  <a:close/>
                </a:path>
                <a:path w="76200" h="792479">
                  <a:moveTo>
                    <a:pt x="41275" y="368300"/>
                  </a:moveTo>
                  <a:lnTo>
                    <a:pt x="34925" y="368300"/>
                  </a:lnTo>
                  <a:lnTo>
                    <a:pt x="34925" y="387350"/>
                  </a:lnTo>
                  <a:lnTo>
                    <a:pt x="41275" y="387350"/>
                  </a:lnTo>
                  <a:lnTo>
                    <a:pt x="41275" y="368300"/>
                  </a:lnTo>
                  <a:close/>
                </a:path>
                <a:path w="76200" h="792479">
                  <a:moveTo>
                    <a:pt x="41275" y="393700"/>
                  </a:moveTo>
                  <a:lnTo>
                    <a:pt x="34925" y="393700"/>
                  </a:lnTo>
                  <a:lnTo>
                    <a:pt x="34925" y="412750"/>
                  </a:lnTo>
                  <a:lnTo>
                    <a:pt x="41275" y="412750"/>
                  </a:lnTo>
                  <a:lnTo>
                    <a:pt x="41275" y="393700"/>
                  </a:lnTo>
                  <a:close/>
                </a:path>
                <a:path w="76200" h="792479">
                  <a:moveTo>
                    <a:pt x="41275" y="419100"/>
                  </a:moveTo>
                  <a:lnTo>
                    <a:pt x="34925" y="419100"/>
                  </a:lnTo>
                  <a:lnTo>
                    <a:pt x="34925" y="438150"/>
                  </a:lnTo>
                  <a:lnTo>
                    <a:pt x="41275" y="438150"/>
                  </a:lnTo>
                  <a:lnTo>
                    <a:pt x="41275" y="419100"/>
                  </a:lnTo>
                  <a:close/>
                </a:path>
                <a:path w="76200" h="792479">
                  <a:moveTo>
                    <a:pt x="41275" y="444500"/>
                  </a:moveTo>
                  <a:lnTo>
                    <a:pt x="34925" y="444500"/>
                  </a:lnTo>
                  <a:lnTo>
                    <a:pt x="34925" y="463550"/>
                  </a:lnTo>
                  <a:lnTo>
                    <a:pt x="41275" y="463550"/>
                  </a:lnTo>
                  <a:lnTo>
                    <a:pt x="41275" y="444500"/>
                  </a:lnTo>
                  <a:close/>
                </a:path>
                <a:path w="76200" h="792479">
                  <a:moveTo>
                    <a:pt x="41275" y="469900"/>
                  </a:moveTo>
                  <a:lnTo>
                    <a:pt x="34925" y="469900"/>
                  </a:lnTo>
                  <a:lnTo>
                    <a:pt x="34925" y="488950"/>
                  </a:lnTo>
                  <a:lnTo>
                    <a:pt x="41275" y="488950"/>
                  </a:lnTo>
                  <a:lnTo>
                    <a:pt x="41275" y="469900"/>
                  </a:lnTo>
                  <a:close/>
                </a:path>
                <a:path w="76200" h="792479">
                  <a:moveTo>
                    <a:pt x="41275" y="495300"/>
                  </a:moveTo>
                  <a:lnTo>
                    <a:pt x="34925" y="495300"/>
                  </a:lnTo>
                  <a:lnTo>
                    <a:pt x="34925" y="514350"/>
                  </a:lnTo>
                  <a:lnTo>
                    <a:pt x="41275" y="514350"/>
                  </a:lnTo>
                  <a:lnTo>
                    <a:pt x="41275" y="495300"/>
                  </a:lnTo>
                  <a:close/>
                </a:path>
                <a:path w="76200" h="792479">
                  <a:moveTo>
                    <a:pt x="41275" y="520700"/>
                  </a:moveTo>
                  <a:lnTo>
                    <a:pt x="34925" y="520700"/>
                  </a:lnTo>
                  <a:lnTo>
                    <a:pt x="34925" y="539750"/>
                  </a:lnTo>
                  <a:lnTo>
                    <a:pt x="41275" y="539750"/>
                  </a:lnTo>
                  <a:lnTo>
                    <a:pt x="41275" y="520700"/>
                  </a:lnTo>
                  <a:close/>
                </a:path>
                <a:path w="76200" h="792479">
                  <a:moveTo>
                    <a:pt x="41275" y="546100"/>
                  </a:moveTo>
                  <a:lnTo>
                    <a:pt x="34925" y="546100"/>
                  </a:lnTo>
                  <a:lnTo>
                    <a:pt x="34925" y="565150"/>
                  </a:lnTo>
                  <a:lnTo>
                    <a:pt x="41275" y="565150"/>
                  </a:lnTo>
                  <a:lnTo>
                    <a:pt x="41275" y="546100"/>
                  </a:lnTo>
                  <a:close/>
                </a:path>
                <a:path w="76200" h="792479">
                  <a:moveTo>
                    <a:pt x="41275" y="571500"/>
                  </a:moveTo>
                  <a:lnTo>
                    <a:pt x="34925" y="571500"/>
                  </a:lnTo>
                  <a:lnTo>
                    <a:pt x="34925" y="590550"/>
                  </a:lnTo>
                  <a:lnTo>
                    <a:pt x="41275" y="590550"/>
                  </a:lnTo>
                  <a:lnTo>
                    <a:pt x="41275" y="571500"/>
                  </a:lnTo>
                  <a:close/>
                </a:path>
                <a:path w="76200" h="792479">
                  <a:moveTo>
                    <a:pt x="41275" y="596900"/>
                  </a:moveTo>
                  <a:lnTo>
                    <a:pt x="34925" y="596900"/>
                  </a:lnTo>
                  <a:lnTo>
                    <a:pt x="34925" y="615950"/>
                  </a:lnTo>
                  <a:lnTo>
                    <a:pt x="41275" y="615950"/>
                  </a:lnTo>
                  <a:lnTo>
                    <a:pt x="41275" y="596900"/>
                  </a:lnTo>
                  <a:close/>
                </a:path>
                <a:path w="76200" h="792479">
                  <a:moveTo>
                    <a:pt x="41275" y="622300"/>
                  </a:moveTo>
                  <a:lnTo>
                    <a:pt x="34925" y="622300"/>
                  </a:lnTo>
                  <a:lnTo>
                    <a:pt x="34925" y="641350"/>
                  </a:lnTo>
                  <a:lnTo>
                    <a:pt x="41275" y="641350"/>
                  </a:lnTo>
                  <a:lnTo>
                    <a:pt x="41275" y="622300"/>
                  </a:lnTo>
                  <a:close/>
                </a:path>
                <a:path w="76200" h="792479">
                  <a:moveTo>
                    <a:pt x="41275" y="647700"/>
                  </a:moveTo>
                  <a:lnTo>
                    <a:pt x="34925" y="647700"/>
                  </a:lnTo>
                  <a:lnTo>
                    <a:pt x="34925" y="666750"/>
                  </a:lnTo>
                  <a:lnTo>
                    <a:pt x="41275" y="666750"/>
                  </a:lnTo>
                  <a:lnTo>
                    <a:pt x="41275" y="647700"/>
                  </a:lnTo>
                  <a:close/>
                </a:path>
                <a:path w="76200" h="792479">
                  <a:moveTo>
                    <a:pt x="41275" y="673100"/>
                  </a:moveTo>
                  <a:lnTo>
                    <a:pt x="34925" y="673100"/>
                  </a:lnTo>
                  <a:lnTo>
                    <a:pt x="34925" y="692150"/>
                  </a:lnTo>
                  <a:lnTo>
                    <a:pt x="41275" y="692150"/>
                  </a:lnTo>
                  <a:lnTo>
                    <a:pt x="41275" y="673100"/>
                  </a:lnTo>
                  <a:close/>
                </a:path>
                <a:path w="76200" h="792479">
                  <a:moveTo>
                    <a:pt x="41275" y="698500"/>
                  </a:moveTo>
                  <a:lnTo>
                    <a:pt x="34925" y="698500"/>
                  </a:lnTo>
                  <a:lnTo>
                    <a:pt x="34925" y="717550"/>
                  </a:lnTo>
                  <a:lnTo>
                    <a:pt x="41275" y="717550"/>
                  </a:lnTo>
                  <a:lnTo>
                    <a:pt x="41275" y="698500"/>
                  </a:lnTo>
                  <a:close/>
                </a:path>
                <a:path w="76200" h="792479">
                  <a:moveTo>
                    <a:pt x="41275" y="723900"/>
                  </a:moveTo>
                  <a:lnTo>
                    <a:pt x="34925" y="723900"/>
                  </a:lnTo>
                  <a:lnTo>
                    <a:pt x="34925" y="742950"/>
                  </a:lnTo>
                  <a:lnTo>
                    <a:pt x="41275" y="742950"/>
                  </a:lnTo>
                  <a:lnTo>
                    <a:pt x="41275" y="723900"/>
                  </a:lnTo>
                  <a:close/>
                </a:path>
                <a:path w="76200" h="792479">
                  <a:moveTo>
                    <a:pt x="41275" y="749300"/>
                  </a:moveTo>
                  <a:lnTo>
                    <a:pt x="34925" y="749300"/>
                  </a:lnTo>
                  <a:lnTo>
                    <a:pt x="34925" y="768350"/>
                  </a:lnTo>
                  <a:lnTo>
                    <a:pt x="41275" y="768350"/>
                  </a:lnTo>
                  <a:lnTo>
                    <a:pt x="41275" y="749300"/>
                  </a:lnTo>
                  <a:close/>
                </a:path>
                <a:path w="76200" h="792479">
                  <a:moveTo>
                    <a:pt x="41275" y="774700"/>
                  </a:moveTo>
                  <a:lnTo>
                    <a:pt x="34925" y="774700"/>
                  </a:lnTo>
                  <a:lnTo>
                    <a:pt x="34925" y="791972"/>
                  </a:lnTo>
                  <a:lnTo>
                    <a:pt x="41275" y="791972"/>
                  </a:lnTo>
                  <a:lnTo>
                    <a:pt x="41275" y="77470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037714" y="2293492"/>
              <a:ext cx="162560" cy="1080770"/>
            </a:xfrm>
            <a:custGeom>
              <a:avLst/>
              <a:gdLst/>
              <a:ahLst/>
              <a:cxnLst/>
              <a:rect l="l" t="t" r="r" b="b"/>
              <a:pathLst>
                <a:path w="162560" h="1080770">
                  <a:moveTo>
                    <a:pt x="117901" y="1005818"/>
                  </a:moveTo>
                  <a:lnTo>
                    <a:pt x="86360" y="1009523"/>
                  </a:lnTo>
                  <a:lnTo>
                    <a:pt x="133096" y="1080770"/>
                  </a:lnTo>
                  <a:lnTo>
                    <a:pt x="155627" y="1018413"/>
                  </a:lnTo>
                  <a:lnTo>
                    <a:pt x="119380" y="1018413"/>
                  </a:lnTo>
                  <a:lnTo>
                    <a:pt x="117901" y="1005818"/>
                  </a:lnTo>
                  <a:close/>
                </a:path>
                <a:path w="162560" h="1080770">
                  <a:moveTo>
                    <a:pt x="130466" y="1004342"/>
                  </a:moveTo>
                  <a:lnTo>
                    <a:pt x="117901" y="1005818"/>
                  </a:lnTo>
                  <a:lnTo>
                    <a:pt x="119380" y="1018413"/>
                  </a:lnTo>
                  <a:lnTo>
                    <a:pt x="131953" y="1017016"/>
                  </a:lnTo>
                  <a:lnTo>
                    <a:pt x="130466" y="1004342"/>
                  </a:lnTo>
                  <a:close/>
                </a:path>
                <a:path w="162560" h="1080770">
                  <a:moveTo>
                    <a:pt x="162052" y="1000633"/>
                  </a:moveTo>
                  <a:lnTo>
                    <a:pt x="130466" y="1004342"/>
                  </a:lnTo>
                  <a:lnTo>
                    <a:pt x="131953" y="1017016"/>
                  </a:lnTo>
                  <a:lnTo>
                    <a:pt x="119380" y="1018413"/>
                  </a:lnTo>
                  <a:lnTo>
                    <a:pt x="155627" y="1018413"/>
                  </a:lnTo>
                  <a:lnTo>
                    <a:pt x="162052" y="1000633"/>
                  </a:lnTo>
                  <a:close/>
                </a:path>
                <a:path w="162560" h="1080770">
                  <a:moveTo>
                    <a:pt x="12700" y="0"/>
                  </a:moveTo>
                  <a:lnTo>
                    <a:pt x="0" y="1524"/>
                  </a:lnTo>
                  <a:lnTo>
                    <a:pt x="117901" y="1005818"/>
                  </a:lnTo>
                  <a:lnTo>
                    <a:pt x="130466" y="1004342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4064" y="2256154"/>
              <a:ext cx="144018" cy="762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96439" y="2294254"/>
              <a:ext cx="76200" cy="1080135"/>
            </a:xfrm>
            <a:custGeom>
              <a:avLst/>
              <a:gdLst/>
              <a:ahLst/>
              <a:cxnLst/>
              <a:rect l="l" t="t" r="r" b="b"/>
              <a:pathLst>
                <a:path w="76200" h="1080135">
                  <a:moveTo>
                    <a:pt x="34925" y="1003808"/>
                  </a:moveTo>
                  <a:lnTo>
                    <a:pt x="0" y="1003808"/>
                  </a:lnTo>
                  <a:lnTo>
                    <a:pt x="38100" y="1080008"/>
                  </a:lnTo>
                  <a:lnTo>
                    <a:pt x="69850" y="1016508"/>
                  </a:lnTo>
                  <a:lnTo>
                    <a:pt x="34925" y="1016508"/>
                  </a:lnTo>
                  <a:lnTo>
                    <a:pt x="34925" y="1003808"/>
                  </a:lnTo>
                  <a:close/>
                </a:path>
                <a:path w="76200" h="1080135">
                  <a:moveTo>
                    <a:pt x="41275" y="997458"/>
                  </a:moveTo>
                  <a:lnTo>
                    <a:pt x="34925" y="997458"/>
                  </a:lnTo>
                  <a:lnTo>
                    <a:pt x="34925" y="1016508"/>
                  </a:lnTo>
                  <a:lnTo>
                    <a:pt x="41275" y="1016508"/>
                  </a:lnTo>
                  <a:lnTo>
                    <a:pt x="41275" y="997458"/>
                  </a:lnTo>
                  <a:close/>
                </a:path>
                <a:path w="76200" h="1080135">
                  <a:moveTo>
                    <a:pt x="76200" y="1003808"/>
                  </a:moveTo>
                  <a:lnTo>
                    <a:pt x="41275" y="1003808"/>
                  </a:lnTo>
                  <a:lnTo>
                    <a:pt x="41275" y="1016508"/>
                  </a:lnTo>
                  <a:lnTo>
                    <a:pt x="69850" y="1016508"/>
                  </a:lnTo>
                  <a:lnTo>
                    <a:pt x="76200" y="1003808"/>
                  </a:lnTo>
                  <a:close/>
                </a:path>
                <a:path w="76200" h="1080135">
                  <a:moveTo>
                    <a:pt x="41275" y="972058"/>
                  </a:moveTo>
                  <a:lnTo>
                    <a:pt x="34925" y="972058"/>
                  </a:lnTo>
                  <a:lnTo>
                    <a:pt x="34925" y="991108"/>
                  </a:lnTo>
                  <a:lnTo>
                    <a:pt x="41275" y="991108"/>
                  </a:lnTo>
                  <a:lnTo>
                    <a:pt x="41275" y="972058"/>
                  </a:lnTo>
                  <a:close/>
                </a:path>
                <a:path w="76200" h="1080135">
                  <a:moveTo>
                    <a:pt x="41275" y="946658"/>
                  </a:moveTo>
                  <a:lnTo>
                    <a:pt x="34925" y="946658"/>
                  </a:lnTo>
                  <a:lnTo>
                    <a:pt x="34925" y="965708"/>
                  </a:lnTo>
                  <a:lnTo>
                    <a:pt x="41275" y="965708"/>
                  </a:lnTo>
                  <a:lnTo>
                    <a:pt x="41275" y="946658"/>
                  </a:lnTo>
                  <a:close/>
                </a:path>
                <a:path w="76200" h="1080135">
                  <a:moveTo>
                    <a:pt x="41275" y="921258"/>
                  </a:moveTo>
                  <a:lnTo>
                    <a:pt x="34925" y="921258"/>
                  </a:lnTo>
                  <a:lnTo>
                    <a:pt x="34925" y="940308"/>
                  </a:lnTo>
                  <a:lnTo>
                    <a:pt x="41275" y="940308"/>
                  </a:lnTo>
                  <a:lnTo>
                    <a:pt x="41275" y="921258"/>
                  </a:lnTo>
                  <a:close/>
                </a:path>
                <a:path w="76200" h="1080135">
                  <a:moveTo>
                    <a:pt x="41275" y="895858"/>
                  </a:moveTo>
                  <a:lnTo>
                    <a:pt x="34925" y="895858"/>
                  </a:lnTo>
                  <a:lnTo>
                    <a:pt x="34925" y="914908"/>
                  </a:lnTo>
                  <a:lnTo>
                    <a:pt x="41275" y="914908"/>
                  </a:lnTo>
                  <a:lnTo>
                    <a:pt x="41275" y="895858"/>
                  </a:lnTo>
                  <a:close/>
                </a:path>
                <a:path w="76200" h="1080135">
                  <a:moveTo>
                    <a:pt x="41275" y="870458"/>
                  </a:moveTo>
                  <a:lnTo>
                    <a:pt x="34925" y="870458"/>
                  </a:lnTo>
                  <a:lnTo>
                    <a:pt x="34925" y="889508"/>
                  </a:lnTo>
                  <a:lnTo>
                    <a:pt x="41275" y="889508"/>
                  </a:lnTo>
                  <a:lnTo>
                    <a:pt x="41275" y="870458"/>
                  </a:lnTo>
                  <a:close/>
                </a:path>
                <a:path w="76200" h="1080135">
                  <a:moveTo>
                    <a:pt x="41275" y="845058"/>
                  </a:moveTo>
                  <a:lnTo>
                    <a:pt x="34925" y="845058"/>
                  </a:lnTo>
                  <a:lnTo>
                    <a:pt x="34925" y="864108"/>
                  </a:lnTo>
                  <a:lnTo>
                    <a:pt x="41275" y="864108"/>
                  </a:lnTo>
                  <a:lnTo>
                    <a:pt x="41275" y="845058"/>
                  </a:lnTo>
                  <a:close/>
                </a:path>
                <a:path w="76200" h="1080135">
                  <a:moveTo>
                    <a:pt x="41275" y="819658"/>
                  </a:moveTo>
                  <a:lnTo>
                    <a:pt x="34925" y="819658"/>
                  </a:lnTo>
                  <a:lnTo>
                    <a:pt x="34925" y="838708"/>
                  </a:lnTo>
                  <a:lnTo>
                    <a:pt x="41275" y="838708"/>
                  </a:lnTo>
                  <a:lnTo>
                    <a:pt x="41275" y="819658"/>
                  </a:lnTo>
                  <a:close/>
                </a:path>
                <a:path w="76200" h="1080135">
                  <a:moveTo>
                    <a:pt x="41275" y="794258"/>
                  </a:moveTo>
                  <a:lnTo>
                    <a:pt x="34925" y="794258"/>
                  </a:lnTo>
                  <a:lnTo>
                    <a:pt x="34925" y="813308"/>
                  </a:lnTo>
                  <a:lnTo>
                    <a:pt x="41275" y="813308"/>
                  </a:lnTo>
                  <a:lnTo>
                    <a:pt x="41275" y="794258"/>
                  </a:lnTo>
                  <a:close/>
                </a:path>
                <a:path w="76200" h="1080135">
                  <a:moveTo>
                    <a:pt x="41275" y="768858"/>
                  </a:moveTo>
                  <a:lnTo>
                    <a:pt x="34925" y="768858"/>
                  </a:lnTo>
                  <a:lnTo>
                    <a:pt x="34925" y="787908"/>
                  </a:lnTo>
                  <a:lnTo>
                    <a:pt x="41275" y="787908"/>
                  </a:lnTo>
                  <a:lnTo>
                    <a:pt x="41275" y="768858"/>
                  </a:lnTo>
                  <a:close/>
                </a:path>
                <a:path w="76200" h="1080135">
                  <a:moveTo>
                    <a:pt x="41275" y="743458"/>
                  </a:moveTo>
                  <a:lnTo>
                    <a:pt x="34925" y="743458"/>
                  </a:lnTo>
                  <a:lnTo>
                    <a:pt x="34925" y="762508"/>
                  </a:lnTo>
                  <a:lnTo>
                    <a:pt x="41275" y="762508"/>
                  </a:lnTo>
                  <a:lnTo>
                    <a:pt x="41275" y="743458"/>
                  </a:lnTo>
                  <a:close/>
                </a:path>
                <a:path w="76200" h="1080135">
                  <a:moveTo>
                    <a:pt x="41275" y="718058"/>
                  </a:moveTo>
                  <a:lnTo>
                    <a:pt x="34925" y="718058"/>
                  </a:lnTo>
                  <a:lnTo>
                    <a:pt x="34925" y="737108"/>
                  </a:lnTo>
                  <a:lnTo>
                    <a:pt x="41275" y="737108"/>
                  </a:lnTo>
                  <a:lnTo>
                    <a:pt x="41275" y="718058"/>
                  </a:lnTo>
                  <a:close/>
                </a:path>
                <a:path w="76200" h="1080135">
                  <a:moveTo>
                    <a:pt x="41275" y="692658"/>
                  </a:moveTo>
                  <a:lnTo>
                    <a:pt x="34925" y="692658"/>
                  </a:lnTo>
                  <a:lnTo>
                    <a:pt x="34925" y="711708"/>
                  </a:lnTo>
                  <a:lnTo>
                    <a:pt x="41275" y="711708"/>
                  </a:lnTo>
                  <a:lnTo>
                    <a:pt x="41275" y="692658"/>
                  </a:lnTo>
                  <a:close/>
                </a:path>
                <a:path w="76200" h="1080135">
                  <a:moveTo>
                    <a:pt x="41275" y="667258"/>
                  </a:moveTo>
                  <a:lnTo>
                    <a:pt x="34925" y="667258"/>
                  </a:lnTo>
                  <a:lnTo>
                    <a:pt x="34925" y="686308"/>
                  </a:lnTo>
                  <a:lnTo>
                    <a:pt x="41275" y="686308"/>
                  </a:lnTo>
                  <a:lnTo>
                    <a:pt x="41275" y="667258"/>
                  </a:lnTo>
                  <a:close/>
                </a:path>
                <a:path w="76200" h="1080135">
                  <a:moveTo>
                    <a:pt x="41275" y="641858"/>
                  </a:moveTo>
                  <a:lnTo>
                    <a:pt x="34925" y="641858"/>
                  </a:lnTo>
                  <a:lnTo>
                    <a:pt x="34925" y="660908"/>
                  </a:lnTo>
                  <a:lnTo>
                    <a:pt x="41275" y="660908"/>
                  </a:lnTo>
                  <a:lnTo>
                    <a:pt x="41275" y="641858"/>
                  </a:lnTo>
                  <a:close/>
                </a:path>
                <a:path w="76200" h="1080135">
                  <a:moveTo>
                    <a:pt x="41275" y="616458"/>
                  </a:moveTo>
                  <a:lnTo>
                    <a:pt x="34925" y="616458"/>
                  </a:lnTo>
                  <a:lnTo>
                    <a:pt x="34925" y="635508"/>
                  </a:lnTo>
                  <a:lnTo>
                    <a:pt x="41275" y="635508"/>
                  </a:lnTo>
                  <a:lnTo>
                    <a:pt x="41275" y="616458"/>
                  </a:lnTo>
                  <a:close/>
                </a:path>
                <a:path w="76200" h="1080135">
                  <a:moveTo>
                    <a:pt x="41275" y="591058"/>
                  </a:moveTo>
                  <a:lnTo>
                    <a:pt x="34925" y="591058"/>
                  </a:lnTo>
                  <a:lnTo>
                    <a:pt x="34925" y="610108"/>
                  </a:lnTo>
                  <a:lnTo>
                    <a:pt x="41275" y="610108"/>
                  </a:lnTo>
                  <a:lnTo>
                    <a:pt x="41275" y="591058"/>
                  </a:lnTo>
                  <a:close/>
                </a:path>
                <a:path w="76200" h="1080135">
                  <a:moveTo>
                    <a:pt x="41275" y="565658"/>
                  </a:moveTo>
                  <a:lnTo>
                    <a:pt x="34925" y="565658"/>
                  </a:lnTo>
                  <a:lnTo>
                    <a:pt x="34925" y="584708"/>
                  </a:lnTo>
                  <a:lnTo>
                    <a:pt x="41275" y="584708"/>
                  </a:lnTo>
                  <a:lnTo>
                    <a:pt x="41275" y="565658"/>
                  </a:lnTo>
                  <a:close/>
                </a:path>
                <a:path w="76200" h="1080135">
                  <a:moveTo>
                    <a:pt x="41275" y="540258"/>
                  </a:moveTo>
                  <a:lnTo>
                    <a:pt x="34925" y="540258"/>
                  </a:lnTo>
                  <a:lnTo>
                    <a:pt x="34925" y="559308"/>
                  </a:lnTo>
                  <a:lnTo>
                    <a:pt x="41275" y="559308"/>
                  </a:lnTo>
                  <a:lnTo>
                    <a:pt x="41275" y="540258"/>
                  </a:lnTo>
                  <a:close/>
                </a:path>
                <a:path w="76200" h="1080135">
                  <a:moveTo>
                    <a:pt x="41275" y="514858"/>
                  </a:moveTo>
                  <a:lnTo>
                    <a:pt x="34925" y="514858"/>
                  </a:lnTo>
                  <a:lnTo>
                    <a:pt x="34925" y="533908"/>
                  </a:lnTo>
                  <a:lnTo>
                    <a:pt x="41275" y="533908"/>
                  </a:lnTo>
                  <a:lnTo>
                    <a:pt x="41275" y="514858"/>
                  </a:lnTo>
                  <a:close/>
                </a:path>
                <a:path w="76200" h="1080135">
                  <a:moveTo>
                    <a:pt x="41275" y="489458"/>
                  </a:moveTo>
                  <a:lnTo>
                    <a:pt x="34925" y="489458"/>
                  </a:lnTo>
                  <a:lnTo>
                    <a:pt x="34925" y="508508"/>
                  </a:lnTo>
                  <a:lnTo>
                    <a:pt x="41275" y="508508"/>
                  </a:lnTo>
                  <a:lnTo>
                    <a:pt x="41275" y="489458"/>
                  </a:lnTo>
                  <a:close/>
                </a:path>
                <a:path w="76200" h="1080135">
                  <a:moveTo>
                    <a:pt x="41275" y="464058"/>
                  </a:moveTo>
                  <a:lnTo>
                    <a:pt x="34925" y="464058"/>
                  </a:lnTo>
                  <a:lnTo>
                    <a:pt x="34925" y="483108"/>
                  </a:lnTo>
                  <a:lnTo>
                    <a:pt x="41275" y="483108"/>
                  </a:lnTo>
                  <a:lnTo>
                    <a:pt x="41275" y="464058"/>
                  </a:lnTo>
                  <a:close/>
                </a:path>
                <a:path w="76200" h="1080135">
                  <a:moveTo>
                    <a:pt x="41275" y="438658"/>
                  </a:moveTo>
                  <a:lnTo>
                    <a:pt x="34925" y="438658"/>
                  </a:lnTo>
                  <a:lnTo>
                    <a:pt x="34925" y="457708"/>
                  </a:lnTo>
                  <a:lnTo>
                    <a:pt x="41275" y="457708"/>
                  </a:lnTo>
                  <a:lnTo>
                    <a:pt x="41275" y="438658"/>
                  </a:lnTo>
                  <a:close/>
                </a:path>
                <a:path w="76200" h="1080135">
                  <a:moveTo>
                    <a:pt x="41275" y="413258"/>
                  </a:moveTo>
                  <a:lnTo>
                    <a:pt x="34925" y="413258"/>
                  </a:lnTo>
                  <a:lnTo>
                    <a:pt x="34925" y="432308"/>
                  </a:lnTo>
                  <a:lnTo>
                    <a:pt x="41275" y="432308"/>
                  </a:lnTo>
                  <a:lnTo>
                    <a:pt x="41275" y="413258"/>
                  </a:lnTo>
                  <a:close/>
                </a:path>
                <a:path w="76200" h="1080135">
                  <a:moveTo>
                    <a:pt x="41275" y="387858"/>
                  </a:moveTo>
                  <a:lnTo>
                    <a:pt x="34925" y="387858"/>
                  </a:lnTo>
                  <a:lnTo>
                    <a:pt x="34925" y="406908"/>
                  </a:lnTo>
                  <a:lnTo>
                    <a:pt x="41275" y="406908"/>
                  </a:lnTo>
                  <a:lnTo>
                    <a:pt x="41275" y="387858"/>
                  </a:lnTo>
                  <a:close/>
                </a:path>
                <a:path w="76200" h="1080135">
                  <a:moveTo>
                    <a:pt x="41275" y="362458"/>
                  </a:moveTo>
                  <a:lnTo>
                    <a:pt x="34925" y="362458"/>
                  </a:lnTo>
                  <a:lnTo>
                    <a:pt x="34925" y="381508"/>
                  </a:lnTo>
                  <a:lnTo>
                    <a:pt x="41275" y="381508"/>
                  </a:lnTo>
                  <a:lnTo>
                    <a:pt x="41275" y="362458"/>
                  </a:lnTo>
                  <a:close/>
                </a:path>
                <a:path w="76200" h="1080135">
                  <a:moveTo>
                    <a:pt x="41275" y="337058"/>
                  </a:moveTo>
                  <a:lnTo>
                    <a:pt x="34925" y="337058"/>
                  </a:lnTo>
                  <a:lnTo>
                    <a:pt x="34925" y="356108"/>
                  </a:lnTo>
                  <a:lnTo>
                    <a:pt x="41275" y="356108"/>
                  </a:lnTo>
                  <a:lnTo>
                    <a:pt x="41275" y="337058"/>
                  </a:lnTo>
                  <a:close/>
                </a:path>
                <a:path w="76200" h="1080135">
                  <a:moveTo>
                    <a:pt x="41275" y="311658"/>
                  </a:moveTo>
                  <a:lnTo>
                    <a:pt x="34925" y="311658"/>
                  </a:lnTo>
                  <a:lnTo>
                    <a:pt x="34925" y="330708"/>
                  </a:lnTo>
                  <a:lnTo>
                    <a:pt x="41275" y="330708"/>
                  </a:lnTo>
                  <a:lnTo>
                    <a:pt x="41275" y="311658"/>
                  </a:lnTo>
                  <a:close/>
                </a:path>
                <a:path w="76200" h="1080135">
                  <a:moveTo>
                    <a:pt x="41275" y="286258"/>
                  </a:moveTo>
                  <a:lnTo>
                    <a:pt x="34925" y="286258"/>
                  </a:lnTo>
                  <a:lnTo>
                    <a:pt x="34925" y="305308"/>
                  </a:lnTo>
                  <a:lnTo>
                    <a:pt x="41275" y="305308"/>
                  </a:lnTo>
                  <a:lnTo>
                    <a:pt x="41275" y="286258"/>
                  </a:lnTo>
                  <a:close/>
                </a:path>
                <a:path w="76200" h="1080135">
                  <a:moveTo>
                    <a:pt x="41275" y="260858"/>
                  </a:moveTo>
                  <a:lnTo>
                    <a:pt x="34925" y="260858"/>
                  </a:lnTo>
                  <a:lnTo>
                    <a:pt x="34925" y="279908"/>
                  </a:lnTo>
                  <a:lnTo>
                    <a:pt x="41275" y="279908"/>
                  </a:lnTo>
                  <a:lnTo>
                    <a:pt x="41275" y="260858"/>
                  </a:lnTo>
                  <a:close/>
                </a:path>
                <a:path w="76200" h="1080135">
                  <a:moveTo>
                    <a:pt x="41275" y="235458"/>
                  </a:moveTo>
                  <a:lnTo>
                    <a:pt x="34925" y="235458"/>
                  </a:lnTo>
                  <a:lnTo>
                    <a:pt x="34925" y="254508"/>
                  </a:lnTo>
                  <a:lnTo>
                    <a:pt x="41275" y="254508"/>
                  </a:lnTo>
                  <a:lnTo>
                    <a:pt x="41275" y="235458"/>
                  </a:lnTo>
                  <a:close/>
                </a:path>
                <a:path w="76200" h="1080135">
                  <a:moveTo>
                    <a:pt x="41275" y="210058"/>
                  </a:moveTo>
                  <a:lnTo>
                    <a:pt x="34925" y="210058"/>
                  </a:lnTo>
                  <a:lnTo>
                    <a:pt x="34925" y="229108"/>
                  </a:lnTo>
                  <a:lnTo>
                    <a:pt x="41275" y="229108"/>
                  </a:lnTo>
                  <a:lnTo>
                    <a:pt x="41275" y="210058"/>
                  </a:lnTo>
                  <a:close/>
                </a:path>
                <a:path w="76200" h="1080135">
                  <a:moveTo>
                    <a:pt x="41275" y="184658"/>
                  </a:moveTo>
                  <a:lnTo>
                    <a:pt x="34925" y="184658"/>
                  </a:lnTo>
                  <a:lnTo>
                    <a:pt x="34925" y="203708"/>
                  </a:lnTo>
                  <a:lnTo>
                    <a:pt x="41275" y="203708"/>
                  </a:lnTo>
                  <a:lnTo>
                    <a:pt x="41275" y="184658"/>
                  </a:lnTo>
                  <a:close/>
                </a:path>
                <a:path w="76200" h="1080135">
                  <a:moveTo>
                    <a:pt x="41275" y="159258"/>
                  </a:moveTo>
                  <a:lnTo>
                    <a:pt x="34925" y="159258"/>
                  </a:lnTo>
                  <a:lnTo>
                    <a:pt x="34925" y="178308"/>
                  </a:lnTo>
                  <a:lnTo>
                    <a:pt x="41275" y="178308"/>
                  </a:lnTo>
                  <a:lnTo>
                    <a:pt x="41275" y="159258"/>
                  </a:lnTo>
                  <a:close/>
                </a:path>
                <a:path w="76200" h="1080135">
                  <a:moveTo>
                    <a:pt x="41275" y="133858"/>
                  </a:moveTo>
                  <a:lnTo>
                    <a:pt x="34925" y="133858"/>
                  </a:lnTo>
                  <a:lnTo>
                    <a:pt x="34925" y="152908"/>
                  </a:lnTo>
                  <a:lnTo>
                    <a:pt x="41275" y="152908"/>
                  </a:lnTo>
                  <a:lnTo>
                    <a:pt x="41275" y="133858"/>
                  </a:lnTo>
                  <a:close/>
                </a:path>
                <a:path w="76200" h="1080135">
                  <a:moveTo>
                    <a:pt x="41275" y="108458"/>
                  </a:moveTo>
                  <a:lnTo>
                    <a:pt x="34925" y="108458"/>
                  </a:lnTo>
                  <a:lnTo>
                    <a:pt x="34925" y="127508"/>
                  </a:lnTo>
                  <a:lnTo>
                    <a:pt x="41275" y="127508"/>
                  </a:lnTo>
                  <a:lnTo>
                    <a:pt x="41275" y="108458"/>
                  </a:lnTo>
                  <a:close/>
                </a:path>
                <a:path w="76200" h="1080135">
                  <a:moveTo>
                    <a:pt x="41275" y="83058"/>
                  </a:moveTo>
                  <a:lnTo>
                    <a:pt x="34925" y="83058"/>
                  </a:lnTo>
                  <a:lnTo>
                    <a:pt x="34925" y="102108"/>
                  </a:lnTo>
                  <a:lnTo>
                    <a:pt x="41275" y="102108"/>
                  </a:lnTo>
                  <a:lnTo>
                    <a:pt x="41275" y="83058"/>
                  </a:lnTo>
                  <a:close/>
                </a:path>
                <a:path w="76200" h="1080135">
                  <a:moveTo>
                    <a:pt x="41275" y="57658"/>
                  </a:moveTo>
                  <a:lnTo>
                    <a:pt x="34925" y="57658"/>
                  </a:lnTo>
                  <a:lnTo>
                    <a:pt x="34925" y="76708"/>
                  </a:lnTo>
                  <a:lnTo>
                    <a:pt x="41275" y="76708"/>
                  </a:lnTo>
                  <a:lnTo>
                    <a:pt x="41275" y="57658"/>
                  </a:lnTo>
                  <a:close/>
                </a:path>
                <a:path w="76200" h="1080135">
                  <a:moveTo>
                    <a:pt x="41275" y="32258"/>
                  </a:moveTo>
                  <a:lnTo>
                    <a:pt x="34925" y="32258"/>
                  </a:lnTo>
                  <a:lnTo>
                    <a:pt x="34925" y="51308"/>
                  </a:lnTo>
                  <a:lnTo>
                    <a:pt x="41275" y="51308"/>
                  </a:lnTo>
                  <a:lnTo>
                    <a:pt x="41275" y="32258"/>
                  </a:lnTo>
                  <a:close/>
                </a:path>
                <a:path w="76200" h="1080135">
                  <a:moveTo>
                    <a:pt x="41275" y="6858"/>
                  </a:moveTo>
                  <a:lnTo>
                    <a:pt x="34925" y="6858"/>
                  </a:lnTo>
                  <a:lnTo>
                    <a:pt x="34925" y="25908"/>
                  </a:lnTo>
                  <a:lnTo>
                    <a:pt x="41275" y="25908"/>
                  </a:lnTo>
                  <a:lnTo>
                    <a:pt x="41275" y="6858"/>
                  </a:lnTo>
                  <a:close/>
                </a:path>
                <a:path w="76200" h="1080135">
                  <a:moveTo>
                    <a:pt x="41275" y="0"/>
                  </a:moveTo>
                  <a:lnTo>
                    <a:pt x="34925" y="0"/>
                  </a:lnTo>
                  <a:lnTo>
                    <a:pt x="34925" y="508"/>
                  </a:lnTo>
                  <a:lnTo>
                    <a:pt x="41275" y="508"/>
                  </a:lnTo>
                  <a:lnTo>
                    <a:pt x="41275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70683" y="2575686"/>
              <a:ext cx="266065" cy="800735"/>
            </a:xfrm>
            <a:custGeom>
              <a:avLst/>
              <a:gdLst/>
              <a:ahLst/>
              <a:cxnLst/>
              <a:rect l="l" t="t" r="r" b="b"/>
              <a:pathLst>
                <a:path w="266064" h="800735">
                  <a:moveTo>
                    <a:pt x="223586" y="70952"/>
                  </a:moveTo>
                  <a:lnTo>
                    <a:pt x="0" y="796671"/>
                  </a:lnTo>
                  <a:lnTo>
                    <a:pt x="12192" y="800480"/>
                  </a:lnTo>
                  <a:lnTo>
                    <a:pt x="235790" y="74722"/>
                  </a:lnTo>
                  <a:lnTo>
                    <a:pt x="223586" y="70952"/>
                  </a:lnTo>
                  <a:close/>
                </a:path>
                <a:path w="266064" h="800735">
                  <a:moveTo>
                    <a:pt x="261865" y="58800"/>
                  </a:moveTo>
                  <a:lnTo>
                    <a:pt x="227330" y="58800"/>
                  </a:lnTo>
                  <a:lnTo>
                    <a:pt x="239522" y="62611"/>
                  </a:lnTo>
                  <a:lnTo>
                    <a:pt x="235790" y="74722"/>
                  </a:lnTo>
                  <a:lnTo>
                    <a:pt x="266065" y="84074"/>
                  </a:lnTo>
                  <a:lnTo>
                    <a:pt x="261865" y="58800"/>
                  </a:lnTo>
                  <a:close/>
                </a:path>
                <a:path w="266064" h="800735">
                  <a:moveTo>
                    <a:pt x="227330" y="58800"/>
                  </a:moveTo>
                  <a:lnTo>
                    <a:pt x="223586" y="70952"/>
                  </a:lnTo>
                  <a:lnTo>
                    <a:pt x="235790" y="74722"/>
                  </a:lnTo>
                  <a:lnTo>
                    <a:pt x="239522" y="62611"/>
                  </a:lnTo>
                  <a:lnTo>
                    <a:pt x="227330" y="58800"/>
                  </a:lnTo>
                  <a:close/>
                </a:path>
                <a:path w="266064" h="800735">
                  <a:moveTo>
                    <a:pt x="252095" y="0"/>
                  </a:moveTo>
                  <a:lnTo>
                    <a:pt x="193294" y="61595"/>
                  </a:lnTo>
                  <a:lnTo>
                    <a:pt x="223586" y="70952"/>
                  </a:lnTo>
                  <a:lnTo>
                    <a:pt x="227330" y="58800"/>
                  </a:lnTo>
                  <a:lnTo>
                    <a:pt x="261865" y="58800"/>
                  </a:lnTo>
                  <a:lnTo>
                    <a:pt x="2520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70810" y="3334384"/>
              <a:ext cx="251968" cy="7620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3335909" y="2253742"/>
            <a:ext cx="570865" cy="1154430"/>
            <a:chOff x="3335909" y="2253742"/>
            <a:chExt cx="570865" cy="1154430"/>
          </a:xfrm>
        </p:grpSpPr>
        <p:sp>
          <p:nvSpPr>
            <p:cNvPr id="10" name="object 10"/>
            <p:cNvSpPr/>
            <p:nvPr/>
          </p:nvSpPr>
          <p:spPr>
            <a:xfrm>
              <a:off x="3479927" y="2899664"/>
              <a:ext cx="76200" cy="463550"/>
            </a:xfrm>
            <a:custGeom>
              <a:avLst/>
              <a:gdLst/>
              <a:ahLst/>
              <a:cxnLst/>
              <a:rect l="l" t="t" r="r" b="b"/>
              <a:pathLst>
                <a:path w="76200" h="463550">
                  <a:moveTo>
                    <a:pt x="41275" y="63500"/>
                  </a:moveTo>
                  <a:lnTo>
                    <a:pt x="34925" y="63500"/>
                  </a:lnTo>
                  <a:lnTo>
                    <a:pt x="34925" y="82550"/>
                  </a:lnTo>
                  <a:lnTo>
                    <a:pt x="41275" y="82550"/>
                  </a:lnTo>
                  <a:lnTo>
                    <a:pt x="41275" y="63500"/>
                  </a:lnTo>
                  <a:close/>
                </a:path>
                <a:path w="76200" h="463550">
                  <a:moveTo>
                    <a:pt x="38100" y="0"/>
                  </a:moveTo>
                  <a:lnTo>
                    <a:pt x="0" y="76200"/>
                  </a:lnTo>
                  <a:lnTo>
                    <a:pt x="34925" y="76200"/>
                  </a:lnTo>
                  <a:lnTo>
                    <a:pt x="34925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63550">
                  <a:moveTo>
                    <a:pt x="69850" y="63500"/>
                  </a:moveTo>
                  <a:lnTo>
                    <a:pt x="41275" y="63500"/>
                  </a:lnTo>
                  <a:lnTo>
                    <a:pt x="4127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  <a:path w="76200" h="463550">
                  <a:moveTo>
                    <a:pt x="41275" y="88900"/>
                  </a:moveTo>
                  <a:lnTo>
                    <a:pt x="34925" y="88900"/>
                  </a:lnTo>
                  <a:lnTo>
                    <a:pt x="34925" y="107950"/>
                  </a:lnTo>
                  <a:lnTo>
                    <a:pt x="41275" y="107950"/>
                  </a:lnTo>
                  <a:lnTo>
                    <a:pt x="41275" y="88900"/>
                  </a:lnTo>
                  <a:close/>
                </a:path>
                <a:path w="76200" h="463550">
                  <a:moveTo>
                    <a:pt x="41275" y="114300"/>
                  </a:moveTo>
                  <a:lnTo>
                    <a:pt x="34925" y="114300"/>
                  </a:lnTo>
                  <a:lnTo>
                    <a:pt x="34925" y="133350"/>
                  </a:lnTo>
                  <a:lnTo>
                    <a:pt x="41275" y="133350"/>
                  </a:lnTo>
                  <a:lnTo>
                    <a:pt x="41275" y="114300"/>
                  </a:lnTo>
                  <a:close/>
                </a:path>
                <a:path w="76200" h="463550">
                  <a:moveTo>
                    <a:pt x="41275" y="139700"/>
                  </a:moveTo>
                  <a:lnTo>
                    <a:pt x="34925" y="139700"/>
                  </a:lnTo>
                  <a:lnTo>
                    <a:pt x="34925" y="158750"/>
                  </a:lnTo>
                  <a:lnTo>
                    <a:pt x="41275" y="158750"/>
                  </a:lnTo>
                  <a:lnTo>
                    <a:pt x="41275" y="139700"/>
                  </a:lnTo>
                  <a:close/>
                </a:path>
                <a:path w="76200" h="463550">
                  <a:moveTo>
                    <a:pt x="41275" y="165100"/>
                  </a:moveTo>
                  <a:lnTo>
                    <a:pt x="34925" y="165100"/>
                  </a:lnTo>
                  <a:lnTo>
                    <a:pt x="34925" y="184150"/>
                  </a:lnTo>
                  <a:lnTo>
                    <a:pt x="41275" y="184150"/>
                  </a:lnTo>
                  <a:lnTo>
                    <a:pt x="41275" y="165100"/>
                  </a:lnTo>
                  <a:close/>
                </a:path>
                <a:path w="76200" h="463550">
                  <a:moveTo>
                    <a:pt x="41275" y="190500"/>
                  </a:moveTo>
                  <a:lnTo>
                    <a:pt x="34925" y="190500"/>
                  </a:lnTo>
                  <a:lnTo>
                    <a:pt x="34925" y="209550"/>
                  </a:lnTo>
                  <a:lnTo>
                    <a:pt x="41275" y="209550"/>
                  </a:lnTo>
                  <a:lnTo>
                    <a:pt x="41275" y="190500"/>
                  </a:lnTo>
                  <a:close/>
                </a:path>
                <a:path w="76200" h="463550">
                  <a:moveTo>
                    <a:pt x="41275" y="215900"/>
                  </a:moveTo>
                  <a:lnTo>
                    <a:pt x="34925" y="215900"/>
                  </a:lnTo>
                  <a:lnTo>
                    <a:pt x="34925" y="234950"/>
                  </a:lnTo>
                  <a:lnTo>
                    <a:pt x="41275" y="234950"/>
                  </a:lnTo>
                  <a:lnTo>
                    <a:pt x="41275" y="215900"/>
                  </a:lnTo>
                  <a:close/>
                </a:path>
                <a:path w="76200" h="463550">
                  <a:moveTo>
                    <a:pt x="41275" y="241300"/>
                  </a:moveTo>
                  <a:lnTo>
                    <a:pt x="34925" y="241300"/>
                  </a:lnTo>
                  <a:lnTo>
                    <a:pt x="34925" y="260350"/>
                  </a:lnTo>
                  <a:lnTo>
                    <a:pt x="41275" y="260350"/>
                  </a:lnTo>
                  <a:lnTo>
                    <a:pt x="41275" y="241300"/>
                  </a:lnTo>
                  <a:close/>
                </a:path>
                <a:path w="76200" h="463550">
                  <a:moveTo>
                    <a:pt x="41275" y="266700"/>
                  </a:moveTo>
                  <a:lnTo>
                    <a:pt x="34925" y="266700"/>
                  </a:lnTo>
                  <a:lnTo>
                    <a:pt x="34925" y="285750"/>
                  </a:lnTo>
                  <a:lnTo>
                    <a:pt x="41275" y="285750"/>
                  </a:lnTo>
                  <a:lnTo>
                    <a:pt x="41275" y="266700"/>
                  </a:lnTo>
                  <a:close/>
                </a:path>
                <a:path w="76200" h="463550">
                  <a:moveTo>
                    <a:pt x="41275" y="292100"/>
                  </a:moveTo>
                  <a:lnTo>
                    <a:pt x="34925" y="292100"/>
                  </a:lnTo>
                  <a:lnTo>
                    <a:pt x="34925" y="311150"/>
                  </a:lnTo>
                  <a:lnTo>
                    <a:pt x="41275" y="311150"/>
                  </a:lnTo>
                  <a:lnTo>
                    <a:pt x="41275" y="292100"/>
                  </a:lnTo>
                  <a:close/>
                </a:path>
                <a:path w="76200" h="463550">
                  <a:moveTo>
                    <a:pt x="41275" y="317500"/>
                  </a:moveTo>
                  <a:lnTo>
                    <a:pt x="34925" y="317500"/>
                  </a:lnTo>
                  <a:lnTo>
                    <a:pt x="34925" y="336550"/>
                  </a:lnTo>
                  <a:lnTo>
                    <a:pt x="41275" y="336550"/>
                  </a:lnTo>
                  <a:lnTo>
                    <a:pt x="41275" y="317500"/>
                  </a:lnTo>
                  <a:close/>
                </a:path>
                <a:path w="76200" h="463550">
                  <a:moveTo>
                    <a:pt x="41275" y="342900"/>
                  </a:moveTo>
                  <a:lnTo>
                    <a:pt x="34925" y="342900"/>
                  </a:lnTo>
                  <a:lnTo>
                    <a:pt x="34925" y="361950"/>
                  </a:lnTo>
                  <a:lnTo>
                    <a:pt x="41275" y="361950"/>
                  </a:lnTo>
                  <a:lnTo>
                    <a:pt x="41275" y="342900"/>
                  </a:lnTo>
                  <a:close/>
                </a:path>
                <a:path w="76200" h="463550">
                  <a:moveTo>
                    <a:pt x="41275" y="368300"/>
                  </a:moveTo>
                  <a:lnTo>
                    <a:pt x="34925" y="368300"/>
                  </a:lnTo>
                  <a:lnTo>
                    <a:pt x="34925" y="387350"/>
                  </a:lnTo>
                  <a:lnTo>
                    <a:pt x="41275" y="387350"/>
                  </a:lnTo>
                  <a:lnTo>
                    <a:pt x="41275" y="368300"/>
                  </a:lnTo>
                  <a:close/>
                </a:path>
                <a:path w="76200" h="463550">
                  <a:moveTo>
                    <a:pt x="41275" y="393700"/>
                  </a:moveTo>
                  <a:lnTo>
                    <a:pt x="34925" y="393700"/>
                  </a:lnTo>
                  <a:lnTo>
                    <a:pt x="34925" y="412750"/>
                  </a:lnTo>
                  <a:lnTo>
                    <a:pt x="41275" y="412750"/>
                  </a:lnTo>
                  <a:lnTo>
                    <a:pt x="41275" y="393700"/>
                  </a:lnTo>
                  <a:close/>
                </a:path>
                <a:path w="76200" h="463550">
                  <a:moveTo>
                    <a:pt x="41275" y="419100"/>
                  </a:moveTo>
                  <a:lnTo>
                    <a:pt x="34925" y="419100"/>
                  </a:lnTo>
                  <a:lnTo>
                    <a:pt x="34925" y="438150"/>
                  </a:lnTo>
                  <a:lnTo>
                    <a:pt x="41275" y="438150"/>
                  </a:lnTo>
                  <a:lnTo>
                    <a:pt x="41275" y="419100"/>
                  </a:lnTo>
                  <a:close/>
                </a:path>
                <a:path w="76200" h="463550">
                  <a:moveTo>
                    <a:pt x="41275" y="444500"/>
                  </a:moveTo>
                  <a:lnTo>
                    <a:pt x="34925" y="444500"/>
                  </a:lnTo>
                  <a:lnTo>
                    <a:pt x="34925" y="463550"/>
                  </a:lnTo>
                  <a:lnTo>
                    <a:pt x="41275" y="463550"/>
                  </a:lnTo>
                  <a:lnTo>
                    <a:pt x="41275" y="44450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77184" y="2291080"/>
              <a:ext cx="162560" cy="1080770"/>
            </a:xfrm>
            <a:custGeom>
              <a:avLst/>
              <a:gdLst/>
              <a:ahLst/>
              <a:cxnLst/>
              <a:rect l="l" t="t" r="r" b="b"/>
              <a:pathLst>
                <a:path w="162560" h="1080770">
                  <a:moveTo>
                    <a:pt x="117901" y="1005818"/>
                  </a:moveTo>
                  <a:lnTo>
                    <a:pt x="86360" y="1009523"/>
                  </a:lnTo>
                  <a:lnTo>
                    <a:pt x="133095" y="1080770"/>
                  </a:lnTo>
                  <a:lnTo>
                    <a:pt x="155627" y="1018413"/>
                  </a:lnTo>
                  <a:lnTo>
                    <a:pt x="119379" y="1018413"/>
                  </a:lnTo>
                  <a:lnTo>
                    <a:pt x="117901" y="1005818"/>
                  </a:lnTo>
                  <a:close/>
                </a:path>
                <a:path w="162560" h="1080770">
                  <a:moveTo>
                    <a:pt x="130466" y="1004342"/>
                  </a:moveTo>
                  <a:lnTo>
                    <a:pt x="117901" y="1005818"/>
                  </a:lnTo>
                  <a:lnTo>
                    <a:pt x="119379" y="1018413"/>
                  </a:lnTo>
                  <a:lnTo>
                    <a:pt x="131952" y="1017016"/>
                  </a:lnTo>
                  <a:lnTo>
                    <a:pt x="130466" y="1004342"/>
                  </a:lnTo>
                  <a:close/>
                </a:path>
                <a:path w="162560" h="1080770">
                  <a:moveTo>
                    <a:pt x="162051" y="1000633"/>
                  </a:moveTo>
                  <a:lnTo>
                    <a:pt x="130466" y="1004342"/>
                  </a:lnTo>
                  <a:lnTo>
                    <a:pt x="131952" y="1017016"/>
                  </a:lnTo>
                  <a:lnTo>
                    <a:pt x="119379" y="1018413"/>
                  </a:lnTo>
                  <a:lnTo>
                    <a:pt x="155627" y="1018413"/>
                  </a:lnTo>
                  <a:lnTo>
                    <a:pt x="162051" y="1000633"/>
                  </a:lnTo>
                  <a:close/>
                </a:path>
                <a:path w="162560" h="1080770">
                  <a:moveTo>
                    <a:pt x="12700" y="0"/>
                  </a:moveTo>
                  <a:lnTo>
                    <a:pt x="0" y="1524"/>
                  </a:lnTo>
                  <a:lnTo>
                    <a:pt x="117901" y="1005818"/>
                  </a:lnTo>
                  <a:lnTo>
                    <a:pt x="130466" y="1004342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83534" y="2253742"/>
              <a:ext cx="144017" cy="762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335909" y="2291842"/>
              <a:ext cx="76200" cy="1080135"/>
            </a:xfrm>
            <a:custGeom>
              <a:avLst/>
              <a:gdLst/>
              <a:ahLst/>
              <a:cxnLst/>
              <a:rect l="l" t="t" r="r" b="b"/>
              <a:pathLst>
                <a:path w="76200" h="1080135">
                  <a:moveTo>
                    <a:pt x="34925" y="1003808"/>
                  </a:moveTo>
                  <a:lnTo>
                    <a:pt x="0" y="1003808"/>
                  </a:lnTo>
                  <a:lnTo>
                    <a:pt x="38100" y="1080008"/>
                  </a:lnTo>
                  <a:lnTo>
                    <a:pt x="69850" y="1016508"/>
                  </a:lnTo>
                  <a:lnTo>
                    <a:pt x="34925" y="1016508"/>
                  </a:lnTo>
                  <a:lnTo>
                    <a:pt x="34925" y="1003808"/>
                  </a:lnTo>
                  <a:close/>
                </a:path>
                <a:path w="76200" h="1080135">
                  <a:moveTo>
                    <a:pt x="41275" y="997458"/>
                  </a:moveTo>
                  <a:lnTo>
                    <a:pt x="34925" y="997458"/>
                  </a:lnTo>
                  <a:lnTo>
                    <a:pt x="34925" y="1016508"/>
                  </a:lnTo>
                  <a:lnTo>
                    <a:pt x="41275" y="1016508"/>
                  </a:lnTo>
                  <a:lnTo>
                    <a:pt x="41275" y="997458"/>
                  </a:lnTo>
                  <a:close/>
                </a:path>
                <a:path w="76200" h="1080135">
                  <a:moveTo>
                    <a:pt x="76200" y="1003808"/>
                  </a:moveTo>
                  <a:lnTo>
                    <a:pt x="41275" y="1003808"/>
                  </a:lnTo>
                  <a:lnTo>
                    <a:pt x="41275" y="1016508"/>
                  </a:lnTo>
                  <a:lnTo>
                    <a:pt x="69850" y="1016508"/>
                  </a:lnTo>
                  <a:lnTo>
                    <a:pt x="76200" y="1003808"/>
                  </a:lnTo>
                  <a:close/>
                </a:path>
                <a:path w="76200" h="1080135">
                  <a:moveTo>
                    <a:pt x="41275" y="972058"/>
                  </a:moveTo>
                  <a:lnTo>
                    <a:pt x="34925" y="972058"/>
                  </a:lnTo>
                  <a:lnTo>
                    <a:pt x="34925" y="991108"/>
                  </a:lnTo>
                  <a:lnTo>
                    <a:pt x="41275" y="991108"/>
                  </a:lnTo>
                  <a:lnTo>
                    <a:pt x="41275" y="972058"/>
                  </a:lnTo>
                  <a:close/>
                </a:path>
                <a:path w="76200" h="1080135">
                  <a:moveTo>
                    <a:pt x="41275" y="946658"/>
                  </a:moveTo>
                  <a:lnTo>
                    <a:pt x="34925" y="946658"/>
                  </a:lnTo>
                  <a:lnTo>
                    <a:pt x="34925" y="965708"/>
                  </a:lnTo>
                  <a:lnTo>
                    <a:pt x="41275" y="965708"/>
                  </a:lnTo>
                  <a:lnTo>
                    <a:pt x="41275" y="946658"/>
                  </a:lnTo>
                  <a:close/>
                </a:path>
                <a:path w="76200" h="1080135">
                  <a:moveTo>
                    <a:pt x="41275" y="921258"/>
                  </a:moveTo>
                  <a:lnTo>
                    <a:pt x="34925" y="921258"/>
                  </a:lnTo>
                  <a:lnTo>
                    <a:pt x="34925" y="940308"/>
                  </a:lnTo>
                  <a:lnTo>
                    <a:pt x="41275" y="940308"/>
                  </a:lnTo>
                  <a:lnTo>
                    <a:pt x="41275" y="921258"/>
                  </a:lnTo>
                  <a:close/>
                </a:path>
                <a:path w="76200" h="1080135">
                  <a:moveTo>
                    <a:pt x="41275" y="895858"/>
                  </a:moveTo>
                  <a:lnTo>
                    <a:pt x="34925" y="895858"/>
                  </a:lnTo>
                  <a:lnTo>
                    <a:pt x="34925" y="914908"/>
                  </a:lnTo>
                  <a:lnTo>
                    <a:pt x="41275" y="914908"/>
                  </a:lnTo>
                  <a:lnTo>
                    <a:pt x="41275" y="895858"/>
                  </a:lnTo>
                  <a:close/>
                </a:path>
                <a:path w="76200" h="1080135">
                  <a:moveTo>
                    <a:pt x="41275" y="870458"/>
                  </a:moveTo>
                  <a:lnTo>
                    <a:pt x="34925" y="870458"/>
                  </a:lnTo>
                  <a:lnTo>
                    <a:pt x="34925" y="889508"/>
                  </a:lnTo>
                  <a:lnTo>
                    <a:pt x="41275" y="889508"/>
                  </a:lnTo>
                  <a:lnTo>
                    <a:pt x="41275" y="870458"/>
                  </a:lnTo>
                  <a:close/>
                </a:path>
                <a:path w="76200" h="1080135">
                  <a:moveTo>
                    <a:pt x="41275" y="845058"/>
                  </a:moveTo>
                  <a:lnTo>
                    <a:pt x="34925" y="845058"/>
                  </a:lnTo>
                  <a:lnTo>
                    <a:pt x="34925" y="864108"/>
                  </a:lnTo>
                  <a:lnTo>
                    <a:pt x="41275" y="864108"/>
                  </a:lnTo>
                  <a:lnTo>
                    <a:pt x="41275" y="845058"/>
                  </a:lnTo>
                  <a:close/>
                </a:path>
                <a:path w="76200" h="1080135">
                  <a:moveTo>
                    <a:pt x="41275" y="819658"/>
                  </a:moveTo>
                  <a:lnTo>
                    <a:pt x="34925" y="819658"/>
                  </a:lnTo>
                  <a:lnTo>
                    <a:pt x="34925" y="838708"/>
                  </a:lnTo>
                  <a:lnTo>
                    <a:pt x="41275" y="838708"/>
                  </a:lnTo>
                  <a:lnTo>
                    <a:pt x="41275" y="819658"/>
                  </a:lnTo>
                  <a:close/>
                </a:path>
                <a:path w="76200" h="1080135">
                  <a:moveTo>
                    <a:pt x="41275" y="794258"/>
                  </a:moveTo>
                  <a:lnTo>
                    <a:pt x="34925" y="794258"/>
                  </a:lnTo>
                  <a:lnTo>
                    <a:pt x="34925" y="813308"/>
                  </a:lnTo>
                  <a:lnTo>
                    <a:pt x="41275" y="813308"/>
                  </a:lnTo>
                  <a:lnTo>
                    <a:pt x="41275" y="794258"/>
                  </a:lnTo>
                  <a:close/>
                </a:path>
                <a:path w="76200" h="1080135">
                  <a:moveTo>
                    <a:pt x="41275" y="768858"/>
                  </a:moveTo>
                  <a:lnTo>
                    <a:pt x="34925" y="768858"/>
                  </a:lnTo>
                  <a:lnTo>
                    <a:pt x="34925" y="787908"/>
                  </a:lnTo>
                  <a:lnTo>
                    <a:pt x="41275" y="787908"/>
                  </a:lnTo>
                  <a:lnTo>
                    <a:pt x="41275" y="768858"/>
                  </a:lnTo>
                  <a:close/>
                </a:path>
                <a:path w="76200" h="1080135">
                  <a:moveTo>
                    <a:pt x="41275" y="743458"/>
                  </a:moveTo>
                  <a:lnTo>
                    <a:pt x="34925" y="743458"/>
                  </a:lnTo>
                  <a:lnTo>
                    <a:pt x="34925" y="762508"/>
                  </a:lnTo>
                  <a:lnTo>
                    <a:pt x="41275" y="762508"/>
                  </a:lnTo>
                  <a:lnTo>
                    <a:pt x="41275" y="743458"/>
                  </a:lnTo>
                  <a:close/>
                </a:path>
                <a:path w="76200" h="1080135">
                  <a:moveTo>
                    <a:pt x="41275" y="718058"/>
                  </a:moveTo>
                  <a:lnTo>
                    <a:pt x="34925" y="718058"/>
                  </a:lnTo>
                  <a:lnTo>
                    <a:pt x="34925" y="737108"/>
                  </a:lnTo>
                  <a:lnTo>
                    <a:pt x="41275" y="737108"/>
                  </a:lnTo>
                  <a:lnTo>
                    <a:pt x="41275" y="718058"/>
                  </a:lnTo>
                  <a:close/>
                </a:path>
                <a:path w="76200" h="1080135">
                  <a:moveTo>
                    <a:pt x="41275" y="692658"/>
                  </a:moveTo>
                  <a:lnTo>
                    <a:pt x="34925" y="692658"/>
                  </a:lnTo>
                  <a:lnTo>
                    <a:pt x="34925" y="711708"/>
                  </a:lnTo>
                  <a:lnTo>
                    <a:pt x="41275" y="711708"/>
                  </a:lnTo>
                  <a:lnTo>
                    <a:pt x="41275" y="692658"/>
                  </a:lnTo>
                  <a:close/>
                </a:path>
                <a:path w="76200" h="1080135">
                  <a:moveTo>
                    <a:pt x="41275" y="667258"/>
                  </a:moveTo>
                  <a:lnTo>
                    <a:pt x="34925" y="667258"/>
                  </a:lnTo>
                  <a:lnTo>
                    <a:pt x="34925" y="686308"/>
                  </a:lnTo>
                  <a:lnTo>
                    <a:pt x="41275" y="686308"/>
                  </a:lnTo>
                  <a:lnTo>
                    <a:pt x="41275" y="667258"/>
                  </a:lnTo>
                  <a:close/>
                </a:path>
                <a:path w="76200" h="1080135">
                  <a:moveTo>
                    <a:pt x="41275" y="641858"/>
                  </a:moveTo>
                  <a:lnTo>
                    <a:pt x="34925" y="641858"/>
                  </a:lnTo>
                  <a:lnTo>
                    <a:pt x="34925" y="660908"/>
                  </a:lnTo>
                  <a:lnTo>
                    <a:pt x="41275" y="660908"/>
                  </a:lnTo>
                  <a:lnTo>
                    <a:pt x="41275" y="641858"/>
                  </a:lnTo>
                  <a:close/>
                </a:path>
                <a:path w="76200" h="1080135">
                  <a:moveTo>
                    <a:pt x="41275" y="616458"/>
                  </a:moveTo>
                  <a:lnTo>
                    <a:pt x="34925" y="616458"/>
                  </a:lnTo>
                  <a:lnTo>
                    <a:pt x="34925" y="635508"/>
                  </a:lnTo>
                  <a:lnTo>
                    <a:pt x="41275" y="635508"/>
                  </a:lnTo>
                  <a:lnTo>
                    <a:pt x="41275" y="616458"/>
                  </a:lnTo>
                  <a:close/>
                </a:path>
                <a:path w="76200" h="1080135">
                  <a:moveTo>
                    <a:pt x="41275" y="591058"/>
                  </a:moveTo>
                  <a:lnTo>
                    <a:pt x="34925" y="591058"/>
                  </a:lnTo>
                  <a:lnTo>
                    <a:pt x="34925" y="610108"/>
                  </a:lnTo>
                  <a:lnTo>
                    <a:pt x="41275" y="610108"/>
                  </a:lnTo>
                  <a:lnTo>
                    <a:pt x="41275" y="591058"/>
                  </a:lnTo>
                  <a:close/>
                </a:path>
                <a:path w="76200" h="1080135">
                  <a:moveTo>
                    <a:pt x="41275" y="565658"/>
                  </a:moveTo>
                  <a:lnTo>
                    <a:pt x="34925" y="565658"/>
                  </a:lnTo>
                  <a:lnTo>
                    <a:pt x="34925" y="584708"/>
                  </a:lnTo>
                  <a:lnTo>
                    <a:pt x="41275" y="584708"/>
                  </a:lnTo>
                  <a:lnTo>
                    <a:pt x="41275" y="565658"/>
                  </a:lnTo>
                  <a:close/>
                </a:path>
                <a:path w="76200" h="1080135">
                  <a:moveTo>
                    <a:pt x="41275" y="540258"/>
                  </a:moveTo>
                  <a:lnTo>
                    <a:pt x="34925" y="540258"/>
                  </a:lnTo>
                  <a:lnTo>
                    <a:pt x="34925" y="559308"/>
                  </a:lnTo>
                  <a:lnTo>
                    <a:pt x="41275" y="559308"/>
                  </a:lnTo>
                  <a:lnTo>
                    <a:pt x="41275" y="540258"/>
                  </a:lnTo>
                  <a:close/>
                </a:path>
                <a:path w="76200" h="1080135">
                  <a:moveTo>
                    <a:pt x="41275" y="514858"/>
                  </a:moveTo>
                  <a:lnTo>
                    <a:pt x="34925" y="514858"/>
                  </a:lnTo>
                  <a:lnTo>
                    <a:pt x="34925" y="533908"/>
                  </a:lnTo>
                  <a:lnTo>
                    <a:pt x="41275" y="533908"/>
                  </a:lnTo>
                  <a:lnTo>
                    <a:pt x="41275" y="514858"/>
                  </a:lnTo>
                  <a:close/>
                </a:path>
                <a:path w="76200" h="1080135">
                  <a:moveTo>
                    <a:pt x="41275" y="489458"/>
                  </a:moveTo>
                  <a:lnTo>
                    <a:pt x="34925" y="489458"/>
                  </a:lnTo>
                  <a:lnTo>
                    <a:pt x="34925" y="508508"/>
                  </a:lnTo>
                  <a:lnTo>
                    <a:pt x="41275" y="508508"/>
                  </a:lnTo>
                  <a:lnTo>
                    <a:pt x="41275" y="489458"/>
                  </a:lnTo>
                  <a:close/>
                </a:path>
                <a:path w="76200" h="1080135">
                  <a:moveTo>
                    <a:pt x="41275" y="464058"/>
                  </a:moveTo>
                  <a:lnTo>
                    <a:pt x="34925" y="464058"/>
                  </a:lnTo>
                  <a:lnTo>
                    <a:pt x="34925" y="483108"/>
                  </a:lnTo>
                  <a:lnTo>
                    <a:pt x="41275" y="483108"/>
                  </a:lnTo>
                  <a:lnTo>
                    <a:pt x="41275" y="464058"/>
                  </a:lnTo>
                  <a:close/>
                </a:path>
                <a:path w="76200" h="1080135">
                  <a:moveTo>
                    <a:pt x="41275" y="438658"/>
                  </a:moveTo>
                  <a:lnTo>
                    <a:pt x="34925" y="438658"/>
                  </a:lnTo>
                  <a:lnTo>
                    <a:pt x="34925" y="457708"/>
                  </a:lnTo>
                  <a:lnTo>
                    <a:pt x="41275" y="457708"/>
                  </a:lnTo>
                  <a:lnTo>
                    <a:pt x="41275" y="438658"/>
                  </a:lnTo>
                  <a:close/>
                </a:path>
                <a:path w="76200" h="1080135">
                  <a:moveTo>
                    <a:pt x="41275" y="413258"/>
                  </a:moveTo>
                  <a:lnTo>
                    <a:pt x="34925" y="413258"/>
                  </a:lnTo>
                  <a:lnTo>
                    <a:pt x="34925" y="432308"/>
                  </a:lnTo>
                  <a:lnTo>
                    <a:pt x="41275" y="432308"/>
                  </a:lnTo>
                  <a:lnTo>
                    <a:pt x="41275" y="413258"/>
                  </a:lnTo>
                  <a:close/>
                </a:path>
                <a:path w="76200" h="1080135">
                  <a:moveTo>
                    <a:pt x="41275" y="387858"/>
                  </a:moveTo>
                  <a:lnTo>
                    <a:pt x="34925" y="387858"/>
                  </a:lnTo>
                  <a:lnTo>
                    <a:pt x="34925" y="406908"/>
                  </a:lnTo>
                  <a:lnTo>
                    <a:pt x="41275" y="406908"/>
                  </a:lnTo>
                  <a:lnTo>
                    <a:pt x="41275" y="387858"/>
                  </a:lnTo>
                  <a:close/>
                </a:path>
                <a:path w="76200" h="1080135">
                  <a:moveTo>
                    <a:pt x="41275" y="362458"/>
                  </a:moveTo>
                  <a:lnTo>
                    <a:pt x="34925" y="362458"/>
                  </a:lnTo>
                  <a:lnTo>
                    <a:pt x="34925" y="381508"/>
                  </a:lnTo>
                  <a:lnTo>
                    <a:pt x="41275" y="381508"/>
                  </a:lnTo>
                  <a:lnTo>
                    <a:pt x="41275" y="362458"/>
                  </a:lnTo>
                  <a:close/>
                </a:path>
                <a:path w="76200" h="1080135">
                  <a:moveTo>
                    <a:pt x="41275" y="337058"/>
                  </a:moveTo>
                  <a:lnTo>
                    <a:pt x="34925" y="337058"/>
                  </a:lnTo>
                  <a:lnTo>
                    <a:pt x="34925" y="356108"/>
                  </a:lnTo>
                  <a:lnTo>
                    <a:pt x="41275" y="356108"/>
                  </a:lnTo>
                  <a:lnTo>
                    <a:pt x="41275" y="337058"/>
                  </a:lnTo>
                  <a:close/>
                </a:path>
                <a:path w="76200" h="1080135">
                  <a:moveTo>
                    <a:pt x="41275" y="311658"/>
                  </a:moveTo>
                  <a:lnTo>
                    <a:pt x="34925" y="311658"/>
                  </a:lnTo>
                  <a:lnTo>
                    <a:pt x="34925" y="330708"/>
                  </a:lnTo>
                  <a:lnTo>
                    <a:pt x="41275" y="330708"/>
                  </a:lnTo>
                  <a:lnTo>
                    <a:pt x="41275" y="311658"/>
                  </a:lnTo>
                  <a:close/>
                </a:path>
                <a:path w="76200" h="1080135">
                  <a:moveTo>
                    <a:pt x="41275" y="286258"/>
                  </a:moveTo>
                  <a:lnTo>
                    <a:pt x="34925" y="286258"/>
                  </a:lnTo>
                  <a:lnTo>
                    <a:pt x="34925" y="305308"/>
                  </a:lnTo>
                  <a:lnTo>
                    <a:pt x="41275" y="305308"/>
                  </a:lnTo>
                  <a:lnTo>
                    <a:pt x="41275" y="286258"/>
                  </a:lnTo>
                  <a:close/>
                </a:path>
                <a:path w="76200" h="1080135">
                  <a:moveTo>
                    <a:pt x="41275" y="260858"/>
                  </a:moveTo>
                  <a:lnTo>
                    <a:pt x="34925" y="260858"/>
                  </a:lnTo>
                  <a:lnTo>
                    <a:pt x="34925" y="279908"/>
                  </a:lnTo>
                  <a:lnTo>
                    <a:pt x="41275" y="279908"/>
                  </a:lnTo>
                  <a:lnTo>
                    <a:pt x="41275" y="260858"/>
                  </a:lnTo>
                  <a:close/>
                </a:path>
                <a:path w="76200" h="1080135">
                  <a:moveTo>
                    <a:pt x="41275" y="235458"/>
                  </a:moveTo>
                  <a:lnTo>
                    <a:pt x="34925" y="235458"/>
                  </a:lnTo>
                  <a:lnTo>
                    <a:pt x="34925" y="254508"/>
                  </a:lnTo>
                  <a:lnTo>
                    <a:pt x="41275" y="254508"/>
                  </a:lnTo>
                  <a:lnTo>
                    <a:pt x="41275" y="235458"/>
                  </a:lnTo>
                  <a:close/>
                </a:path>
                <a:path w="76200" h="1080135">
                  <a:moveTo>
                    <a:pt x="41275" y="210058"/>
                  </a:moveTo>
                  <a:lnTo>
                    <a:pt x="34925" y="210058"/>
                  </a:lnTo>
                  <a:lnTo>
                    <a:pt x="34925" y="229108"/>
                  </a:lnTo>
                  <a:lnTo>
                    <a:pt x="41275" y="229108"/>
                  </a:lnTo>
                  <a:lnTo>
                    <a:pt x="41275" y="210058"/>
                  </a:lnTo>
                  <a:close/>
                </a:path>
                <a:path w="76200" h="1080135">
                  <a:moveTo>
                    <a:pt x="41275" y="184658"/>
                  </a:moveTo>
                  <a:lnTo>
                    <a:pt x="34925" y="184658"/>
                  </a:lnTo>
                  <a:lnTo>
                    <a:pt x="34925" y="203708"/>
                  </a:lnTo>
                  <a:lnTo>
                    <a:pt x="41275" y="203708"/>
                  </a:lnTo>
                  <a:lnTo>
                    <a:pt x="41275" y="184658"/>
                  </a:lnTo>
                  <a:close/>
                </a:path>
                <a:path w="76200" h="1080135">
                  <a:moveTo>
                    <a:pt x="41275" y="159258"/>
                  </a:moveTo>
                  <a:lnTo>
                    <a:pt x="34925" y="159258"/>
                  </a:lnTo>
                  <a:lnTo>
                    <a:pt x="34925" y="178308"/>
                  </a:lnTo>
                  <a:lnTo>
                    <a:pt x="41275" y="178308"/>
                  </a:lnTo>
                  <a:lnTo>
                    <a:pt x="41275" y="159258"/>
                  </a:lnTo>
                  <a:close/>
                </a:path>
                <a:path w="76200" h="1080135">
                  <a:moveTo>
                    <a:pt x="41275" y="133858"/>
                  </a:moveTo>
                  <a:lnTo>
                    <a:pt x="34925" y="133858"/>
                  </a:lnTo>
                  <a:lnTo>
                    <a:pt x="34925" y="152908"/>
                  </a:lnTo>
                  <a:lnTo>
                    <a:pt x="41275" y="152908"/>
                  </a:lnTo>
                  <a:lnTo>
                    <a:pt x="41275" y="133858"/>
                  </a:lnTo>
                  <a:close/>
                </a:path>
                <a:path w="76200" h="1080135">
                  <a:moveTo>
                    <a:pt x="41275" y="108458"/>
                  </a:moveTo>
                  <a:lnTo>
                    <a:pt x="34925" y="108458"/>
                  </a:lnTo>
                  <a:lnTo>
                    <a:pt x="34925" y="127508"/>
                  </a:lnTo>
                  <a:lnTo>
                    <a:pt x="41275" y="127508"/>
                  </a:lnTo>
                  <a:lnTo>
                    <a:pt x="41275" y="108458"/>
                  </a:lnTo>
                  <a:close/>
                </a:path>
                <a:path w="76200" h="1080135">
                  <a:moveTo>
                    <a:pt x="41275" y="83058"/>
                  </a:moveTo>
                  <a:lnTo>
                    <a:pt x="34925" y="83058"/>
                  </a:lnTo>
                  <a:lnTo>
                    <a:pt x="34925" y="102108"/>
                  </a:lnTo>
                  <a:lnTo>
                    <a:pt x="41275" y="102108"/>
                  </a:lnTo>
                  <a:lnTo>
                    <a:pt x="41275" y="83058"/>
                  </a:lnTo>
                  <a:close/>
                </a:path>
                <a:path w="76200" h="1080135">
                  <a:moveTo>
                    <a:pt x="41275" y="57658"/>
                  </a:moveTo>
                  <a:lnTo>
                    <a:pt x="34925" y="57658"/>
                  </a:lnTo>
                  <a:lnTo>
                    <a:pt x="34925" y="76708"/>
                  </a:lnTo>
                  <a:lnTo>
                    <a:pt x="41275" y="76708"/>
                  </a:lnTo>
                  <a:lnTo>
                    <a:pt x="41275" y="57658"/>
                  </a:lnTo>
                  <a:close/>
                </a:path>
                <a:path w="76200" h="1080135">
                  <a:moveTo>
                    <a:pt x="41275" y="32258"/>
                  </a:moveTo>
                  <a:lnTo>
                    <a:pt x="34925" y="32258"/>
                  </a:lnTo>
                  <a:lnTo>
                    <a:pt x="34925" y="51308"/>
                  </a:lnTo>
                  <a:lnTo>
                    <a:pt x="41275" y="51308"/>
                  </a:lnTo>
                  <a:lnTo>
                    <a:pt x="41275" y="32258"/>
                  </a:lnTo>
                  <a:close/>
                </a:path>
                <a:path w="76200" h="1080135">
                  <a:moveTo>
                    <a:pt x="41275" y="6858"/>
                  </a:moveTo>
                  <a:lnTo>
                    <a:pt x="34925" y="6858"/>
                  </a:lnTo>
                  <a:lnTo>
                    <a:pt x="34925" y="25908"/>
                  </a:lnTo>
                  <a:lnTo>
                    <a:pt x="41275" y="25908"/>
                  </a:lnTo>
                  <a:lnTo>
                    <a:pt x="41275" y="6858"/>
                  </a:lnTo>
                  <a:close/>
                </a:path>
                <a:path w="76200" h="1080135">
                  <a:moveTo>
                    <a:pt x="41275" y="0"/>
                  </a:moveTo>
                  <a:lnTo>
                    <a:pt x="34925" y="0"/>
                  </a:lnTo>
                  <a:lnTo>
                    <a:pt x="34925" y="508"/>
                  </a:lnTo>
                  <a:lnTo>
                    <a:pt x="41275" y="508"/>
                  </a:lnTo>
                  <a:lnTo>
                    <a:pt x="41275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11296" y="2899664"/>
              <a:ext cx="394970" cy="476250"/>
            </a:xfrm>
            <a:custGeom>
              <a:avLst/>
              <a:gdLst/>
              <a:ahLst/>
              <a:cxnLst/>
              <a:rect l="l" t="t" r="r" b="b"/>
              <a:pathLst>
                <a:path w="394970" h="476250">
                  <a:moveTo>
                    <a:pt x="341547" y="54742"/>
                  </a:moveTo>
                  <a:lnTo>
                    <a:pt x="0" y="468122"/>
                  </a:lnTo>
                  <a:lnTo>
                    <a:pt x="9778" y="476250"/>
                  </a:lnTo>
                  <a:lnTo>
                    <a:pt x="351346" y="62844"/>
                  </a:lnTo>
                  <a:lnTo>
                    <a:pt x="341547" y="54742"/>
                  </a:lnTo>
                  <a:close/>
                </a:path>
                <a:path w="394970" h="476250">
                  <a:moveTo>
                    <a:pt x="384589" y="44958"/>
                  </a:moveTo>
                  <a:lnTo>
                    <a:pt x="349630" y="44958"/>
                  </a:lnTo>
                  <a:lnTo>
                    <a:pt x="359409" y="53086"/>
                  </a:lnTo>
                  <a:lnTo>
                    <a:pt x="351346" y="62844"/>
                  </a:lnTo>
                  <a:lnTo>
                    <a:pt x="375792" y="83058"/>
                  </a:lnTo>
                  <a:lnTo>
                    <a:pt x="384589" y="44958"/>
                  </a:lnTo>
                  <a:close/>
                </a:path>
                <a:path w="394970" h="476250">
                  <a:moveTo>
                    <a:pt x="349630" y="44958"/>
                  </a:moveTo>
                  <a:lnTo>
                    <a:pt x="341547" y="54742"/>
                  </a:lnTo>
                  <a:lnTo>
                    <a:pt x="351346" y="62844"/>
                  </a:lnTo>
                  <a:lnTo>
                    <a:pt x="359409" y="53086"/>
                  </a:lnTo>
                  <a:lnTo>
                    <a:pt x="349630" y="44958"/>
                  </a:lnTo>
                  <a:close/>
                </a:path>
                <a:path w="394970" h="476250">
                  <a:moveTo>
                    <a:pt x="394969" y="0"/>
                  </a:moveTo>
                  <a:lnTo>
                    <a:pt x="317118" y="34544"/>
                  </a:lnTo>
                  <a:lnTo>
                    <a:pt x="341547" y="54742"/>
                  </a:lnTo>
                  <a:lnTo>
                    <a:pt x="349630" y="44958"/>
                  </a:lnTo>
                  <a:lnTo>
                    <a:pt x="384589" y="44958"/>
                  </a:lnTo>
                  <a:lnTo>
                    <a:pt x="3949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10280" y="3331972"/>
              <a:ext cx="396240" cy="76200"/>
            </a:xfrm>
            <a:custGeom>
              <a:avLst/>
              <a:gdLst/>
              <a:ahLst/>
              <a:cxnLst/>
              <a:rect l="l" t="t" r="r" b="b"/>
              <a:pathLst>
                <a:path w="396239" h="76200">
                  <a:moveTo>
                    <a:pt x="319786" y="0"/>
                  </a:moveTo>
                  <a:lnTo>
                    <a:pt x="319786" y="76200"/>
                  </a:lnTo>
                  <a:lnTo>
                    <a:pt x="389636" y="41275"/>
                  </a:lnTo>
                  <a:lnTo>
                    <a:pt x="332486" y="41275"/>
                  </a:lnTo>
                  <a:lnTo>
                    <a:pt x="332486" y="34925"/>
                  </a:lnTo>
                  <a:lnTo>
                    <a:pt x="389636" y="34925"/>
                  </a:lnTo>
                  <a:lnTo>
                    <a:pt x="319786" y="0"/>
                  </a:lnTo>
                  <a:close/>
                </a:path>
                <a:path w="396239" h="76200">
                  <a:moveTo>
                    <a:pt x="319786" y="34925"/>
                  </a:moveTo>
                  <a:lnTo>
                    <a:pt x="313436" y="34925"/>
                  </a:lnTo>
                  <a:lnTo>
                    <a:pt x="313436" y="41275"/>
                  </a:lnTo>
                  <a:lnTo>
                    <a:pt x="319786" y="41275"/>
                  </a:lnTo>
                  <a:lnTo>
                    <a:pt x="319786" y="34925"/>
                  </a:lnTo>
                  <a:close/>
                </a:path>
                <a:path w="396239" h="76200">
                  <a:moveTo>
                    <a:pt x="389636" y="34925"/>
                  </a:moveTo>
                  <a:lnTo>
                    <a:pt x="332486" y="34925"/>
                  </a:lnTo>
                  <a:lnTo>
                    <a:pt x="332486" y="41275"/>
                  </a:lnTo>
                  <a:lnTo>
                    <a:pt x="389636" y="41275"/>
                  </a:lnTo>
                  <a:lnTo>
                    <a:pt x="395986" y="38100"/>
                  </a:lnTo>
                  <a:lnTo>
                    <a:pt x="389636" y="34925"/>
                  </a:lnTo>
                  <a:close/>
                </a:path>
                <a:path w="396239" h="76200">
                  <a:moveTo>
                    <a:pt x="307086" y="34925"/>
                  </a:moveTo>
                  <a:lnTo>
                    <a:pt x="288036" y="34925"/>
                  </a:lnTo>
                  <a:lnTo>
                    <a:pt x="288036" y="41275"/>
                  </a:lnTo>
                  <a:lnTo>
                    <a:pt x="307086" y="41275"/>
                  </a:lnTo>
                  <a:lnTo>
                    <a:pt x="307086" y="34925"/>
                  </a:lnTo>
                  <a:close/>
                </a:path>
                <a:path w="396239" h="76200">
                  <a:moveTo>
                    <a:pt x="281686" y="34925"/>
                  </a:moveTo>
                  <a:lnTo>
                    <a:pt x="262636" y="34925"/>
                  </a:lnTo>
                  <a:lnTo>
                    <a:pt x="262636" y="41275"/>
                  </a:lnTo>
                  <a:lnTo>
                    <a:pt x="281686" y="41275"/>
                  </a:lnTo>
                  <a:lnTo>
                    <a:pt x="281686" y="34925"/>
                  </a:lnTo>
                  <a:close/>
                </a:path>
                <a:path w="396239" h="76200">
                  <a:moveTo>
                    <a:pt x="256286" y="34925"/>
                  </a:moveTo>
                  <a:lnTo>
                    <a:pt x="237236" y="34925"/>
                  </a:lnTo>
                  <a:lnTo>
                    <a:pt x="237236" y="41275"/>
                  </a:lnTo>
                  <a:lnTo>
                    <a:pt x="256286" y="41275"/>
                  </a:lnTo>
                  <a:lnTo>
                    <a:pt x="256286" y="34925"/>
                  </a:lnTo>
                  <a:close/>
                </a:path>
                <a:path w="396239" h="76200">
                  <a:moveTo>
                    <a:pt x="230886" y="34925"/>
                  </a:moveTo>
                  <a:lnTo>
                    <a:pt x="211836" y="34925"/>
                  </a:lnTo>
                  <a:lnTo>
                    <a:pt x="211836" y="41275"/>
                  </a:lnTo>
                  <a:lnTo>
                    <a:pt x="230886" y="41275"/>
                  </a:lnTo>
                  <a:lnTo>
                    <a:pt x="230886" y="34925"/>
                  </a:lnTo>
                  <a:close/>
                </a:path>
                <a:path w="396239" h="76200">
                  <a:moveTo>
                    <a:pt x="205486" y="34925"/>
                  </a:moveTo>
                  <a:lnTo>
                    <a:pt x="186436" y="34925"/>
                  </a:lnTo>
                  <a:lnTo>
                    <a:pt x="186436" y="41275"/>
                  </a:lnTo>
                  <a:lnTo>
                    <a:pt x="205486" y="41275"/>
                  </a:lnTo>
                  <a:lnTo>
                    <a:pt x="205486" y="34925"/>
                  </a:lnTo>
                  <a:close/>
                </a:path>
                <a:path w="396239" h="76200">
                  <a:moveTo>
                    <a:pt x="180086" y="34925"/>
                  </a:moveTo>
                  <a:lnTo>
                    <a:pt x="161036" y="34925"/>
                  </a:lnTo>
                  <a:lnTo>
                    <a:pt x="161036" y="41275"/>
                  </a:lnTo>
                  <a:lnTo>
                    <a:pt x="180086" y="41275"/>
                  </a:lnTo>
                  <a:lnTo>
                    <a:pt x="180086" y="34925"/>
                  </a:lnTo>
                  <a:close/>
                </a:path>
                <a:path w="396239" h="76200">
                  <a:moveTo>
                    <a:pt x="154686" y="34925"/>
                  </a:moveTo>
                  <a:lnTo>
                    <a:pt x="135636" y="34925"/>
                  </a:lnTo>
                  <a:lnTo>
                    <a:pt x="135636" y="41275"/>
                  </a:lnTo>
                  <a:lnTo>
                    <a:pt x="154686" y="41275"/>
                  </a:lnTo>
                  <a:lnTo>
                    <a:pt x="154686" y="34925"/>
                  </a:lnTo>
                  <a:close/>
                </a:path>
                <a:path w="396239" h="76200">
                  <a:moveTo>
                    <a:pt x="129286" y="34925"/>
                  </a:moveTo>
                  <a:lnTo>
                    <a:pt x="110236" y="34925"/>
                  </a:lnTo>
                  <a:lnTo>
                    <a:pt x="110236" y="41275"/>
                  </a:lnTo>
                  <a:lnTo>
                    <a:pt x="129286" y="41275"/>
                  </a:lnTo>
                  <a:lnTo>
                    <a:pt x="129286" y="34925"/>
                  </a:lnTo>
                  <a:close/>
                </a:path>
                <a:path w="396239" h="76200">
                  <a:moveTo>
                    <a:pt x="103886" y="34925"/>
                  </a:moveTo>
                  <a:lnTo>
                    <a:pt x="84836" y="34925"/>
                  </a:lnTo>
                  <a:lnTo>
                    <a:pt x="84836" y="41275"/>
                  </a:lnTo>
                  <a:lnTo>
                    <a:pt x="103886" y="41275"/>
                  </a:lnTo>
                  <a:lnTo>
                    <a:pt x="103886" y="34925"/>
                  </a:lnTo>
                  <a:close/>
                </a:path>
                <a:path w="396239" h="76200">
                  <a:moveTo>
                    <a:pt x="78486" y="34925"/>
                  </a:moveTo>
                  <a:lnTo>
                    <a:pt x="59436" y="34925"/>
                  </a:lnTo>
                  <a:lnTo>
                    <a:pt x="59436" y="41275"/>
                  </a:lnTo>
                  <a:lnTo>
                    <a:pt x="78486" y="41275"/>
                  </a:lnTo>
                  <a:lnTo>
                    <a:pt x="78486" y="34925"/>
                  </a:lnTo>
                  <a:close/>
                </a:path>
                <a:path w="396239" h="76200">
                  <a:moveTo>
                    <a:pt x="53086" y="34925"/>
                  </a:moveTo>
                  <a:lnTo>
                    <a:pt x="34036" y="34925"/>
                  </a:lnTo>
                  <a:lnTo>
                    <a:pt x="34036" y="41275"/>
                  </a:lnTo>
                  <a:lnTo>
                    <a:pt x="53086" y="41275"/>
                  </a:lnTo>
                  <a:lnTo>
                    <a:pt x="53086" y="34925"/>
                  </a:lnTo>
                  <a:close/>
                </a:path>
                <a:path w="396239" h="76200">
                  <a:moveTo>
                    <a:pt x="27686" y="34925"/>
                  </a:moveTo>
                  <a:lnTo>
                    <a:pt x="8636" y="34925"/>
                  </a:lnTo>
                  <a:lnTo>
                    <a:pt x="8636" y="41275"/>
                  </a:lnTo>
                  <a:lnTo>
                    <a:pt x="27686" y="41275"/>
                  </a:lnTo>
                  <a:lnTo>
                    <a:pt x="27686" y="34925"/>
                  </a:lnTo>
                  <a:close/>
                </a:path>
                <a:path w="396239" h="76200">
                  <a:moveTo>
                    <a:pt x="2286" y="34925"/>
                  </a:moveTo>
                  <a:lnTo>
                    <a:pt x="0" y="34925"/>
                  </a:lnTo>
                  <a:lnTo>
                    <a:pt x="0" y="41275"/>
                  </a:lnTo>
                  <a:lnTo>
                    <a:pt x="2286" y="41275"/>
                  </a:lnTo>
                  <a:lnTo>
                    <a:pt x="2286" y="34925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53459" y="3495040"/>
            <a:ext cx="112649" cy="8191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203448" y="3461766"/>
            <a:ext cx="972819" cy="235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830"/>
              </a:lnSpc>
              <a:spcBef>
                <a:spcPts val="95"/>
              </a:spcBef>
            </a:pPr>
            <a:r>
              <a:rPr sz="700" dirty="0">
                <a:latin typeface="Cambria Math"/>
                <a:cs typeface="Cambria Math"/>
              </a:rPr>
              <a:t>𝝂</a:t>
            </a:r>
            <a:r>
              <a:rPr sz="700" spc="25" dirty="0">
                <a:latin typeface="Cambria Math"/>
                <a:cs typeface="Cambria Math"/>
              </a:rPr>
              <a:t> </a:t>
            </a:r>
            <a:r>
              <a:rPr sz="700" dirty="0">
                <a:latin typeface="Cambria Math"/>
                <a:cs typeface="Cambria Math"/>
              </a:rPr>
              <a:t>←</a:t>
            </a:r>
            <a:r>
              <a:rPr sz="700" spc="20" dirty="0">
                <a:latin typeface="Cambria Math"/>
                <a:cs typeface="Cambria Math"/>
              </a:rPr>
              <a:t> </a:t>
            </a:r>
            <a:r>
              <a:rPr sz="700" dirty="0">
                <a:latin typeface="Cambria Math"/>
                <a:cs typeface="Cambria Math"/>
              </a:rPr>
              <a:t>μ𝝂</a:t>
            </a:r>
            <a:r>
              <a:rPr sz="700" spc="-5" dirty="0">
                <a:latin typeface="Cambria Math"/>
                <a:cs typeface="Cambria Math"/>
              </a:rPr>
              <a:t> </a:t>
            </a:r>
            <a:r>
              <a:rPr sz="700" dirty="0">
                <a:latin typeface="Cambria Math"/>
                <a:cs typeface="Cambria Math"/>
              </a:rPr>
              <a:t>+</a:t>
            </a:r>
            <a:r>
              <a:rPr sz="700" spc="-20" dirty="0">
                <a:latin typeface="Cambria Math"/>
                <a:cs typeface="Cambria Math"/>
              </a:rPr>
              <a:t> </a:t>
            </a:r>
            <a:r>
              <a:rPr sz="700" dirty="0">
                <a:latin typeface="Cambria Math"/>
                <a:cs typeface="Cambria Math"/>
              </a:rPr>
              <a:t>(1</a:t>
            </a:r>
            <a:r>
              <a:rPr sz="700" spc="-5" dirty="0">
                <a:latin typeface="Cambria Math"/>
                <a:cs typeface="Cambria Math"/>
              </a:rPr>
              <a:t> </a:t>
            </a:r>
            <a:r>
              <a:rPr sz="700" dirty="0">
                <a:latin typeface="Cambria Math"/>
                <a:cs typeface="Cambria Math"/>
              </a:rPr>
              <a:t>−</a:t>
            </a:r>
            <a:r>
              <a:rPr sz="700" spc="-25" dirty="0">
                <a:latin typeface="Cambria Math"/>
                <a:cs typeface="Cambria Math"/>
              </a:rPr>
              <a:t> </a:t>
            </a:r>
            <a:r>
              <a:rPr sz="700" spc="-65" dirty="0">
                <a:latin typeface="Cambria Math"/>
                <a:cs typeface="Cambria Math"/>
              </a:rPr>
              <a:t>μ)𝛻𝐽</a:t>
            </a:r>
            <a:r>
              <a:rPr sz="1050" spc="-97" baseline="11904" dirty="0">
                <a:latin typeface="Cambria Math"/>
                <a:cs typeface="Cambria Math"/>
              </a:rPr>
              <a:t>෡</a:t>
            </a:r>
            <a:r>
              <a:rPr sz="750" spc="-97" baseline="-16666" dirty="0">
                <a:latin typeface="Cambria Math"/>
                <a:cs typeface="Cambria Math"/>
              </a:rPr>
              <a:t>𝑒</a:t>
            </a:r>
            <a:r>
              <a:rPr sz="750" spc="480" baseline="-16666" dirty="0">
                <a:latin typeface="Cambria Math"/>
                <a:cs typeface="Cambria Math"/>
              </a:rPr>
              <a:t> </a:t>
            </a:r>
            <a:r>
              <a:rPr sz="700" spc="-50" dirty="0">
                <a:latin typeface="Cambria Math"/>
                <a:cs typeface="Cambria Math"/>
              </a:rPr>
              <a:t>𝒂</a:t>
            </a:r>
            <a:endParaRPr sz="700">
              <a:latin typeface="Cambria Math"/>
              <a:cs typeface="Cambria Math"/>
            </a:endParaRPr>
          </a:p>
          <a:p>
            <a:pPr marL="36195" algn="ctr">
              <a:lnSpc>
                <a:spcPts val="830"/>
              </a:lnSpc>
            </a:pPr>
            <a:r>
              <a:rPr sz="700" dirty="0">
                <a:latin typeface="Cambria Math"/>
                <a:cs typeface="Cambria Math"/>
              </a:rPr>
              <a:t>𝒂</a:t>
            </a:r>
            <a:r>
              <a:rPr sz="700" spc="35" dirty="0">
                <a:latin typeface="Cambria Math"/>
                <a:cs typeface="Cambria Math"/>
              </a:rPr>
              <a:t> </a:t>
            </a:r>
            <a:r>
              <a:rPr sz="700" dirty="0">
                <a:latin typeface="Cambria Math"/>
                <a:cs typeface="Cambria Math"/>
              </a:rPr>
              <a:t>←</a:t>
            </a:r>
            <a:r>
              <a:rPr sz="700" spc="35" dirty="0">
                <a:latin typeface="Cambria Math"/>
                <a:cs typeface="Cambria Math"/>
              </a:rPr>
              <a:t> </a:t>
            </a:r>
            <a:r>
              <a:rPr sz="700" dirty="0">
                <a:latin typeface="Cambria Math"/>
                <a:cs typeface="Cambria Math"/>
              </a:rPr>
              <a:t>𝒂</a:t>
            </a:r>
            <a:r>
              <a:rPr sz="700" spc="-5" dirty="0">
                <a:latin typeface="Cambria Math"/>
                <a:cs typeface="Cambria Math"/>
              </a:rPr>
              <a:t> </a:t>
            </a:r>
            <a:r>
              <a:rPr sz="700" dirty="0">
                <a:latin typeface="Cambria Math"/>
                <a:cs typeface="Cambria Math"/>
              </a:rPr>
              <a:t>−</a:t>
            </a:r>
            <a:r>
              <a:rPr sz="700" spc="5" dirty="0">
                <a:latin typeface="Cambria Math"/>
                <a:cs typeface="Cambria Math"/>
              </a:rPr>
              <a:t> </a:t>
            </a:r>
            <a:r>
              <a:rPr sz="700" spc="-25" dirty="0">
                <a:latin typeface="Cambria Math"/>
                <a:cs typeface="Cambria Math"/>
              </a:rPr>
              <a:t>𝛼𝝂</a:t>
            </a:r>
            <a:endParaRPr sz="7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21179" y="3540378"/>
            <a:ext cx="60325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50" dirty="0">
                <a:latin typeface="Cambria Math"/>
                <a:cs typeface="Cambria Math"/>
              </a:rPr>
              <a:t>𝑒</a:t>
            </a:r>
            <a:endParaRPr sz="500">
              <a:latin typeface="Cambria Math"/>
              <a:cs typeface="Cambria Math"/>
            </a:endParaRP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02204" y="3530853"/>
            <a:ext cx="112649" cy="8191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815719" y="3497707"/>
            <a:ext cx="7092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Cambria Math"/>
                <a:cs typeface="Cambria Math"/>
              </a:rPr>
              <a:t>𝒂</a:t>
            </a:r>
            <a:r>
              <a:rPr sz="700" spc="15" dirty="0">
                <a:latin typeface="Cambria Math"/>
                <a:cs typeface="Cambria Math"/>
              </a:rPr>
              <a:t> </a:t>
            </a:r>
            <a:r>
              <a:rPr sz="700" dirty="0">
                <a:latin typeface="Cambria Math"/>
                <a:cs typeface="Cambria Math"/>
              </a:rPr>
              <a:t>←</a:t>
            </a:r>
            <a:r>
              <a:rPr sz="700" spc="10" dirty="0">
                <a:latin typeface="Cambria Math"/>
                <a:cs typeface="Cambria Math"/>
              </a:rPr>
              <a:t> </a:t>
            </a:r>
            <a:r>
              <a:rPr sz="700" dirty="0">
                <a:latin typeface="Cambria Math"/>
                <a:cs typeface="Cambria Math"/>
              </a:rPr>
              <a:t>𝒂</a:t>
            </a:r>
            <a:r>
              <a:rPr sz="700" spc="-25" dirty="0">
                <a:latin typeface="Cambria Math"/>
                <a:cs typeface="Cambria Math"/>
              </a:rPr>
              <a:t> </a:t>
            </a:r>
            <a:r>
              <a:rPr sz="700" dirty="0">
                <a:latin typeface="Cambria Math"/>
                <a:cs typeface="Cambria Math"/>
              </a:rPr>
              <a:t>−</a:t>
            </a:r>
            <a:r>
              <a:rPr sz="700" spc="-15" dirty="0">
                <a:latin typeface="Cambria Math"/>
                <a:cs typeface="Cambria Math"/>
              </a:rPr>
              <a:t> </a:t>
            </a:r>
            <a:r>
              <a:rPr sz="700" spc="-35" dirty="0">
                <a:latin typeface="Cambria Math"/>
                <a:cs typeface="Cambria Math"/>
              </a:rPr>
              <a:t>𝛼𝛻𝐽</a:t>
            </a:r>
            <a:r>
              <a:rPr sz="1050" spc="-52" baseline="11904" dirty="0">
                <a:latin typeface="Cambria Math"/>
                <a:cs typeface="Cambria Math"/>
              </a:rPr>
              <a:t>෡</a:t>
            </a:r>
            <a:r>
              <a:rPr sz="1050" spc="434" baseline="11904" dirty="0">
                <a:latin typeface="Cambria Math"/>
                <a:cs typeface="Cambria Math"/>
              </a:rPr>
              <a:t> </a:t>
            </a:r>
            <a:r>
              <a:rPr sz="700" spc="-50" dirty="0">
                <a:latin typeface="Cambria Math"/>
                <a:cs typeface="Cambria Math"/>
              </a:rPr>
              <a:t>𝒂</a:t>
            </a:r>
            <a:endParaRPr sz="700">
              <a:latin typeface="Cambria Math"/>
              <a:cs typeface="Cambria Math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736850" y="2508250"/>
            <a:ext cx="417830" cy="565150"/>
            <a:chOff x="2736850" y="2508250"/>
            <a:chExt cx="417830" cy="565150"/>
          </a:xfrm>
        </p:grpSpPr>
        <p:sp>
          <p:nvSpPr>
            <p:cNvPr id="22" name="object 22"/>
            <p:cNvSpPr/>
            <p:nvPr/>
          </p:nvSpPr>
          <p:spPr>
            <a:xfrm>
              <a:off x="2743200" y="2514600"/>
              <a:ext cx="405130" cy="552450"/>
            </a:xfrm>
            <a:custGeom>
              <a:avLst/>
              <a:gdLst/>
              <a:ahLst/>
              <a:cxnLst/>
              <a:rect l="l" t="t" r="r" b="b"/>
              <a:pathLst>
                <a:path w="405130" h="552450">
                  <a:moveTo>
                    <a:pt x="202437" y="0"/>
                  </a:moveTo>
                  <a:lnTo>
                    <a:pt x="202437" y="138049"/>
                  </a:lnTo>
                  <a:lnTo>
                    <a:pt x="0" y="138049"/>
                  </a:lnTo>
                  <a:lnTo>
                    <a:pt x="0" y="414274"/>
                  </a:lnTo>
                  <a:lnTo>
                    <a:pt x="202437" y="414274"/>
                  </a:lnTo>
                  <a:lnTo>
                    <a:pt x="202437" y="552450"/>
                  </a:lnTo>
                  <a:lnTo>
                    <a:pt x="404875" y="276225"/>
                  </a:lnTo>
                  <a:lnTo>
                    <a:pt x="20243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43200" y="2514600"/>
              <a:ext cx="405130" cy="552450"/>
            </a:xfrm>
            <a:custGeom>
              <a:avLst/>
              <a:gdLst/>
              <a:ahLst/>
              <a:cxnLst/>
              <a:rect l="l" t="t" r="r" b="b"/>
              <a:pathLst>
                <a:path w="405130" h="552450">
                  <a:moveTo>
                    <a:pt x="0" y="138049"/>
                  </a:moveTo>
                  <a:lnTo>
                    <a:pt x="202437" y="138049"/>
                  </a:lnTo>
                  <a:lnTo>
                    <a:pt x="202437" y="0"/>
                  </a:lnTo>
                  <a:lnTo>
                    <a:pt x="404875" y="276225"/>
                  </a:lnTo>
                  <a:lnTo>
                    <a:pt x="202437" y="552450"/>
                  </a:lnTo>
                  <a:lnTo>
                    <a:pt x="202437" y="414274"/>
                  </a:lnTo>
                  <a:lnTo>
                    <a:pt x="0" y="414274"/>
                  </a:lnTo>
                  <a:lnTo>
                    <a:pt x="0" y="13804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574417" y="2249170"/>
            <a:ext cx="64833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latin typeface="Calibri"/>
                <a:cs typeface="Calibri"/>
              </a:rPr>
              <a:t>Suavização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86242" y="3805809"/>
            <a:ext cx="112649" cy="81788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7436866" y="3772661"/>
            <a:ext cx="972819" cy="235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830"/>
              </a:lnSpc>
              <a:spcBef>
                <a:spcPts val="95"/>
              </a:spcBef>
            </a:pPr>
            <a:r>
              <a:rPr sz="700" dirty="0">
                <a:latin typeface="Cambria Math"/>
                <a:cs typeface="Cambria Math"/>
              </a:rPr>
              <a:t>𝝂</a:t>
            </a:r>
            <a:r>
              <a:rPr sz="700" spc="25" dirty="0">
                <a:latin typeface="Cambria Math"/>
                <a:cs typeface="Cambria Math"/>
              </a:rPr>
              <a:t> </a:t>
            </a:r>
            <a:r>
              <a:rPr sz="700" dirty="0">
                <a:latin typeface="Cambria Math"/>
                <a:cs typeface="Cambria Math"/>
              </a:rPr>
              <a:t>←</a:t>
            </a:r>
            <a:r>
              <a:rPr sz="700" spc="20" dirty="0">
                <a:latin typeface="Cambria Math"/>
                <a:cs typeface="Cambria Math"/>
              </a:rPr>
              <a:t> </a:t>
            </a:r>
            <a:r>
              <a:rPr sz="700" dirty="0">
                <a:latin typeface="Cambria Math"/>
                <a:cs typeface="Cambria Math"/>
              </a:rPr>
              <a:t>μ𝝂</a:t>
            </a:r>
            <a:r>
              <a:rPr sz="700" spc="-5" dirty="0">
                <a:latin typeface="Cambria Math"/>
                <a:cs typeface="Cambria Math"/>
              </a:rPr>
              <a:t> </a:t>
            </a:r>
            <a:r>
              <a:rPr sz="700" dirty="0">
                <a:latin typeface="Cambria Math"/>
                <a:cs typeface="Cambria Math"/>
              </a:rPr>
              <a:t>+</a:t>
            </a:r>
            <a:r>
              <a:rPr sz="700" spc="-20" dirty="0">
                <a:latin typeface="Cambria Math"/>
                <a:cs typeface="Cambria Math"/>
              </a:rPr>
              <a:t> </a:t>
            </a:r>
            <a:r>
              <a:rPr sz="700" dirty="0">
                <a:latin typeface="Cambria Math"/>
                <a:cs typeface="Cambria Math"/>
              </a:rPr>
              <a:t>(1</a:t>
            </a:r>
            <a:r>
              <a:rPr sz="700" spc="-5" dirty="0">
                <a:latin typeface="Cambria Math"/>
                <a:cs typeface="Cambria Math"/>
              </a:rPr>
              <a:t> </a:t>
            </a:r>
            <a:r>
              <a:rPr sz="700" dirty="0">
                <a:latin typeface="Cambria Math"/>
                <a:cs typeface="Cambria Math"/>
              </a:rPr>
              <a:t>−</a:t>
            </a:r>
            <a:r>
              <a:rPr sz="700" spc="-25" dirty="0">
                <a:latin typeface="Cambria Math"/>
                <a:cs typeface="Cambria Math"/>
              </a:rPr>
              <a:t> </a:t>
            </a:r>
            <a:r>
              <a:rPr sz="700" spc="-65" dirty="0">
                <a:latin typeface="Cambria Math"/>
                <a:cs typeface="Cambria Math"/>
              </a:rPr>
              <a:t>μ)𝛻𝐽</a:t>
            </a:r>
            <a:r>
              <a:rPr sz="1050" spc="-97" baseline="11904" dirty="0">
                <a:latin typeface="Cambria Math"/>
                <a:cs typeface="Cambria Math"/>
              </a:rPr>
              <a:t>෡</a:t>
            </a:r>
            <a:r>
              <a:rPr sz="750" spc="-97" baseline="-16666" dirty="0">
                <a:latin typeface="Cambria Math"/>
                <a:cs typeface="Cambria Math"/>
              </a:rPr>
              <a:t>𝑒</a:t>
            </a:r>
            <a:r>
              <a:rPr sz="750" spc="480" baseline="-16666" dirty="0">
                <a:latin typeface="Cambria Math"/>
                <a:cs typeface="Cambria Math"/>
              </a:rPr>
              <a:t> </a:t>
            </a:r>
            <a:r>
              <a:rPr sz="700" spc="-50" dirty="0">
                <a:latin typeface="Cambria Math"/>
                <a:cs typeface="Cambria Math"/>
              </a:rPr>
              <a:t>𝒂</a:t>
            </a:r>
            <a:endParaRPr sz="700">
              <a:latin typeface="Cambria Math"/>
              <a:cs typeface="Cambria Math"/>
            </a:endParaRPr>
          </a:p>
          <a:p>
            <a:pPr marL="36195" algn="ctr">
              <a:lnSpc>
                <a:spcPts val="830"/>
              </a:lnSpc>
            </a:pPr>
            <a:r>
              <a:rPr sz="700" dirty="0">
                <a:latin typeface="Cambria Math"/>
                <a:cs typeface="Cambria Math"/>
              </a:rPr>
              <a:t>𝒂</a:t>
            </a:r>
            <a:r>
              <a:rPr sz="700" spc="35" dirty="0">
                <a:latin typeface="Cambria Math"/>
                <a:cs typeface="Cambria Math"/>
              </a:rPr>
              <a:t> </a:t>
            </a:r>
            <a:r>
              <a:rPr sz="700" dirty="0">
                <a:latin typeface="Cambria Math"/>
                <a:cs typeface="Cambria Math"/>
              </a:rPr>
              <a:t>←</a:t>
            </a:r>
            <a:r>
              <a:rPr sz="700" spc="35" dirty="0">
                <a:latin typeface="Cambria Math"/>
                <a:cs typeface="Cambria Math"/>
              </a:rPr>
              <a:t> </a:t>
            </a:r>
            <a:r>
              <a:rPr sz="700" dirty="0">
                <a:latin typeface="Cambria Math"/>
                <a:cs typeface="Cambria Math"/>
              </a:rPr>
              <a:t>𝒂</a:t>
            </a:r>
            <a:r>
              <a:rPr sz="700" spc="-5" dirty="0">
                <a:latin typeface="Cambria Math"/>
                <a:cs typeface="Cambria Math"/>
              </a:rPr>
              <a:t> </a:t>
            </a:r>
            <a:r>
              <a:rPr sz="700" dirty="0">
                <a:latin typeface="Cambria Math"/>
                <a:cs typeface="Cambria Math"/>
              </a:rPr>
              <a:t>−</a:t>
            </a:r>
            <a:r>
              <a:rPr sz="700" spc="5" dirty="0">
                <a:latin typeface="Cambria Math"/>
                <a:cs typeface="Cambria Math"/>
              </a:rPr>
              <a:t> </a:t>
            </a:r>
            <a:r>
              <a:rPr sz="700" spc="-25" dirty="0">
                <a:latin typeface="Cambria Math"/>
                <a:cs typeface="Cambria Math"/>
              </a:rPr>
              <a:t>𝛼𝝂</a:t>
            </a:r>
            <a:endParaRPr sz="700">
              <a:latin typeface="Cambria Math"/>
              <a:cs typeface="Cambria Math"/>
            </a:endParaRPr>
          </a:p>
        </p:txBody>
      </p:sp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20815" y="3802760"/>
            <a:ext cx="112522" cy="81787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5434584" y="3769614"/>
            <a:ext cx="7092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Cambria Math"/>
                <a:cs typeface="Cambria Math"/>
              </a:rPr>
              <a:t>𝒂</a:t>
            </a:r>
            <a:r>
              <a:rPr sz="700" spc="15" dirty="0">
                <a:latin typeface="Cambria Math"/>
                <a:cs typeface="Cambria Math"/>
              </a:rPr>
              <a:t> </a:t>
            </a:r>
            <a:r>
              <a:rPr sz="700" dirty="0">
                <a:latin typeface="Cambria Math"/>
                <a:cs typeface="Cambria Math"/>
              </a:rPr>
              <a:t>←</a:t>
            </a:r>
            <a:r>
              <a:rPr sz="700" spc="15" dirty="0">
                <a:latin typeface="Cambria Math"/>
                <a:cs typeface="Cambria Math"/>
              </a:rPr>
              <a:t> </a:t>
            </a:r>
            <a:r>
              <a:rPr sz="700" dirty="0">
                <a:latin typeface="Cambria Math"/>
                <a:cs typeface="Cambria Math"/>
              </a:rPr>
              <a:t>𝒂</a:t>
            </a:r>
            <a:r>
              <a:rPr sz="700" spc="-25" dirty="0">
                <a:latin typeface="Cambria Math"/>
                <a:cs typeface="Cambria Math"/>
              </a:rPr>
              <a:t> </a:t>
            </a:r>
            <a:r>
              <a:rPr sz="700" dirty="0">
                <a:latin typeface="Cambria Math"/>
                <a:cs typeface="Cambria Math"/>
              </a:rPr>
              <a:t>−</a:t>
            </a:r>
            <a:r>
              <a:rPr sz="700" spc="-15" dirty="0">
                <a:latin typeface="Cambria Math"/>
                <a:cs typeface="Cambria Math"/>
              </a:rPr>
              <a:t> </a:t>
            </a:r>
            <a:r>
              <a:rPr sz="700" spc="-75" dirty="0">
                <a:latin typeface="Cambria Math"/>
                <a:cs typeface="Cambria Math"/>
              </a:rPr>
              <a:t>𝛼𝛻𝐽</a:t>
            </a:r>
            <a:r>
              <a:rPr sz="1050" spc="-112" baseline="11904" dirty="0">
                <a:latin typeface="Cambria Math"/>
                <a:cs typeface="Cambria Math"/>
              </a:rPr>
              <a:t>෡</a:t>
            </a:r>
            <a:r>
              <a:rPr sz="750" spc="-112" baseline="-16666" dirty="0">
                <a:latin typeface="Cambria Math"/>
                <a:cs typeface="Cambria Math"/>
              </a:rPr>
              <a:t>𝑒</a:t>
            </a:r>
            <a:r>
              <a:rPr sz="750" spc="465" baseline="-16666" dirty="0">
                <a:latin typeface="Cambria Math"/>
                <a:cs typeface="Cambria Math"/>
              </a:rPr>
              <a:t> </a:t>
            </a:r>
            <a:r>
              <a:rPr sz="700" spc="-50" dirty="0">
                <a:latin typeface="Cambria Math"/>
                <a:cs typeface="Cambria Math"/>
              </a:rPr>
              <a:t>𝒂</a:t>
            </a:r>
            <a:endParaRPr sz="700">
              <a:latin typeface="Cambria Math"/>
              <a:cs typeface="Cambria Math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313171" y="2825242"/>
            <a:ext cx="910590" cy="885825"/>
            <a:chOff x="5313171" y="2825242"/>
            <a:chExt cx="910590" cy="885825"/>
          </a:xfrm>
        </p:grpSpPr>
        <p:sp>
          <p:nvSpPr>
            <p:cNvPr id="30" name="object 30"/>
            <p:cNvSpPr/>
            <p:nvPr/>
          </p:nvSpPr>
          <p:spPr>
            <a:xfrm>
              <a:off x="5346827" y="2825241"/>
              <a:ext cx="876935" cy="847725"/>
            </a:xfrm>
            <a:custGeom>
              <a:avLst/>
              <a:gdLst/>
              <a:ahLst/>
              <a:cxnLst/>
              <a:rect l="l" t="t" r="r" b="b"/>
              <a:pathLst>
                <a:path w="876935" h="847725">
                  <a:moveTo>
                    <a:pt x="620649" y="241808"/>
                  </a:moveTo>
                  <a:lnTo>
                    <a:pt x="539496" y="267716"/>
                  </a:lnTo>
                  <a:lnTo>
                    <a:pt x="561632" y="290449"/>
                  </a:lnTo>
                  <a:lnTo>
                    <a:pt x="0" y="838454"/>
                  </a:lnTo>
                  <a:lnTo>
                    <a:pt x="8890" y="847471"/>
                  </a:lnTo>
                  <a:lnTo>
                    <a:pt x="570534" y="299580"/>
                  </a:lnTo>
                  <a:lnTo>
                    <a:pt x="592709" y="322326"/>
                  </a:lnTo>
                  <a:lnTo>
                    <a:pt x="606844" y="281559"/>
                  </a:lnTo>
                  <a:lnTo>
                    <a:pt x="620649" y="241808"/>
                  </a:lnTo>
                  <a:close/>
                </a:path>
                <a:path w="876935" h="847725">
                  <a:moveTo>
                    <a:pt x="876554" y="0"/>
                  </a:moveTo>
                  <a:lnTo>
                    <a:pt x="795147" y="24892"/>
                  </a:lnTo>
                  <a:lnTo>
                    <a:pt x="817003" y="47929"/>
                  </a:lnTo>
                  <a:lnTo>
                    <a:pt x="617982" y="237236"/>
                  </a:lnTo>
                  <a:lnTo>
                    <a:pt x="626745" y="246380"/>
                  </a:lnTo>
                  <a:lnTo>
                    <a:pt x="825779" y="57175"/>
                  </a:lnTo>
                  <a:lnTo>
                    <a:pt x="847598" y="80137"/>
                  </a:lnTo>
                  <a:lnTo>
                    <a:pt x="862418" y="39116"/>
                  </a:lnTo>
                  <a:lnTo>
                    <a:pt x="8765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313171" y="3067050"/>
              <a:ext cx="76200" cy="601345"/>
            </a:xfrm>
            <a:custGeom>
              <a:avLst/>
              <a:gdLst/>
              <a:ahLst/>
              <a:cxnLst/>
              <a:rect l="l" t="t" r="r" b="b"/>
              <a:pathLst>
                <a:path w="76200" h="601345">
                  <a:moveTo>
                    <a:pt x="41275" y="63500"/>
                  </a:moveTo>
                  <a:lnTo>
                    <a:pt x="34925" y="63500"/>
                  </a:lnTo>
                  <a:lnTo>
                    <a:pt x="34925" y="82550"/>
                  </a:lnTo>
                  <a:lnTo>
                    <a:pt x="41275" y="82550"/>
                  </a:lnTo>
                  <a:lnTo>
                    <a:pt x="41275" y="63500"/>
                  </a:lnTo>
                  <a:close/>
                </a:path>
                <a:path w="76200" h="601345">
                  <a:moveTo>
                    <a:pt x="38100" y="0"/>
                  </a:moveTo>
                  <a:lnTo>
                    <a:pt x="0" y="76200"/>
                  </a:lnTo>
                  <a:lnTo>
                    <a:pt x="34925" y="76200"/>
                  </a:lnTo>
                  <a:lnTo>
                    <a:pt x="34925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601345">
                  <a:moveTo>
                    <a:pt x="69850" y="63500"/>
                  </a:moveTo>
                  <a:lnTo>
                    <a:pt x="41275" y="63500"/>
                  </a:lnTo>
                  <a:lnTo>
                    <a:pt x="4127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  <a:path w="76200" h="601345">
                  <a:moveTo>
                    <a:pt x="41275" y="88900"/>
                  </a:moveTo>
                  <a:lnTo>
                    <a:pt x="34925" y="88900"/>
                  </a:lnTo>
                  <a:lnTo>
                    <a:pt x="34925" y="107950"/>
                  </a:lnTo>
                  <a:lnTo>
                    <a:pt x="41275" y="107950"/>
                  </a:lnTo>
                  <a:lnTo>
                    <a:pt x="41275" y="88900"/>
                  </a:lnTo>
                  <a:close/>
                </a:path>
                <a:path w="76200" h="601345">
                  <a:moveTo>
                    <a:pt x="41275" y="114300"/>
                  </a:moveTo>
                  <a:lnTo>
                    <a:pt x="34925" y="114300"/>
                  </a:lnTo>
                  <a:lnTo>
                    <a:pt x="34925" y="133350"/>
                  </a:lnTo>
                  <a:lnTo>
                    <a:pt x="41275" y="133350"/>
                  </a:lnTo>
                  <a:lnTo>
                    <a:pt x="41275" y="114300"/>
                  </a:lnTo>
                  <a:close/>
                </a:path>
                <a:path w="76200" h="601345">
                  <a:moveTo>
                    <a:pt x="41275" y="139700"/>
                  </a:moveTo>
                  <a:lnTo>
                    <a:pt x="34925" y="139700"/>
                  </a:lnTo>
                  <a:lnTo>
                    <a:pt x="34925" y="158750"/>
                  </a:lnTo>
                  <a:lnTo>
                    <a:pt x="41275" y="158750"/>
                  </a:lnTo>
                  <a:lnTo>
                    <a:pt x="41275" y="139700"/>
                  </a:lnTo>
                  <a:close/>
                </a:path>
                <a:path w="76200" h="601345">
                  <a:moveTo>
                    <a:pt x="41275" y="165100"/>
                  </a:moveTo>
                  <a:lnTo>
                    <a:pt x="34925" y="165100"/>
                  </a:lnTo>
                  <a:lnTo>
                    <a:pt x="34925" y="184150"/>
                  </a:lnTo>
                  <a:lnTo>
                    <a:pt x="41275" y="184150"/>
                  </a:lnTo>
                  <a:lnTo>
                    <a:pt x="41275" y="165100"/>
                  </a:lnTo>
                  <a:close/>
                </a:path>
                <a:path w="76200" h="601345">
                  <a:moveTo>
                    <a:pt x="41275" y="190500"/>
                  </a:moveTo>
                  <a:lnTo>
                    <a:pt x="34925" y="190500"/>
                  </a:lnTo>
                  <a:lnTo>
                    <a:pt x="34925" y="209550"/>
                  </a:lnTo>
                  <a:lnTo>
                    <a:pt x="41275" y="209550"/>
                  </a:lnTo>
                  <a:lnTo>
                    <a:pt x="41275" y="190500"/>
                  </a:lnTo>
                  <a:close/>
                </a:path>
                <a:path w="76200" h="601345">
                  <a:moveTo>
                    <a:pt x="41275" y="215900"/>
                  </a:moveTo>
                  <a:lnTo>
                    <a:pt x="34925" y="215900"/>
                  </a:lnTo>
                  <a:lnTo>
                    <a:pt x="34925" y="234950"/>
                  </a:lnTo>
                  <a:lnTo>
                    <a:pt x="41275" y="234950"/>
                  </a:lnTo>
                  <a:lnTo>
                    <a:pt x="41275" y="215900"/>
                  </a:lnTo>
                  <a:close/>
                </a:path>
                <a:path w="76200" h="601345">
                  <a:moveTo>
                    <a:pt x="41275" y="241300"/>
                  </a:moveTo>
                  <a:lnTo>
                    <a:pt x="34925" y="241300"/>
                  </a:lnTo>
                  <a:lnTo>
                    <a:pt x="34925" y="260350"/>
                  </a:lnTo>
                  <a:lnTo>
                    <a:pt x="41275" y="260350"/>
                  </a:lnTo>
                  <a:lnTo>
                    <a:pt x="41275" y="241300"/>
                  </a:lnTo>
                  <a:close/>
                </a:path>
                <a:path w="76200" h="601345">
                  <a:moveTo>
                    <a:pt x="41275" y="266700"/>
                  </a:moveTo>
                  <a:lnTo>
                    <a:pt x="34925" y="266700"/>
                  </a:lnTo>
                  <a:lnTo>
                    <a:pt x="34925" y="285750"/>
                  </a:lnTo>
                  <a:lnTo>
                    <a:pt x="41275" y="285750"/>
                  </a:lnTo>
                  <a:lnTo>
                    <a:pt x="41275" y="266700"/>
                  </a:lnTo>
                  <a:close/>
                </a:path>
                <a:path w="76200" h="601345">
                  <a:moveTo>
                    <a:pt x="41275" y="292100"/>
                  </a:moveTo>
                  <a:lnTo>
                    <a:pt x="34925" y="292100"/>
                  </a:lnTo>
                  <a:lnTo>
                    <a:pt x="34925" y="311150"/>
                  </a:lnTo>
                  <a:lnTo>
                    <a:pt x="41275" y="311150"/>
                  </a:lnTo>
                  <a:lnTo>
                    <a:pt x="41275" y="292100"/>
                  </a:lnTo>
                  <a:close/>
                </a:path>
                <a:path w="76200" h="601345">
                  <a:moveTo>
                    <a:pt x="41275" y="317500"/>
                  </a:moveTo>
                  <a:lnTo>
                    <a:pt x="34925" y="317500"/>
                  </a:lnTo>
                  <a:lnTo>
                    <a:pt x="34925" y="336550"/>
                  </a:lnTo>
                  <a:lnTo>
                    <a:pt x="41275" y="336550"/>
                  </a:lnTo>
                  <a:lnTo>
                    <a:pt x="41275" y="317500"/>
                  </a:lnTo>
                  <a:close/>
                </a:path>
                <a:path w="76200" h="601345">
                  <a:moveTo>
                    <a:pt x="41275" y="342900"/>
                  </a:moveTo>
                  <a:lnTo>
                    <a:pt x="34925" y="342900"/>
                  </a:lnTo>
                  <a:lnTo>
                    <a:pt x="34925" y="361950"/>
                  </a:lnTo>
                  <a:lnTo>
                    <a:pt x="41275" y="361950"/>
                  </a:lnTo>
                  <a:lnTo>
                    <a:pt x="41275" y="342900"/>
                  </a:lnTo>
                  <a:close/>
                </a:path>
                <a:path w="76200" h="601345">
                  <a:moveTo>
                    <a:pt x="41275" y="368300"/>
                  </a:moveTo>
                  <a:lnTo>
                    <a:pt x="34925" y="368300"/>
                  </a:lnTo>
                  <a:lnTo>
                    <a:pt x="34925" y="387350"/>
                  </a:lnTo>
                  <a:lnTo>
                    <a:pt x="41275" y="387350"/>
                  </a:lnTo>
                  <a:lnTo>
                    <a:pt x="41275" y="368300"/>
                  </a:lnTo>
                  <a:close/>
                </a:path>
                <a:path w="76200" h="601345">
                  <a:moveTo>
                    <a:pt x="41275" y="393700"/>
                  </a:moveTo>
                  <a:lnTo>
                    <a:pt x="34925" y="393700"/>
                  </a:lnTo>
                  <a:lnTo>
                    <a:pt x="34925" y="412750"/>
                  </a:lnTo>
                  <a:lnTo>
                    <a:pt x="41275" y="412750"/>
                  </a:lnTo>
                  <a:lnTo>
                    <a:pt x="41275" y="393700"/>
                  </a:lnTo>
                  <a:close/>
                </a:path>
                <a:path w="76200" h="601345">
                  <a:moveTo>
                    <a:pt x="41275" y="419100"/>
                  </a:moveTo>
                  <a:lnTo>
                    <a:pt x="34925" y="419100"/>
                  </a:lnTo>
                  <a:lnTo>
                    <a:pt x="34925" y="438150"/>
                  </a:lnTo>
                  <a:lnTo>
                    <a:pt x="41275" y="438150"/>
                  </a:lnTo>
                  <a:lnTo>
                    <a:pt x="41275" y="419100"/>
                  </a:lnTo>
                  <a:close/>
                </a:path>
                <a:path w="76200" h="601345">
                  <a:moveTo>
                    <a:pt x="41275" y="444500"/>
                  </a:moveTo>
                  <a:lnTo>
                    <a:pt x="34925" y="444500"/>
                  </a:lnTo>
                  <a:lnTo>
                    <a:pt x="34925" y="463550"/>
                  </a:lnTo>
                  <a:lnTo>
                    <a:pt x="41275" y="463550"/>
                  </a:lnTo>
                  <a:lnTo>
                    <a:pt x="41275" y="444500"/>
                  </a:lnTo>
                  <a:close/>
                </a:path>
                <a:path w="76200" h="601345">
                  <a:moveTo>
                    <a:pt x="41275" y="469900"/>
                  </a:moveTo>
                  <a:lnTo>
                    <a:pt x="34925" y="469900"/>
                  </a:lnTo>
                  <a:lnTo>
                    <a:pt x="34925" y="488950"/>
                  </a:lnTo>
                  <a:lnTo>
                    <a:pt x="41275" y="488950"/>
                  </a:lnTo>
                  <a:lnTo>
                    <a:pt x="41275" y="469900"/>
                  </a:lnTo>
                  <a:close/>
                </a:path>
                <a:path w="76200" h="601345">
                  <a:moveTo>
                    <a:pt x="41275" y="495300"/>
                  </a:moveTo>
                  <a:lnTo>
                    <a:pt x="34925" y="495300"/>
                  </a:lnTo>
                  <a:lnTo>
                    <a:pt x="34925" y="514350"/>
                  </a:lnTo>
                  <a:lnTo>
                    <a:pt x="41275" y="514350"/>
                  </a:lnTo>
                  <a:lnTo>
                    <a:pt x="41275" y="495300"/>
                  </a:lnTo>
                  <a:close/>
                </a:path>
                <a:path w="76200" h="601345">
                  <a:moveTo>
                    <a:pt x="41275" y="520700"/>
                  </a:moveTo>
                  <a:lnTo>
                    <a:pt x="34925" y="520700"/>
                  </a:lnTo>
                  <a:lnTo>
                    <a:pt x="34925" y="539750"/>
                  </a:lnTo>
                  <a:lnTo>
                    <a:pt x="41275" y="539750"/>
                  </a:lnTo>
                  <a:lnTo>
                    <a:pt x="41275" y="520700"/>
                  </a:lnTo>
                  <a:close/>
                </a:path>
                <a:path w="76200" h="601345">
                  <a:moveTo>
                    <a:pt x="41275" y="546100"/>
                  </a:moveTo>
                  <a:lnTo>
                    <a:pt x="34925" y="546100"/>
                  </a:lnTo>
                  <a:lnTo>
                    <a:pt x="34925" y="565150"/>
                  </a:lnTo>
                  <a:lnTo>
                    <a:pt x="41275" y="565150"/>
                  </a:lnTo>
                  <a:lnTo>
                    <a:pt x="41275" y="546100"/>
                  </a:lnTo>
                  <a:close/>
                </a:path>
                <a:path w="76200" h="601345">
                  <a:moveTo>
                    <a:pt x="41275" y="571500"/>
                  </a:moveTo>
                  <a:lnTo>
                    <a:pt x="34925" y="571500"/>
                  </a:lnTo>
                  <a:lnTo>
                    <a:pt x="34925" y="590550"/>
                  </a:lnTo>
                  <a:lnTo>
                    <a:pt x="41275" y="590550"/>
                  </a:lnTo>
                  <a:lnTo>
                    <a:pt x="41275" y="571500"/>
                  </a:lnTo>
                  <a:close/>
                </a:path>
                <a:path w="76200" h="601345">
                  <a:moveTo>
                    <a:pt x="41275" y="596900"/>
                  </a:moveTo>
                  <a:lnTo>
                    <a:pt x="34925" y="596900"/>
                  </a:lnTo>
                  <a:lnTo>
                    <a:pt x="34925" y="601091"/>
                  </a:lnTo>
                  <a:lnTo>
                    <a:pt x="41275" y="601091"/>
                  </a:lnTo>
                  <a:lnTo>
                    <a:pt x="41275" y="59690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51526" y="3024123"/>
              <a:ext cx="871855" cy="687070"/>
            </a:xfrm>
            <a:custGeom>
              <a:avLst/>
              <a:gdLst/>
              <a:ahLst/>
              <a:cxnLst/>
              <a:rect l="l" t="t" r="r" b="b"/>
              <a:pathLst>
                <a:path w="871854" h="687070">
                  <a:moveTo>
                    <a:pt x="19050" y="645668"/>
                  </a:moveTo>
                  <a:lnTo>
                    <a:pt x="0" y="645668"/>
                  </a:lnTo>
                  <a:lnTo>
                    <a:pt x="0" y="652018"/>
                  </a:lnTo>
                  <a:lnTo>
                    <a:pt x="19050" y="652018"/>
                  </a:lnTo>
                  <a:lnTo>
                    <a:pt x="19050" y="645668"/>
                  </a:lnTo>
                  <a:close/>
                </a:path>
                <a:path w="871854" h="687070">
                  <a:moveTo>
                    <a:pt x="44450" y="645668"/>
                  </a:moveTo>
                  <a:lnTo>
                    <a:pt x="25400" y="645668"/>
                  </a:lnTo>
                  <a:lnTo>
                    <a:pt x="25400" y="652018"/>
                  </a:lnTo>
                  <a:lnTo>
                    <a:pt x="44450" y="652018"/>
                  </a:lnTo>
                  <a:lnTo>
                    <a:pt x="44450" y="645668"/>
                  </a:lnTo>
                  <a:close/>
                </a:path>
                <a:path w="871854" h="687070">
                  <a:moveTo>
                    <a:pt x="69850" y="645668"/>
                  </a:moveTo>
                  <a:lnTo>
                    <a:pt x="50800" y="645668"/>
                  </a:lnTo>
                  <a:lnTo>
                    <a:pt x="50800" y="652018"/>
                  </a:lnTo>
                  <a:lnTo>
                    <a:pt x="69850" y="652018"/>
                  </a:lnTo>
                  <a:lnTo>
                    <a:pt x="69850" y="645668"/>
                  </a:lnTo>
                  <a:close/>
                </a:path>
                <a:path w="871854" h="687070">
                  <a:moveTo>
                    <a:pt x="95250" y="645668"/>
                  </a:moveTo>
                  <a:lnTo>
                    <a:pt x="76200" y="645668"/>
                  </a:lnTo>
                  <a:lnTo>
                    <a:pt x="76200" y="652018"/>
                  </a:lnTo>
                  <a:lnTo>
                    <a:pt x="95250" y="652018"/>
                  </a:lnTo>
                  <a:lnTo>
                    <a:pt x="95250" y="645668"/>
                  </a:lnTo>
                  <a:close/>
                </a:path>
                <a:path w="871854" h="687070">
                  <a:moveTo>
                    <a:pt x="120650" y="645668"/>
                  </a:moveTo>
                  <a:lnTo>
                    <a:pt x="101600" y="645668"/>
                  </a:lnTo>
                  <a:lnTo>
                    <a:pt x="101600" y="652018"/>
                  </a:lnTo>
                  <a:lnTo>
                    <a:pt x="120650" y="652018"/>
                  </a:lnTo>
                  <a:lnTo>
                    <a:pt x="120650" y="645668"/>
                  </a:lnTo>
                  <a:close/>
                </a:path>
                <a:path w="871854" h="687070">
                  <a:moveTo>
                    <a:pt x="146050" y="645668"/>
                  </a:moveTo>
                  <a:lnTo>
                    <a:pt x="127000" y="645668"/>
                  </a:lnTo>
                  <a:lnTo>
                    <a:pt x="127000" y="652018"/>
                  </a:lnTo>
                  <a:lnTo>
                    <a:pt x="146050" y="652018"/>
                  </a:lnTo>
                  <a:lnTo>
                    <a:pt x="146050" y="645668"/>
                  </a:lnTo>
                  <a:close/>
                </a:path>
                <a:path w="871854" h="687070">
                  <a:moveTo>
                    <a:pt x="171450" y="645668"/>
                  </a:moveTo>
                  <a:lnTo>
                    <a:pt x="152400" y="645668"/>
                  </a:lnTo>
                  <a:lnTo>
                    <a:pt x="152400" y="652018"/>
                  </a:lnTo>
                  <a:lnTo>
                    <a:pt x="171450" y="652018"/>
                  </a:lnTo>
                  <a:lnTo>
                    <a:pt x="171450" y="645668"/>
                  </a:lnTo>
                  <a:close/>
                </a:path>
                <a:path w="871854" h="687070">
                  <a:moveTo>
                    <a:pt x="196850" y="645668"/>
                  </a:moveTo>
                  <a:lnTo>
                    <a:pt x="177800" y="645668"/>
                  </a:lnTo>
                  <a:lnTo>
                    <a:pt x="177800" y="652018"/>
                  </a:lnTo>
                  <a:lnTo>
                    <a:pt x="196850" y="652018"/>
                  </a:lnTo>
                  <a:lnTo>
                    <a:pt x="196850" y="645668"/>
                  </a:lnTo>
                  <a:close/>
                </a:path>
                <a:path w="871854" h="687070">
                  <a:moveTo>
                    <a:pt x="222250" y="645668"/>
                  </a:moveTo>
                  <a:lnTo>
                    <a:pt x="203200" y="645668"/>
                  </a:lnTo>
                  <a:lnTo>
                    <a:pt x="203200" y="652018"/>
                  </a:lnTo>
                  <a:lnTo>
                    <a:pt x="222250" y="652018"/>
                  </a:lnTo>
                  <a:lnTo>
                    <a:pt x="222250" y="645668"/>
                  </a:lnTo>
                  <a:close/>
                </a:path>
                <a:path w="871854" h="687070">
                  <a:moveTo>
                    <a:pt x="247650" y="645668"/>
                  </a:moveTo>
                  <a:lnTo>
                    <a:pt x="228600" y="645668"/>
                  </a:lnTo>
                  <a:lnTo>
                    <a:pt x="228600" y="652018"/>
                  </a:lnTo>
                  <a:lnTo>
                    <a:pt x="247650" y="652018"/>
                  </a:lnTo>
                  <a:lnTo>
                    <a:pt x="247650" y="645668"/>
                  </a:lnTo>
                  <a:close/>
                </a:path>
                <a:path w="871854" h="687070">
                  <a:moveTo>
                    <a:pt x="273050" y="645668"/>
                  </a:moveTo>
                  <a:lnTo>
                    <a:pt x="254000" y="645668"/>
                  </a:lnTo>
                  <a:lnTo>
                    <a:pt x="254000" y="652018"/>
                  </a:lnTo>
                  <a:lnTo>
                    <a:pt x="273050" y="652018"/>
                  </a:lnTo>
                  <a:lnTo>
                    <a:pt x="273050" y="645668"/>
                  </a:lnTo>
                  <a:close/>
                </a:path>
                <a:path w="871854" h="687070">
                  <a:moveTo>
                    <a:pt x="298450" y="645668"/>
                  </a:moveTo>
                  <a:lnTo>
                    <a:pt x="279400" y="645668"/>
                  </a:lnTo>
                  <a:lnTo>
                    <a:pt x="279400" y="652018"/>
                  </a:lnTo>
                  <a:lnTo>
                    <a:pt x="298450" y="652018"/>
                  </a:lnTo>
                  <a:lnTo>
                    <a:pt x="298450" y="645668"/>
                  </a:lnTo>
                  <a:close/>
                </a:path>
                <a:path w="871854" h="687070">
                  <a:moveTo>
                    <a:pt x="323850" y="645668"/>
                  </a:moveTo>
                  <a:lnTo>
                    <a:pt x="304800" y="645668"/>
                  </a:lnTo>
                  <a:lnTo>
                    <a:pt x="304800" y="652018"/>
                  </a:lnTo>
                  <a:lnTo>
                    <a:pt x="323850" y="652018"/>
                  </a:lnTo>
                  <a:lnTo>
                    <a:pt x="323850" y="645668"/>
                  </a:lnTo>
                  <a:close/>
                </a:path>
                <a:path w="871854" h="687070">
                  <a:moveTo>
                    <a:pt x="349250" y="645668"/>
                  </a:moveTo>
                  <a:lnTo>
                    <a:pt x="330200" y="645668"/>
                  </a:lnTo>
                  <a:lnTo>
                    <a:pt x="330200" y="652018"/>
                  </a:lnTo>
                  <a:lnTo>
                    <a:pt x="349250" y="652018"/>
                  </a:lnTo>
                  <a:lnTo>
                    <a:pt x="349250" y="645668"/>
                  </a:lnTo>
                  <a:close/>
                </a:path>
                <a:path w="871854" h="687070">
                  <a:moveTo>
                    <a:pt x="374650" y="645668"/>
                  </a:moveTo>
                  <a:lnTo>
                    <a:pt x="355600" y="645668"/>
                  </a:lnTo>
                  <a:lnTo>
                    <a:pt x="355600" y="652018"/>
                  </a:lnTo>
                  <a:lnTo>
                    <a:pt x="374650" y="652018"/>
                  </a:lnTo>
                  <a:lnTo>
                    <a:pt x="374650" y="645668"/>
                  </a:lnTo>
                  <a:close/>
                </a:path>
                <a:path w="871854" h="687070">
                  <a:moveTo>
                    <a:pt x="400050" y="645668"/>
                  </a:moveTo>
                  <a:lnTo>
                    <a:pt x="381000" y="645668"/>
                  </a:lnTo>
                  <a:lnTo>
                    <a:pt x="381000" y="652018"/>
                  </a:lnTo>
                  <a:lnTo>
                    <a:pt x="400050" y="652018"/>
                  </a:lnTo>
                  <a:lnTo>
                    <a:pt x="400050" y="645668"/>
                  </a:lnTo>
                  <a:close/>
                </a:path>
                <a:path w="871854" h="687070">
                  <a:moveTo>
                    <a:pt x="425450" y="645668"/>
                  </a:moveTo>
                  <a:lnTo>
                    <a:pt x="406400" y="645668"/>
                  </a:lnTo>
                  <a:lnTo>
                    <a:pt x="406400" y="652018"/>
                  </a:lnTo>
                  <a:lnTo>
                    <a:pt x="425450" y="652018"/>
                  </a:lnTo>
                  <a:lnTo>
                    <a:pt x="425450" y="645668"/>
                  </a:lnTo>
                  <a:close/>
                </a:path>
                <a:path w="871854" h="687070">
                  <a:moveTo>
                    <a:pt x="450850" y="645668"/>
                  </a:moveTo>
                  <a:lnTo>
                    <a:pt x="431800" y="645668"/>
                  </a:lnTo>
                  <a:lnTo>
                    <a:pt x="431800" y="652018"/>
                  </a:lnTo>
                  <a:lnTo>
                    <a:pt x="450850" y="652018"/>
                  </a:lnTo>
                  <a:lnTo>
                    <a:pt x="450850" y="645668"/>
                  </a:lnTo>
                  <a:close/>
                </a:path>
                <a:path w="871854" h="687070">
                  <a:moveTo>
                    <a:pt x="476250" y="645668"/>
                  </a:moveTo>
                  <a:lnTo>
                    <a:pt x="457200" y="645668"/>
                  </a:lnTo>
                  <a:lnTo>
                    <a:pt x="457200" y="652018"/>
                  </a:lnTo>
                  <a:lnTo>
                    <a:pt x="476250" y="652018"/>
                  </a:lnTo>
                  <a:lnTo>
                    <a:pt x="476250" y="645668"/>
                  </a:lnTo>
                  <a:close/>
                </a:path>
                <a:path w="871854" h="687070">
                  <a:moveTo>
                    <a:pt x="501650" y="645668"/>
                  </a:moveTo>
                  <a:lnTo>
                    <a:pt x="482600" y="645668"/>
                  </a:lnTo>
                  <a:lnTo>
                    <a:pt x="482600" y="652018"/>
                  </a:lnTo>
                  <a:lnTo>
                    <a:pt x="501650" y="652018"/>
                  </a:lnTo>
                  <a:lnTo>
                    <a:pt x="501650" y="645668"/>
                  </a:lnTo>
                  <a:close/>
                </a:path>
                <a:path w="871854" h="687070">
                  <a:moveTo>
                    <a:pt x="527050" y="645668"/>
                  </a:moveTo>
                  <a:lnTo>
                    <a:pt x="508000" y="645668"/>
                  </a:lnTo>
                  <a:lnTo>
                    <a:pt x="508000" y="652018"/>
                  </a:lnTo>
                  <a:lnTo>
                    <a:pt x="527050" y="652018"/>
                  </a:lnTo>
                  <a:lnTo>
                    <a:pt x="527050" y="645668"/>
                  </a:lnTo>
                  <a:close/>
                </a:path>
                <a:path w="871854" h="687070">
                  <a:moveTo>
                    <a:pt x="615950" y="648843"/>
                  </a:moveTo>
                  <a:lnTo>
                    <a:pt x="609600" y="645668"/>
                  </a:lnTo>
                  <a:lnTo>
                    <a:pt x="539750" y="610743"/>
                  </a:lnTo>
                  <a:lnTo>
                    <a:pt x="539750" y="645668"/>
                  </a:lnTo>
                  <a:lnTo>
                    <a:pt x="533400" y="645668"/>
                  </a:lnTo>
                  <a:lnTo>
                    <a:pt x="533400" y="652018"/>
                  </a:lnTo>
                  <a:lnTo>
                    <a:pt x="539750" y="652018"/>
                  </a:lnTo>
                  <a:lnTo>
                    <a:pt x="539750" y="686943"/>
                  </a:lnTo>
                  <a:lnTo>
                    <a:pt x="609600" y="652018"/>
                  </a:lnTo>
                  <a:lnTo>
                    <a:pt x="615950" y="648843"/>
                  </a:lnTo>
                  <a:close/>
                </a:path>
                <a:path w="871854" h="687070">
                  <a:moveTo>
                    <a:pt x="630555" y="34925"/>
                  </a:moveTo>
                  <a:lnTo>
                    <a:pt x="615950" y="34925"/>
                  </a:lnTo>
                  <a:lnTo>
                    <a:pt x="615950" y="41275"/>
                  </a:lnTo>
                  <a:lnTo>
                    <a:pt x="630555" y="41275"/>
                  </a:lnTo>
                  <a:lnTo>
                    <a:pt x="630555" y="34925"/>
                  </a:lnTo>
                  <a:close/>
                </a:path>
                <a:path w="871854" h="687070">
                  <a:moveTo>
                    <a:pt x="655955" y="34925"/>
                  </a:moveTo>
                  <a:lnTo>
                    <a:pt x="636905" y="34925"/>
                  </a:lnTo>
                  <a:lnTo>
                    <a:pt x="636905" y="41275"/>
                  </a:lnTo>
                  <a:lnTo>
                    <a:pt x="655955" y="41275"/>
                  </a:lnTo>
                  <a:lnTo>
                    <a:pt x="655955" y="34925"/>
                  </a:lnTo>
                  <a:close/>
                </a:path>
                <a:path w="871854" h="687070">
                  <a:moveTo>
                    <a:pt x="681355" y="34925"/>
                  </a:moveTo>
                  <a:lnTo>
                    <a:pt x="662305" y="34925"/>
                  </a:lnTo>
                  <a:lnTo>
                    <a:pt x="662305" y="41275"/>
                  </a:lnTo>
                  <a:lnTo>
                    <a:pt x="681355" y="41275"/>
                  </a:lnTo>
                  <a:lnTo>
                    <a:pt x="681355" y="34925"/>
                  </a:lnTo>
                  <a:close/>
                </a:path>
                <a:path w="871854" h="687070">
                  <a:moveTo>
                    <a:pt x="706755" y="34925"/>
                  </a:moveTo>
                  <a:lnTo>
                    <a:pt x="687705" y="34925"/>
                  </a:lnTo>
                  <a:lnTo>
                    <a:pt x="687705" y="41275"/>
                  </a:lnTo>
                  <a:lnTo>
                    <a:pt x="706755" y="41275"/>
                  </a:lnTo>
                  <a:lnTo>
                    <a:pt x="706755" y="34925"/>
                  </a:lnTo>
                  <a:close/>
                </a:path>
                <a:path w="871854" h="687070">
                  <a:moveTo>
                    <a:pt x="732155" y="34925"/>
                  </a:moveTo>
                  <a:lnTo>
                    <a:pt x="713105" y="34925"/>
                  </a:lnTo>
                  <a:lnTo>
                    <a:pt x="713105" y="41275"/>
                  </a:lnTo>
                  <a:lnTo>
                    <a:pt x="732155" y="41275"/>
                  </a:lnTo>
                  <a:lnTo>
                    <a:pt x="732155" y="34925"/>
                  </a:lnTo>
                  <a:close/>
                </a:path>
                <a:path w="871854" h="687070">
                  <a:moveTo>
                    <a:pt x="757555" y="34925"/>
                  </a:moveTo>
                  <a:lnTo>
                    <a:pt x="738505" y="34925"/>
                  </a:lnTo>
                  <a:lnTo>
                    <a:pt x="738505" y="41275"/>
                  </a:lnTo>
                  <a:lnTo>
                    <a:pt x="757555" y="41275"/>
                  </a:lnTo>
                  <a:lnTo>
                    <a:pt x="757555" y="34925"/>
                  </a:lnTo>
                  <a:close/>
                </a:path>
                <a:path w="871854" h="687070">
                  <a:moveTo>
                    <a:pt x="782955" y="34925"/>
                  </a:moveTo>
                  <a:lnTo>
                    <a:pt x="763905" y="34925"/>
                  </a:lnTo>
                  <a:lnTo>
                    <a:pt x="763905" y="41275"/>
                  </a:lnTo>
                  <a:lnTo>
                    <a:pt x="782955" y="41275"/>
                  </a:lnTo>
                  <a:lnTo>
                    <a:pt x="782955" y="34925"/>
                  </a:lnTo>
                  <a:close/>
                </a:path>
                <a:path w="871854" h="687070">
                  <a:moveTo>
                    <a:pt x="871855" y="38100"/>
                  </a:moveTo>
                  <a:lnTo>
                    <a:pt x="865505" y="34925"/>
                  </a:lnTo>
                  <a:lnTo>
                    <a:pt x="795655" y="0"/>
                  </a:lnTo>
                  <a:lnTo>
                    <a:pt x="795655" y="34925"/>
                  </a:lnTo>
                  <a:lnTo>
                    <a:pt x="789305" y="34925"/>
                  </a:lnTo>
                  <a:lnTo>
                    <a:pt x="789305" y="41275"/>
                  </a:lnTo>
                  <a:lnTo>
                    <a:pt x="795655" y="41275"/>
                  </a:lnTo>
                  <a:lnTo>
                    <a:pt x="795655" y="76200"/>
                  </a:lnTo>
                  <a:lnTo>
                    <a:pt x="865505" y="41275"/>
                  </a:lnTo>
                  <a:lnTo>
                    <a:pt x="871855" y="3810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29248" y="2825242"/>
              <a:ext cx="76200" cy="234950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7423277" y="2587117"/>
            <a:ext cx="1122680" cy="1119505"/>
            <a:chOff x="7423277" y="2587117"/>
            <a:chExt cx="1122680" cy="1119505"/>
          </a:xfrm>
        </p:grpSpPr>
        <p:sp>
          <p:nvSpPr>
            <p:cNvPr id="35" name="object 35"/>
            <p:cNvSpPr/>
            <p:nvPr/>
          </p:nvSpPr>
          <p:spPr>
            <a:xfrm>
              <a:off x="7456932" y="2587116"/>
              <a:ext cx="1089025" cy="1081405"/>
            </a:xfrm>
            <a:custGeom>
              <a:avLst/>
              <a:gdLst/>
              <a:ahLst/>
              <a:cxnLst/>
              <a:rect l="l" t="t" r="r" b="b"/>
              <a:pathLst>
                <a:path w="1089025" h="1081404">
                  <a:moveTo>
                    <a:pt x="620649" y="475107"/>
                  </a:moveTo>
                  <a:lnTo>
                    <a:pt x="539496" y="501142"/>
                  </a:lnTo>
                  <a:lnTo>
                    <a:pt x="561657" y="523849"/>
                  </a:lnTo>
                  <a:lnTo>
                    <a:pt x="0" y="1071753"/>
                  </a:lnTo>
                  <a:lnTo>
                    <a:pt x="8890" y="1080897"/>
                  </a:lnTo>
                  <a:lnTo>
                    <a:pt x="570509" y="532904"/>
                  </a:lnTo>
                  <a:lnTo>
                    <a:pt x="592709" y="555625"/>
                  </a:lnTo>
                  <a:lnTo>
                    <a:pt x="606806" y="514985"/>
                  </a:lnTo>
                  <a:lnTo>
                    <a:pt x="620649" y="475107"/>
                  </a:lnTo>
                  <a:close/>
                </a:path>
                <a:path w="1089025" h="1081404">
                  <a:moveTo>
                    <a:pt x="1088644" y="0"/>
                  </a:moveTo>
                  <a:lnTo>
                    <a:pt x="1007999" y="27686"/>
                  </a:lnTo>
                  <a:lnTo>
                    <a:pt x="1030706" y="49974"/>
                  </a:lnTo>
                  <a:lnTo>
                    <a:pt x="617855" y="470662"/>
                  </a:lnTo>
                  <a:lnTo>
                    <a:pt x="626872" y="479679"/>
                  </a:lnTo>
                  <a:lnTo>
                    <a:pt x="1039749" y="58851"/>
                  </a:lnTo>
                  <a:lnTo>
                    <a:pt x="1062355" y="81026"/>
                  </a:lnTo>
                  <a:lnTo>
                    <a:pt x="1075372" y="40894"/>
                  </a:lnTo>
                  <a:lnTo>
                    <a:pt x="10886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423277" y="3062224"/>
              <a:ext cx="76200" cy="601345"/>
            </a:xfrm>
            <a:custGeom>
              <a:avLst/>
              <a:gdLst/>
              <a:ahLst/>
              <a:cxnLst/>
              <a:rect l="l" t="t" r="r" b="b"/>
              <a:pathLst>
                <a:path w="76200" h="601345">
                  <a:moveTo>
                    <a:pt x="41275" y="63500"/>
                  </a:moveTo>
                  <a:lnTo>
                    <a:pt x="34925" y="63500"/>
                  </a:lnTo>
                  <a:lnTo>
                    <a:pt x="34925" y="82550"/>
                  </a:lnTo>
                  <a:lnTo>
                    <a:pt x="41275" y="82550"/>
                  </a:lnTo>
                  <a:lnTo>
                    <a:pt x="41275" y="63500"/>
                  </a:lnTo>
                  <a:close/>
                </a:path>
                <a:path w="76200" h="601345">
                  <a:moveTo>
                    <a:pt x="38100" y="0"/>
                  </a:moveTo>
                  <a:lnTo>
                    <a:pt x="0" y="76200"/>
                  </a:lnTo>
                  <a:lnTo>
                    <a:pt x="34925" y="76200"/>
                  </a:lnTo>
                  <a:lnTo>
                    <a:pt x="34925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601345">
                  <a:moveTo>
                    <a:pt x="69850" y="63500"/>
                  </a:moveTo>
                  <a:lnTo>
                    <a:pt x="41275" y="63500"/>
                  </a:lnTo>
                  <a:lnTo>
                    <a:pt x="4127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  <a:path w="76200" h="601345">
                  <a:moveTo>
                    <a:pt x="41275" y="88900"/>
                  </a:moveTo>
                  <a:lnTo>
                    <a:pt x="34925" y="88900"/>
                  </a:lnTo>
                  <a:lnTo>
                    <a:pt x="34925" y="107950"/>
                  </a:lnTo>
                  <a:lnTo>
                    <a:pt x="41275" y="107950"/>
                  </a:lnTo>
                  <a:lnTo>
                    <a:pt x="41275" y="88900"/>
                  </a:lnTo>
                  <a:close/>
                </a:path>
                <a:path w="76200" h="601345">
                  <a:moveTo>
                    <a:pt x="41275" y="114300"/>
                  </a:moveTo>
                  <a:lnTo>
                    <a:pt x="34925" y="114300"/>
                  </a:lnTo>
                  <a:lnTo>
                    <a:pt x="34925" y="133350"/>
                  </a:lnTo>
                  <a:lnTo>
                    <a:pt x="41275" y="133350"/>
                  </a:lnTo>
                  <a:lnTo>
                    <a:pt x="41275" y="114300"/>
                  </a:lnTo>
                  <a:close/>
                </a:path>
                <a:path w="76200" h="601345">
                  <a:moveTo>
                    <a:pt x="41275" y="139700"/>
                  </a:moveTo>
                  <a:lnTo>
                    <a:pt x="34925" y="139700"/>
                  </a:lnTo>
                  <a:lnTo>
                    <a:pt x="34925" y="158750"/>
                  </a:lnTo>
                  <a:lnTo>
                    <a:pt x="41275" y="158750"/>
                  </a:lnTo>
                  <a:lnTo>
                    <a:pt x="41275" y="139700"/>
                  </a:lnTo>
                  <a:close/>
                </a:path>
                <a:path w="76200" h="601345">
                  <a:moveTo>
                    <a:pt x="41275" y="165100"/>
                  </a:moveTo>
                  <a:lnTo>
                    <a:pt x="34925" y="165100"/>
                  </a:lnTo>
                  <a:lnTo>
                    <a:pt x="34925" y="184150"/>
                  </a:lnTo>
                  <a:lnTo>
                    <a:pt x="41275" y="184150"/>
                  </a:lnTo>
                  <a:lnTo>
                    <a:pt x="41275" y="165100"/>
                  </a:lnTo>
                  <a:close/>
                </a:path>
                <a:path w="76200" h="601345">
                  <a:moveTo>
                    <a:pt x="41275" y="190500"/>
                  </a:moveTo>
                  <a:lnTo>
                    <a:pt x="34925" y="190500"/>
                  </a:lnTo>
                  <a:lnTo>
                    <a:pt x="34925" y="209550"/>
                  </a:lnTo>
                  <a:lnTo>
                    <a:pt x="41275" y="209550"/>
                  </a:lnTo>
                  <a:lnTo>
                    <a:pt x="41275" y="190500"/>
                  </a:lnTo>
                  <a:close/>
                </a:path>
                <a:path w="76200" h="601345">
                  <a:moveTo>
                    <a:pt x="41275" y="215900"/>
                  </a:moveTo>
                  <a:lnTo>
                    <a:pt x="34925" y="215900"/>
                  </a:lnTo>
                  <a:lnTo>
                    <a:pt x="34925" y="234950"/>
                  </a:lnTo>
                  <a:lnTo>
                    <a:pt x="41275" y="234950"/>
                  </a:lnTo>
                  <a:lnTo>
                    <a:pt x="41275" y="215900"/>
                  </a:lnTo>
                  <a:close/>
                </a:path>
                <a:path w="76200" h="601345">
                  <a:moveTo>
                    <a:pt x="41275" y="241300"/>
                  </a:moveTo>
                  <a:lnTo>
                    <a:pt x="34925" y="241300"/>
                  </a:lnTo>
                  <a:lnTo>
                    <a:pt x="34925" y="260350"/>
                  </a:lnTo>
                  <a:lnTo>
                    <a:pt x="41275" y="260350"/>
                  </a:lnTo>
                  <a:lnTo>
                    <a:pt x="41275" y="241300"/>
                  </a:lnTo>
                  <a:close/>
                </a:path>
                <a:path w="76200" h="601345">
                  <a:moveTo>
                    <a:pt x="41275" y="266700"/>
                  </a:moveTo>
                  <a:lnTo>
                    <a:pt x="34925" y="266700"/>
                  </a:lnTo>
                  <a:lnTo>
                    <a:pt x="34925" y="285750"/>
                  </a:lnTo>
                  <a:lnTo>
                    <a:pt x="41275" y="285750"/>
                  </a:lnTo>
                  <a:lnTo>
                    <a:pt x="41275" y="266700"/>
                  </a:lnTo>
                  <a:close/>
                </a:path>
                <a:path w="76200" h="601345">
                  <a:moveTo>
                    <a:pt x="41275" y="292100"/>
                  </a:moveTo>
                  <a:lnTo>
                    <a:pt x="34925" y="292100"/>
                  </a:lnTo>
                  <a:lnTo>
                    <a:pt x="34925" y="311150"/>
                  </a:lnTo>
                  <a:lnTo>
                    <a:pt x="41275" y="311150"/>
                  </a:lnTo>
                  <a:lnTo>
                    <a:pt x="41275" y="292100"/>
                  </a:lnTo>
                  <a:close/>
                </a:path>
                <a:path w="76200" h="601345">
                  <a:moveTo>
                    <a:pt x="41275" y="317500"/>
                  </a:moveTo>
                  <a:lnTo>
                    <a:pt x="34925" y="317500"/>
                  </a:lnTo>
                  <a:lnTo>
                    <a:pt x="34925" y="336550"/>
                  </a:lnTo>
                  <a:lnTo>
                    <a:pt x="41275" y="336550"/>
                  </a:lnTo>
                  <a:lnTo>
                    <a:pt x="41275" y="317500"/>
                  </a:lnTo>
                  <a:close/>
                </a:path>
                <a:path w="76200" h="601345">
                  <a:moveTo>
                    <a:pt x="41275" y="342900"/>
                  </a:moveTo>
                  <a:lnTo>
                    <a:pt x="34925" y="342900"/>
                  </a:lnTo>
                  <a:lnTo>
                    <a:pt x="34925" y="361950"/>
                  </a:lnTo>
                  <a:lnTo>
                    <a:pt x="41275" y="361950"/>
                  </a:lnTo>
                  <a:lnTo>
                    <a:pt x="41275" y="342900"/>
                  </a:lnTo>
                  <a:close/>
                </a:path>
                <a:path w="76200" h="601345">
                  <a:moveTo>
                    <a:pt x="41275" y="368300"/>
                  </a:moveTo>
                  <a:lnTo>
                    <a:pt x="34925" y="368300"/>
                  </a:lnTo>
                  <a:lnTo>
                    <a:pt x="34925" y="387350"/>
                  </a:lnTo>
                  <a:lnTo>
                    <a:pt x="41275" y="387350"/>
                  </a:lnTo>
                  <a:lnTo>
                    <a:pt x="41275" y="368300"/>
                  </a:lnTo>
                  <a:close/>
                </a:path>
                <a:path w="76200" h="601345">
                  <a:moveTo>
                    <a:pt x="41275" y="393700"/>
                  </a:moveTo>
                  <a:lnTo>
                    <a:pt x="34925" y="393700"/>
                  </a:lnTo>
                  <a:lnTo>
                    <a:pt x="34925" y="412750"/>
                  </a:lnTo>
                  <a:lnTo>
                    <a:pt x="41275" y="412750"/>
                  </a:lnTo>
                  <a:lnTo>
                    <a:pt x="41275" y="393700"/>
                  </a:lnTo>
                  <a:close/>
                </a:path>
                <a:path w="76200" h="601345">
                  <a:moveTo>
                    <a:pt x="41275" y="419100"/>
                  </a:moveTo>
                  <a:lnTo>
                    <a:pt x="34925" y="419100"/>
                  </a:lnTo>
                  <a:lnTo>
                    <a:pt x="34925" y="438150"/>
                  </a:lnTo>
                  <a:lnTo>
                    <a:pt x="41275" y="438150"/>
                  </a:lnTo>
                  <a:lnTo>
                    <a:pt x="41275" y="419100"/>
                  </a:lnTo>
                  <a:close/>
                </a:path>
                <a:path w="76200" h="601345">
                  <a:moveTo>
                    <a:pt x="41275" y="444500"/>
                  </a:moveTo>
                  <a:lnTo>
                    <a:pt x="34925" y="444500"/>
                  </a:lnTo>
                  <a:lnTo>
                    <a:pt x="34925" y="463550"/>
                  </a:lnTo>
                  <a:lnTo>
                    <a:pt x="41275" y="463550"/>
                  </a:lnTo>
                  <a:lnTo>
                    <a:pt x="41275" y="444500"/>
                  </a:lnTo>
                  <a:close/>
                </a:path>
                <a:path w="76200" h="601345">
                  <a:moveTo>
                    <a:pt x="41275" y="469900"/>
                  </a:moveTo>
                  <a:lnTo>
                    <a:pt x="34925" y="469900"/>
                  </a:lnTo>
                  <a:lnTo>
                    <a:pt x="34925" y="488950"/>
                  </a:lnTo>
                  <a:lnTo>
                    <a:pt x="41275" y="488950"/>
                  </a:lnTo>
                  <a:lnTo>
                    <a:pt x="41275" y="469900"/>
                  </a:lnTo>
                  <a:close/>
                </a:path>
                <a:path w="76200" h="601345">
                  <a:moveTo>
                    <a:pt x="41275" y="495300"/>
                  </a:moveTo>
                  <a:lnTo>
                    <a:pt x="34925" y="495300"/>
                  </a:lnTo>
                  <a:lnTo>
                    <a:pt x="34925" y="514350"/>
                  </a:lnTo>
                  <a:lnTo>
                    <a:pt x="41275" y="514350"/>
                  </a:lnTo>
                  <a:lnTo>
                    <a:pt x="41275" y="495300"/>
                  </a:lnTo>
                  <a:close/>
                </a:path>
                <a:path w="76200" h="601345">
                  <a:moveTo>
                    <a:pt x="41275" y="520700"/>
                  </a:moveTo>
                  <a:lnTo>
                    <a:pt x="34925" y="520700"/>
                  </a:lnTo>
                  <a:lnTo>
                    <a:pt x="34925" y="539750"/>
                  </a:lnTo>
                  <a:lnTo>
                    <a:pt x="41275" y="539750"/>
                  </a:lnTo>
                  <a:lnTo>
                    <a:pt x="41275" y="520700"/>
                  </a:lnTo>
                  <a:close/>
                </a:path>
                <a:path w="76200" h="601345">
                  <a:moveTo>
                    <a:pt x="41275" y="546100"/>
                  </a:moveTo>
                  <a:lnTo>
                    <a:pt x="34925" y="546100"/>
                  </a:lnTo>
                  <a:lnTo>
                    <a:pt x="34925" y="565150"/>
                  </a:lnTo>
                  <a:lnTo>
                    <a:pt x="41275" y="565150"/>
                  </a:lnTo>
                  <a:lnTo>
                    <a:pt x="41275" y="546100"/>
                  </a:lnTo>
                  <a:close/>
                </a:path>
                <a:path w="76200" h="601345">
                  <a:moveTo>
                    <a:pt x="41275" y="571500"/>
                  </a:moveTo>
                  <a:lnTo>
                    <a:pt x="34925" y="571500"/>
                  </a:lnTo>
                  <a:lnTo>
                    <a:pt x="34925" y="590550"/>
                  </a:lnTo>
                  <a:lnTo>
                    <a:pt x="41275" y="590550"/>
                  </a:lnTo>
                  <a:lnTo>
                    <a:pt x="41275" y="571500"/>
                  </a:lnTo>
                  <a:close/>
                </a:path>
                <a:path w="76200" h="601345">
                  <a:moveTo>
                    <a:pt x="41275" y="596900"/>
                  </a:moveTo>
                  <a:lnTo>
                    <a:pt x="34925" y="596900"/>
                  </a:lnTo>
                  <a:lnTo>
                    <a:pt x="34925" y="601218"/>
                  </a:lnTo>
                  <a:lnTo>
                    <a:pt x="41275" y="601218"/>
                  </a:lnTo>
                  <a:lnTo>
                    <a:pt x="41275" y="59690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461631" y="3019424"/>
              <a:ext cx="1083945" cy="687070"/>
            </a:xfrm>
            <a:custGeom>
              <a:avLst/>
              <a:gdLst/>
              <a:ahLst/>
              <a:cxnLst/>
              <a:rect l="l" t="t" r="r" b="b"/>
              <a:pathLst>
                <a:path w="1083945" h="687070">
                  <a:moveTo>
                    <a:pt x="19050" y="645541"/>
                  </a:moveTo>
                  <a:lnTo>
                    <a:pt x="0" y="645541"/>
                  </a:lnTo>
                  <a:lnTo>
                    <a:pt x="0" y="651891"/>
                  </a:lnTo>
                  <a:lnTo>
                    <a:pt x="19050" y="651891"/>
                  </a:lnTo>
                  <a:lnTo>
                    <a:pt x="19050" y="645541"/>
                  </a:lnTo>
                  <a:close/>
                </a:path>
                <a:path w="1083945" h="687070">
                  <a:moveTo>
                    <a:pt x="44450" y="645541"/>
                  </a:moveTo>
                  <a:lnTo>
                    <a:pt x="25400" y="645541"/>
                  </a:lnTo>
                  <a:lnTo>
                    <a:pt x="25400" y="651891"/>
                  </a:lnTo>
                  <a:lnTo>
                    <a:pt x="44450" y="651891"/>
                  </a:lnTo>
                  <a:lnTo>
                    <a:pt x="44450" y="645541"/>
                  </a:lnTo>
                  <a:close/>
                </a:path>
                <a:path w="1083945" h="687070">
                  <a:moveTo>
                    <a:pt x="69850" y="645541"/>
                  </a:moveTo>
                  <a:lnTo>
                    <a:pt x="50800" y="645541"/>
                  </a:lnTo>
                  <a:lnTo>
                    <a:pt x="50800" y="651891"/>
                  </a:lnTo>
                  <a:lnTo>
                    <a:pt x="69850" y="651891"/>
                  </a:lnTo>
                  <a:lnTo>
                    <a:pt x="69850" y="645541"/>
                  </a:lnTo>
                  <a:close/>
                </a:path>
                <a:path w="1083945" h="687070">
                  <a:moveTo>
                    <a:pt x="95250" y="645541"/>
                  </a:moveTo>
                  <a:lnTo>
                    <a:pt x="76200" y="645541"/>
                  </a:lnTo>
                  <a:lnTo>
                    <a:pt x="76200" y="651891"/>
                  </a:lnTo>
                  <a:lnTo>
                    <a:pt x="95250" y="651891"/>
                  </a:lnTo>
                  <a:lnTo>
                    <a:pt x="95250" y="645541"/>
                  </a:lnTo>
                  <a:close/>
                </a:path>
                <a:path w="1083945" h="687070">
                  <a:moveTo>
                    <a:pt x="120650" y="645541"/>
                  </a:moveTo>
                  <a:lnTo>
                    <a:pt x="101600" y="645541"/>
                  </a:lnTo>
                  <a:lnTo>
                    <a:pt x="101600" y="651891"/>
                  </a:lnTo>
                  <a:lnTo>
                    <a:pt x="120650" y="651891"/>
                  </a:lnTo>
                  <a:lnTo>
                    <a:pt x="120650" y="645541"/>
                  </a:lnTo>
                  <a:close/>
                </a:path>
                <a:path w="1083945" h="687070">
                  <a:moveTo>
                    <a:pt x="146050" y="645541"/>
                  </a:moveTo>
                  <a:lnTo>
                    <a:pt x="127000" y="645541"/>
                  </a:lnTo>
                  <a:lnTo>
                    <a:pt x="127000" y="651891"/>
                  </a:lnTo>
                  <a:lnTo>
                    <a:pt x="146050" y="651891"/>
                  </a:lnTo>
                  <a:lnTo>
                    <a:pt x="146050" y="645541"/>
                  </a:lnTo>
                  <a:close/>
                </a:path>
                <a:path w="1083945" h="687070">
                  <a:moveTo>
                    <a:pt x="171450" y="645541"/>
                  </a:moveTo>
                  <a:lnTo>
                    <a:pt x="152400" y="645541"/>
                  </a:lnTo>
                  <a:lnTo>
                    <a:pt x="152400" y="651891"/>
                  </a:lnTo>
                  <a:lnTo>
                    <a:pt x="171450" y="651891"/>
                  </a:lnTo>
                  <a:lnTo>
                    <a:pt x="171450" y="645541"/>
                  </a:lnTo>
                  <a:close/>
                </a:path>
                <a:path w="1083945" h="687070">
                  <a:moveTo>
                    <a:pt x="196850" y="645541"/>
                  </a:moveTo>
                  <a:lnTo>
                    <a:pt x="177800" y="645541"/>
                  </a:lnTo>
                  <a:lnTo>
                    <a:pt x="177800" y="651891"/>
                  </a:lnTo>
                  <a:lnTo>
                    <a:pt x="196850" y="651891"/>
                  </a:lnTo>
                  <a:lnTo>
                    <a:pt x="196850" y="645541"/>
                  </a:lnTo>
                  <a:close/>
                </a:path>
                <a:path w="1083945" h="687070">
                  <a:moveTo>
                    <a:pt x="222250" y="645541"/>
                  </a:moveTo>
                  <a:lnTo>
                    <a:pt x="203200" y="645541"/>
                  </a:lnTo>
                  <a:lnTo>
                    <a:pt x="203200" y="651891"/>
                  </a:lnTo>
                  <a:lnTo>
                    <a:pt x="222250" y="651891"/>
                  </a:lnTo>
                  <a:lnTo>
                    <a:pt x="222250" y="645541"/>
                  </a:lnTo>
                  <a:close/>
                </a:path>
                <a:path w="1083945" h="687070">
                  <a:moveTo>
                    <a:pt x="247650" y="645541"/>
                  </a:moveTo>
                  <a:lnTo>
                    <a:pt x="228600" y="645541"/>
                  </a:lnTo>
                  <a:lnTo>
                    <a:pt x="228600" y="651891"/>
                  </a:lnTo>
                  <a:lnTo>
                    <a:pt x="247650" y="651891"/>
                  </a:lnTo>
                  <a:lnTo>
                    <a:pt x="247650" y="645541"/>
                  </a:lnTo>
                  <a:close/>
                </a:path>
                <a:path w="1083945" h="687070">
                  <a:moveTo>
                    <a:pt x="273050" y="645541"/>
                  </a:moveTo>
                  <a:lnTo>
                    <a:pt x="254000" y="645541"/>
                  </a:lnTo>
                  <a:lnTo>
                    <a:pt x="254000" y="651891"/>
                  </a:lnTo>
                  <a:lnTo>
                    <a:pt x="273050" y="651891"/>
                  </a:lnTo>
                  <a:lnTo>
                    <a:pt x="273050" y="645541"/>
                  </a:lnTo>
                  <a:close/>
                </a:path>
                <a:path w="1083945" h="687070">
                  <a:moveTo>
                    <a:pt x="298450" y="645541"/>
                  </a:moveTo>
                  <a:lnTo>
                    <a:pt x="279400" y="645541"/>
                  </a:lnTo>
                  <a:lnTo>
                    <a:pt x="279400" y="651891"/>
                  </a:lnTo>
                  <a:lnTo>
                    <a:pt x="298450" y="651891"/>
                  </a:lnTo>
                  <a:lnTo>
                    <a:pt x="298450" y="645541"/>
                  </a:lnTo>
                  <a:close/>
                </a:path>
                <a:path w="1083945" h="687070">
                  <a:moveTo>
                    <a:pt x="323850" y="645541"/>
                  </a:moveTo>
                  <a:lnTo>
                    <a:pt x="304800" y="645541"/>
                  </a:lnTo>
                  <a:lnTo>
                    <a:pt x="304800" y="651891"/>
                  </a:lnTo>
                  <a:lnTo>
                    <a:pt x="323850" y="651891"/>
                  </a:lnTo>
                  <a:lnTo>
                    <a:pt x="323850" y="645541"/>
                  </a:lnTo>
                  <a:close/>
                </a:path>
                <a:path w="1083945" h="687070">
                  <a:moveTo>
                    <a:pt x="349250" y="645541"/>
                  </a:moveTo>
                  <a:lnTo>
                    <a:pt x="330200" y="645541"/>
                  </a:lnTo>
                  <a:lnTo>
                    <a:pt x="330200" y="651891"/>
                  </a:lnTo>
                  <a:lnTo>
                    <a:pt x="349250" y="651891"/>
                  </a:lnTo>
                  <a:lnTo>
                    <a:pt x="349250" y="645541"/>
                  </a:lnTo>
                  <a:close/>
                </a:path>
                <a:path w="1083945" h="687070">
                  <a:moveTo>
                    <a:pt x="374650" y="645541"/>
                  </a:moveTo>
                  <a:lnTo>
                    <a:pt x="355600" y="645541"/>
                  </a:lnTo>
                  <a:lnTo>
                    <a:pt x="355600" y="651891"/>
                  </a:lnTo>
                  <a:lnTo>
                    <a:pt x="374650" y="651891"/>
                  </a:lnTo>
                  <a:lnTo>
                    <a:pt x="374650" y="645541"/>
                  </a:lnTo>
                  <a:close/>
                </a:path>
                <a:path w="1083945" h="687070">
                  <a:moveTo>
                    <a:pt x="400050" y="645541"/>
                  </a:moveTo>
                  <a:lnTo>
                    <a:pt x="381000" y="645541"/>
                  </a:lnTo>
                  <a:lnTo>
                    <a:pt x="381000" y="651891"/>
                  </a:lnTo>
                  <a:lnTo>
                    <a:pt x="400050" y="651891"/>
                  </a:lnTo>
                  <a:lnTo>
                    <a:pt x="400050" y="645541"/>
                  </a:lnTo>
                  <a:close/>
                </a:path>
                <a:path w="1083945" h="687070">
                  <a:moveTo>
                    <a:pt x="425450" y="645541"/>
                  </a:moveTo>
                  <a:lnTo>
                    <a:pt x="406400" y="645541"/>
                  </a:lnTo>
                  <a:lnTo>
                    <a:pt x="406400" y="651891"/>
                  </a:lnTo>
                  <a:lnTo>
                    <a:pt x="425450" y="651891"/>
                  </a:lnTo>
                  <a:lnTo>
                    <a:pt x="425450" y="645541"/>
                  </a:lnTo>
                  <a:close/>
                </a:path>
                <a:path w="1083945" h="687070">
                  <a:moveTo>
                    <a:pt x="450850" y="645541"/>
                  </a:moveTo>
                  <a:lnTo>
                    <a:pt x="431800" y="645541"/>
                  </a:lnTo>
                  <a:lnTo>
                    <a:pt x="431800" y="651891"/>
                  </a:lnTo>
                  <a:lnTo>
                    <a:pt x="450850" y="651891"/>
                  </a:lnTo>
                  <a:lnTo>
                    <a:pt x="450850" y="645541"/>
                  </a:lnTo>
                  <a:close/>
                </a:path>
                <a:path w="1083945" h="687070">
                  <a:moveTo>
                    <a:pt x="476250" y="645541"/>
                  </a:moveTo>
                  <a:lnTo>
                    <a:pt x="457200" y="645541"/>
                  </a:lnTo>
                  <a:lnTo>
                    <a:pt x="457200" y="651891"/>
                  </a:lnTo>
                  <a:lnTo>
                    <a:pt x="476250" y="651891"/>
                  </a:lnTo>
                  <a:lnTo>
                    <a:pt x="476250" y="645541"/>
                  </a:lnTo>
                  <a:close/>
                </a:path>
                <a:path w="1083945" h="687070">
                  <a:moveTo>
                    <a:pt x="501650" y="645541"/>
                  </a:moveTo>
                  <a:lnTo>
                    <a:pt x="482600" y="645541"/>
                  </a:lnTo>
                  <a:lnTo>
                    <a:pt x="482600" y="651891"/>
                  </a:lnTo>
                  <a:lnTo>
                    <a:pt x="501650" y="651891"/>
                  </a:lnTo>
                  <a:lnTo>
                    <a:pt x="501650" y="645541"/>
                  </a:lnTo>
                  <a:close/>
                </a:path>
                <a:path w="1083945" h="687070">
                  <a:moveTo>
                    <a:pt x="527050" y="645541"/>
                  </a:moveTo>
                  <a:lnTo>
                    <a:pt x="508000" y="645541"/>
                  </a:lnTo>
                  <a:lnTo>
                    <a:pt x="508000" y="651891"/>
                  </a:lnTo>
                  <a:lnTo>
                    <a:pt x="527050" y="651891"/>
                  </a:lnTo>
                  <a:lnTo>
                    <a:pt x="527050" y="645541"/>
                  </a:lnTo>
                  <a:close/>
                </a:path>
                <a:path w="1083945" h="687070">
                  <a:moveTo>
                    <a:pt x="615950" y="648716"/>
                  </a:moveTo>
                  <a:lnTo>
                    <a:pt x="609600" y="645541"/>
                  </a:lnTo>
                  <a:lnTo>
                    <a:pt x="539750" y="610616"/>
                  </a:lnTo>
                  <a:lnTo>
                    <a:pt x="539750" y="645541"/>
                  </a:lnTo>
                  <a:lnTo>
                    <a:pt x="533400" y="645541"/>
                  </a:lnTo>
                  <a:lnTo>
                    <a:pt x="533400" y="651891"/>
                  </a:lnTo>
                  <a:lnTo>
                    <a:pt x="539750" y="651891"/>
                  </a:lnTo>
                  <a:lnTo>
                    <a:pt x="539750" y="686816"/>
                  </a:lnTo>
                  <a:lnTo>
                    <a:pt x="609600" y="651891"/>
                  </a:lnTo>
                  <a:lnTo>
                    <a:pt x="615950" y="648716"/>
                  </a:lnTo>
                  <a:close/>
                </a:path>
                <a:path w="1083945" h="687070">
                  <a:moveTo>
                    <a:pt x="639445" y="34925"/>
                  </a:moveTo>
                  <a:lnTo>
                    <a:pt x="620395" y="34925"/>
                  </a:lnTo>
                  <a:lnTo>
                    <a:pt x="620395" y="41275"/>
                  </a:lnTo>
                  <a:lnTo>
                    <a:pt x="639445" y="41275"/>
                  </a:lnTo>
                  <a:lnTo>
                    <a:pt x="639445" y="34925"/>
                  </a:lnTo>
                  <a:close/>
                </a:path>
                <a:path w="1083945" h="687070">
                  <a:moveTo>
                    <a:pt x="664845" y="34925"/>
                  </a:moveTo>
                  <a:lnTo>
                    <a:pt x="645795" y="34925"/>
                  </a:lnTo>
                  <a:lnTo>
                    <a:pt x="645795" y="41275"/>
                  </a:lnTo>
                  <a:lnTo>
                    <a:pt x="664845" y="41275"/>
                  </a:lnTo>
                  <a:lnTo>
                    <a:pt x="664845" y="34925"/>
                  </a:lnTo>
                  <a:close/>
                </a:path>
                <a:path w="1083945" h="687070">
                  <a:moveTo>
                    <a:pt x="690245" y="34925"/>
                  </a:moveTo>
                  <a:lnTo>
                    <a:pt x="671195" y="34925"/>
                  </a:lnTo>
                  <a:lnTo>
                    <a:pt x="671195" y="41275"/>
                  </a:lnTo>
                  <a:lnTo>
                    <a:pt x="690245" y="41275"/>
                  </a:lnTo>
                  <a:lnTo>
                    <a:pt x="690245" y="34925"/>
                  </a:lnTo>
                  <a:close/>
                </a:path>
                <a:path w="1083945" h="687070">
                  <a:moveTo>
                    <a:pt x="715645" y="34925"/>
                  </a:moveTo>
                  <a:lnTo>
                    <a:pt x="696595" y="34925"/>
                  </a:lnTo>
                  <a:lnTo>
                    <a:pt x="696595" y="41275"/>
                  </a:lnTo>
                  <a:lnTo>
                    <a:pt x="715645" y="41275"/>
                  </a:lnTo>
                  <a:lnTo>
                    <a:pt x="715645" y="34925"/>
                  </a:lnTo>
                  <a:close/>
                </a:path>
                <a:path w="1083945" h="687070">
                  <a:moveTo>
                    <a:pt x="741045" y="34925"/>
                  </a:moveTo>
                  <a:lnTo>
                    <a:pt x="721995" y="34925"/>
                  </a:lnTo>
                  <a:lnTo>
                    <a:pt x="721995" y="41275"/>
                  </a:lnTo>
                  <a:lnTo>
                    <a:pt x="741045" y="41275"/>
                  </a:lnTo>
                  <a:lnTo>
                    <a:pt x="741045" y="34925"/>
                  </a:lnTo>
                  <a:close/>
                </a:path>
                <a:path w="1083945" h="687070">
                  <a:moveTo>
                    <a:pt x="766445" y="34925"/>
                  </a:moveTo>
                  <a:lnTo>
                    <a:pt x="747395" y="34925"/>
                  </a:lnTo>
                  <a:lnTo>
                    <a:pt x="747395" y="41275"/>
                  </a:lnTo>
                  <a:lnTo>
                    <a:pt x="766445" y="41275"/>
                  </a:lnTo>
                  <a:lnTo>
                    <a:pt x="766445" y="34925"/>
                  </a:lnTo>
                  <a:close/>
                </a:path>
                <a:path w="1083945" h="687070">
                  <a:moveTo>
                    <a:pt x="791845" y="34925"/>
                  </a:moveTo>
                  <a:lnTo>
                    <a:pt x="772795" y="34925"/>
                  </a:lnTo>
                  <a:lnTo>
                    <a:pt x="772795" y="41275"/>
                  </a:lnTo>
                  <a:lnTo>
                    <a:pt x="791845" y="41275"/>
                  </a:lnTo>
                  <a:lnTo>
                    <a:pt x="791845" y="34925"/>
                  </a:lnTo>
                  <a:close/>
                </a:path>
                <a:path w="1083945" h="687070">
                  <a:moveTo>
                    <a:pt x="817245" y="34925"/>
                  </a:moveTo>
                  <a:lnTo>
                    <a:pt x="798195" y="34925"/>
                  </a:lnTo>
                  <a:lnTo>
                    <a:pt x="798195" y="41275"/>
                  </a:lnTo>
                  <a:lnTo>
                    <a:pt x="817245" y="41275"/>
                  </a:lnTo>
                  <a:lnTo>
                    <a:pt x="817245" y="34925"/>
                  </a:lnTo>
                  <a:close/>
                </a:path>
                <a:path w="1083945" h="687070">
                  <a:moveTo>
                    <a:pt x="842645" y="34925"/>
                  </a:moveTo>
                  <a:lnTo>
                    <a:pt x="823595" y="34925"/>
                  </a:lnTo>
                  <a:lnTo>
                    <a:pt x="823595" y="41275"/>
                  </a:lnTo>
                  <a:lnTo>
                    <a:pt x="842645" y="41275"/>
                  </a:lnTo>
                  <a:lnTo>
                    <a:pt x="842645" y="34925"/>
                  </a:lnTo>
                  <a:close/>
                </a:path>
                <a:path w="1083945" h="687070">
                  <a:moveTo>
                    <a:pt x="868045" y="34925"/>
                  </a:moveTo>
                  <a:lnTo>
                    <a:pt x="848995" y="34925"/>
                  </a:lnTo>
                  <a:lnTo>
                    <a:pt x="848995" y="41275"/>
                  </a:lnTo>
                  <a:lnTo>
                    <a:pt x="868045" y="41275"/>
                  </a:lnTo>
                  <a:lnTo>
                    <a:pt x="868045" y="34925"/>
                  </a:lnTo>
                  <a:close/>
                </a:path>
                <a:path w="1083945" h="687070">
                  <a:moveTo>
                    <a:pt x="893445" y="34925"/>
                  </a:moveTo>
                  <a:lnTo>
                    <a:pt x="874395" y="34925"/>
                  </a:lnTo>
                  <a:lnTo>
                    <a:pt x="874395" y="41275"/>
                  </a:lnTo>
                  <a:lnTo>
                    <a:pt x="893445" y="41275"/>
                  </a:lnTo>
                  <a:lnTo>
                    <a:pt x="893445" y="34925"/>
                  </a:lnTo>
                  <a:close/>
                </a:path>
                <a:path w="1083945" h="687070">
                  <a:moveTo>
                    <a:pt x="918845" y="34925"/>
                  </a:moveTo>
                  <a:lnTo>
                    <a:pt x="899795" y="34925"/>
                  </a:lnTo>
                  <a:lnTo>
                    <a:pt x="899795" y="41275"/>
                  </a:lnTo>
                  <a:lnTo>
                    <a:pt x="918845" y="41275"/>
                  </a:lnTo>
                  <a:lnTo>
                    <a:pt x="918845" y="34925"/>
                  </a:lnTo>
                  <a:close/>
                </a:path>
                <a:path w="1083945" h="687070">
                  <a:moveTo>
                    <a:pt x="944245" y="34925"/>
                  </a:moveTo>
                  <a:lnTo>
                    <a:pt x="925195" y="34925"/>
                  </a:lnTo>
                  <a:lnTo>
                    <a:pt x="925195" y="41275"/>
                  </a:lnTo>
                  <a:lnTo>
                    <a:pt x="944245" y="41275"/>
                  </a:lnTo>
                  <a:lnTo>
                    <a:pt x="944245" y="34925"/>
                  </a:lnTo>
                  <a:close/>
                </a:path>
                <a:path w="1083945" h="687070">
                  <a:moveTo>
                    <a:pt x="969645" y="34925"/>
                  </a:moveTo>
                  <a:lnTo>
                    <a:pt x="950595" y="34925"/>
                  </a:lnTo>
                  <a:lnTo>
                    <a:pt x="950595" y="41275"/>
                  </a:lnTo>
                  <a:lnTo>
                    <a:pt x="969645" y="41275"/>
                  </a:lnTo>
                  <a:lnTo>
                    <a:pt x="969645" y="34925"/>
                  </a:lnTo>
                  <a:close/>
                </a:path>
                <a:path w="1083945" h="687070">
                  <a:moveTo>
                    <a:pt x="995045" y="34925"/>
                  </a:moveTo>
                  <a:lnTo>
                    <a:pt x="975995" y="34925"/>
                  </a:lnTo>
                  <a:lnTo>
                    <a:pt x="975995" y="41275"/>
                  </a:lnTo>
                  <a:lnTo>
                    <a:pt x="995045" y="41275"/>
                  </a:lnTo>
                  <a:lnTo>
                    <a:pt x="995045" y="34925"/>
                  </a:lnTo>
                  <a:close/>
                </a:path>
                <a:path w="1083945" h="687070">
                  <a:moveTo>
                    <a:pt x="1083945" y="38100"/>
                  </a:moveTo>
                  <a:lnTo>
                    <a:pt x="1077595" y="34925"/>
                  </a:lnTo>
                  <a:lnTo>
                    <a:pt x="1007745" y="0"/>
                  </a:lnTo>
                  <a:lnTo>
                    <a:pt x="1007745" y="34925"/>
                  </a:lnTo>
                  <a:lnTo>
                    <a:pt x="1001395" y="34925"/>
                  </a:lnTo>
                  <a:lnTo>
                    <a:pt x="1001395" y="41275"/>
                  </a:lnTo>
                  <a:lnTo>
                    <a:pt x="1007745" y="41275"/>
                  </a:lnTo>
                  <a:lnTo>
                    <a:pt x="1007745" y="76200"/>
                  </a:lnTo>
                  <a:lnTo>
                    <a:pt x="1077595" y="41275"/>
                  </a:lnTo>
                  <a:lnTo>
                    <a:pt x="1083945" y="3810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039481" y="2591816"/>
              <a:ext cx="76200" cy="463550"/>
            </a:xfrm>
            <a:custGeom>
              <a:avLst/>
              <a:gdLst/>
              <a:ahLst/>
              <a:cxnLst/>
              <a:rect l="l" t="t" r="r" b="b"/>
              <a:pathLst>
                <a:path w="76200" h="463550">
                  <a:moveTo>
                    <a:pt x="41148" y="63500"/>
                  </a:moveTo>
                  <a:lnTo>
                    <a:pt x="34798" y="63500"/>
                  </a:lnTo>
                  <a:lnTo>
                    <a:pt x="34798" y="82550"/>
                  </a:lnTo>
                  <a:lnTo>
                    <a:pt x="41148" y="82550"/>
                  </a:lnTo>
                  <a:lnTo>
                    <a:pt x="41148" y="63500"/>
                  </a:lnTo>
                  <a:close/>
                </a:path>
                <a:path w="76200" h="463550">
                  <a:moveTo>
                    <a:pt x="38100" y="0"/>
                  </a:moveTo>
                  <a:lnTo>
                    <a:pt x="0" y="76200"/>
                  </a:lnTo>
                  <a:lnTo>
                    <a:pt x="34798" y="76200"/>
                  </a:lnTo>
                  <a:lnTo>
                    <a:pt x="34798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63550">
                  <a:moveTo>
                    <a:pt x="69850" y="63500"/>
                  </a:moveTo>
                  <a:lnTo>
                    <a:pt x="41148" y="63500"/>
                  </a:lnTo>
                  <a:lnTo>
                    <a:pt x="41148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  <a:path w="76200" h="463550">
                  <a:moveTo>
                    <a:pt x="41148" y="88900"/>
                  </a:moveTo>
                  <a:lnTo>
                    <a:pt x="34798" y="88900"/>
                  </a:lnTo>
                  <a:lnTo>
                    <a:pt x="34798" y="107950"/>
                  </a:lnTo>
                  <a:lnTo>
                    <a:pt x="41148" y="107950"/>
                  </a:lnTo>
                  <a:lnTo>
                    <a:pt x="41148" y="88900"/>
                  </a:lnTo>
                  <a:close/>
                </a:path>
                <a:path w="76200" h="463550">
                  <a:moveTo>
                    <a:pt x="41148" y="114300"/>
                  </a:moveTo>
                  <a:lnTo>
                    <a:pt x="34798" y="114300"/>
                  </a:lnTo>
                  <a:lnTo>
                    <a:pt x="34798" y="133350"/>
                  </a:lnTo>
                  <a:lnTo>
                    <a:pt x="41148" y="133350"/>
                  </a:lnTo>
                  <a:lnTo>
                    <a:pt x="41148" y="114300"/>
                  </a:lnTo>
                  <a:close/>
                </a:path>
                <a:path w="76200" h="463550">
                  <a:moveTo>
                    <a:pt x="41148" y="139700"/>
                  </a:moveTo>
                  <a:lnTo>
                    <a:pt x="34798" y="139700"/>
                  </a:lnTo>
                  <a:lnTo>
                    <a:pt x="34798" y="158750"/>
                  </a:lnTo>
                  <a:lnTo>
                    <a:pt x="41148" y="158750"/>
                  </a:lnTo>
                  <a:lnTo>
                    <a:pt x="41148" y="139700"/>
                  </a:lnTo>
                  <a:close/>
                </a:path>
                <a:path w="76200" h="463550">
                  <a:moveTo>
                    <a:pt x="41148" y="165100"/>
                  </a:moveTo>
                  <a:lnTo>
                    <a:pt x="34798" y="165100"/>
                  </a:lnTo>
                  <a:lnTo>
                    <a:pt x="34798" y="184150"/>
                  </a:lnTo>
                  <a:lnTo>
                    <a:pt x="41148" y="184150"/>
                  </a:lnTo>
                  <a:lnTo>
                    <a:pt x="41148" y="165100"/>
                  </a:lnTo>
                  <a:close/>
                </a:path>
                <a:path w="76200" h="463550">
                  <a:moveTo>
                    <a:pt x="41148" y="190500"/>
                  </a:moveTo>
                  <a:lnTo>
                    <a:pt x="34798" y="190500"/>
                  </a:lnTo>
                  <a:lnTo>
                    <a:pt x="34798" y="209550"/>
                  </a:lnTo>
                  <a:lnTo>
                    <a:pt x="41275" y="209550"/>
                  </a:lnTo>
                  <a:lnTo>
                    <a:pt x="41148" y="190500"/>
                  </a:lnTo>
                  <a:close/>
                </a:path>
                <a:path w="76200" h="463550">
                  <a:moveTo>
                    <a:pt x="41275" y="215900"/>
                  </a:moveTo>
                  <a:lnTo>
                    <a:pt x="34798" y="215900"/>
                  </a:lnTo>
                  <a:lnTo>
                    <a:pt x="34798" y="234950"/>
                  </a:lnTo>
                  <a:lnTo>
                    <a:pt x="41275" y="234950"/>
                  </a:lnTo>
                  <a:lnTo>
                    <a:pt x="41275" y="215900"/>
                  </a:lnTo>
                  <a:close/>
                </a:path>
                <a:path w="76200" h="463550">
                  <a:moveTo>
                    <a:pt x="41275" y="241300"/>
                  </a:moveTo>
                  <a:lnTo>
                    <a:pt x="34798" y="241300"/>
                  </a:lnTo>
                  <a:lnTo>
                    <a:pt x="34798" y="260350"/>
                  </a:lnTo>
                  <a:lnTo>
                    <a:pt x="41275" y="260350"/>
                  </a:lnTo>
                  <a:lnTo>
                    <a:pt x="41275" y="241300"/>
                  </a:lnTo>
                  <a:close/>
                </a:path>
                <a:path w="76200" h="463550">
                  <a:moveTo>
                    <a:pt x="41275" y="266700"/>
                  </a:moveTo>
                  <a:lnTo>
                    <a:pt x="34798" y="266700"/>
                  </a:lnTo>
                  <a:lnTo>
                    <a:pt x="34925" y="285750"/>
                  </a:lnTo>
                  <a:lnTo>
                    <a:pt x="41275" y="285750"/>
                  </a:lnTo>
                  <a:lnTo>
                    <a:pt x="41275" y="266700"/>
                  </a:lnTo>
                  <a:close/>
                </a:path>
                <a:path w="76200" h="463550">
                  <a:moveTo>
                    <a:pt x="41275" y="292100"/>
                  </a:moveTo>
                  <a:lnTo>
                    <a:pt x="34925" y="292100"/>
                  </a:lnTo>
                  <a:lnTo>
                    <a:pt x="34925" y="311150"/>
                  </a:lnTo>
                  <a:lnTo>
                    <a:pt x="41275" y="311150"/>
                  </a:lnTo>
                  <a:lnTo>
                    <a:pt x="41275" y="292100"/>
                  </a:lnTo>
                  <a:close/>
                </a:path>
                <a:path w="76200" h="463550">
                  <a:moveTo>
                    <a:pt x="41275" y="317500"/>
                  </a:moveTo>
                  <a:lnTo>
                    <a:pt x="34925" y="317500"/>
                  </a:lnTo>
                  <a:lnTo>
                    <a:pt x="34925" y="336550"/>
                  </a:lnTo>
                  <a:lnTo>
                    <a:pt x="41275" y="336550"/>
                  </a:lnTo>
                  <a:lnTo>
                    <a:pt x="41275" y="317500"/>
                  </a:lnTo>
                  <a:close/>
                </a:path>
                <a:path w="76200" h="463550">
                  <a:moveTo>
                    <a:pt x="41275" y="342900"/>
                  </a:moveTo>
                  <a:lnTo>
                    <a:pt x="34925" y="342900"/>
                  </a:lnTo>
                  <a:lnTo>
                    <a:pt x="34925" y="361950"/>
                  </a:lnTo>
                  <a:lnTo>
                    <a:pt x="41275" y="361950"/>
                  </a:lnTo>
                  <a:lnTo>
                    <a:pt x="41275" y="342900"/>
                  </a:lnTo>
                  <a:close/>
                </a:path>
                <a:path w="76200" h="463550">
                  <a:moveTo>
                    <a:pt x="41275" y="368300"/>
                  </a:moveTo>
                  <a:lnTo>
                    <a:pt x="34925" y="368300"/>
                  </a:lnTo>
                  <a:lnTo>
                    <a:pt x="34925" y="387350"/>
                  </a:lnTo>
                  <a:lnTo>
                    <a:pt x="41275" y="387350"/>
                  </a:lnTo>
                  <a:lnTo>
                    <a:pt x="41275" y="368300"/>
                  </a:lnTo>
                  <a:close/>
                </a:path>
                <a:path w="76200" h="463550">
                  <a:moveTo>
                    <a:pt x="41275" y="393700"/>
                  </a:moveTo>
                  <a:lnTo>
                    <a:pt x="34925" y="393700"/>
                  </a:lnTo>
                  <a:lnTo>
                    <a:pt x="34925" y="412750"/>
                  </a:lnTo>
                  <a:lnTo>
                    <a:pt x="41275" y="412750"/>
                  </a:lnTo>
                  <a:lnTo>
                    <a:pt x="41275" y="393700"/>
                  </a:lnTo>
                  <a:close/>
                </a:path>
                <a:path w="76200" h="463550">
                  <a:moveTo>
                    <a:pt x="41275" y="419100"/>
                  </a:moveTo>
                  <a:lnTo>
                    <a:pt x="34925" y="419100"/>
                  </a:lnTo>
                  <a:lnTo>
                    <a:pt x="34925" y="438150"/>
                  </a:lnTo>
                  <a:lnTo>
                    <a:pt x="41275" y="438150"/>
                  </a:lnTo>
                  <a:lnTo>
                    <a:pt x="41275" y="419100"/>
                  </a:lnTo>
                  <a:close/>
                </a:path>
                <a:path w="76200" h="463550">
                  <a:moveTo>
                    <a:pt x="41275" y="444500"/>
                  </a:moveTo>
                  <a:lnTo>
                    <a:pt x="34925" y="444500"/>
                  </a:lnTo>
                  <a:lnTo>
                    <a:pt x="34925" y="463550"/>
                  </a:lnTo>
                  <a:lnTo>
                    <a:pt x="41275" y="463550"/>
                  </a:lnTo>
                  <a:lnTo>
                    <a:pt x="41275" y="44450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6700646" y="3050794"/>
            <a:ext cx="417830" cy="565150"/>
            <a:chOff x="6700646" y="3050794"/>
            <a:chExt cx="417830" cy="565150"/>
          </a:xfrm>
        </p:grpSpPr>
        <p:sp>
          <p:nvSpPr>
            <p:cNvPr id="40" name="object 40"/>
            <p:cNvSpPr/>
            <p:nvPr/>
          </p:nvSpPr>
          <p:spPr>
            <a:xfrm>
              <a:off x="6706996" y="3057144"/>
              <a:ext cx="405130" cy="552450"/>
            </a:xfrm>
            <a:custGeom>
              <a:avLst/>
              <a:gdLst/>
              <a:ahLst/>
              <a:cxnLst/>
              <a:rect l="l" t="t" r="r" b="b"/>
              <a:pathLst>
                <a:path w="405129" h="552450">
                  <a:moveTo>
                    <a:pt x="202437" y="0"/>
                  </a:moveTo>
                  <a:lnTo>
                    <a:pt x="202437" y="138175"/>
                  </a:lnTo>
                  <a:lnTo>
                    <a:pt x="0" y="138175"/>
                  </a:lnTo>
                  <a:lnTo>
                    <a:pt x="0" y="414400"/>
                  </a:lnTo>
                  <a:lnTo>
                    <a:pt x="202437" y="414400"/>
                  </a:lnTo>
                  <a:lnTo>
                    <a:pt x="202437" y="552449"/>
                  </a:lnTo>
                  <a:lnTo>
                    <a:pt x="404875" y="276225"/>
                  </a:lnTo>
                  <a:lnTo>
                    <a:pt x="20243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706996" y="3057144"/>
              <a:ext cx="405130" cy="552450"/>
            </a:xfrm>
            <a:custGeom>
              <a:avLst/>
              <a:gdLst/>
              <a:ahLst/>
              <a:cxnLst/>
              <a:rect l="l" t="t" r="r" b="b"/>
              <a:pathLst>
                <a:path w="405129" h="552450">
                  <a:moveTo>
                    <a:pt x="0" y="138175"/>
                  </a:moveTo>
                  <a:lnTo>
                    <a:pt x="202437" y="138175"/>
                  </a:lnTo>
                  <a:lnTo>
                    <a:pt x="202437" y="0"/>
                  </a:lnTo>
                  <a:lnTo>
                    <a:pt x="404875" y="276225"/>
                  </a:lnTo>
                  <a:lnTo>
                    <a:pt x="202437" y="552449"/>
                  </a:lnTo>
                  <a:lnTo>
                    <a:pt x="202437" y="414400"/>
                  </a:lnTo>
                  <a:lnTo>
                    <a:pt x="0" y="414400"/>
                  </a:lnTo>
                  <a:lnTo>
                    <a:pt x="0" y="138175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567931" y="2783205"/>
            <a:ext cx="65468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latin typeface="Calibri"/>
                <a:cs typeface="Calibri"/>
              </a:rPr>
              <a:t>Aceleração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94753" y="373679"/>
            <a:ext cx="2154495" cy="3017076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74176" y="4520522"/>
            <a:ext cx="2162371" cy="1894522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10419080" y="3525773"/>
            <a:ext cx="346710" cy="793115"/>
            <a:chOff x="10419080" y="3525773"/>
            <a:chExt cx="346710" cy="793115"/>
          </a:xfrm>
        </p:grpSpPr>
        <p:sp>
          <p:nvSpPr>
            <p:cNvPr id="46" name="object 46"/>
            <p:cNvSpPr/>
            <p:nvPr/>
          </p:nvSpPr>
          <p:spPr>
            <a:xfrm>
              <a:off x="10425430" y="3532123"/>
              <a:ext cx="334010" cy="780415"/>
            </a:xfrm>
            <a:custGeom>
              <a:avLst/>
              <a:gdLst/>
              <a:ahLst/>
              <a:cxnLst/>
              <a:rect l="l" t="t" r="r" b="b"/>
              <a:pathLst>
                <a:path w="334009" h="780414">
                  <a:moveTo>
                    <a:pt x="250444" y="0"/>
                  </a:moveTo>
                  <a:lnTo>
                    <a:pt x="83566" y="0"/>
                  </a:lnTo>
                  <a:lnTo>
                    <a:pt x="83566" y="613156"/>
                  </a:lnTo>
                  <a:lnTo>
                    <a:pt x="0" y="613156"/>
                  </a:lnTo>
                  <a:lnTo>
                    <a:pt x="167004" y="780033"/>
                  </a:lnTo>
                  <a:lnTo>
                    <a:pt x="333883" y="613156"/>
                  </a:lnTo>
                  <a:lnTo>
                    <a:pt x="250444" y="613156"/>
                  </a:lnTo>
                  <a:lnTo>
                    <a:pt x="25044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0425430" y="3532123"/>
              <a:ext cx="334010" cy="780415"/>
            </a:xfrm>
            <a:custGeom>
              <a:avLst/>
              <a:gdLst/>
              <a:ahLst/>
              <a:cxnLst/>
              <a:rect l="l" t="t" r="r" b="b"/>
              <a:pathLst>
                <a:path w="334009" h="780414">
                  <a:moveTo>
                    <a:pt x="0" y="613156"/>
                  </a:moveTo>
                  <a:lnTo>
                    <a:pt x="83566" y="613156"/>
                  </a:lnTo>
                  <a:lnTo>
                    <a:pt x="83566" y="0"/>
                  </a:lnTo>
                  <a:lnTo>
                    <a:pt x="250444" y="0"/>
                  </a:lnTo>
                  <a:lnTo>
                    <a:pt x="250444" y="613156"/>
                  </a:lnTo>
                  <a:lnTo>
                    <a:pt x="333883" y="613156"/>
                  </a:lnTo>
                  <a:lnTo>
                    <a:pt x="167004" y="780033"/>
                  </a:lnTo>
                  <a:lnTo>
                    <a:pt x="0" y="613156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0758296" y="3808603"/>
            <a:ext cx="8502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Padronização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27753" y="3568700"/>
            <a:ext cx="1575435" cy="1339850"/>
            <a:chOff x="4627753" y="3568700"/>
            <a:chExt cx="1575435" cy="1339850"/>
          </a:xfrm>
        </p:grpSpPr>
        <p:sp>
          <p:nvSpPr>
            <p:cNvPr id="3" name="object 3"/>
            <p:cNvSpPr/>
            <p:nvPr/>
          </p:nvSpPr>
          <p:spPr>
            <a:xfrm>
              <a:off x="4688078" y="4804917"/>
              <a:ext cx="1368425" cy="85725"/>
            </a:xfrm>
            <a:custGeom>
              <a:avLst/>
              <a:gdLst/>
              <a:ahLst/>
              <a:cxnLst/>
              <a:rect l="l" t="t" r="r" b="b"/>
              <a:pathLst>
                <a:path w="1368425" h="85725">
                  <a:moveTo>
                    <a:pt x="1282319" y="0"/>
                  </a:moveTo>
                  <a:lnTo>
                    <a:pt x="1282319" y="85724"/>
                  </a:lnTo>
                  <a:lnTo>
                    <a:pt x="1339384" y="57149"/>
                  </a:lnTo>
                  <a:lnTo>
                    <a:pt x="1296543" y="57149"/>
                  </a:lnTo>
                  <a:lnTo>
                    <a:pt x="1296543" y="28574"/>
                  </a:lnTo>
                  <a:lnTo>
                    <a:pt x="1339553" y="28574"/>
                  </a:lnTo>
                  <a:lnTo>
                    <a:pt x="1282319" y="0"/>
                  </a:lnTo>
                  <a:close/>
                </a:path>
                <a:path w="1368425" h="85725">
                  <a:moveTo>
                    <a:pt x="1282319" y="28574"/>
                  </a:moveTo>
                  <a:lnTo>
                    <a:pt x="0" y="28574"/>
                  </a:lnTo>
                  <a:lnTo>
                    <a:pt x="0" y="57149"/>
                  </a:lnTo>
                  <a:lnTo>
                    <a:pt x="1282319" y="57149"/>
                  </a:lnTo>
                  <a:lnTo>
                    <a:pt x="1282319" y="28574"/>
                  </a:lnTo>
                  <a:close/>
                </a:path>
                <a:path w="1368425" h="85725">
                  <a:moveTo>
                    <a:pt x="1339553" y="28574"/>
                  </a:moveTo>
                  <a:lnTo>
                    <a:pt x="1296543" y="28574"/>
                  </a:lnTo>
                  <a:lnTo>
                    <a:pt x="1296543" y="57149"/>
                  </a:lnTo>
                  <a:lnTo>
                    <a:pt x="1339384" y="57149"/>
                  </a:lnTo>
                  <a:lnTo>
                    <a:pt x="1368044" y="42798"/>
                  </a:lnTo>
                  <a:lnTo>
                    <a:pt x="1339553" y="285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78934" y="3586860"/>
              <a:ext cx="1524635" cy="1271905"/>
            </a:xfrm>
            <a:custGeom>
              <a:avLst/>
              <a:gdLst/>
              <a:ahLst/>
              <a:cxnLst/>
              <a:rect l="l" t="t" r="r" b="b"/>
              <a:pathLst>
                <a:path w="1524635" h="1271904">
                  <a:moveTo>
                    <a:pt x="1449145" y="43804"/>
                  </a:moveTo>
                  <a:lnTo>
                    <a:pt x="0" y="1249933"/>
                  </a:lnTo>
                  <a:lnTo>
                    <a:pt x="18287" y="1271905"/>
                  </a:lnTo>
                  <a:lnTo>
                    <a:pt x="1467408" y="65795"/>
                  </a:lnTo>
                  <a:lnTo>
                    <a:pt x="1449145" y="43804"/>
                  </a:lnTo>
                  <a:close/>
                </a:path>
                <a:path w="1524635" h="1271904">
                  <a:moveTo>
                    <a:pt x="1508923" y="34670"/>
                  </a:moveTo>
                  <a:lnTo>
                    <a:pt x="1460118" y="34670"/>
                  </a:lnTo>
                  <a:lnTo>
                    <a:pt x="1478406" y="56641"/>
                  </a:lnTo>
                  <a:lnTo>
                    <a:pt x="1467408" y="65795"/>
                  </a:lnTo>
                  <a:lnTo>
                    <a:pt x="1485645" y="87756"/>
                  </a:lnTo>
                  <a:lnTo>
                    <a:pt x="1508923" y="34670"/>
                  </a:lnTo>
                  <a:close/>
                </a:path>
                <a:path w="1524635" h="1271904">
                  <a:moveTo>
                    <a:pt x="1460118" y="34670"/>
                  </a:moveTo>
                  <a:lnTo>
                    <a:pt x="1449145" y="43804"/>
                  </a:lnTo>
                  <a:lnTo>
                    <a:pt x="1467408" y="65795"/>
                  </a:lnTo>
                  <a:lnTo>
                    <a:pt x="1478406" y="56641"/>
                  </a:lnTo>
                  <a:lnTo>
                    <a:pt x="1460118" y="34670"/>
                  </a:lnTo>
                  <a:close/>
                </a:path>
                <a:path w="1524635" h="1271904">
                  <a:moveTo>
                    <a:pt x="1524127" y="0"/>
                  </a:moveTo>
                  <a:lnTo>
                    <a:pt x="1430908" y="21843"/>
                  </a:lnTo>
                  <a:lnTo>
                    <a:pt x="1449145" y="43804"/>
                  </a:lnTo>
                  <a:lnTo>
                    <a:pt x="1460118" y="34670"/>
                  </a:lnTo>
                  <a:lnTo>
                    <a:pt x="1508923" y="34670"/>
                  </a:lnTo>
                  <a:lnTo>
                    <a:pt x="152412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75632" y="3568700"/>
              <a:ext cx="735965" cy="1286510"/>
            </a:xfrm>
            <a:custGeom>
              <a:avLst/>
              <a:gdLst/>
              <a:ahLst/>
              <a:cxnLst/>
              <a:rect l="l" t="t" r="r" b="b"/>
              <a:pathLst>
                <a:path w="735964" h="1286510">
                  <a:moveTo>
                    <a:pt x="680772" y="67606"/>
                  </a:moveTo>
                  <a:lnTo>
                    <a:pt x="0" y="1272032"/>
                  </a:lnTo>
                  <a:lnTo>
                    <a:pt x="24891" y="1286129"/>
                  </a:lnTo>
                  <a:lnTo>
                    <a:pt x="705683" y="81671"/>
                  </a:lnTo>
                  <a:lnTo>
                    <a:pt x="680772" y="67606"/>
                  </a:lnTo>
                  <a:close/>
                </a:path>
                <a:path w="735964" h="1286510">
                  <a:moveTo>
                    <a:pt x="732679" y="55118"/>
                  </a:moveTo>
                  <a:lnTo>
                    <a:pt x="687831" y="55118"/>
                  </a:lnTo>
                  <a:lnTo>
                    <a:pt x="712723" y="69214"/>
                  </a:lnTo>
                  <a:lnTo>
                    <a:pt x="705683" y="81671"/>
                  </a:lnTo>
                  <a:lnTo>
                    <a:pt x="730630" y="95757"/>
                  </a:lnTo>
                  <a:lnTo>
                    <a:pt x="732679" y="55118"/>
                  </a:lnTo>
                  <a:close/>
                </a:path>
                <a:path w="735964" h="1286510">
                  <a:moveTo>
                    <a:pt x="687831" y="55118"/>
                  </a:moveTo>
                  <a:lnTo>
                    <a:pt x="680772" y="67606"/>
                  </a:lnTo>
                  <a:lnTo>
                    <a:pt x="705683" y="81671"/>
                  </a:lnTo>
                  <a:lnTo>
                    <a:pt x="712723" y="69214"/>
                  </a:lnTo>
                  <a:lnTo>
                    <a:pt x="687831" y="55118"/>
                  </a:lnTo>
                  <a:close/>
                </a:path>
                <a:path w="735964" h="1286510">
                  <a:moveTo>
                    <a:pt x="735456" y="0"/>
                  </a:moveTo>
                  <a:lnTo>
                    <a:pt x="655954" y="53593"/>
                  </a:lnTo>
                  <a:lnTo>
                    <a:pt x="680772" y="67606"/>
                  </a:lnTo>
                  <a:lnTo>
                    <a:pt x="687831" y="55118"/>
                  </a:lnTo>
                  <a:lnTo>
                    <a:pt x="732679" y="55118"/>
                  </a:lnTo>
                  <a:lnTo>
                    <a:pt x="735456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11089" y="3577716"/>
              <a:ext cx="792480" cy="0"/>
            </a:xfrm>
            <a:custGeom>
              <a:avLst/>
              <a:gdLst/>
              <a:ahLst/>
              <a:cxnLst/>
              <a:rect l="l" t="t" r="r" b="b"/>
              <a:pathLst>
                <a:path w="792479">
                  <a:moveTo>
                    <a:pt x="0" y="0"/>
                  </a:moveTo>
                  <a:lnTo>
                    <a:pt x="791972" y="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7753" y="4787391"/>
              <a:ext cx="120650" cy="12077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200525" y="3849751"/>
            <a:ext cx="7600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304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Passo momentum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29580" y="4872990"/>
            <a:ext cx="618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Passo gradiente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54166" y="3999052"/>
            <a:ext cx="555625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Passo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Calibri"/>
                <a:cs typeface="Calibri"/>
              </a:rPr>
              <a:t>corrente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09104" y="1029208"/>
            <a:ext cx="4280281" cy="42802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1250</TotalTime>
  <Words>15742</Words>
  <Application>Microsoft Office PowerPoint</Application>
  <PresentationFormat>Widescreen</PresentationFormat>
  <Paragraphs>1312</Paragraphs>
  <Slides>200</Slides>
  <Notes>1</Notes>
  <HiddenSlides>1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200</vt:i4>
      </vt:variant>
    </vt:vector>
  </HeadingPairs>
  <TitlesOfParts>
    <vt:vector size="208" baseType="lpstr">
      <vt:lpstr>Aptos</vt:lpstr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TP555 - Inteligência Artificial e Machine Learning: Regressão Linear</vt:lpstr>
      <vt:lpstr>Motivação</vt:lpstr>
      <vt:lpstr>Motivação</vt:lpstr>
      <vt:lpstr>Como podemos resolver esses problemas de estimação sem conhecer as regras de mapeamento?</vt:lpstr>
      <vt:lpstr>Regressão linear</vt:lpstr>
      <vt:lpstr>Qual o objetivo da regressão linear?</vt:lpstr>
      <vt:lpstr>Relação matemática real entre 𝒙 e 𝑦</vt:lpstr>
      <vt:lpstr>Dados ruidosos</vt:lpstr>
      <vt:lpstr>O objetivo geral da regressão linear</vt:lpstr>
      <vt:lpstr>Qual é o paradigma de aprendizado?</vt:lpstr>
      <vt:lpstr>Qual é o paradigma de aprendizado?</vt:lpstr>
      <vt:lpstr>Por que linear?</vt:lpstr>
      <vt:lpstr>Por que linear?</vt:lpstr>
      <vt:lpstr>Por que linear?</vt:lpstr>
      <vt:lpstr>Função hipótese</vt:lpstr>
      <vt:lpstr>Espaço de hipóteses</vt:lpstr>
      <vt:lpstr>Refinando o objetivo da regressão linear</vt:lpstr>
      <vt:lpstr>Definição formal do problema</vt:lpstr>
      <vt:lpstr>Definição formal do problema</vt:lpstr>
      <vt:lpstr>Definição formal do problema</vt:lpstr>
      <vt:lpstr>Função de erro</vt:lpstr>
      <vt:lpstr>Função de erro</vt:lpstr>
      <vt:lpstr>Resumo do problema da regressão</vt:lpstr>
      <vt:lpstr>Como encontramos os pesos que minimizam a função de erro?</vt:lpstr>
      <vt:lpstr>Como minimizar a função de erro?</vt:lpstr>
      <vt:lpstr>Como minimizar a função de erro?</vt:lpstr>
      <vt:lpstr>Então, como sabemos se o ponto encontrado é um mínimo ou um máximo da função?</vt:lpstr>
      <vt:lpstr>Como minimizar a função de erro?</vt:lpstr>
      <vt:lpstr>Equação normal</vt:lpstr>
      <vt:lpstr>Observações quanto a equação normal</vt:lpstr>
      <vt:lpstr>Causas para singularidade de 𝜱𝑇𝜱</vt:lpstr>
      <vt:lpstr>Superfície de erro</vt:lpstr>
      <vt:lpstr>Que formato vocês acham que essa superfície tem?</vt:lpstr>
      <vt:lpstr>Superfície de erro</vt:lpstr>
      <vt:lpstr>Superfície de erro</vt:lpstr>
      <vt:lpstr>Superfície de erro</vt:lpstr>
      <vt:lpstr>Superfície de erro</vt:lpstr>
      <vt:lpstr>Superfície de erro</vt:lpstr>
      <vt:lpstr>Plotando a superfície de erro</vt:lpstr>
      <vt:lpstr>Plotando a superfície de erro</vt:lpstr>
      <vt:lpstr>Plotando a superfície de erro</vt:lpstr>
      <vt:lpstr>Plotando a superfície de erro</vt:lpstr>
      <vt:lpstr>Plotando a superfície de contorno</vt:lpstr>
      <vt:lpstr>Para casa</vt:lpstr>
      <vt:lpstr>Porém, nem tudo são flores com a equação normal...</vt:lpstr>
      <vt:lpstr>Desvantagens da equação normal</vt:lpstr>
      <vt:lpstr>Desvantagens da forma fechada (eq. normal)</vt:lpstr>
      <vt:lpstr>Então o que pode ser feito?</vt:lpstr>
      <vt:lpstr>Abordagens iterativas de otimização</vt:lpstr>
      <vt:lpstr>Abordagens iterativas de otimização</vt:lpstr>
      <vt:lpstr>Como o algoritmo caminha iterativamente até o ponto de mínimo?</vt:lpstr>
      <vt:lpstr>Vetor gradiente</vt:lpstr>
      <vt:lpstr>Vetor gradiente</vt:lpstr>
      <vt:lpstr>Vetor gradiente</vt:lpstr>
      <vt:lpstr>Vetor gradiente</vt:lpstr>
      <vt:lpstr>Vetor gradiente</vt:lpstr>
      <vt:lpstr>O vetor gradiente indica o caminho para o ponto de máximo da função</vt:lpstr>
      <vt:lpstr>O vetor gradiente indica o caminho para o ponto de máximo da função</vt:lpstr>
      <vt:lpstr>O vetor gradiente indica o caminho para o ponto de máximo da função</vt:lpstr>
      <vt:lpstr>Algoritmo do gradiente ascendente</vt:lpstr>
      <vt:lpstr>Algoritmo do gradiente ascendente</vt:lpstr>
      <vt:lpstr>Algoritmo do gradiente ascendente</vt:lpstr>
      <vt:lpstr>Apresentação do PowerPoint</vt:lpstr>
      <vt:lpstr>Algoritmo do gradiente descendente</vt:lpstr>
      <vt:lpstr>Algoritmo do gradiente descendente</vt:lpstr>
      <vt:lpstr>Algoritmo do gradiente descendente</vt:lpstr>
      <vt:lpstr>Algoritmo do gradiente descendente</vt:lpstr>
      <vt:lpstr>Observação</vt:lpstr>
      <vt:lpstr>Como neste curso queremos minimizar a função de erro, iremos focar no gradiente descendente.</vt:lpstr>
      <vt:lpstr>Características do gradiente descendente</vt:lpstr>
      <vt:lpstr>Apresentação do PowerPoint</vt:lpstr>
      <vt:lpstr>O algoritmo do gradiente do descendente</vt:lpstr>
      <vt:lpstr>Calculando o vetor gradiente</vt:lpstr>
      <vt:lpstr>Calculando o vetor gradiente</vt:lpstr>
      <vt:lpstr>Atualizando os pesos</vt:lpstr>
      <vt:lpstr>Atualizando os pesos</vt:lpstr>
      <vt:lpstr>Mais exemplos de implementação do gradiente descendente</vt:lpstr>
      <vt:lpstr>Versões do gradiente descendente</vt:lpstr>
      <vt:lpstr>Gradiente descendente em batelada</vt:lpstr>
      <vt:lpstr>Características do GD em batelada</vt:lpstr>
      <vt:lpstr>Gradiente descendente estocástico</vt:lpstr>
      <vt:lpstr>Gradiente descendente estocástico</vt:lpstr>
      <vt:lpstr>Características do GD estocástico</vt:lpstr>
      <vt:lpstr>Gradiente descendente em mini-lotes</vt:lpstr>
      <vt:lpstr>Características do GD em mini-lotes</vt:lpstr>
      <vt:lpstr>Para casa: implementação do GD em mini- batches</vt:lpstr>
      <vt:lpstr>Para casa: EAM como função de erro</vt:lpstr>
      <vt:lpstr>Comparação das versões de GD</vt:lpstr>
      <vt:lpstr>Comparação das versões de GD</vt:lpstr>
      <vt:lpstr>Escolha do passo de aprendizagem</vt:lpstr>
      <vt:lpstr>Portanto, como veremos, a escolha do passo de aprendizagem é muito importante para o aprendizado de um modelo de ML.</vt:lpstr>
      <vt:lpstr>Escolha do passo de aprendizagem</vt:lpstr>
      <vt:lpstr>Passo de aprendizado pequeno</vt:lpstr>
      <vt:lpstr>Passo de aprendizado grande</vt:lpstr>
      <vt:lpstr>Passo de aprendizado grande</vt:lpstr>
      <vt:lpstr>Passo de aprendizado grande</vt:lpstr>
      <vt:lpstr>Passo de aprendizado ideal</vt:lpstr>
      <vt:lpstr>Analisando o treinamento de um modelo</vt:lpstr>
      <vt:lpstr>Analisando o treinamento de um modelo</vt:lpstr>
      <vt:lpstr>Analisando o treinamento de um modelo</vt:lpstr>
      <vt:lpstr>Analisando o treinamento de um modelo</vt:lpstr>
      <vt:lpstr>Analisando o treinamento de um modelo</vt:lpstr>
      <vt:lpstr>Como configurar o passo de aprendizagem?</vt:lpstr>
      <vt:lpstr>Ajuste manual do passo de aprendizagem</vt:lpstr>
      <vt:lpstr>Ajuste manual do passo de aprendizagem</vt:lpstr>
      <vt:lpstr>Exemplo: ajuste manual de 𝛼 com grid search</vt:lpstr>
      <vt:lpstr>Melhorando a convergência das versões estocásticas</vt:lpstr>
      <vt:lpstr>Melhorando a convergência das versões estocásticas</vt:lpstr>
      <vt:lpstr>Ajuste do passo de aprendizagem</vt:lpstr>
      <vt:lpstr>Técnicas mais comuns para a redução gradual</vt:lpstr>
      <vt:lpstr>Ajuste do passo por redução programada</vt:lpstr>
      <vt:lpstr>Ajuste do passo por redução programada</vt:lpstr>
      <vt:lpstr>Exemplo de redução programada com GDE</vt:lpstr>
      <vt:lpstr>Exemplo de redução programada com GDE</vt:lpstr>
      <vt:lpstr>Exemplo de redução programada com GDE</vt:lpstr>
      <vt:lpstr>Para casa</vt:lpstr>
      <vt:lpstr>Ajuste do termo de atualização dos pesos</vt:lpstr>
      <vt:lpstr>Ajuste do termo de atualização dos pesos</vt:lpstr>
      <vt:lpstr>Como poderíamos mitigar esse problema?</vt:lpstr>
      <vt:lpstr>Ajuste do passo de aprendizagem com termo momentum</vt:lpstr>
      <vt:lpstr>Ajuste do passo de aprendizagem com termo momentum</vt:lpstr>
      <vt:lpstr>Ajuste do passo de aprendizagem com termo momentum</vt:lpstr>
      <vt:lpstr>Ajuste do passo de aprendizagem com termo momentum</vt:lpstr>
      <vt:lpstr>Ajuste do passo de aprendizagem com termo momentum</vt:lpstr>
      <vt:lpstr>Exemplo: Aceleração da convergência com termo momentum</vt:lpstr>
      <vt:lpstr>Ajuste do passo de aprendizagem com termo momentum</vt:lpstr>
      <vt:lpstr>A dificuldade em escolher o passo de aprendizagem ideal a priori fez surgir métodos que ajustam o passo de aprendizagem adaptativamente.</vt:lpstr>
      <vt:lpstr>Taxa de aprendizagem adaptativa</vt:lpstr>
      <vt:lpstr>Taxa de aprendizagem adaptativa</vt:lpstr>
      <vt:lpstr>Taxa de aprendizagem adaptativa</vt:lpstr>
      <vt:lpstr>Taxa de aprendizagem adaptativa</vt:lpstr>
      <vt:lpstr>Taxa de aprendizagem adaptativa: Adaptive Gradients (AdaGrad)</vt:lpstr>
      <vt:lpstr>Taxa de aprendizagem adaptativa: Adaptive Gradients (AdaGrad)</vt:lpstr>
      <vt:lpstr>Taxa de aprendizagem adaptativa: Adaptive Gradients (AdaGrad)</vt:lpstr>
      <vt:lpstr>Taxa de aprendizagem adaptativa: Root Mean Square Propagation (RMSProp)</vt:lpstr>
      <vt:lpstr>Taxa de aprendizagem adaptativa: Root Mean Square Propagation (RMSProp)</vt:lpstr>
      <vt:lpstr>Taxa de aprendizagem adaptativa: Adaptive Moment Estimation (Adam)</vt:lpstr>
      <vt:lpstr>Taxa de aprendizagem adaptativa: Adaptive Moment Estimation (Adam)</vt:lpstr>
      <vt:lpstr>Taxa de aprendizagem adaptativa: Adaptive Moment Estimation (Adam)</vt:lpstr>
      <vt:lpstr>Exemplo: GDE com Adam</vt:lpstr>
      <vt:lpstr>Para casa</vt:lpstr>
      <vt:lpstr>Variações do formato da superfície de erro</vt:lpstr>
      <vt:lpstr>Superfícies com formato de vale</vt:lpstr>
      <vt:lpstr>Superfícies com formato de vale</vt:lpstr>
      <vt:lpstr>O que pode ser feito?</vt:lpstr>
      <vt:lpstr>Escalonamento de atributos</vt:lpstr>
      <vt:lpstr>Escalonamento de atributos</vt:lpstr>
      <vt:lpstr>Escalonamento de atributos</vt:lpstr>
      <vt:lpstr>Escalonamento de atributos</vt:lpstr>
      <vt:lpstr>Vantagens do escalonamento de atributos</vt:lpstr>
      <vt:lpstr>Vantagens do escalonamento de atributos</vt:lpstr>
      <vt:lpstr>Vantagens do escalonamento de atributos</vt:lpstr>
      <vt:lpstr>Vantagens do escalonamento de atributos</vt:lpstr>
      <vt:lpstr>Escalonamento de atributos</vt:lpstr>
      <vt:lpstr>Escalonamento de atributos</vt:lpstr>
      <vt:lpstr>Escalonamento de atributos</vt:lpstr>
      <vt:lpstr>Escalonamento de atributos: Exemplo</vt:lpstr>
      <vt:lpstr>Escalonamento de atributos: Exemplo</vt:lpstr>
      <vt:lpstr>Escalonamento de atributos: Exemplo</vt:lpstr>
      <vt:lpstr>Pré-processamento dos dados</vt:lpstr>
      <vt:lpstr>Pré-processamento dos dados</vt:lpstr>
      <vt:lpstr>Pré-processamento dos dados</vt:lpstr>
      <vt:lpstr>Pré-processamento dos dados</vt:lpstr>
      <vt:lpstr>Desafios encontrados pelo GD</vt:lpstr>
      <vt:lpstr>Desafios encontrados pelo GD</vt:lpstr>
      <vt:lpstr>Desafios encontrados pelo GD</vt:lpstr>
      <vt:lpstr>Desafios encontrados pelo GD</vt:lpstr>
      <vt:lpstr>Obrigado!</vt:lpstr>
      <vt:lpstr>Apresentação do PowerPoint</vt:lpstr>
      <vt:lpstr>Anexo I: Cálculo do vetor gradiente</vt:lpstr>
      <vt:lpstr>Cálculo do vetor gradiente</vt:lpstr>
      <vt:lpstr>Cálculo do vetor gradiente</vt:lpstr>
      <vt:lpstr>Cálculo do vetor gradiente</vt:lpstr>
      <vt:lpstr>Cálculo do vetor gradiente</vt:lpstr>
      <vt:lpstr>Cálculo do vetor gradiente</vt:lpstr>
      <vt:lpstr>Cálculo do vetor gradiente</vt:lpstr>
      <vt:lpstr>Cálculo do vetor gradiente</vt:lpstr>
      <vt:lpstr>Equação de atualização dos pesos</vt:lpstr>
      <vt:lpstr>Equação de atualização dos pesos</vt:lpstr>
      <vt:lpstr>Apresentação do PowerPoint</vt:lpstr>
      <vt:lpstr>Cálculo do vetor gradiente</vt:lpstr>
      <vt:lpstr>Cálculo do vetor gradiente</vt:lpstr>
      <vt:lpstr>FIGURAS</vt:lpstr>
      <vt:lpstr>Apresentação do PowerPoint</vt:lpstr>
      <vt:lpstr>Apresentação do PowerPoint</vt:lpstr>
      <vt:lpstr>Apresentação do PowerPoint</vt:lpstr>
      <vt:lpstr>𝑓(𝑥)</vt:lpstr>
      <vt:lpstr>𝑓(𝑥)</vt:lpstr>
      <vt:lpstr>Apresentação do PowerPoint</vt:lpstr>
      <vt:lpstr>Apresentação do PowerPoint</vt:lpstr>
      <vt:lpstr>Apresentação do PowerPoint</vt:lpstr>
      <vt:lpstr>Apresentação do PowerPoint</vt:lpstr>
      <vt:lpstr>𝐽𝑒(𝑎1)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Felipe Augusto Pereira de Figueiredo (UGent-imec)</dc:creator>
  <cp:lastModifiedBy>Luiz Augusto</cp:lastModifiedBy>
  <cp:revision>12</cp:revision>
  <dcterms:created xsi:type="dcterms:W3CDTF">2025-01-23T01:33:02Z</dcterms:created>
  <dcterms:modified xsi:type="dcterms:W3CDTF">2025-03-15T14:18:33Z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2024-09-02T00:00:00Z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2025-01-23T00:00:00Z</vt:filetime>
  </property>
  <property fmtid="{D5CDD505-2E9C-101B-9397-08002B2CF9AE}" pid="5" name="Producer">
    <vt:lpwstr>Microsoft® PowerPoint® LTSC</vt:lpwstr>
  </property>
</Properties>
</file>