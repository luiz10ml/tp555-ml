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E7849B94-770C-4D0B-8269-B7C936C536FD}"/>
    <pc:docChg chg="undo custSel modSld">
      <pc:chgData name="Luiz Augusto Melo Pereira" userId="4bd5ce759a66f368" providerId="LiveId" clId="{E7849B94-770C-4D0B-8269-B7C936C536FD}" dt="2025-01-28T14:07:06.551" v="63" actId="47"/>
      <pc:docMkLst>
        <pc:docMk/>
      </pc:docMkLst>
      <pc:sldChg chg="modSp mod">
        <pc:chgData name="Luiz Augusto Melo Pereira" userId="4bd5ce759a66f368" providerId="LiveId" clId="{E7849B94-770C-4D0B-8269-B7C936C536FD}" dt="2025-01-28T14:05:19.678" v="1" actId="1076"/>
        <pc:sldMkLst>
          <pc:docMk/>
          <pc:sldMk cId="0" sldId="257"/>
        </pc:sldMkLst>
        <pc:spChg chg="mod">
          <ac:chgData name="Luiz Augusto Melo Pereira" userId="4bd5ce759a66f368" providerId="LiveId" clId="{E7849B94-770C-4D0B-8269-B7C936C536FD}" dt="2025-01-28T14:05:19.678" v="1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22.763" v="3" actId="1076"/>
        <pc:sldMkLst>
          <pc:docMk/>
          <pc:sldMk cId="0" sldId="258"/>
        </pc:sldMkLst>
        <pc:spChg chg="mod">
          <ac:chgData name="Luiz Augusto Melo Pereira" userId="4bd5ce759a66f368" providerId="LiveId" clId="{E7849B94-770C-4D0B-8269-B7C936C536FD}" dt="2025-01-28T14:05:22.763" v="3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25.334" v="5" actId="1076"/>
        <pc:sldMkLst>
          <pc:docMk/>
          <pc:sldMk cId="0" sldId="259"/>
        </pc:sldMkLst>
        <pc:spChg chg="mod">
          <ac:chgData name="Luiz Augusto Melo Pereira" userId="4bd5ce759a66f368" providerId="LiveId" clId="{E7849B94-770C-4D0B-8269-B7C936C536FD}" dt="2025-01-28T14:05:25.334" v="5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28.132" v="7" actId="1076"/>
        <pc:sldMkLst>
          <pc:docMk/>
          <pc:sldMk cId="0" sldId="260"/>
        </pc:sldMkLst>
        <pc:spChg chg="mod">
          <ac:chgData name="Luiz Augusto Melo Pereira" userId="4bd5ce759a66f368" providerId="LiveId" clId="{E7849B94-770C-4D0B-8269-B7C936C536FD}" dt="2025-01-28T14:05:28.132" v="7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31.776" v="9" actId="1076"/>
        <pc:sldMkLst>
          <pc:docMk/>
          <pc:sldMk cId="0" sldId="261"/>
        </pc:sldMkLst>
        <pc:spChg chg="mod">
          <ac:chgData name="Luiz Augusto Melo Pereira" userId="4bd5ce759a66f368" providerId="LiveId" clId="{E7849B94-770C-4D0B-8269-B7C936C536FD}" dt="2025-01-28T14:05:31.776" v="9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34.621" v="11" actId="1076"/>
        <pc:sldMkLst>
          <pc:docMk/>
          <pc:sldMk cId="0" sldId="262"/>
        </pc:sldMkLst>
        <pc:spChg chg="mod">
          <ac:chgData name="Luiz Augusto Melo Pereira" userId="4bd5ce759a66f368" providerId="LiveId" clId="{E7849B94-770C-4D0B-8269-B7C936C536FD}" dt="2025-01-28T14:05:34.621" v="11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39.325" v="13" actId="1076"/>
        <pc:sldMkLst>
          <pc:docMk/>
          <pc:sldMk cId="0" sldId="263"/>
        </pc:sldMkLst>
        <pc:spChg chg="mod">
          <ac:chgData name="Luiz Augusto Melo Pereira" userId="4bd5ce759a66f368" providerId="LiveId" clId="{E7849B94-770C-4D0B-8269-B7C936C536FD}" dt="2025-01-28T14:05:39.325" v="13" actId="107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42.573" v="15" actId="1076"/>
        <pc:sldMkLst>
          <pc:docMk/>
          <pc:sldMk cId="0" sldId="264"/>
        </pc:sldMkLst>
        <pc:spChg chg="mod">
          <ac:chgData name="Luiz Augusto Melo Pereira" userId="4bd5ce759a66f368" providerId="LiveId" clId="{E7849B94-770C-4D0B-8269-B7C936C536FD}" dt="2025-01-28T14:05:42.573" v="15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45.845" v="17" actId="1076"/>
        <pc:sldMkLst>
          <pc:docMk/>
          <pc:sldMk cId="0" sldId="265"/>
        </pc:sldMkLst>
        <pc:spChg chg="mod">
          <ac:chgData name="Luiz Augusto Melo Pereira" userId="4bd5ce759a66f368" providerId="LiveId" clId="{E7849B94-770C-4D0B-8269-B7C936C536FD}" dt="2025-01-28T14:05:45.845" v="17" actId="1076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48.782" v="19" actId="1076"/>
        <pc:sldMkLst>
          <pc:docMk/>
          <pc:sldMk cId="0" sldId="266"/>
        </pc:sldMkLst>
        <pc:spChg chg="mod">
          <ac:chgData name="Luiz Augusto Melo Pereira" userId="4bd5ce759a66f368" providerId="LiveId" clId="{E7849B94-770C-4D0B-8269-B7C936C536FD}" dt="2025-01-28T14:05:48.782" v="19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55.064" v="21" actId="1076"/>
        <pc:sldMkLst>
          <pc:docMk/>
          <pc:sldMk cId="0" sldId="267"/>
        </pc:sldMkLst>
        <pc:spChg chg="mod">
          <ac:chgData name="Luiz Augusto Melo Pereira" userId="4bd5ce759a66f368" providerId="LiveId" clId="{E7849B94-770C-4D0B-8269-B7C936C536FD}" dt="2025-01-28T14:05:55.064" v="21" actId="107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5:58.454" v="23" actId="1076"/>
        <pc:sldMkLst>
          <pc:docMk/>
          <pc:sldMk cId="0" sldId="268"/>
        </pc:sldMkLst>
        <pc:spChg chg="mod">
          <ac:chgData name="Luiz Augusto Melo Pereira" userId="4bd5ce759a66f368" providerId="LiveId" clId="{E7849B94-770C-4D0B-8269-B7C936C536FD}" dt="2025-01-28T14:05:58.454" v="23" actId="107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01.921" v="25" actId="1076"/>
        <pc:sldMkLst>
          <pc:docMk/>
          <pc:sldMk cId="0" sldId="269"/>
        </pc:sldMkLst>
        <pc:spChg chg="mod">
          <ac:chgData name="Luiz Augusto Melo Pereira" userId="4bd5ce759a66f368" providerId="LiveId" clId="{E7849B94-770C-4D0B-8269-B7C936C536FD}" dt="2025-01-28T14:06:01.921" v="25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08.900" v="29" actId="1076"/>
        <pc:sldMkLst>
          <pc:docMk/>
          <pc:sldMk cId="0" sldId="270"/>
        </pc:sldMkLst>
        <pc:spChg chg="mod">
          <ac:chgData name="Luiz Augusto Melo Pereira" userId="4bd5ce759a66f368" providerId="LiveId" clId="{E7849B94-770C-4D0B-8269-B7C936C536FD}" dt="2025-01-28T14:06:08.900" v="29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13.969" v="31" actId="1076"/>
        <pc:sldMkLst>
          <pc:docMk/>
          <pc:sldMk cId="0" sldId="271"/>
        </pc:sldMkLst>
        <pc:spChg chg="mod">
          <ac:chgData name="Luiz Augusto Melo Pereira" userId="4bd5ce759a66f368" providerId="LiveId" clId="{E7849B94-770C-4D0B-8269-B7C936C536FD}" dt="2025-01-28T14:06:13.969" v="31" actId="1076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16.875" v="33" actId="1076"/>
        <pc:sldMkLst>
          <pc:docMk/>
          <pc:sldMk cId="0" sldId="272"/>
        </pc:sldMkLst>
        <pc:spChg chg="mod">
          <ac:chgData name="Luiz Augusto Melo Pereira" userId="4bd5ce759a66f368" providerId="LiveId" clId="{E7849B94-770C-4D0B-8269-B7C936C536FD}" dt="2025-01-28T14:06:16.875" v="33" actId="1076"/>
          <ac:spMkLst>
            <pc:docMk/>
            <pc:sldMk cId="0" sldId="272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E7849B94-770C-4D0B-8269-B7C936C536FD}" dt="2025-01-28T14:07:06.551" v="63" actId="47"/>
        <pc:sldMkLst>
          <pc:docMk/>
          <pc:sldMk cId="0" sldId="273"/>
        </pc:sldMkLst>
        <pc:spChg chg="mod">
          <ac:chgData name="Luiz Augusto Melo Pereira" userId="4bd5ce759a66f368" providerId="LiveId" clId="{E7849B94-770C-4D0B-8269-B7C936C536FD}" dt="2025-01-28T14:06:28.626" v="42" actId="1076"/>
          <ac:spMkLst>
            <pc:docMk/>
            <pc:sldMk cId="0" sldId="273"/>
            <ac:spMk id="3" creationId="{00000000-0000-0000-0000-000000000000}"/>
          </ac:spMkLst>
        </pc:spChg>
        <pc:spChg chg="add del mod">
          <ac:chgData name="Luiz Augusto Melo Pereira" userId="4bd5ce759a66f368" providerId="LiveId" clId="{E7849B94-770C-4D0B-8269-B7C936C536FD}" dt="2025-01-28T14:07:06.551" v="63" actId="47"/>
          <ac:spMkLst>
            <pc:docMk/>
            <pc:sldMk cId="0" sldId="273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31.921" v="46" actId="1076"/>
        <pc:sldMkLst>
          <pc:docMk/>
          <pc:sldMk cId="0" sldId="274"/>
        </pc:sldMkLst>
        <pc:spChg chg="mod">
          <ac:chgData name="Luiz Augusto Melo Pereira" userId="4bd5ce759a66f368" providerId="LiveId" clId="{E7849B94-770C-4D0B-8269-B7C936C536FD}" dt="2025-01-28T14:06:31.921" v="46" actId="1076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35.638" v="48" actId="1076"/>
        <pc:sldMkLst>
          <pc:docMk/>
          <pc:sldMk cId="0" sldId="275"/>
        </pc:sldMkLst>
        <pc:spChg chg="mod">
          <ac:chgData name="Luiz Augusto Melo Pereira" userId="4bd5ce759a66f368" providerId="LiveId" clId="{E7849B94-770C-4D0B-8269-B7C936C536FD}" dt="2025-01-28T14:06:35.638" v="48" actId="1076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38.974" v="50" actId="1076"/>
        <pc:sldMkLst>
          <pc:docMk/>
          <pc:sldMk cId="0" sldId="276"/>
        </pc:sldMkLst>
        <pc:spChg chg="mod">
          <ac:chgData name="Luiz Augusto Melo Pereira" userId="4bd5ce759a66f368" providerId="LiveId" clId="{E7849B94-770C-4D0B-8269-B7C936C536FD}" dt="2025-01-28T14:06:38.974" v="50" actId="1076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46.611" v="52" actId="1076"/>
        <pc:sldMkLst>
          <pc:docMk/>
          <pc:sldMk cId="0" sldId="277"/>
        </pc:sldMkLst>
        <pc:spChg chg="mod">
          <ac:chgData name="Luiz Augusto Melo Pereira" userId="4bd5ce759a66f368" providerId="LiveId" clId="{E7849B94-770C-4D0B-8269-B7C936C536FD}" dt="2025-01-28T14:06:46.611" v="52" actId="1076"/>
          <ac:spMkLst>
            <pc:docMk/>
            <pc:sldMk cId="0" sldId="277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50.335" v="54" actId="1076"/>
        <pc:sldMkLst>
          <pc:docMk/>
          <pc:sldMk cId="0" sldId="278"/>
        </pc:sldMkLst>
        <pc:spChg chg="mod">
          <ac:chgData name="Luiz Augusto Melo Pereira" userId="4bd5ce759a66f368" providerId="LiveId" clId="{E7849B94-770C-4D0B-8269-B7C936C536FD}" dt="2025-01-28T14:06:50.335" v="54" actId="1076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53.752" v="56" actId="1076"/>
        <pc:sldMkLst>
          <pc:docMk/>
          <pc:sldMk cId="0" sldId="279"/>
        </pc:sldMkLst>
        <pc:spChg chg="mod">
          <ac:chgData name="Luiz Augusto Melo Pereira" userId="4bd5ce759a66f368" providerId="LiveId" clId="{E7849B94-770C-4D0B-8269-B7C936C536FD}" dt="2025-01-28T14:06:53.752" v="56" actId="1076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6:56.568" v="58" actId="1076"/>
        <pc:sldMkLst>
          <pc:docMk/>
          <pc:sldMk cId="0" sldId="280"/>
        </pc:sldMkLst>
        <pc:spChg chg="mod">
          <ac:chgData name="Luiz Augusto Melo Pereira" userId="4bd5ce759a66f368" providerId="LiveId" clId="{E7849B94-770C-4D0B-8269-B7C936C536FD}" dt="2025-01-28T14:06:56.568" v="58" actId="1076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7:00.474" v="60" actId="1076"/>
        <pc:sldMkLst>
          <pc:docMk/>
          <pc:sldMk cId="0" sldId="281"/>
        </pc:sldMkLst>
        <pc:spChg chg="mod">
          <ac:chgData name="Luiz Augusto Melo Pereira" userId="4bd5ce759a66f368" providerId="LiveId" clId="{E7849B94-770C-4D0B-8269-B7C936C536FD}" dt="2025-01-28T14:07:00.474" v="60" actId="1076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7849B94-770C-4D0B-8269-B7C936C536FD}" dt="2025-01-28T14:07:05.311" v="62" actId="1076"/>
        <pc:sldMkLst>
          <pc:docMk/>
          <pc:sldMk cId="0" sldId="282"/>
        </pc:sldMkLst>
        <pc:spChg chg="mod">
          <ac:chgData name="Luiz Augusto Melo Pereira" userId="4bd5ce759a66f368" providerId="LiveId" clId="{E7849B94-770C-4D0B-8269-B7C936C536FD}" dt="2025-01-28T14:07:05.311" v="62" actId="1076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7924"/>
            <a:ext cx="10638155" cy="130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159"/>
            <a:ext cx="10926445" cy="434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eural_networks/tensorflow/v2x/classificador_com_api_sequencial.ipynb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neural_networks/tensorflow/v2x/regressor_com_api_sequencial.ipynb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github/luiz10ml/tp555-ml/blob/main/exemplos/neural_networks/tensorflow/v2x/lidando_com_varias_saidas_com_api_funcional.ipynb" TargetMode="Externa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neural_networks/tensorflow/v2x/modelo_din%C3%A2mico_usando_a_api_de_subclasses.ipynb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neural_networks/tensorflow/v2x/salvando_e_restaurando_um_modelo.ipynb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keras.io/callbacks/" TargetMode="External"/><Relationship Id="rId2" Type="http://schemas.openxmlformats.org/officeDocument/2006/relationships/hyperlink" Target="https://colab.research.google.com/github/luiz10ml/tp555-ml/blob/main/exemplos/neural_networks/tensorflow/v2x/usando_callbacks.ipynb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neural_networks/tensorflow/v2x/usando_o_tensorboard.ipynb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neural_networks/tensorflow/v2x/otimizacao_hiperparametrica.ipynb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Hyperparameter_optimization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iz10ml/tp555-ml/blob/main/listas/TP555%20-%20Lista%20de%20Exerc%C3%ADcios%20%2312.p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1620" y="512191"/>
            <a:ext cx="7588250" cy="14439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477645" marR="5080" indent="-1464945">
              <a:lnSpc>
                <a:spcPts val="5290"/>
              </a:lnSpc>
              <a:spcBef>
                <a:spcPts val="760"/>
              </a:spcBef>
            </a:pPr>
            <a:r>
              <a:rPr sz="4900" b="0" dirty="0">
                <a:latin typeface="Calibri Light"/>
                <a:cs typeface="Calibri Light"/>
              </a:rPr>
              <a:t>TP555</a:t>
            </a:r>
            <a:r>
              <a:rPr sz="4900" b="0" spc="-125" dirty="0">
                <a:latin typeface="Calibri Light"/>
                <a:cs typeface="Calibri Light"/>
              </a:rPr>
              <a:t> </a:t>
            </a:r>
            <a:r>
              <a:rPr sz="4900" b="0" dirty="0">
                <a:latin typeface="Calibri Light"/>
                <a:cs typeface="Calibri Light"/>
              </a:rPr>
              <a:t>-</a:t>
            </a:r>
            <a:r>
              <a:rPr sz="4900" b="0" spc="-145" dirty="0">
                <a:latin typeface="Calibri Light"/>
                <a:cs typeface="Calibri Light"/>
              </a:rPr>
              <a:t> </a:t>
            </a:r>
            <a:r>
              <a:rPr sz="4900" b="0" spc="-10" dirty="0">
                <a:latin typeface="Calibri Light"/>
                <a:cs typeface="Calibri Light"/>
              </a:rPr>
              <a:t>Inteligência</a:t>
            </a:r>
            <a:r>
              <a:rPr sz="4900" b="0" spc="-80" dirty="0">
                <a:latin typeface="Calibri Light"/>
                <a:cs typeface="Calibri Light"/>
              </a:rPr>
              <a:t> </a:t>
            </a:r>
            <a:r>
              <a:rPr sz="4900" b="0" dirty="0">
                <a:latin typeface="Calibri Light"/>
                <a:cs typeface="Calibri Light"/>
              </a:rPr>
              <a:t>Artificial</a:t>
            </a:r>
            <a:r>
              <a:rPr sz="4900" b="0" spc="-110" dirty="0">
                <a:latin typeface="Calibri Light"/>
                <a:cs typeface="Calibri Light"/>
              </a:rPr>
              <a:t> </a:t>
            </a:r>
            <a:r>
              <a:rPr sz="4900" b="0" spc="-50" dirty="0">
                <a:latin typeface="Calibri Light"/>
                <a:cs typeface="Calibri Light"/>
              </a:rPr>
              <a:t>e </a:t>
            </a:r>
            <a:r>
              <a:rPr sz="4900" b="0" dirty="0">
                <a:latin typeface="Calibri Light"/>
                <a:cs typeface="Calibri Light"/>
              </a:rPr>
              <a:t>Machine</a:t>
            </a:r>
            <a:r>
              <a:rPr sz="4900" b="0" spc="-150" dirty="0">
                <a:latin typeface="Calibri Light"/>
                <a:cs typeface="Calibri Light"/>
              </a:rPr>
              <a:t> </a:t>
            </a:r>
            <a:r>
              <a:rPr sz="4900" b="0" spc="-10" dirty="0">
                <a:latin typeface="Calibri Light"/>
                <a:cs typeface="Calibri Light"/>
              </a:rPr>
              <a:t>Learning:</a:t>
            </a:r>
            <a:endParaRPr sz="4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4085" y="1844421"/>
            <a:ext cx="7793355" cy="15894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2381250" marR="5080" indent="-2369185">
              <a:lnSpc>
                <a:spcPts val="5830"/>
              </a:lnSpc>
              <a:spcBef>
                <a:spcPts val="835"/>
              </a:spcBef>
            </a:pPr>
            <a:r>
              <a:rPr sz="5400" i="1" spc="-25" dirty="0">
                <a:latin typeface="Calibri Light"/>
                <a:cs typeface="Calibri Light"/>
              </a:rPr>
              <a:t>Redes</a:t>
            </a:r>
            <a:r>
              <a:rPr sz="5400" i="1" spc="-275" dirty="0">
                <a:latin typeface="Calibri Light"/>
                <a:cs typeface="Calibri Light"/>
              </a:rPr>
              <a:t> </a:t>
            </a:r>
            <a:r>
              <a:rPr sz="5400" i="1" spc="-10" dirty="0">
                <a:latin typeface="Calibri Light"/>
                <a:cs typeface="Calibri Light"/>
              </a:rPr>
              <a:t>Neurais</a:t>
            </a:r>
            <a:r>
              <a:rPr sz="5400" i="1" spc="-270" dirty="0">
                <a:latin typeface="Calibri Light"/>
                <a:cs typeface="Calibri Light"/>
              </a:rPr>
              <a:t> </a:t>
            </a:r>
            <a:r>
              <a:rPr sz="5400" i="1" spc="-10" dirty="0">
                <a:latin typeface="Calibri Light"/>
                <a:cs typeface="Calibri Light"/>
              </a:rPr>
              <a:t>Artificiais</a:t>
            </a:r>
            <a:r>
              <a:rPr sz="5400" i="1" spc="-270" dirty="0">
                <a:latin typeface="Calibri Light"/>
                <a:cs typeface="Calibri Light"/>
              </a:rPr>
              <a:t> </a:t>
            </a:r>
            <a:r>
              <a:rPr sz="5400" i="1" spc="-35" dirty="0">
                <a:latin typeface="Calibri Light"/>
                <a:cs typeface="Calibri Light"/>
              </a:rPr>
              <a:t>com </a:t>
            </a:r>
            <a:r>
              <a:rPr sz="5400" i="1" spc="-455" dirty="0">
                <a:latin typeface="Calibri Light"/>
                <a:cs typeface="Calibri Light"/>
              </a:rPr>
              <a:t>T</a:t>
            </a:r>
            <a:r>
              <a:rPr sz="5400" i="1" spc="40" dirty="0">
                <a:latin typeface="Calibri Light"/>
                <a:cs typeface="Calibri Light"/>
              </a:rPr>
              <a:t>e</a:t>
            </a:r>
            <a:r>
              <a:rPr sz="5400" i="1" spc="25" dirty="0">
                <a:latin typeface="Calibri Light"/>
                <a:cs typeface="Calibri Light"/>
              </a:rPr>
              <a:t>n</a:t>
            </a:r>
            <a:r>
              <a:rPr sz="5400" i="1" spc="35" dirty="0">
                <a:latin typeface="Calibri Light"/>
                <a:cs typeface="Calibri Light"/>
              </a:rPr>
              <a:t>s</a:t>
            </a:r>
            <a:r>
              <a:rPr sz="5400" i="1" spc="30" dirty="0">
                <a:latin typeface="Calibri Light"/>
                <a:cs typeface="Calibri Light"/>
              </a:rPr>
              <a:t>o</a:t>
            </a:r>
            <a:r>
              <a:rPr sz="5400" i="1" spc="35" dirty="0">
                <a:latin typeface="Calibri Light"/>
                <a:cs typeface="Calibri Light"/>
              </a:rPr>
              <a:t>r</a:t>
            </a:r>
            <a:r>
              <a:rPr sz="5400" i="1" spc="25" dirty="0">
                <a:latin typeface="Calibri Light"/>
                <a:cs typeface="Calibri Light"/>
              </a:rPr>
              <a:t>F</a:t>
            </a:r>
            <a:r>
              <a:rPr sz="5400" i="1" spc="60" dirty="0">
                <a:latin typeface="Calibri Light"/>
                <a:cs typeface="Calibri Light"/>
              </a:rPr>
              <a:t>l</a:t>
            </a:r>
            <a:r>
              <a:rPr sz="5400" i="1" spc="5" dirty="0">
                <a:latin typeface="Calibri Light"/>
                <a:cs typeface="Calibri Light"/>
              </a:rPr>
              <a:t>o</a:t>
            </a:r>
            <a:r>
              <a:rPr sz="5400" i="1" spc="75" dirty="0">
                <a:latin typeface="Calibri Light"/>
                <a:cs typeface="Calibri Light"/>
              </a:rPr>
              <a:t>w</a:t>
            </a:r>
            <a:endParaRPr sz="54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845" y="5558130"/>
            <a:ext cx="2178468" cy="6185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191" y="3396996"/>
            <a:ext cx="2261616" cy="2237231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0D470753-580D-F218-8C7D-D15B9CF1A87C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C5A3C23-4588-23F5-994C-383138450FE0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Bibliotecas</a:t>
            </a:r>
            <a:r>
              <a:rPr spc="-60" dirty="0"/>
              <a:t> </a:t>
            </a:r>
            <a:r>
              <a:rPr dirty="0"/>
              <a:t>para</a:t>
            </a:r>
            <a:r>
              <a:rPr spc="-75" dirty="0"/>
              <a:t> </a:t>
            </a:r>
            <a:r>
              <a:rPr dirty="0"/>
              <a:t>construção</a:t>
            </a:r>
            <a:r>
              <a:rPr spc="-8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redes</a:t>
            </a:r>
            <a:r>
              <a:rPr spc="-95" dirty="0"/>
              <a:t> </a:t>
            </a:r>
            <a:r>
              <a:rPr spc="-10" dirty="0"/>
              <a:t>neurais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0925810" cy="470598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1004569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várias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open-</a:t>
            </a:r>
            <a:r>
              <a:rPr sz="2600" b="1" i="1" dirty="0">
                <a:latin typeface="Calibri"/>
                <a:cs typeface="Calibri"/>
              </a:rPr>
              <a:t>source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gratuitas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redes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escalonáveis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eficientes,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exemplo:</a:t>
            </a:r>
            <a:endParaRPr sz="2600" dirty="0">
              <a:latin typeface="Calibri"/>
              <a:cs typeface="Calibri"/>
            </a:endParaRPr>
          </a:p>
          <a:p>
            <a:pPr marL="698500" marR="307975" lvl="1" indent="-228600">
              <a:lnSpc>
                <a:spcPct val="70000"/>
              </a:lnSpc>
              <a:spcBef>
                <a:spcPts val="49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Theano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Universidade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Montreal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(primeira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versão)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PyMC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(versões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posteriores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sob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o </a:t>
            </a:r>
            <a:r>
              <a:rPr sz="2200" dirty="0">
                <a:latin typeface="Calibri"/>
                <a:cs typeface="Calibri"/>
              </a:rPr>
              <a:t>nome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Aesara).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21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MXNet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Apache,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b="1" i="1" spc="-20" dirty="0">
                <a:latin typeface="Calibri"/>
                <a:cs typeface="Calibri"/>
              </a:rPr>
              <a:t>PyTorch</a:t>
            </a:r>
            <a:r>
              <a:rPr sz="2200" spc="-20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(Facebook),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b="1" i="1" spc="-25" dirty="0">
                <a:latin typeface="Calibri"/>
                <a:cs typeface="Calibri"/>
              </a:rPr>
              <a:t>TensorFlow</a:t>
            </a:r>
            <a:r>
              <a:rPr sz="2200" spc="-25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Google.</a:t>
            </a:r>
            <a:endParaRPr sz="2200" dirty="0">
              <a:latin typeface="Calibri"/>
              <a:cs typeface="Calibri"/>
            </a:endParaRPr>
          </a:p>
          <a:p>
            <a:pPr marL="241300" marR="26987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Todas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suportam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CPUs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GPUs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do </a:t>
            </a:r>
            <a:r>
              <a:rPr sz="2600" spc="-40" dirty="0">
                <a:latin typeface="Calibri"/>
                <a:cs typeface="Calibri"/>
              </a:rPr>
              <a:t>TensorFlow,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TPUs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também.</a:t>
            </a:r>
            <a:endParaRPr sz="2600" dirty="0">
              <a:latin typeface="Calibri"/>
              <a:cs typeface="Calibri"/>
            </a:endParaRPr>
          </a:p>
          <a:p>
            <a:pPr marL="698500" indent="-229235">
              <a:lnSpc>
                <a:spcPts val="19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b="1" i="1" spc="-25" dirty="0">
                <a:latin typeface="Calibri"/>
                <a:cs typeface="Calibri"/>
              </a:rPr>
              <a:t>Tensor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Processor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Unit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(TPU):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ASIC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desenvolvido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especificamente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execução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eficiente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do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TensorFlow.</a:t>
            </a:r>
            <a:endParaRPr sz="2200" dirty="0">
              <a:latin typeface="Calibri"/>
              <a:cs typeface="Calibri"/>
            </a:endParaRPr>
          </a:p>
          <a:p>
            <a:pPr marL="241300" marR="418465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Dentre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difundida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TensorFlow</a:t>
            </a:r>
            <a:r>
              <a:rPr sz="2600" spc="-2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desenvolvida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pelo 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Google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Google</a:t>
            </a:r>
            <a:r>
              <a:rPr sz="2600" b="1" i="1" spc="-10" dirty="0">
                <a:latin typeface="Calibri"/>
                <a:cs typeface="Calibri"/>
              </a:rPr>
              <a:t> Brain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77089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neste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tópico,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veremos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TensorFlow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implementação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execução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neurais.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8614410" cy="486283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TensorFlow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computação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numérica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diferenciável</a:t>
            </a:r>
            <a:r>
              <a:rPr sz="26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criação,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execução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algoritmos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ML.</a:t>
            </a:r>
            <a:endParaRPr sz="2600" dirty="0">
              <a:latin typeface="Calibri"/>
              <a:cs typeface="Calibri"/>
            </a:endParaRPr>
          </a:p>
          <a:p>
            <a:pPr marL="241300" marR="42672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Possibilita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criação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forma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rápida,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flexível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e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executados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em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larga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escala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79375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nome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TensorFlow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deriva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operações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biblioteca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realizar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matrizes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dados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multidimensionais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tensores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730250" indent="-228600">
              <a:lnSpc>
                <a:spcPts val="25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cálculos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TensorFlow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expressos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grafos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computação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(como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mostrado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figura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lado).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i="1" spc="-20" dirty="0">
                <a:latin typeface="Calibri"/>
                <a:cs typeface="Calibri"/>
              </a:rPr>
              <a:t>TensorFlow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fornece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Python,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C++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JavaScript.</a:t>
            </a:r>
            <a:endParaRPr sz="2600" dirty="0">
              <a:latin typeface="Calibri"/>
              <a:cs typeface="Calibri"/>
            </a:endParaRPr>
          </a:p>
          <a:p>
            <a:pPr marL="241300" marR="45402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grafos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computação</a:t>
            </a:r>
            <a:r>
              <a:rPr sz="2600" b="1" i="1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executados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CPUs, </a:t>
            </a:r>
            <a:r>
              <a:rPr sz="2600" dirty="0">
                <a:latin typeface="Calibri"/>
                <a:cs typeface="Calibri"/>
              </a:rPr>
              <a:t>GPUs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10" dirty="0">
                <a:latin typeface="Calibri"/>
                <a:cs typeface="Calibri"/>
              </a:rPr>
              <a:t> TPUs.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0889" y="70103"/>
            <a:ext cx="2337969" cy="19955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7776" y="3812049"/>
            <a:ext cx="2456610" cy="23418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845802" y="6446011"/>
            <a:ext cx="1835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Grafo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computação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7717155" cy="45478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8321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30" dirty="0">
                <a:latin typeface="Calibri"/>
                <a:cs typeface="Calibri"/>
              </a:rPr>
              <a:t>TensorFlow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possibilita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dividir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grafo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várias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partes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executá-</a:t>
            </a:r>
            <a:r>
              <a:rPr sz="2800" dirty="0">
                <a:latin typeface="Calibri"/>
                <a:cs typeface="Calibri"/>
              </a:rPr>
              <a:t>las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paralelo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várias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CPUs, </a:t>
            </a:r>
            <a:r>
              <a:rPr sz="2800" dirty="0">
                <a:latin typeface="Calibri"/>
                <a:cs typeface="Calibri"/>
              </a:rPr>
              <a:t>GPUs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TPUs,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lado.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30" dirty="0">
                <a:latin typeface="Calibri"/>
                <a:cs typeface="Calibri"/>
              </a:rPr>
              <a:t>TensorFlow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suporta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computação distribuída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pode-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treinar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neurais gigantescas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imensos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período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tempo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razoável,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dividindo-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 os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cálculos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através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centenas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servidores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08305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Roda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Windows,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Linux,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 </a:t>
            </a:r>
            <a:r>
              <a:rPr sz="2800" dirty="0">
                <a:latin typeface="Calibri"/>
                <a:cs typeface="Calibri"/>
              </a:rPr>
              <a:t>dispositivos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móveis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embarcados,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incluindo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iOS, </a:t>
            </a:r>
            <a:r>
              <a:rPr sz="2800" dirty="0">
                <a:latin typeface="Calibri"/>
                <a:cs typeface="Calibri"/>
              </a:rPr>
              <a:t>Android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Raspberry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30" dirty="0">
                <a:latin typeface="Calibri"/>
                <a:cs typeface="Calibri"/>
              </a:rPr>
              <a:t>TensorFlow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Lite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1479" y="2112587"/>
            <a:ext cx="3150992" cy="36550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53727" y="5922975"/>
            <a:ext cx="1835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Grafo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computação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066"/>
            <a:ext cx="10851515" cy="486346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Inclui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implementações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C++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altamente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eficientes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muitas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operações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aprendizado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máquina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otimizadores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usados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parâmetros</a:t>
            </a:r>
            <a:r>
              <a:rPr sz="2600" b="1" i="1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pesos)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minimizam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custo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481330" indent="-228600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otimizadores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implementam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várias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versões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gradiente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descendente: </a:t>
            </a:r>
            <a:r>
              <a:rPr sz="2600" dirty="0">
                <a:latin typeface="Calibri"/>
                <a:cs typeface="Calibri"/>
              </a:rPr>
              <a:t>GDE,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Momentum,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RMSProp,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Adam,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etc.</a:t>
            </a:r>
            <a:endParaRPr sz="2600" dirty="0">
              <a:latin typeface="Calibri"/>
              <a:cs typeface="Calibri"/>
            </a:endParaRPr>
          </a:p>
          <a:p>
            <a:pPr marL="241300" marR="148590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operações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otimização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fáceis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usar,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TensorFlow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cuida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automaticamente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cálculo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gradientes</a:t>
            </a:r>
            <a:r>
              <a:rPr sz="26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das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funções</a:t>
            </a:r>
            <a:r>
              <a:rPr sz="26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você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define.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Isso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chamado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diferenciação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automática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(ou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autodiff</a:t>
            </a:r>
            <a:r>
              <a:rPr sz="2200" spc="-10" dirty="0">
                <a:latin typeface="Calibri"/>
                <a:cs typeface="Calibri"/>
              </a:rPr>
              <a:t>).</a:t>
            </a:r>
            <a:endParaRPr sz="2200" dirty="0">
              <a:latin typeface="Calibri"/>
              <a:cs typeface="Calibri"/>
            </a:endParaRPr>
          </a:p>
          <a:p>
            <a:pPr marL="241300" marR="320040" indent="-228600">
              <a:lnSpc>
                <a:spcPts val="281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Oferece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ferramenta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visualização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chamada</a:t>
            </a:r>
            <a:r>
              <a:rPr sz="2600" spc="-1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TensorBoard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permite </a:t>
            </a:r>
            <a:r>
              <a:rPr sz="2600" dirty="0">
                <a:latin typeface="Calibri"/>
                <a:cs typeface="Calibri"/>
              </a:rPr>
              <a:t>navegar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grafo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computação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visualizar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curvas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aprendizado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31750" indent="-228600">
              <a:lnSpc>
                <a:spcPts val="281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Possui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equipe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dedicada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desenvolvedores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comunidade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crescente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contribui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0" dirty="0">
                <a:latin typeface="Calibri"/>
                <a:cs typeface="Calibri"/>
              </a:rPr>
              <a:t> melhorá-</a:t>
            </a:r>
            <a:r>
              <a:rPr sz="2600" dirty="0">
                <a:latin typeface="Calibri"/>
                <a:cs typeface="Calibri"/>
              </a:rPr>
              <a:t>lo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vez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mais.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TensorFlow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0813415" cy="479107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409575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Tensorflow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oferece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application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programming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interfaces </a:t>
            </a:r>
            <a:r>
              <a:rPr sz="2600" dirty="0">
                <a:latin typeface="Calibri"/>
                <a:cs typeface="Calibri"/>
              </a:rPr>
              <a:t>(APIs):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nativo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original)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 </a:t>
            </a:r>
            <a:r>
              <a:rPr sz="2600" b="1" i="1" spc="-10" dirty="0">
                <a:latin typeface="Calibri"/>
                <a:cs typeface="Calibri"/>
              </a:rPr>
              <a:t>Keras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68770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APIs</a:t>
            </a:r>
            <a:r>
              <a:rPr sz="26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nativas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oferece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muita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flexibilidade</a:t>
            </a:r>
            <a:r>
              <a:rPr sz="26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ao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custo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maior complexidade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API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indicada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você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criar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qualquer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tipo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grafo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computação,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incluindo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qualquer </a:t>
            </a:r>
            <a:r>
              <a:rPr sz="2200" spc="-20" dirty="0">
                <a:latin typeface="Calibri"/>
                <a:cs typeface="Calibri"/>
              </a:rPr>
              <a:t>arquitetura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rede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neural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você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imaginar.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Porém,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sintaxe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bastante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complicada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prolixa.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Keras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conjunto de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APIs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simples</a:t>
            </a:r>
            <a:r>
              <a:rPr sz="26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alto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nível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construído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sobre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505"/>
              </a:lnSpc>
            </a:pPr>
            <a:r>
              <a:rPr sz="2600" b="1" i="1" spc="-20" dirty="0">
                <a:latin typeface="Calibri"/>
                <a:cs typeface="Calibri"/>
              </a:rPr>
              <a:t>TensorFlow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facilita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seu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uso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detrimento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uma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menor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flexibilidade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09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Por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fácil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conjunto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nativas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TensorFlow,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para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245"/>
              </a:lnSpc>
            </a:pP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prototipagem</a:t>
            </a:r>
            <a:r>
              <a:rPr sz="22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rápida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38735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Porém,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TensorFlow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oferece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operações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complexas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Keras</a:t>
            </a:r>
            <a:r>
              <a:rPr sz="2600" spc="-10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além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debugger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especializado,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salvar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horas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trabalho.</a:t>
            </a:r>
            <a:endParaRPr sz="2600" dirty="0">
              <a:latin typeface="Calibri"/>
              <a:cs typeface="Calibri"/>
            </a:endParaRPr>
          </a:p>
          <a:p>
            <a:pPr marL="241300" marR="995044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Entretanto,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facilidade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rapidez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prototipagem, </a:t>
            </a:r>
            <a:r>
              <a:rPr sz="2600" dirty="0">
                <a:latin typeface="Calibri"/>
                <a:cs typeface="Calibri"/>
              </a:rPr>
              <a:t>utilizaremos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Keras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seguir.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7361" y="80885"/>
            <a:ext cx="2735155" cy="17200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023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APIs</a:t>
            </a:r>
            <a:r>
              <a:rPr spc="-15" dirty="0"/>
              <a:t> </a:t>
            </a:r>
            <a:r>
              <a:rPr dirty="0"/>
              <a:t>do</a:t>
            </a:r>
            <a:r>
              <a:rPr spc="-5" dirty="0"/>
              <a:t> </a:t>
            </a:r>
            <a:r>
              <a:rPr spc="-20" dirty="0"/>
              <a:t>Keras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797540" cy="48609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Keras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fornece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duas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máquina: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sequencial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funcional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8577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sequencial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sugere,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permite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modelos </a:t>
            </a:r>
            <a:r>
              <a:rPr sz="2800" dirty="0">
                <a:latin typeface="Calibri"/>
                <a:cs typeface="Calibri"/>
              </a:rPr>
              <a:t>camada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camada.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forma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simples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criar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modelos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aprendizado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máquina.</a:t>
            </a:r>
            <a:endParaRPr sz="2400" dirty="0">
              <a:latin typeface="Calibri"/>
              <a:cs typeface="Calibri"/>
            </a:endParaRPr>
          </a:p>
          <a:p>
            <a:pPr marL="698500" marR="130175" lvl="1" indent="-228600">
              <a:lnSpc>
                <a:spcPts val="2590"/>
              </a:lnSpc>
              <a:spcBef>
                <a:spcPts val="5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Porém,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mais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limitada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podemos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compartilhar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ou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ramificar camadas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podemos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ter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modelos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com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várias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entradas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ou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saídas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78105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funcional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flexível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sequencial,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permitindo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complexos.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Permite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compartilhamento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ou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ramificação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camadas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podermos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ter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várias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entradas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saídas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Classificador</a:t>
            </a:r>
            <a:r>
              <a:rPr spc="-35" dirty="0"/>
              <a:t> </a:t>
            </a:r>
            <a:r>
              <a:rPr dirty="0"/>
              <a:t>com</a:t>
            </a:r>
            <a:r>
              <a:rPr spc="-2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API</a:t>
            </a:r>
            <a:r>
              <a:rPr spc="-30" dirty="0"/>
              <a:t> </a:t>
            </a:r>
            <a:r>
              <a:rPr spc="-10" dirty="0"/>
              <a:t>sequencial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7528" y="1311316"/>
            <a:ext cx="2717755" cy="27266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793493"/>
            <a:ext cx="8536305" cy="4879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Vamos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construir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classificador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API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dirty="0">
                <a:latin typeface="Calibri"/>
                <a:cs typeface="Calibri"/>
              </a:rPr>
              <a:t>sequencial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Keras.</a:t>
            </a:r>
            <a:endParaRPr sz="2800" dirty="0">
              <a:latin typeface="Calibri"/>
              <a:cs typeface="Calibri"/>
            </a:endParaRPr>
          </a:p>
          <a:p>
            <a:pPr marL="241300" marR="1932939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Vamos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usá-</a:t>
            </a:r>
            <a:r>
              <a:rPr sz="2800" dirty="0">
                <a:latin typeface="Calibri"/>
                <a:cs typeface="Calibri"/>
              </a:rPr>
              <a:t>lo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imagens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spc="-20" dirty="0">
                <a:latin typeface="Calibri"/>
                <a:cs typeface="Calibri"/>
              </a:rPr>
              <a:t>representam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itens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vestuário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botas, camisetas,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bolsas,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tênis,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etc.</a:t>
            </a:r>
            <a:endParaRPr sz="2800" dirty="0">
              <a:latin typeface="Calibri"/>
              <a:cs typeface="Calibri"/>
            </a:endParaRPr>
          </a:p>
          <a:p>
            <a:pPr marL="241300" marR="923925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Fashion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MNIST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contém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70.000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imagens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tons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cinza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28x28 </a:t>
            </a:r>
            <a:r>
              <a:rPr sz="2800" dirty="0">
                <a:latin typeface="Calibri"/>
                <a:cs typeface="Calibri"/>
              </a:rPr>
              <a:t>pixels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classes.</a:t>
            </a:r>
            <a:endParaRPr sz="2800" dirty="0">
              <a:latin typeface="Calibri"/>
              <a:cs typeface="Calibri"/>
            </a:endParaRPr>
          </a:p>
          <a:p>
            <a:pPr marL="241300" marR="1412240" indent="-228600" algn="just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rótulos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9,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onde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listadas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 </a:t>
            </a:r>
            <a:r>
              <a:rPr sz="2800" spc="-10" dirty="0">
                <a:latin typeface="Calibri"/>
                <a:cs typeface="Calibri"/>
              </a:rPr>
              <a:t>lado.</a:t>
            </a:r>
            <a:endParaRPr sz="2800" dirty="0">
              <a:latin typeface="Calibri"/>
              <a:cs typeface="Calibri"/>
            </a:endParaRPr>
          </a:p>
          <a:p>
            <a:pPr marL="3896995">
              <a:lnSpc>
                <a:spcPts val="1585"/>
              </a:lnSpc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800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classificador_com_api_sequencial.ipynb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33507" y="4363592"/>
            <a:ext cx="995044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"T-shirt/top", "Trouser", "Pullover", "Dress",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"Coat",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"Sandal",</a:t>
            </a:r>
            <a:endParaRPr sz="1400">
              <a:latin typeface="Calibri"/>
              <a:cs typeface="Calibri"/>
            </a:endParaRPr>
          </a:p>
          <a:p>
            <a:pPr marL="12700" marR="41275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"Shirt", "Sneaker", "Bag", </a:t>
            </a:r>
            <a:r>
              <a:rPr sz="1400" dirty="0">
                <a:latin typeface="Calibri"/>
                <a:cs typeface="Calibri"/>
              </a:rPr>
              <a:t>"Ankle </a:t>
            </a:r>
            <a:r>
              <a:rPr sz="1400" spc="-10" dirty="0">
                <a:latin typeface="Calibri"/>
                <a:cs typeface="Calibri"/>
              </a:rPr>
              <a:t>boot"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Regressor</a:t>
            </a:r>
            <a:r>
              <a:rPr spc="-80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API</a:t>
            </a:r>
            <a:r>
              <a:rPr spc="-55" dirty="0"/>
              <a:t> </a:t>
            </a:r>
            <a:r>
              <a:rPr spc="-10" dirty="0"/>
              <a:t>sequencial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0997565" cy="495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Vamos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construir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API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sequencial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Keras.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Vamos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usá-</a:t>
            </a:r>
            <a:r>
              <a:rPr sz="2600" dirty="0">
                <a:latin typeface="Calibri"/>
                <a:cs typeface="Calibri"/>
              </a:rPr>
              <a:t>lo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predizer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médio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casas.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habitacional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Califórnia.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possui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20640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exemplos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8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rótulo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numéricos.</a:t>
            </a:r>
            <a:endParaRPr sz="2600" dirty="0">
              <a:latin typeface="Calibri"/>
              <a:cs typeface="Calibri"/>
            </a:endParaRPr>
          </a:p>
          <a:p>
            <a:pPr marL="241300" marR="64135" indent="-228600">
              <a:lnSpc>
                <a:spcPct val="701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rótulo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médio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estado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Califórnia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expresso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centenas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milhares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dólares.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seguintes: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20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MedInc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renda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média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grupo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quarteirões.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HouseAge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idade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média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grupo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quarteirões.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b="1" i="1" spc="-20" dirty="0">
                <a:latin typeface="Calibri"/>
                <a:cs typeface="Calibri"/>
              </a:rPr>
              <a:t>AveRooms</a:t>
            </a:r>
            <a:r>
              <a:rPr sz="2200" spc="-2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número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médio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salas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família.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b="1" i="1" spc="-10" dirty="0">
                <a:latin typeface="Calibri"/>
                <a:cs typeface="Calibri"/>
              </a:rPr>
              <a:t>AveBedrms</a:t>
            </a:r>
            <a:r>
              <a:rPr sz="2200" spc="-10" dirty="0">
                <a:latin typeface="Calibri"/>
                <a:cs typeface="Calibri"/>
              </a:rPr>
              <a:t>: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número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médio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quartos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por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família.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b="1" i="1" spc="-10" dirty="0">
                <a:latin typeface="Calibri"/>
                <a:cs typeface="Calibri"/>
              </a:rPr>
              <a:t>Population</a:t>
            </a:r>
            <a:r>
              <a:rPr sz="2200" spc="-10" dirty="0">
                <a:latin typeface="Calibri"/>
                <a:cs typeface="Calibri"/>
              </a:rPr>
              <a:t>: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população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grupo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quarteirões.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b="1" i="1" spc="-20" dirty="0">
                <a:latin typeface="Calibri"/>
                <a:cs typeface="Calibri"/>
              </a:rPr>
              <a:t>AveOccup</a:t>
            </a:r>
            <a:r>
              <a:rPr sz="2200" spc="-20" dirty="0">
                <a:latin typeface="Calibri"/>
                <a:cs typeface="Calibri"/>
              </a:rPr>
              <a:t>: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número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médio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membros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família.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Latitude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latitude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grupo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quarteirões.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b="1" spc="-10" dirty="0">
                <a:latin typeface="Calibri"/>
                <a:cs typeface="Calibri"/>
              </a:rPr>
              <a:t>Longitude</a:t>
            </a:r>
            <a:r>
              <a:rPr sz="2200" spc="-10" dirty="0">
                <a:latin typeface="Calibri"/>
                <a:cs typeface="Calibri"/>
              </a:rPr>
              <a:t>: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longitude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grupo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quarteirões.</a:t>
            </a:r>
            <a:endParaRPr sz="2200" dirty="0">
              <a:latin typeface="Calibri"/>
              <a:cs typeface="Calibri"/>
            </a:endParaRPr>
          </a:p>
          <a:p>
            <a:pPr marL="6624955">
              <a:lnSpc>
                <a:spcPts val="1864"/>
              </a:lnSpc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800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regressor_com_api_sequencial.ipynb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93493"/>
            <a:ext cx="8576945" cy="446786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sequencial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força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fluir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através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sequência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camadas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83439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contraste,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não- </a:t>
            </a:r>
            <a:r>
              <a:rPr sz="2800" dirty="0">
                <a:latin typeface="Calibri"/>
                <a:cs typeface="Calibri"/>
              </a:rPr>
              <a:t>sequenciais,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usamos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funcional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72085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funcional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possibilita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spc="-10" dirty="0">
                <a:latin typeface="Calibri"/>
                <a:cs typeface="Calibri"/>
              </a:rPr>
              <a:t>mostrados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lado.</a:t>
            </a:r>
            <a:endParaRPr sz="2800" dirty="0">
              <a:latin typeface="Calibri"/>
              <a:cs typeface="Calibri"/>
            </a:endParaRPr>
          </a:p>
          <a:p>
            <a:pPr marL="698500" marR="124460" lvl="1" indent="-228600">
              <a:lnSpc>
                <a:spcPts val="2590"/>
              </a:lnSpc>
              <a:spcBef>
                <a:spcPts val="53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queremos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entrada,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neural.</a:t>
            </a:r>
            <a:endParaRPr sz="2400" dirty="0">
              <a:latin typeface="Calibri"/>
              <a:cs typeface="Calibri"/>
            </a:endParaRPr>
          </a:p>
          <a:p>
            <a:pPr marL="698500" marR="603885" lvl="1" indent="-228600">
              <a:lnSpc>
                <a:spcPts val="2590"/>
              </a:lnSpc>
              <a:spcBef>
                <a:spcPts val="50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queremos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diferentes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para </a:t>
            </a:r>
            <a:r>
              <a:rPr sz="2400" spc="-10" dirty="0">
                <a:latin typeface="Calibri"/>
                <a:cs typeface="Calibri"/>
              </a:rPr>
              <a:t>diferentes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múltiplas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entradas).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queremos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múltiplas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saídas.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017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API</a:t>
            </a:r>
            <a:r>
              <a:rPr spc="-15" dirty="0"/>
              <a:t> </a:t>
            </a:r>
            <a:r>
              <a:rPr dirty="0"/>
              <a:t>funcional do</a:t>
            </a:r>
            <a:r>
              <a:rPr spc="-5" dirty="0"/>
              <a:t> </a:t>
            </a:r>
            <a:r>
              <a:rPr spc="-10" dirty="0"/>
              <a:t>Keras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0002" y="57960"/>
            <a:ext cx="2422272" cy="21807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5332" y="2517663"/>
            <a:ext cx="2415480" cy="21366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60407" y="4812963"/>
            <a:ext cx="2793240" cy="18421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947128" y="55572"/>
            <a:ext cx="1711325" cy="1694814"/>
            <a:chOff x="6947128" y="55572"/>
            <a:chExt cx="1711325" cy="1694814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7128" y="55572"/>
              <a:ext cx="1710815" cy="16947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138415" y="650748"/>
              <a:ext cx="269875" cy="363220"/>
            </a:xfrm>
            <a:custGeom>
              <a:avLst/>
              <a:gdLst/>
              <a:ahLst/>
              <a:cxnLst/>
              <a:rect l="l" t="t" r="r" b="b"/>
              <a:pathLst>
                <a:path w="269875" h="363219">
                  <a:moveTo>
                    <a:pt x="0" y="362712"/>
                  </a:moveTo>
                  <a:lnTo>
                    <a:pt x="269748" y="362712"/>
                  </a:lnTo>
                  <a:lnTo>
                    <a:pt x="269748" y="0"/>
                  </a:lnTo>
                  <a:lnTo>
                    <a:pt x="0" y="0"/>
                  </a:lnTo>
                  <a:lnTo>
                    <a:pt x="0" y="3627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27391" y="1013459"/>
              <a:ext cx="81280" cy="363220"/>
            </a:xfrm>
            <a:custGeom>
              <a:avLst/>
              <a:gdLst/>
              <a:ahLst/>
              <a:cxnLst/>
              <a:rect l="l" t="t" r="r" b="b"/>
              <a:pathLst>
                <a:path w="81279" h="363219">
                  <a:moveTo>
                    <a:pt x="80772" y="0"/>
                  </a:moveTo>
                  <a:lnTo>
                    <a:pt x="0" y="0"/>
                  </a:lnTo>
                  <a:lnTo>
                    <a:pt x="0" y="362712"/>
                  </a:lnTo>
                  <a:lnTo>
                    <a:pt x="80772" y="362712"/>
                  </a:lnTo>
                  <a:lnTo>
                    <a:pt x="80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27391" y="1013459"/>
              <a:ext cx="81280" cy="363220"/>
            </a:xfrm>
            <a:custGeom>
              <a:avLst/>
              <a:gdLst/>
              <a:ahLst/>
              <a:cxnLst/>
              <a:rect l="l" t="t" r="r" b="b"/>
              <a:pathLst>
                <a:path w="81279" h="363219">
                  <a:moveTo>
                    <a:pt x="0" y="362712"/>
                  </a:moveTo>
                  <a:lnTo>
                    <a:pt x="80772" y="362712"/>
                  </a:lnTo>
                  <a:lnTo>
                    <a:pt x="80772" y="0"/>
                  </a:lnTo>
                  <a:lnTo>
                    <a:pt x="0" y="0"/>
                  </a:lnTo>
                  <a:lnTo>
                    <a:pt x="0" y="3627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96835" y="1334262"/>
              <a:ext cx="328930" cy="168910"/>
            </a:xfrm>
            <a:custGeom>
              <a:avLst/>
              <a:gdLst/>
              <a:ahLst/>
              <a:cxnLst/>
              <a:rect l="l" t="t" r="r" b="b"/>
              <a:pathLst>
                <a:path w="328929" h="168909">
                  <a:moveTo>
                    <a:pt x="23241" y="0"/>
                  </a:moveTo>
                  <a:lnTo>
                    <a:pt x="0" y="85725"/>
                  </a:lnTo>
                  <a:lnTo>
                    <a:pt x="305562" y="168655"/>
                  </a:lnTo>
                  <a:lnTo>
                    <a:pt x="328803" y="82930"/>
                  </a:lnTo>
                  <a:lnTo>
                    <a:pt x="232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96835" y="1334262"/>
              <a:ext cx="328930" cy="168910"/>
            </a:xfrm>
            <a:custGeom>
              <a:avLst/>
              <a:gdLst/>
              <a:ahLst/>
              <a:cxnLst/>
              <a:rect l="l" t="t" r="r" b="b"/>
              <a:pathLst>
                <a:path w="328929" h="168909">
                  <a:moveTo>
                    <a:pt x="0" y="85725"/>
                  </a:moveTo>
                  <a:lnTo>
                    <a:pt x="23241" y="0"/>
                  </a:lnTo>
                  <a:lnTo>
                    <a:pt x="328803" y="82930"/>
                  </a:lnTo>
                  <a:lnTo>
                    <a:pt x="305562" y="168655"/>
                  </a:lnTo>
                  <a:lnTo>
                    <a:pt x="0" y="857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91983" y="1431036"/>
              <a:ext cx="317500" cy="90170"/>
            </a:xfrm>
            <a:custGeom>
              <a:avLst/>
              <a:gdLst/>
              <a:ahLst/>
              <a:cxnLst/>
              <a:rect l="l" t="t" r="r" b="b"/>
              <a:pathLst>
                <a:path w="317500" h="90169">
                  <a:moveTo>
                    <a:pt x="316992" y="0"/>
                  </a:moveTo>
                  <a:lnTo>
                    <a:pt x="0" y="0"/>
                  </a:lnTo>
                  <a:lnTo>
                    <a:pt x="0" y="89915"/>
                  </a:lnTo>
                  <a:lnTo>
                    <a:pt x="316992" y="89915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91983" y="1431036"/>
              <a:ext cx="317500" cy="90170"/>
            </a:xfrm>
            <a:custGeom>
              <a:avLst/>
              <a:gdLst/>
              <a:ahLst/>
              <a:cxnLst/>
              <a:rect l="l" t="t" r="r" b="b"/>
              <a:pathLst>
                <a:path w="317500" h="90169">
                  <a:moveTo>
                    <a:pt x="0" y="89915"/>
                  </a:moveTo>
                  <a:lnTo>
                    <a:pt x="316992" y="89915"/>
                  </a:lnTo>
                  <a:lnTo>
                    <a:pt x="316992" y="0"/>
                  </a:lnTo>
                  <a:lnTo>
                    <a:pt x="0" y="0"/>
                  </a:lnTo>
                  <a:lnTo>
                    <a:pt x="0" y="899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76871" y="1072895"/>
              <a:ext cx="317500" cy="132715"/>
            </a:xfrm>
            <a:custGeom>
              <a:avLst/>
              <a:gdLst/>
              <a:ahLst/>
              <a:cxnLst/>
              <a:rect l="l" t="t" r="r" b="b"/>
              <a:pathLst>
                <a:path w="317500" h="132715">
                  <a:moveTo>
                    <a:pt x="316992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316992" y="132587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76871" y="1072895"/>
              <a:ext cx="317500" cy="132715"/>
            </a:xfrm>
            <a:custGeom>
              <a:avLst/>
              <a:gdLst/>
              <a:ahLst/>
              <a:cxnLst/>
              <a:rect l="l" t="t" r="r" b="b"/>
              <a:pathLst>
                <a:path w="317500" h="132715">
                  <a:moveTo>
                    <a:pt x="0" y="132587"/>
                  </a:moveTo>
                  <a:lnTo>
                    <a:pt x="316992" y="132587"/>
                  </a:lnTo>
                  <a:lnTo>
                    <a:pt x="316992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24087" y="1072895"/>
              <a:ext cx="317500" cy="132715"/>
            </a:xfrm>
            <a:custGeom>
              <a:avLst/>
              <a:gdLst/>
              <a:ahLst/>
              <a:cxnLst/>
              <a:rect l="l" t="t" r="r" b="b"/>
              <a:pathLst>
                <a:path w="317500" h="132715">
                  <a:moveTo>
                    <a:pt x="316992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316992" y="132587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324087" y="1072895"/>
              <a:ext cx="317500" cy="132715"/>
            </a:xfrm>
            <a:custGeom>
              <a:avLst/>
              <a:gdLst/>
              <a:ahLst/>
              <a:cxnLst/>
              <a:rect l="l" t="t" r="r" b="b"/>
              <a:pathLst>
                <a:path w="317500" h="132715">
                  <a:moveTo>
                    <a:pt x="0" y="132587"/>
                  </a:moveTo>
                  <a:lnTo>
                    <a:pt x="316992" y="132587"/>
                  </a:lnTo>
                  <a:lnTo>
                    <a:pt x="316992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06639" y="748284"/>
              <a:ext cx="317500" cy="109855"/>
            </a:xfrm>
            <a:custGeom>
              <a:avLst/>
              <a:gdLst/>
              <a:ahLst/>
              <a:cxnLst/>
              <a:rect l="l" t="t" r="r" b="b"/>
              <a:pathLst>
                <a:path w="317500" h="109855">
                  <a:moveTo>
                    <a:pt x="316992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316992" y="109727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06639" y="748284"/>
              <a:ext cx="317500" cy="109855"/>
            </a:xfrm>
            <a:custGeom>
              <a:avLst/>
              <a:gdLst/>
              <a:ahLst/>
              <a:cxnLst/>
              <a:rect l="l" t="t" r="r" b="b"/>
              <a:pathLst>
                <a:path w="317500" h="109855">
                  <a:moveTo>
                    <a:pt x="0" y="109727"/>
                  </a:moveTo>
                  <a:lnTo>
                    <a:pt x="316992" y="109727"/>
                  </a:lnTo>
                  <a:lnTo>
                    <a:pt x="316992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14031" y="746759"/>
              <a:ext cx="727075" cy="117475"/>
            </a:xfrm>
            <a:custGeom>
              <a:avLst/>
              <a:gdLst/>
              <a:ahLst/>
              <a:cxnLst/>
              <a:rect l="l" t="t" r="r" b="b"/>
              <a:pathLst>
                <a:path w="727075" h="117475">
                  <a:moveTo>
                    <a:pt x="0" y="117348"/>
                  </a:moveTo>
                  <a:lnTo>
                    <a:pt x="316992" y="117348"/>
                  </a:lnTo>
                  <a:lnTo>
                    <a:pt x="316992" y="7620"/>
                  </a:lnTo>
                  <a:lnTo>
                    <a:pt x="0" y="7620"/>
                  </a:lnTo>
                  <a:lnTo>
                    <a:pt x="0" y="117348"/>
                  </a:lnTo>
                  <a:close/>
                </a:path>
                <a:path w="727075" h="117475">
                  <a:moveTo>
                    <a:pt x="409956" y="76200"/>
                  </a:moveTo>
                  <a:lnTo>
                    <a:pt x="726948" y="76200"/>
                  </a:lnTo>
                  <a:lnTo>
                    <a:pt x="726948" y="0"/>
                  </a:lnTo>
                  <a:lnTo>
                    <a:pt x="409956" y="0"/>
                  </a:lnTo>
                  <a:lnTo>
                    <a:pt x="409956" y="762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050526" y="2212086"/>
            <a:ext cx="19151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latin typeface="Calibri"/>
                <a:cs typeface="Calibri"/>
              </a:rPr>
              <a:t>Rede</a:t>
            </a:r>
            <a:r>
              <a:rPr sz="1400" i="1" spc="-6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neural</a:t>
            </a:r>
            <a:r>
              <a:rPr sz="1400" i="1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Wide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&amp;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Deep.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48329" y="6502095"/>
            <a:ext cx="5934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Exemplo:</a:t>
            </a:r>
            <a:r>
              <a:rPr sz="1800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lidando_com_varias_saidas_com_api_funcional.ipynb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09080" y="263778"/>
            <a:ext cx="783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indent="-431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Rede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neural sequencial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Construindo</a:t>
            </a:r>
            <a:r>
              <a:rPr spc="-55" dirty="0"/>
              <a:t> </a:t>
            </a:r>
            <a:r>
              <a:rPr dirty="0"/>
              <a:t>modelos</a:t>
            </a:r>
            <a:r>
              <a:rPr spc="-25" dirty="0"/>
              <a:t> </a:t>
            </a:r>
            <a:r>
              <a:rPr dirty="0"/>
              <a:t>dinâmicos</a:t>
            </a:r>
            <a:r>
              <a:rPr spc="-25" dirty="0"/>
              <a:t> </a:t>
            </a:r>
            <a:r>
              <a:rPr dirty="0"/>
              <a:t>usando</a:t>
            </a:r>
            <a:r>
              <a:rPr spc="-3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25" dirty="0"/>
              <a:t>API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subclasses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905490" cy="4974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libri"/>
                <a:cs typeface="Calibri"/>
              </a:rPr>
              <a:t>Tanto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sequencial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funcional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declarativas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276225" lvl="1" indent="-228600">
              <a:lnSpc>
                <a:spcPct val="80100"/>
              </a:lnSpc>
              <a:spcBef>
                <a:spcPts val="5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Inicialmente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declaramos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camadas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desejamos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ser </a:t>
            </a:r>
            <a:r>
              <a:rPr sz="2400" dirty="0">
                <a:latin typeface="Calibri"/>
                <a:cs typeface="Calibri"/>
              </a:rPr>
              <a:t>conectadas,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só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começar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alimentar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para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predição.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vantagens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facilmente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salvo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clonado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compartilhado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sua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estrutura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ser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analisada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framework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inferir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dimensões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verificar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tipos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arrays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possam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ser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detectados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antecipadamente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antes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qualquer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passe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modelo).</a:t>
            </a:r>
            <a:endParaRPr sz="2800" dirty="0">
              <a:latin typeface="Calibri"/>
              <a:cs typeface="Calibri"/>
            </a:endParaRPr>
          </a:p>
          <a:p>
            <a:pPr marL="241300" marR="44005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Também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bastante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fácil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depurar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é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apenas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um </a:t>
            </a:r>
            <a:r>
              <a:rPr sz="2800" b="1" i="1" dirty="0">
                <a:latin typeface="Calibri"/>
                <a:cs typeface="Calibri"/>
              </a:rPr>
              <a:t>grafo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estático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camadas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desvantagem,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estático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construímos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dinâmicos</a:t>
            </a:r>
            <a:r>
              <a:rPr sz="2800" spc="-10" dirty="0">
                <a:latin typeface="Calibri"/>
                <a:cs typeface="Calibri"/>
              </a:rPr>
              <a:t>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Construindo</a:t>
            </a:r>
            <a:r>
              <a:rPr spc="-55" dirty="0"/>
              <a:t> </a:t>
            </a:r>
            <a:r>
              <a:rPr dirty="0"/>
              <a:t>modelos</a:t>
            </a:r>
            <a:r>
              <a:rPr spc="-25" dirty="0"/>
              <a:t> </a:t>
            </a:r>
            <a:r>
              <a:rPr dirty="0"/>
              <a:t>dinâmicos</a:t>
            </a:r>
            <a:r>
              <a:rPr spc="-25" dirty="0"/>
              <a:t> </a:t>
            </a:r>
            <a:r>
              <a:rPr dirty="0"/>
              <a:t>usando</a:t>
            </a:r>
            <a:r>
              <a:rPr spc="-3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25" dirty="0"/>
              <a:t>API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subclasses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889615" cy="47155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 algn="just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Alguns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envolvem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laços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repetição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dimensões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alteram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estruturas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condicionais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operações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baixo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nível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30" dirty="0">
                <a:latin typeface="Calibri"/>
                <a:cs typeface="Calibri"/>
              </a:rPr>
              <a:t>Tensorflow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outros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comportamentos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altamente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dinâmicos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deve-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API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subclasses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94310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usá-</a:t>
            </a:r>
            <a:r>
              <a:rPr sz="2800" dirty="0">
                <a:latin typeface="Calibri"/>
                <a:cs typeface="Calibri"/>
              </a:rPr>
              <a:t>la,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simplesmente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herdar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criar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(i.e., instanciar)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as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camadas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necessárias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construtor</a:t>
            </a:r>
            <a:r>
              <a:rPr sz="2800" b="1" i="1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usá-</a:t>
            </a:r>
            <a:r>
              <a:rPr sz="2800" dirty="0">
                <a:latin typeface="Calibri"/>
                <a:cs typeface="Calibri"/>
              </a:rPr>
              <a:t>las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realizar </a:t>
            </a:r>
            <a:r>
              <a:rPr sz="2800" b="1" i="1" dirty="0">
                <a:latin typeface="Calibri"/>
                <a:cs typeface="Calibri"/>
              </a:rPr>
              <a:t>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cálculos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desejados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call()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025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Keras,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incluindo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aqueles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API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025"/>
              </a:lnSpc>
            </a:pP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subclasses,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qualquer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camada.</a:t>
            </a:r>
            <a:endParaRPr sz="2800" dirty="0">
              <a:latin typeface="Calibri"/>
              <a:cs typeface="Calibri"/>
            </a:endParaRPr>
          </a:p>
          <a:p>
            <a:pPr marL="241300" marR="1016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usá-</a:t>
            </a:r>
            <a:r>
              <a:rPr sz="2800" dirty="0">
                <a:latin typeface="Calibri"/>
                <a:cs typeface="Calibri"/>
              </a:rPr>
              <a:t>los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arquiteturas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complexas, </a:t>
            </a:r>
            <a:r>
              <a:rPr sz="2800" spc="-25" dirty="0">
                <a:latin typeface="Calibri"/>
                <a:cs typeface="Calibri"/>
              </a:rPr>
              <a:t>tornando-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excelente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pesquisadores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experimentando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novas ideias.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Construindo</a:t>
            </a:r>
            <a:r>
              <a:rPr spc="-55" dirty="0"/>
              <a:t> </a:t>
            </a:r>
            <a:r>
              <a:rPr dirty="0"/>
              <a:t>modelos</a:t>
            </a:r>
            <a:r>
              <a:rPr spc="-25" dirty="0"/>
              <a:t> </a:t>
            </a:r>
            <a:r>
              <a:rPr dirty="0"/>
              <a:t>dinâmicos</a:t>
            </a:r>
            <a:r>
              <a:rPr spc="-25" dirty="0"/>
              <a:t> </a:t>
            </a:r>
            <a:r>
              <a:rPr dirty="0"/>
              <a:t>usando</a:t>
            </a:r>
            <a:r>
              <a:rPr spc="-3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25" dirty="0"/>
              <a:t>API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subclasses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10885805" cy="378714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flexibilidade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subclasses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algumas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desvantagens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arquitetura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está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escondida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dentro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método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call()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Keras</a:t>
            </a:r>
            <a:endParaRPr sz="24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280"/>
              </a:spcBef>
            </a:pPr>
            <a:r>
              <a:rPr sz="2000" dirty="0">
                <a:latin typeface="Courier New"/>
                <a:cs typeface="Courier New"/>
              </a:rPr>
              <a:t>o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</a:t>
            </a:r>
            <a:r>
              <a:rPr sz="2000" spc="-10" dirty="0">
                <a:latin typeface="Calibri"/>
                <a:cs typeface="Calibri"/>
              </a:rPr>
              <a:t> inspecioná-</a:t>
            </a:r>
            <a:r>
              <a:rPr sz="2000" dirty="0">
                <a:latin typeface="Calibri"/>
                <a:cs typeface="Calibri"/>
              </a:rPr>
              <a:t>lo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facilmente,</a:t>
            </a:r>
            <a:endParaRPr sz="20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Courier New"/>
                <a:cs typeface="Courier New"/>
              </a:rPr>
              <a:t>o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salvá-</a:t>
            </a:r>
            <a:r>
              <a:rPr sz="2000" dirty="0">
                <a:latin typeface="Calibri"/>
                <a:cs typeface="Calibri"/>
              </a:rPr>
              <a:t>lo ou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cloná-</a:t>
            </a:r>
            <a:r>
              <a:rPr sz="2000" spc="-25" dirty="0">
                <a:latin typeface="Calibri"/>
                <a:cs typeface="Calibri"/>
              </a:rPr>
              <a:t>lo,</a:t>
            </a:r>
            <a:endParaRPr sz="2000" dirty="0">
              <a:latin typeface="Calibri"/>
              <a:cs typeface="Calibri"/>
            </a:endParaRPr>
          </a:p>
          <a:p>
            <a:pPr marL="927100">
              <a:lnSpc>
                <a:spcPts val="2280"/>
              </a:lnSpc>
              <a:spcBef>
                <a:spcPts val="265"/>
              </a:spcBef>
            </a:pPr>
            <a:r>
              <a:rPr sz="2000" dirty="0">
                <a:latin typeface="Courier New"/>
                <a:cs typeface="Courier New"/>
              </a:rPr>
              <a:t>o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apresenta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nenhuma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informação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sobre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camadas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estão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conectadas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outras</a:t>
            </a:r>
            <a:endParaRPr sz="2000" dirty="0">
              <a:latin typeface="Calibri"/>
              <a:cs typeface="Calibri"/>
            </a:endParaRPr>
          </a:p>
          <a:p>
            <a:pPr marL="11557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quando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método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summary()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(nesse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caso,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obtemos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apenas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lista 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camadas).</a:t>
            </a:r>
            <a:endParaRPr sz="2000" dirty="0">
              <a:latin typeface="Calibri"/>
              <a:cs typeface="Calibri"/>
            </a:endParaRPr>
          </a:p>
          <a:p>
            <a:pPr marL="698500" marR="499109" lvl="1" indent="-228600">
              <a:lnSpc>
                <a:spcPts val="259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Keras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verificar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tipos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dimensões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antecedência,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e, </a:t>
            </a: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fácil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cometer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erros.</a:t>
            </a:r>
            <a:endParaRPr sz="2400" dirty="0">
              <a:latin typeface="Calibri"/>
              <a:cs typeface="Calibri"/>
            </a:endParaRPr>
          </a:p>
          <a:p>
            <a:pPr marL="241300" marR="431165" indent="-228600">
              <a:lnSpc>
                <a:spcPts val="303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realmente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precisemos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dessa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flexibilidade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extra, </a:t>
            </a:r>
            <a:r>
              <a:rPr sz="2800" spc="-25" dirty="0">
                <a:latin typeface="Calibri"/>
                <a:cs typeface="Calibri"/>
              </a:rPr>
              <a:t>provavelmente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sequencial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funcional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0729" y="6416446"/>
            <a:ext cx="6030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800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modelo_dinâmico_usando_a_api_de_subclasses.ipynb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Salvando</a:t>
            </a:r>
            <a:r>
              <a:rPr spc="-7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-10" dirty="0"/>
              <a:t>restaurando</a:t>
            </a:r>
            <a:r>
              <a:rPr spc="-85" dirty="0"/>
              <a:t> </a:t>
            </a:r>
            <a:r>
              <a:rPr dirty="0"/>
              <a:t>um</a:t>
            </a:r>
            <a:r>
              <a:rPr spc="-55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1151235" cy="5048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02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salvar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treinado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save()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025"/>
              </a:lnSpc>
            </a:pPr>
            <a:r>
              <a:rPr sz="2800" b="1" i="1" spc="-10" dirty="0">
                <a:latin typeface="Calibri"/>
                <a:cs typeface="Calibri"/>
              </a:rPr>
              <a:t>Model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26084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Keras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salva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arquitetura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todos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parâmetros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(por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sinápticos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parâmetros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treináveis),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HDF5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(arquivos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 </a:t>
            </a:r>
            <a:r>
              <a:rPr sz="2800" spc="-10" dirty="0">
                <a:latin typeface="Calibri"/>
                <a:cs typeface="Calibri"/>
              </a:rPr>
              <a:t>extensão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.h5).</a:t>
            </a:r>
            <a:endParaRPr sz="2800" dirty="0">
              <a:latin typeface="Calibri"/>
              <a:cs typeface="Calibri"/>
            </a:endParaRPr>
          </a:p>
          <a:p>
            <a:pPr marL="241300" marR="1485265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salva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otimizador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incluindo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hiperparâmetros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qualquer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ter.</a:t>
            </a:r>
            <a:endParaRPr sz="2800" dirty="0">
              <a:latin typeface="Calibri"/>
              <a:cs typeface="Calibri"/>
            </a:endParaRPr>
          </a:p>
          <a:p>
            <a:pPr marL="241300" marR="76136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salvar,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passamos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método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save()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caminho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arquivo </a:t>
            </a:r>
            <a:r>
              <a:rPr sz="2800" dirty="0">
                <a:latin typeface="Calibri"/>
                <a:cs typeface="Calibri"/>
              </a:rPr>
              <a:t>HDF5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salvo.</a:t>
            </a:r>
            <a:endParaRPr sz="2800" dirty="0">
              <a:latin typeface="Calibri"/>
              <a:cs typeface="Calibri"/>
            </a:endParaRPr>
          </a:p>
          <a:p>
            <a:pPr marL="241300" marR="354330" indent="-228600">
              <a:lnSpc>
                <a:spcPts val="269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carregar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salvo,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função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load_model()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passando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caminho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arquivo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HDF5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salvo.</a:t>
            </a:r>
            <a:endParaRPr sz="2800" dirty="0">
              <a:latin typeface="Calibri"/>
              <a:cs typeface="Calibri"/>
            </a:endParaRPr>
          </a:p>
          <a:p>
            <a:pPr marL="6116955">
              <a:lnSpc>
                <a:spcPct val="100000"/>
              </a:lnSpc>
              <a:spcBef>
                <a:spcPts val="480"/>
              </a:spcBef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800" u="sng" spc="-7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salvando_e_restaurando_um_modelo.ipynb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852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Usando</a:t>
            </a:r>
            <a:r>
              <a:rPr spc="-10" dirty="0"/>
              <a:t> callbacks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075264"/>
            <a:ext cx="10997565" cy="549592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R="203835" algn="r">
              <a:lnSpc>
                <a:spcPct val="100000"/>
              </a:lnSpc>
              <a:spcBef>
                <a:spcPts val="1350"/>
              </a:spcBef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800" u="sng" spc="-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usando_callbacks.ipynb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várias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horas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dias?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49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Isso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bastante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comum,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especialmente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treinar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grandes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conjuntos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dados.</a:t>
            </a:r>
            <a:endParaRPr sz="2200" dirty="0">
              <a:latin typeface="Calibri"/>
              <a:cs typeface="Calibri"/>
            </a:endParaRPr>
          </a:p>
          <a:p>
            <a:pPr marL="241300" marR="142875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Nesse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caso,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salvar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mas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salvar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pontos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verificação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em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intervalos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regulares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durante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spc="-10" dirty="0">
                <a:latin typeface="Calibri"/>
                <a:cs typeface="Calibri"/>
              </a:rPr>
              <a:t>treinamento.</a:t>
            </a:r>
            <a:endParaRPr sz="2600" dirty="0">
              <a:latin typeface="Calibri"/>
              <a:cs typeface="Calibri"/>
            </a:endParaRPr>
          </a:p>
          <a:p>
            <a:pPr marL="241300" marR="109220" indent="-228600">
              <a:lnSpc>
                <a:spcPct val="701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configurar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fit()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salvar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verificação,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como </a:t>
            </a:r>
            <a:r>
              <a:rPr sz="2600" dirty="0">
                <a:latin typeface="Calibri"/>
                <a:cs typeface="Calibri"/>
              </a:rPr>
              <a:t>fazer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esta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configuração?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20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resposta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é:</a:t>
            </a:r>
            <a:r>
              <a:rPr sz="2200" spc="-20" dirty="0">
                <a:latin typeface="Calibri"/>
                <a:cs typeface="Calibri"/>
              </a:rPr>
              <a:t> através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callbacks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99695" lvl="1" indent="-228600">
              <a:lnSpc>
                <a:spcPct val="70000"/>
              </a:lnSpc>
              <a:spcBef>
                <a:spcPts val="64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spc="-10" dirty="0">
                <a:latin typeface="Calibri"/>
                <a:cs typeface="Calibri"/>
              </a:rPr>
              <a:t>callbacks</a:t>
            </a:r>
            <a:r>
              <a:rPr sz="2200" b="1" i="1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funções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passadas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argumento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outras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funções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chamadas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quando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ocorrer.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método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fit()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possui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parâmetro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callbacks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permite </a:t>
            </a:r>
            <a:r>
              <a:rPr sz="2600" dirty="0">
                <a:latin typeface="Calibri"/>
                <a:cs typeface="Calibri"/>
              </a:rPr>
              <a:t>especificar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objetos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Keras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chamará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durante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treinamento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 </a:t>
            </a:r>
            <a:r>
              <a:rPr sz="2600" b="1" i="1" dirty="0">
                <a:latin typeface="Calibri"/>
                <a:cs typeface="Calibri"/>
              </a:rPr>
              <a:t>início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final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treinamento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início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final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cada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época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antes</a:t>
            </a:r>
            <a:r>
              <a:rPr sz="2600" b="1" i="1" spc="6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depois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processamento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cada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mini-batch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Veja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callbacks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disponíveis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https://keras.io/callbacks/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93014"/>
            <a:ext cx="9930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Visualização</a:t>
            </a:r>
            <a:r>
              <a:rPr spc="-5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dirty="0"/>
              <a:t>resultados</a:t>
            </a:r>
            <a:r>
              <a:rPr spc="-90" dirty="0"/>
              <a:t> </a:t>
            </a:r>
            <a:r>
              <a:rPr dirty="0"/>
              <a:t>com</a:t>
            </a:r>
            <a:r>
              <a:rPr spc="-85" dirty="0"/>
              <a:t> </a:t>
            </a:r>
            <a:r>
              <a:rPr spc="-30" dirty="0"/>
              <a:t>TensorBoard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11300"/>
            <a:ext cx="10986135" cy="5363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TensorBoard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ferramenta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(servidor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web)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visualização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interativa.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Ele 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usado </a:t>
            </a:r>
            <a:r>
              <a:rPr sz="2400" spc="-10" dirty="0">
                <a:latin typeface="Calibri"/>
                <a:cs typeface="Calibri"/>
              </a:rPr>
              <a:t>para: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5"/>
              </a:lnSpc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visualizar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curvas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aprendizado,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comparar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curvas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aprendizado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várias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execuções,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visualizar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grafo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computação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modelo,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5"/>
              </a:lnSpc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analisar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estatísticas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treinamento,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visualizar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geradas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pelo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modelo,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90"/>
              </a:lnSpc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visualizar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dados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multidimensionais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projetados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3D,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instalado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automaticamente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você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instala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biblioteca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TensorFlow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usá-</a:t>
            </a:r>
            <a:r>
              <a:rPr sz="2400" dirty="0">
                <a:latin typeface="Calibri"/>
                <a:cs typeface="Calibri"/>
              </a:rPr>
              <a:t>lo,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devemos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modificar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código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ele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escreva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014"/>
              </a:lnSpc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desejamos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visualizar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4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arquivos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binários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chamados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arquivos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eventos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i="1" spc="-10" dirty="0">
                <a:latin typeface="Calibri"/>
                <a:cs typeface="Calibri"/>
              </a:rPr>
              <a:t>event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i="1" spc="-10" dirty="0">
                <a:latin typeface="Calibri"/>
                <a:cs typeface="Calibri"/>
              </a:rPr>
              <a:t>files</a:t>
            </a:r>
            <a:r>
              <a:rPr sz="2400" spc="-10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registro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binários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arquivos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eventos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chamado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b="1" i="1" dirty="0">
                <a:latin typeface="Calibri"/>
                <a:cs typeface="Calibri"/>
              </a:rPr>
              <a:t>resumo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i="1" spc="-10" dirty="0">
                <a:latin typeface="Calibri"/>
                <a:cs typeface="Calibri"/>
              </a:rPr>
              <a:t>summary</a:t>
            </a:r>
            <a:r>
              <a:rPr sz="2400" spc="-10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servidor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TensorBoard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diretório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coleta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automaticamente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dirty="0">
                <a:latin typeface="Calibri"/>
                <a:cs typeface="Calibri"/>
              </a:rPr>
              <a:t>alterações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visualizações.</a:t>
            </a:r>
            <a:endParaRPr sz="24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225"/>
              </a:spcBef>
            </a:pP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Exemplo:usando_o_tensorboard.ipynb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fino</a:t>
            </a:r>
            <a:r>
              <a:rPr spc="-45" dirty="0"/>
              <a:t> </a:t>
            </a:r>
            <a:r>
              <a:rPr dirty="0"/>
              <a:t>dos</a:t>
            </a:r>
            <a:r>
              <a:rPr spc="-45" dirty="0"/>
              <a:t> </a:t>
            </a:r>
            <a:r>
              <a:rPr dirty="0"/>
              <a:t>hiperparâmetros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1426"/>
            <a:ext cx="10714990" cy="494030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momento,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flexíveis.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desejarmos.</a:t>
            </a:r>
            <a:endParaRPr sz="2600" dirty="0">
              <a:latin typeface="Calibri"/>
              <a:cs typeface="Calibri"/>
            </a:endParaRPr>
          </a:p>
          <a:p>
            <a:pPr marL="241300" marR="47625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Nós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qualquer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topologia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imaginável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neurônios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interconectados),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alterar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número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número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neurônios</a:t>
            </a:r>
            <a:r>
              <a:rPr sz="2600" b="1" i="1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função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lógica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inicialização dos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pesos </a:t>
            </a:r>
            <a:r>
              <a:rPr sz="2600" b="1" i="1" dirty="0">
                <a:latin typeface="Calibri"/>
                <a:cs typeface="Calibri"/>
              </a:rPr>
              <a:t>(sinápticos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bias)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otimizador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mais.</a:t>
            </a:r>
            <a:endParaRPr sz="2600" dirty="0">
              <a:latin typeface="Calibri"/>
              <a:cs typeface="Calibri"/>
            </a:endParaRPr>
          </a:p>
          <a:p>
            <a:pPr marL="241300" marR="30353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Porém,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essa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flexibilidade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configuração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principais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desvantagens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muitos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hiperparâmetros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se </a:t>
            </a:r>
            <a:r>
              <a:rPr sz="2600" spc="-10" dirty="0">
                <a:latin typeface="Calibri"/>
                <a:cs typeface="Calibri"/>
              </a:rPr>
              <a:t>ajustar.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Sendo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assim,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sabemos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combinação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hiperparâmetros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melhor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tarefa?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fino</a:t>
            </a:r>
            <a:r>
              <a:rPr spc="-45" dirty="0"/>
              <a:t> </a:t>
            </a:r>
            <a:r>
              <a:rPr dirty="0"/>
              <a:t>dos</a:t>
            </a:r>
            <a:r>
              <a:rPr spc="-45" dirty="0"/>
              <a:t> </a:t>
            </a:r>
            <a:r>
              <a:rPr dirty="0"/>
              <a:t>hiperparâmetros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3682"/>
            <a:ext cx="10967720" cy="49772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marR="383540" indent="-228600">
              <a:lnSpc>
                <a:spcPts val="23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várias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combinações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hiperparâmetros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verificar</a:t>
            </a:r>
            <a:r>
              <a:rPr sz="2400" spc="-20" dirty="0">
                <a:latin typeface="Calibri"/>
                <a:cs typeface="Calibri"/>
              </a:rPr>
              <a:t> qual </a:t>
            </a:r>
            <a:r>
              <a:rPr sz="2400" dirty="0">
                <a:latin typeface="Calibri"/>
                <a:cs typeface="Calibri"/>
              </a:rPr>
              <a:t>funciona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melhor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validação.</a:t>
            </a:r>
            <a:endParaRPr sz="2400" dirty="0">
              <a:latin typeface="Calibri"/>
              <a:cs typeface="Calibri"/>
            </a:endParaRPr>
          </a:p>
          <a:p>
            <a:pPr marL="241300" marR="1541145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isso,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abordagem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GridSearchCV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 </a:t>
            </a:r>
            <a:r>
              <a:rPr sz="2400" b="1" i="1" dirty="0">
                <a:latin typeface="Calibri"/>
                <a:cs typeface="Calibri"/>
              </a:rPr>
              <a:t>RandomizedSearchCV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biblioteca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SciKit-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explorar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espaço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hiperparâmetros.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595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GridSearchCV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faz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busca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exaustiva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testando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possíveis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combinações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hiperparâmetros.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Porém,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geralmente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existem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muitos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hiperparâmetros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ajustar,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treinar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rede </a:t>
            </a:r>
            <a:r>
              <a:rPr sz="2000" dirty="0">
                <a:latin typeface="Calibri"/>
                <a:cs typeface="Calibri"/>
              </a:rPr>
              <a:t>neural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grande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conjunto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dados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muito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tempo,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nós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poderíamos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explorar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apenas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uma </a:t>
            </a:r>
            <a:r>
              <a:rPr sz="2000" dirty="0">
                <a:latin typeface="Calibri"/>
                <a:cs typeface="Calibri"/>
              </a:rPr>
              <a:t>pequena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parte do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espaço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hiperparâmetros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período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tempo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razoável.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Já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RandomizedSearchCV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abordagem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busca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aleatória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321310" lvl="1" indent="-228600">
              <a:lnSpc>
                <a:spcPct val="8000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Diferentemente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 </a:t>
            </a:r>
            <a:r>
              <a:rPr sz="2000" b="1" i="1" dirty="0">
                <a:latin typeface="Calibri"/>
                <a:cs typeface="Calibri"/>
              </a:rPr>
              <a:t>GridSearchCV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todos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hiperparâmetros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são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testados, </a:t>
            </a:r>
            <a:r>
              <a:rPr sz="2000" dirty="0">
                <a:latin typeface="Calibri"/>
                <a:cs typeface="Calibri"/>
              </a:rPr>
              <a:t>mas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número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fixo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parâmetros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 </a:t>
            </a:r>
            <a:r>
              <a:rPr sz="2000" b="1" i="1" dirty="0">
                <a:latin typeface="Calibri"/>
                <a:cs typeface="Calibri"/>
              </a:rPr>
              <a:t>amostrado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partir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distribuições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especificadas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abordagens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funcionam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demandam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</a:t>
            </a:r>
            <a:r>
              <a:rPr lang="pt-BR" sz="2400" spc="-2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tempo</a:t>
            </a:r>
            <a:r>
              <a:rPr lang="pt-BR" sz="2400" spc="-5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muito</a:t>
            </a:r>
            <a:r>
              <a:rPr lang="pt-BR" sz="2400" spc="-4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longo</a:t>
            </a:r>
            <a:r>
              <a:rPr lang="pt-BR" sz="2400" spc="-3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para</a:t>
            </a:r>
            <a:r>
              <a:rPr lang="pt-BR" sz="2400" spc="-3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problemas</a:t>
            </a:r>
            <a:r>
              <a:rPr lang="pt-BR" sz="2400" spc="-3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mais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spc="-10" dirty="0">
                <a:latin typeface="Calibri"/>
                <a:cs typeface="Calibri"/>
              </a:rPr>
              <a:t>complexos.</a:t>
            </a:r>
            <a:endParaRPr lang="pt-BR"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6263132"/>
            <a:ext cx="651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4376" y="6507581"/>
            <a:ext cx="42329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800" u="sng" spc="-7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otimização_hiperparametrica.ipynb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fino</a:t>
            </a:r>
            <a:r>
              <a:rPr spc="-45" dirty="0"/>
              <a:t> </a:t>
            </a:r>
            <a:r>
              <a:rPr dirty="0"/>
              <a:t>dos</a:t>
            </a:r>
            <a:r>
              <a:rPr spc="-45" dirty="0"/>
              <a:t> </a:t>
            </a:r>
            <a:r>
              <a:rPr dirty="0"/>
              <a:t>hiperparâmetros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1165205" cy="50495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76835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Felizmente,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técnicas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explorar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espaço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busca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com </a:t>
            </a:r>
            <a:r>
              <a:rPr sz="2600" b="1" i="1" dirty="0">
                <a:latin typeface="Calibri"/>
                <a:cs typeface="Calibri"/>
              </a:rPr>
              <a:t>muito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mais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eficiência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aleatoriamente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exaustivamente.</a:t>
            </a:r>
            <a:endParaRPr sz="2600" dirty="0">
              <a:latin typeface="Calibri"/>
              <a:cs typeface="Calibri"/>
            </a:endParaRPr>
          </a:p>
          <a:p>
            <a:pPr marL="241300" marR="467359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ideia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central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trás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destas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ideias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simples: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quando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região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espaço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busca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mostra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boa,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ela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deve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ser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mais</a:t>
            </a:r>
            <a:r>
              <a:rPr sz="2600" b="1" i="1" spc="-10" dirty="0">
                <a:latin typeface="Calibri"/>
                <a:cs typeface="Calibri"/>
              </a:rPr>
              <a:t> explorada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leva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soluções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menos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tempo.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Algumas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bibliotecas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Python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otimização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hiperparâmetros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são: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Optuna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abordagem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otimização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Bayesiana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410845" lvl="1" indent="-228600">
              <a:lnSpc>
                <a:spcPct val="8000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spc="-20" dirty="0">
                <a:latin typeface="Calibri"/>
                <a:cs typeface="Calibri"/>
              </a:rPr>
              <a:t>KerasTuner</a:t>
            </a:r>
            <a:r>
              <a:rPr sz="2200" spc="-20" dirty="0">
                <a:latin typeface="Calibri"/>
                <a:cs typeface="Calibri"/>
              </a:rPr>
              <a:t>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Keras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abordagens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otimização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Bayesiana, </a:t>
            </a:r>
            <a:r>
              <a:rPr sz="2200" b="1" i="1" dirty="0">
                <a:latin typeface="Calibri"/>
                <a:cs typeface="Calibri"/>
              </a:rPr>
              <a:t>baseada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em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busca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aleatória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Hyperband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(variação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busca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aleatória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alocação </a:t>
            </a:r>
            <a:r>
              <a:rPr sz="2200" spc="-20" dirty="0">
                <a:latin typeface="Calibri"/>
                <a:cs typeface="Calibri"/>
              </a:rPr>
              <a:t>adaptativa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recursos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parada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antecipada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convergir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rapidamente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modelo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desempenho).</a:t>
            </a:r>
            <a:endParaRPr sz="2200" dirty="0">
              <a:latin typeface="Calibri"/>
              <a:cs typeface="Calibri"/>
            </a:endParaRPr>
          </a:p>
          <a:p>
            <a:pPr marL="698500" marR="834390" lvl="1" indent="-228600">
              <a:lnSpc>
                <a:spcPts val="2110"/>
              </a:lnSpc>
              <a:spcBef>
                <a:spcPts val="484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HyperOpt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utiliza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algoritmos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busca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baseados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em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árvores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algoritmo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Tree- structured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Parzen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Estimator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(TPE).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3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b="1" i="1" spc="-20" dirty="0">
                <a:latin typeface="Calibri"/>
                <a:cs typeface="Calibri"/>
              </a:rPr>
              <a:t>Sklearn-</a:t>
            </a:r>
            <a:r>
              <a:rPr sz="2200" b="1" i="1" dirty="0">
                <a:latin typeface="Calibri"/>
                <a:cs typeface="Calibri"/>
              </a:rPr>
              <a:t>Deap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abordagem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otimização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baseada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em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algoritmos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evolutivos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710"/>
              </a:spcBef>
            </a:pPr>
            <a:r>
              <a:rPr sz="1100" dirty="0">
                <a:latin typeface="Calibri"/>
                <a:cs typeface="Calibri"/>
              </a:rPr>
              <a:t>[1]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https://en.wikipedia.org/wiki/Hyperparameter_optimization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50595"/>
            <a:ext cx="106362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55" dirty="0"/>
              <a:t> </a:t>
            </a:r>
            <a:r>
              <a:rPr dirty="0"/>
              <a:t>fino</a:t>
            </a:r>
            <a:r>
              <a:rPr spc="-55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dirty="0"/>
              <a:t>hiperparâmetros</a:t>
            </a:r>
            <a:r>
              <a:rPr spc="-8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um</a:t>
            </a:r>
            <a:r>
              <a:rPr spc="-45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01800"/>
            <a:ext cx="11043920" cy="511048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25145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0" dirty="0">
                <a:latin typeface="Calibri"/>
                <a:cs typeface="Calibri"/>
              </a:rPr>
              <a:t>Ter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ideia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quais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valores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são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razoáveis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para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cada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hiperparâmetro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nos </a:t>
            </a:r>
            <a:r>
              <a:rPr sz="2600" dirty="0">
                <a:latin typeface="Calibri"/>
                <a:cs typeface="Calibri"/>
              </a:rPr>
              <a:t>ajuda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construir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protótipo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rápido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restringir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espaço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busca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33655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Assim,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sequência,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discutimos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algumas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diretrizes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escolher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bons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valores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alguns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principais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hiperparâmetros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neural.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dirty="0">
                <a:latin typeface="Calibri"/>
                <a:cs typeface="Calibri"/>
              </a:rPr>
              <a:t>Número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camadas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ocultas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1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Para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muitos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problemas,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nós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começar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apenas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única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oculta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mesmo </a:t>
            </a:r>
            <a:r>
              <a:rPr sz="2200" dirty="0">
                <a:latin typeface="Calibri"/>
                <a:cs typeface="Calibri"/>
              </a:rPr>
              <a:t>assim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obtermos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resultados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razoáveis.</a:t>
            </a:r>
            <a:endParaRPr sz="2200" dirty="0">
              <a:latin typeface="Calibri"/>
              <a:cs typeface="Calibri"/>
            </a:endParaRPr>
          </a:p>
          <a:p>
            <a:pPr marL="241300" marR="25717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Na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verdade,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foi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demonstrado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MLP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apenas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única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camada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oculta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pode </a:t>
            </a:r>
            <a:r>
              <a:rPr sz="2200" dirty="0">
                <a:latin typeface="Calibri"/>
                <a:cs typeface="Calibri"/>
              </a:rPr>
              <a:t>modelar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funções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complexas,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possua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neurônios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suficientes.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1760"/>
              </a:lnSpc>
              <a:buFont typeface="Wingdings"/>
              <a:buChar char=""/>
              <a:tabLst>
                <a:tab pos="699135" algn="l"/>
              </a:tabLst>
            </a:pPr>
            <a:r>
              <a:rPr sz="1900" spc="-10" dirty="0">
                <a:latin typeface="Calibri"/>
                <a:cs typeface="Calibri"/>
              </a:rPr>
              <a:t>Funções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contínuas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são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facilmente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aproximadas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redes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uma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camada,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já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funções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com</a:t>
            </a:r>
            <a:endParaRPr sz="1900" dirty="0">
              <a:latin typeface="Calibri"/>
              <a:cs typeface="Calibri"/>
            </a:endParaRPr>
          </a:p>
          <a:p>
            <a:pPr marL="698500">
              <a:lnSpc>
                <a:spcPts val="1939"/>
              </a:lnSpc>
            </a:pPr>
            <a:r>
              <a:rPr sz="1900" spc="-10" dirty="0">
                <a:latin typeface="Calibri"/>
                <a:cs typeface="Calibri"/>
              </a:rPr>
              <a:t>descontinuidades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precisam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pelo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menos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uma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segunda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camada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oculta.</a:t>
            </a:r>
            <a:endParaRPr sz="1900" dirty="0">
              <a:latin typeface="Calibri"/>
              <a:cs typeface="Calibri"/>
            </a:endParaRPr>
          </a:p>
          <a:p>
            <a:pPr marL="241300" marR="5143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Por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tempo,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fatos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convenceram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pesquisadores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havia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necessidade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investigar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neurais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profundas.</a:t>
            </a:r>
            <a:endParaRPr sz="2200" dirty="0">
              <a:latin typeface="Calibri"/>
              <a:cs typeface="Calibri"/>
            </a:endParaRPr>
          </a:p>
          <a:p>
            <a:pPr marL="241300" marR="252729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latin typeface="Calibri"/>
                <a:cs typeface="Calibri"/>
              </a:rPr>
              <a:t>Entretanto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ignoravam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redes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profundas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têm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uma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eficiência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paramétrica </a:t>
            </a:r>
            <a:r>
              <a:rPr sz="2200" b="1" i="1" dirty="0">
                <a:latin typeface="Calibri"/>
                <a:cs typeface="Calibri"/>
              </a:rPr>
              <a:t>muito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maior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que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rasas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modelar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funções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complexas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usando exponencialmente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menos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neurônios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que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as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redes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rasas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permitindo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alcancem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um </a:t>
            </a:r>
            <a:r>
              <a:rPr sz="2200" b="1" i="1" dirty="0">
                <a:latin typeface="Calibri"/>
                <a:cs typeface="Calibri"/>
              </a:rPr>
              <a:t>desempenho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muito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melhor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com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mesma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quantidade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dados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treinamento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fino</a:t>
            </a:r>
            <a:r>
              <a:rPr spc="-45" dirty="0"/>
              <a:t> </a:t>
            </a:r>
            <a:r>
              <a:rPr dirty="0"/>
              <a:t>dos</a:t>
            </a:r>
            <a:r>
              <a:rPr spc="-45" dirty="0"/>
              <a:t> </a:t>
            </a:r>
            <a:r>
              <a:rPr dirty="0"/>
              <a:t>hiperparâmetros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3100" dirty="0"/>
              <a:t>Número</a:t>
            </a:r>
            <a:r>
              <a:rPr sz="3100" spc="-120" dirty="0"/>
              <a:t> </a:t>
            </a:r>
            <a:r>
              <a:rPr sz="3100" dirty="0"/>
              <a:t>de</a:t>
            </a:r>
            <a:r>
              <a:rPr sz="3100" spc="-125" dirty="0"/>
              <a:t> </a:t>
            </a:r>
            <a:r>
              <a:rPr sz="3100" dirty="0"/>
              <a:t>camadas</a:t>
            </a:r>
            <a:r>
              <a:rPr sz="3100" spc="-105" dirty="0"/>
              <a:t> </a:t>
            </a:r>
            <a:r>
              <a:rPr sz="3100" spc="-10" dirty="0"/>
              <a:t>ocultas</a:t>
            </a:r>
            <a:endParaRPr sz="3100" dirty="0"/>
          </a:p>
          <a:p>
            <a:pPr marL="241300" indent="-228600">
              <a:lnSpc>
                <a:spcPts val="3025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Além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disso,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redes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profundas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tiram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proveito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</a:t>
            </a:r>
            <a:r>
              <a:rPr b="0" spc="-1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estrutura</a:t>
            </a:r>
            <a:r>
              <a:rPr i="1" spc="-11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hierárquica</a:t>
            </a:r>
          </a:p>
          <a:p>
            <a:pPr marL="241300">
              <a:lnSpc>
                <a:spcPts val="3025"/>
              </a:lnSpc>
            </a:pPr>
            <a:r>
              <a:rPr b="0" spc="-10" dirty="0">
                <a:latin typeface="Calibri"/>
                <a:cs typeface="Calibri"/>
              </a:rPr>
              <a:t>presente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em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dados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mundo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real.</a:t>
            </a: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Por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exemplo,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em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reconhecimento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faces,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camadas</a:t>
            </a:r>
            <a:r>
              <a:rPr i="1" spc="-10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ocultas</a:t>
            </a:r>
            <a:r>
              <a:rPr i="1" spc="-10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próximas</a:t>
            </a:r>
            <a:r>
              <a:rPr i="1" spc="-90" dirty="0">
                <a:latin typeface="Calibri"/>
                <a:cs typeface="Calibri"/>
              </a:rPr>
              <a:t> </a:t>
            </a:r>
            <a:r>
              <a:rPr i="1" spc="-50" dirty="0">
                <a:latin typeface="Calibri"/>
                <a:cs typeface="Calibri"/>
              </a:rPr>
              <a:t>à </a:t>
            </a:r>
            <a:r>
              <a:rPr i="1" dirty="0">
                <a:latin typeface="Calibri"/>
                <a:cs typeface="Calibri"/>
              </a:rPr>
              <a:t>entrada</a:t>
            </a:r>
            <a:r>
              <a:rPr i="1" spc="-9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modelam</a:t>
            </a:r>
            <a:r>
              <a:rPr i="1" spc="-8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(extraem)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spc="-20" dirty="0">
                <a:latin typeface="Calibri"/>
                <a:cs typeface="Calibri"/>
              </a:rPr>
              <a:t>características</a:t>
            </a:r>
            <a:r>
              <a:rPr i="1" spc="-8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de</a:t>
            </a:r>
            <a:r>
              <a:rPr i="1" spc="-9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baixo</a:t>
            </a:r>
            <a:r>
              <a:rPr i="1" spc="-8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nível</a:t>
            </a:r>
            <a:r>
              <a:rPr b="0" dirty="0">
                <a:latin typeface="Calibri"/>
                <a:cs typeface="Calibri"/>
              </a:rPr>
              <a:t>: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segmentos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de </a:t>
            </a:r>
            <a:r>
              <a:rPr b="0" dirty="0">
                <a:latin typeface="Calibri"/>
                <a:cs typeface="Calibri"/>
              </a:rPr>
              <a:t>linha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várias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formas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orientações.</a:t>
            </a:r>
          </a:p>
          <a:p>
            <a:pPr marL="241300" marR="7683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i="1" dirty="0">
                <a:latin typeface="Calibri"/>
                <a:cs typeface="Calibri"/>
              </a:rPr>
              <a:t>Camadas</a:t>
            </a:r>
            <a:r>
              <a:rPr i="1" spc="-9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ocultas</a:t>
            </a:r>
            <a:r>
              <a:rPr i="1" spc="-8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intermediárias</a:t>
            </a:r>
            <a:r>
              <a:rPr i="1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combinam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essas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características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baixo </a:t>
            </a:r>
            <a:r>
              <a:rPr b="0" dirty="0">
                <a:latin typeface="Calibri"/>
                <a:cs typeface="Calibri"/>
              </a:rPr>
              <a:t>nível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para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modelar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spc="-20" dirty="0">
                <a:latin typeface="Calibri"/>
                <a:cs typeface="Calibri"/>
              </a:rPr>
              <a:t>características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de</a:t>
            </a:r>
            <a:r>
              <a:rPr i="1" spc="-8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nível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intermediário</a:t>
            </a:r>
            <a:r>
              <a:rPr b="0" spc="-10" dirty="0">
                <a:latin typeface="Calibri"/>
                <a:cs typeface="Calibri"/>
              </a:rPr>
              <a:t>: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quadrados, </a:t>
            </a:r>
            <a:r>
              <a:rPr b="0" dirty="0">
                <a:latin typeface="Calibri"/>
                <a:cs typeface="Calibri"/>
              </a:rPr>
              <a:t>círculos,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etc.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7596" y="5087111"/>
            <a:ext cx="7642859" cy="17332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fino</a:t>
            </a:r>
            <a:r>
              <a:rPr spc="-45" dirty="0"/>
              <a:t> </a:t>
            </a:r>
            <a:r>
              <a:rPr dirty="0"/>
              <a:t>dos</a:t>
            </a:r>
            <a:r>
              <a:rPr spc="-45" dirty="0"/>
              <a:t> </a:t>
            </a:r>
            <a:r>
              <a:rPr dirty="0"/>
              <a:t>hiperparâmetros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modelo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8700" y="5061203"/>
            <a:ext cx="7219188" cy="163774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707159"/>
            <a:ext cx="10681970" cy="44145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Número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camadas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ocultas</a:t>
            </a:r>
            <a:endParaRPr sz="2800" dirty="0">
              <a:latin typeface="Calibri"/>
              <a:cs typeface="Calibri"/>
            </a:endParaRPr>
          </a:p>
          <a:p>
            <a:pPr marL="241300" marR="26479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fim,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ocultas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próximas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à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saída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juntamente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a </a:t>
            </a:r>
            <a:r>
              <a:rPr sz="2800" b="1" i="1" dirty="0">
                <a:latin typeface="Calibri"/>
                <a:cs typeface="Calibri"/>
              </a:rPr>
              <a:t>camada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saída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combinam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características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intermediárias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b="1" i="1" dirty="0">
                <a:latin typeface="Calibri"/>
                <a:cs typeface="Calibri"/>
              </a:rPr>
              <a:t>modelar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características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alto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nível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faces,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objetos,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animais,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arquitetura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hierárquica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ajuda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redes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profundas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a </a:t>
            </a:r>
            <a:r>
              <a:rPr sz="2800" b="1" i="1" spc="-10" dirty="0">
                <a:latin typeface="Calibri"/>
                <a:cs typeface="Calibri"/>
              </a:rPr>
              <a:t>convergirem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rapidamente</a:t>
            </a:r>
            <a:r>
              <a:rPr sz="2800" b="1" i="1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solução,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também </a:t>
            </a:r>
            <a:r>
              <a:rPr sz="2800" b="1" i="1" dirty="0">
                <a:latin typeface="Calibri"/>
                <a:cs typeface="Calibri"/>
              </a:rPr>
              <a:t>melhora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capacidade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generalização</a:t>
            </a:r>
            <a:r>
              <a:rPr sz="2800" b="1" i="1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novos</a:t>
            </a:r>
            <a:r>
              <a:rPr sz="2800" b="1" i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conjuntos</a:t>
            </a:r>
            <a:r>
              <a:rPr sz="2800" b="1" i="1" spc="-9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dados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(de</a:t>
            </a:r>
            <a:r>
              <a:rPr sz="2800" b="1" i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outros</a:t>
            </a:r>
            <a:r>
              <a:rPr sz="2800" b="1" i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problemas)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369570" marR="7734934" indent="116839" algn="just">
              <a:lnSpc>
                <a:spcPct val="100000"/>
              </a:lnSpc>
              <a:spcBef>
                <a:spcPts val="825"/>
              </a:spcBef>
            </a:pP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Redes</a:t>
            </a:r>
            <a:r>
              <a:rPr sz="18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neurais</a:t>
            </a:r>
            <a:r>
              <a:rPr sz="1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profundas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quebram</a:t>
            </a:r>
            <a:r>
              <a:rPr sz="1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18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problema</a:t>
            </a:r>
            <a:r>
              <a:rPr sz="18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00AF50"/>
                </a:solidFill>
                <a:latin typeface="Calibri"/>
                <a:cs typeface="Calibri"/>
              </a:rPr>
              <a:t>em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vários</a:t>
            </a:r>
            <a:r>
              <a:rPr sz="1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problemas</a:t>
            </a:r>
            <a:r>
              <a:rPr sz="18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menores.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fino</a:t>
            </a:r>
            <a:r>
              <a:rPr spc="-45" dirty="0"/>
              <a:t> </a:t>
            </a:r>
            <a:r>
              <a:rPr dirty="0"/>
              <a:t>dos</a:t>
            </a:r>
            <a:r>
              <a:rPr spc="-45" dirty="0"/>
              <a:t> </a:t>
            </a:r>
            <a:r>
              <a:rPr dirty="0"/>
              <a:t>hiperparâmetros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0873105" cy="4813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Calibri"/>
                <a:cs typeface="Calibri"/>
              </a:rPr>
              <a:t>Número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camadas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ocultas</a:t>
            </a:r>
            <a:endParaRPr sz="2600" dirty="0">
              <a:latin typeface="Calibri"/>
              <a:cs typeface="Calibri"/>
            </a:endParaRPr>
          </a:p>
          <a:p>
            <a:pPr marL="241300" marR="142875" indent="-228600">
              <a:lnSpc>
                <a:spcPct val="7000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já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modelo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para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reconhecer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faces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agora </a:t>
            </a:r>
            <a:r>
              <a:rPr sz="2600" dirty="0">
                <a:latin typeface="Calibri"/>
                <a:cs typeface="Calibri"/>
              </a:rPr>
              <a:t>desejamos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profunda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reconhecer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estilos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cabelo</a:t>
            </a:r>
            <a:r>
              <a:rPr sz="2600" spc="-10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reutilizando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inferiores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seja,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próximas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entrada)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primeira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rede.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vez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inicializar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aleatoriamente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(sinápticos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bias)</a:t>
            </a:r>
            <a:r>
              <a:rPr sz="2600" spc="-25" dirty="0">
                <a:latin typeface="Calibri"/>
                <a:cs typeface="Calibri"/>
              </a:rPr>
              <a:t> das </a:t>
            </a:r>
            <a:r>
              <a:rPr sz="2600" dirty="0">
                <a:latin typeface="Calibri"/>
                <a:cs typeface="Calibri"/>
              </a:rPr>
              <a:t>primeiras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profunda,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inicializá-</a:t>
            </a:r>
            <a:r>
              <a:rPr sz="2600" dirty="0">
                <a:latin typeface="Calibri"/>
                <a:cs typeface="Calibri"/>
              </a:rPr>
              <a:t>los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pesos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inferiores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primeira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rede.</a:t>
            </a:r>
            <a:endParaRPr sz="2600" dirty="0">
              <a:latin typeface="Calibri"/>
              <a:cs typeface="Calibri"/>
            </a:endParaRPr>
          </a:p>
          <a:p>
            <a:pPr marL="241300" marR="30988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Desta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uma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rede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neural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precisa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aprender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zero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todas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as </a:t>
            </a:r>
            <a:r>
              <a:rPr sz="2600" b="1" i="1" dirty="0">
                <a:latin typeface="Calibri"/>
                <a:cs typeface="Calibri"/>
              </a:rPr>
              <a:t>características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nível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baixo/intermediário</a:t>
            </a:r>
            <a:r>
              <a:rPr sz="2600" b="1" i="1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ocorrem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(e.g., </a:t>
            </a:r>
            <a:r>
              <a:rPr sz="2600" dirty="0">
                <a:latin typeface="Calibri"/>
                <a:cs typeface="Calibri"/>
              </a:rPr>
              <a:t>imagens),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ela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pode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reutilizar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camadas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mais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iniciais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já </a:t>
            </a:r>
            <a:r>
              <a:rPr sz="2600" dirty="0">
                <a:latin typeface="Calibri"/>
                <a:cs typeface="Calibri"/>
              </a:rPr>
              <a:t>aprenderam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estruturas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nível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baixo/intermediário)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precisará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apenas </a:t>
            </a:r>
            <a:r>
              <a:rPr sz="2600" b="1" i="1" dirty="0">
                <a:latin typeface="Calibri"/>
                <a:cs typeface="Calibri"/>
              </a:rPr>
              <a:t>aprender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(treinar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restante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camadas)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apenas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características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alto </a:t>
            </a:r>
            <a:r>
              <a:rPr sz="2600" b="1" i="1" dirty="0">
                <a:latin typeface="Calibri"/>
                <a:cs typeface="Calibri"/>
              </a:rPr>
              <a:t>nível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estilos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cabelo).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Isso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transfer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learning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fino</a:t>
            </a:r>
            <a:r>
              <a:rPr spc="-45" dirty="0"/>
              <a:t> </a:t>
            </a:r>
            <a:r>
              <a:rPr dirty="0"/>
              <a:t>dos</a:t>
            </a:r>
            <a:r>
              <a:rPr spc="-45" dirty="0"/>
              <a:t> </a:t>
            </a:r>
            <a:r>
              <a:rPr dirty="0"/>
              <a:t>hiperparâmetros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676255" cy="48888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Número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camadas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ocultas</a:t>
            </a:r>
            <a:endParaRPr sz="2800" dirty="0">
              <a:latin typeface="Calibri"/>
              <a:cs typeface="Calibri"/>
            </a:endParaRPr>
          </a:p>
          <a:p>
            <a:pPr marL="241300" marR="1524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resumo,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começar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apenas </a:t>
            </a:r>
            <a:r>
              <a:rPr sz="2800" b="1" i="1" dirty="0">
                <a:latin typeface="Calibri"/>
                <a:cs typeface="Calibri"/>
              </a:rPr>
              <a:t>uma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ou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duas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ocultas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obteremos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bons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resultados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256540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problemas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complexos</a:t>
            </a:r>
            <a:r>
              <a:rPr sz="2800" spc="-25" dirty="0">
                <a:latin typeface="Calibri"/>
                <a:cs typeface="Calibri"/>
              </a:rPr>
              <a:t>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aumentar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gradualmente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o </a:t>
            </a:r>
            <a:r>
              <a:rPr sz="2800" b="1" i="1" dirty="0">
                <a:latin typeface="Calibri"/>
                <a:cs typeface="Calibri"/>
              </a:rPr>
              <a:t>número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ocultas,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até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comece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sobreajustar </a:t>
            </a:r>
            <a:r>
              <a:rPr sz="2800" dirty="0">
                <a:latin typeface="Calibri"/>
                <a:cs typeface="Calibri"/>
              </a:rPr>
              <a:t>demais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Entretanto,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raramente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precisamos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treinar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redes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profundas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zero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comum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reutilizar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partes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uma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pré-</a:t>
            </a:r>
            <a:r>
              <a:rPr sz="2800" b="1" i="1" dirty="0">
                <a:latin typeface="Calibri"/>
                <a:cs typeface="Calibri"/>
              </a:rPr>
              <a:t>treinada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spc="-20" dirty="0">
                <a:latin typeface="Calibri"/>
                <a:cs typeface="Calibri"/>
              </a:rPr>
              <a:t>executa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tarefa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semelhante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81280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Desta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rápido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exigirá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muito </a:t>
            </a:r>
            <a:r>
              <a:rPr sz="2800" dirty="0">
                <a:latin typeface="Calibri"/>
                <a:cs typeface="Calibri"/>
              </a:rPr>
              <a:t>menos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fino</a:t>
            </a:r>
            <a:r>
              <a:rPr spc="-45" dirty="0"/>
              <a:t> </a:t>
            </a:r>
            <a:r>
              <a:rPr dirty="0"/>
              <a:t>dos</a:t>
            </a:r>
            <a:r>
              <a:rPr spc="-45" dirty="0"/>
              <a:t> </a:t>
            </a:r>
            <a:r>
              <a:rPr dirty="0"/>
              <a:t>hiperparâmetros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/>
              <a:t>Número</a:t>
            </a:r>
            <a:r>
              <a:rPr spc="-6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neurônios</a:t>
            </a:r>
            <a:r>
              <a:rPr spc="-70" dirty="0"/>
              <a:t> </a:t>
            </a:r>
            <a:r>
              <a:rPr dirty="0"/>
              <a:t>por</a:t>
            </a:r>
            <a:r>
              <a:rPr spc="-70" dirty="0"/>
              <a:t> </a:t>
            </a:r>
            <a:r>
              <a:rPr spc="-10" dirty="0"/>
              <a:t>camada</a:t>
            </a:r>
          </a:p>
          <a:p>
            <a:pPr marL="241300" marR="20764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b="0" spc="-10" dirty="0">
                <a:latin typeface="Calibri"/>
                <a:cs typeface="Calibri"/>
              </a:rPr>
              <a:t>Obviamente,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número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neurônios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na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camada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saída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é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determinado </a:t>
            </a:r>
            <a:r>
              <a:rPr b="0" dirty="0">
                <a:latin typeface="Calibri"/>
                <a:cs typeface="Calibri"/>
              </a:rPr>
              <a:t>pelo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tipo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saída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uma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determinada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tarefa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exige.</a:t>
            </a:r>
          </a:p>
          <a:p>
            <a:pPr marL="698500" marR="552450" lvl="1" indent="-228600">
              <a:lnSpc>
                <a:spcPts val="259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tarefa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classificação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neurônios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na </a:t>
            </a:r>
            <a:r>
              <a:rPr sz="2400" dirty="0">
                <a:latin typeface="Calibri"/>
                <a:cs typeface="Calibri"/>
              </a:rPr>
              <a:t>camada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saída.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Já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tarefa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regressão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unidimensional,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neurônio.</a:t>
            </a:r>
            <a:endParaRPr sz="2400">
              <a:latin typeface="Calibri"/>
              <a:cs typeface="Calibri"/>
            </a:endParaRPr>
          </a:p>
          <a:p>
            <a:pPr marL="241300" marR="446405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Quanto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às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camadas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ocultas,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uma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prática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comum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é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30" dirty="0">
                <a:latin typeface="Calibri"/>
                <a:cs typeface="Calibri"/>
              </a:rPr>
              <a:t>dimensioná-</a:t>
            </a:r>
            <a:r>
              <a:rPr b="0" dirty="0">
                <a:latin typeface="Calibri"/>
                <a:cs typeface="Calibri"/>
              </a:rPr>
              <a:t>las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para </a:t>
            </a:r>
            <a:r>
              <a:rPr b="0" dirty="0">
                <a:latin typeface="Calibri"/>
                <a:cs typeface="Calibri"/>
              </a:rPr>
              <a:t>formar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um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funil</a:t>
            </a:r>
            <a:r>
              <a:rPr b="0" dirty="0">
                <a:latin typeface="Calibri"/>
                <a:cs typeface="Calibri"/>
              </a:rPr>
              <a:t>,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cada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vez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menos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neurônios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em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cada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camada.</a:t>
            </a:r>
          </a:p>
          <a:p>
            <a:pPr marL="241300" marR="5080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ideia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por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trás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dessa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abordagem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é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que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muitas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características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de</a:t>
            </a:r>
            <a:r>
              <a:rPr i="1" spc="-7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baixo </a:t>
            </a:r>
            <a:r>
              <a:rPr i="1" dirty="0">
                <a:latin typeface="Calibri"/>
                <a:cs typeface="Calibri"/>
              </a:rPr>
              <a:t>nível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se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unem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um</a:t>
            </a:r>
            <a:r>
              <a:rPr i="1" spc="-4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número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muito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menor</a:t>
            </a:r>
            <a:r>
              <a:rPr i="1" spc="-2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de</a:t>
            </a:r>
            <a:r>
              <a:rPr i="1" spc="-6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características</a:t>
            </a:r>
            <a:r>
              <a:rPr i="1" spc="-3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de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alto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nível</a:t>
            </a:r>
            <a:r>
              <a:rPr b="0" spc="-1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fino</a:t>
            </a:r>
            <a:r>
              <a:rPr spc="-45" dirty="0"/>
              <a:t> </a:t>
            </a:r>
            <a:r>
              <a:rPr dirty="0"/>
              <a:t>dos</a:t>
            </a:r>
            <a:r>
              <a:rPr spc="-45" dirty="0"/>
              <a:t> </a:t>
            </a:r>
            <a:r>
              <a:rPr dirty="0"/>
              <a:t>hiperparâmetros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871835" cy="39922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Número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neurônios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por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camada</a:t>
            </a:r>
            <a:endParaRPr sz="2800" dirty="0">
              <a:latin typeface="Calibri"/>
              <a:cs typeface="Calibri"/>
            </a:endParaRPr>
          </a:p>
          <a:p>
            <a:pPr marL="241300" marR="80073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camadas,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tentar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aumentar gradualmente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número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por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camada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até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rede </a:t>
            </a:r>
            <a:r>
              <a:rPr sz="2800" b="1" i="1" dirty="0">
                <a:latin typeface="Calibri"/>
                <a:cs typeface="Calibri"/>
              </a:rPr>
              <a:t>comece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sobreajustar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7239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Em</a:t>
            </a:r>
            <a:r>
              <a:rPr sz="2800" b="1" i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geral,</a:t>
            </a:r>
            <a:r>
              <a:rPr sz="2800" b="1" i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35" dirty="0">
                <a:solidFill>
                  <a:srgbClr val="00AFEF"/>
                </a:solidFill>
                <a:latin typeface="Calibri"/>
                <a:cs typeface="Calibri"/>
              </a:rPr>
              <a:t>obtém-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se</a:t>
            </a:r>
            <a:r>
              <a:rPr sz="2800" b="1" i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mais</a:t>
            </a:r>
            <a:r>
              <a:rPr sz="28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retorno</a:t>
            </a:r>
            <a:r>
              <a:rPr sz="2800" b="1" i="1" spc="-30" dirty="0">
                <a:solidFill>
                  <a:srgbClr val="00AFEF"/>
                </a:solidFill>
                <a:latin typeface="Calibri"/>
                <a:cs typeface="Calibri"/>
              </a:rPr>
              <a:t> aumentando-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se</a:t>
            </a:r>
            <a:r>
              <a:rPr sz="2800" b="1" i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o</a:t>
            </a:r>
            <a:r>
              <a:rPr sz="2800" b="1" i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número</a:t>
            </a:r>
            <a:r>
              <a:rPr sz="28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800" b="1" i="1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camadas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do</a:t>
            </a:r>
            <a:r>
              <a:rPr sz="2800" b="1" i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que</a:t>
            </a:r>
            <a:r>
              <a:rPr sz="2800" b="1" i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o</a:t>
            </a:r>
            <a:r>
              <a:rPr sz="28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número</a:t>
            </a:r>
            <a:r>
              <a:rPr sz="28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neurônios</a:t>
            </a:r>
            <a:r>
              <a:rPr sz="28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por</a:t>
            </a:r>
            <a:r>
              <a:rPr sz="2800" b="1" i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camada.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abordagem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simples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escolher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camadas </a:t>
            </a:r>
            <a:r>
              <a:rPr sz="2800" b="1" i="1" dirty="0">
                <a:latin typeface="Calibri"/>
                <a:cs typeface="Calibri"/>
              </a:rPr>
              <a:t>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neurônios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realmente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precisa</a:t>
            </a:r>
            <a:r>
              <a:rPr sz="2800" b="1" i="1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técnica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regularização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early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stop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evitar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sobreajuste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Ajuste</a:t>
            </a:r>
            <a:r>
              <a:rPr spc="-75" dirty="0"/>
              <a:t> </a:t>
            </a:r>
            <a:r>
              <a:rPr dirty="0"/>
              <a:t>fino</a:t>
            </a:r>
            <a:r>
              <a:rPr spc="-45" dirty="0"/>
              <a:t> </a:t>
            </a:r>
            <a:r>
              <a:rPr dirty="0"/>
              <a:t>dos</a:t>
            </a:r>
            <a:r>
              <a:rPr spc="-45" dirty="0"/>
              <a:t> </a:t>
            </a:r>
            <a:r>
              <a:rPr dirty="0"/>
              <a:t>hiperparâmetros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0989310" cy="4940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Calibri"/>
                <a:cs typeface="Calibri"/>
              </a:rPr>
              <a:t>Funções</a:t>
            </a:r>
            <a:r>
              <a:rPr sz="2600" b="1" spc="-2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1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ativação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5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maioria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casos,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principalmente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profundas,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655"/>
              </a:lnSpc>
            </a:pP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ReLU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variantes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camadas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ocultas.</a:t>
            </a:r>
            <a:endParaRPr sz="2600" dirty="0">
              <a:latin typeface="Calibri"/>
              <a:cs typeface="Calibri"/>
            </a:endParaRPr>
          </a:p>
          <a:p>
            <a:pPr marL="241300" marR="15494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ReLU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pouco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rápida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outras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spc="-10" dirty="0">
                <a:latin typeface="Calibri"/>
                <a:cs typeface="Calibri"/>
              </a:rPr>
              <a:t>ativação.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Além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disso,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probabilidade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descendente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ficar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preso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platôs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é </a:t>
            </a:r>
            <a:r>
              <a:rPr sz="2600" spc="-20" dirty="0">
                <a:latin typeface="Calibri"/>
                <a:cs typeface="Calibri"/>
              </a:rPr>
              <a:t>menor,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graças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ReLU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saturar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entrada </a:t>
            </a:r>
            <a:r>
              <a:rPr sz="2600" dirty="0">
                <a:latin typeface="Calibri"/>
                <a:cs typeface="Calibri"/>
              </a:rPr>
              <a:t>grandes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oposição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logística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tangente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hiperbólica</a:t>
            </a:r>
            <a:r>
              <a:rPr sz="2600" spc="-10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saturam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1).</a:t>
            </a:r>
            <a:endParaRPr sz="2600" dirty="0">
              <a:latin typeface="Calibri"/>
              <a:cs typeface="Calibri"/>
            </a:endParaRPr>
          </a:p>
          <a:p>
            <a:pPr marL="241300" marR="32384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ativação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softmax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geralmente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camada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tarefas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classificação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b="1" i="1" dirty="0">
                <a:latin typeface="Calibri"/>
                <a:cs typeface="Calibri"/>
              </a:rPr>
              <a:t>quando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classes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são </a:t>
            </a:r>
            <a:r>
              <a:rPr sz="2600" b="1" i="1" dirty="0">
                <a:latin typeface="Calibri"/>
                <a:cs typeface="Calibri"/>
              </a:rPr>
              <a:t>mutuamente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exclusivas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exemplo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pertence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somente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uma </a:t>
            </a:r>
            <a:r>
              <a:rPr sz="2600" b="1" i="1" spc="-10" dirty="0">
                <a:latin typeface="Calibri"/>
                <a:cs typeface="Calibri"/>
              </a:rPr>
              <a:t>classe</a:t>
            </a:r>
            <a:r>
              <a:rPr sz="2600" spc="-10" dirty="0">
                <a:latin typeface="Calibri"/>
                <a:cs typeface="Calibri"/>
              </a:rPr>
              <a:t>).</a:t>
            </a:r>
            <a:endParaRPr sz="2600" dirty="0">
              <a:latin typeface="Calibri"/>
              <a:cs typeface="Calibri"/>
            </a:endParaRPr>
          </a:p>
          <a:p>
            <a:pPr marL="241300" marR="752475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tarefas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regressão,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nenhuma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ativação,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é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ativação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identidade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Avisos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6168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  <a:hlinkClick r:id="rId2"/>
              </a:rPr>
              <a:t>A</a:t>
            </a:r>
            <a:r>
              <a:rPr sz="2800" spc="-40" dirty="0"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lista</a:t>
            </a:r>
            <a:r>
              <a:rPr sz="2800" spc="-35" dirty="0"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de</a:t>
            </a:r>
            <a:r>
              <a:rPr sz="2800" spc="-50" dirty="0">
                <a:latin typeface="Calibri"/>
                <a:cs typeface="Calibri"/>
                <a:hlinkClick r:id="rId2"/>
              </a:rPr>
              <a:t> </a:t>
            </a:r>
            <a:r>
              <a:rPr sz="2800" spc="-20" dirty="0">
                <a:latin typeface="Calibri"/>
                <a:cs typeface="Calibri"/>
                <a:hlinkClick r:id="rId2"/>
              </a:rPr>
              <a:t>exercícios</a:t>
            </a:r>
            <a:r>
              <a:rPr sz="2800" spc="-40" dirty="0"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  <a:hlinkClick r:id="rId2"/>
              </a:rPr>
              <a:t>#12</a:t>
            </a:r>
            <a:r>
              <a:rPr sz="2800" spc="-30" dirty="0">
                <a:latin typeface="Calibri"/>
                <a:cs typeface="Calibri"/>
                <a:hlinkClick r:id="rId2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feita.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91" y="347472"/>
            <a:ext cx="4757928" cy="33375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0384" y="190500"/>
            <a:ext cx="2445791" cy="28818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4107" y="347472"/>
            <a:ext cx="3150107" cy="19004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" y="4105655"/>
            <a:ext cx="3410712" cy="23408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93791" y="3515867"/>
            <a:ext cx="3072384" cy="29306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84107" y="2895600"/>
            <a:ext cx="3300984" cy="367131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73367" y="1937004"/>
            <a:ext cx="955675" cy="859790"/>
          </a:xfrm>
          <a:custGeom>
            <a:avLst/>
            <a:gdLst/>
            <a:ahLst/>
            <a:cxnLst/>
            <a:rect l="l" t="t" r="r" b="b"/>
            <a:pathLst>
              <a:path w="955675" h="859789">
                <a:moveTo>
                  <a:pt x="0" y="429768"/>
                </a:moveTo>
                <a:lnTo>
                  <a:pt x="2466" y="385825"/>
                </a:lnTo>
                <a:lnTo>
                  <a:pt x="9705" y="343152"/>
                </a:lnTo>
                <a:lnTo>
                  <a:pt x="21476" y="301964"/>
                </a:lnTo>
                <a:lnTo>
                  <a:pt x="37540" y="262479"/>
                </a:lnTo>
                <a:lnTo>
                  <a:pt x="57656" y="224911"/>
                </a:lnTo>
                <a:lnTo>
                  <a:pt x="81586" y="189476"/>
                </a:lnTo>
                <a:lnTo>
                  <a:pt x="109087" y="156392"/>
                </a:lnTo>
                <a:lnTo>
                  <a:pt x="139922" y="125872"/>
                </a:lnTo>
                <a:lnTo>
                  <a:pt x="173849" y="98135"/>
                </a:lnTo>
                <a:lnTo>
                  <a:pt x="210629" y="73395"/>
                </a:lnTo>
                <a:lnTo>
                  <a:pt x="250021" y="51868"/>
                </a:lnTo>
                <a:lnTo>
                  <a:pt x="291786" y="33772"/>
                </a:lnTo>
                <a:lnTo>
                  <a:pt x="335684" y="19320"/>
                </a:lnTo>
                <a:lnTo>
                  <a:pt x="381474" y="8731"/>
                </a:lnTo>
                <a:lnTo>
                  <a:pt x="428918" y="2218"/>
                </a:lnTo>
                <a:lnTo>
                  <a:pt x="477774" y="0"/>
                </a:lnTo>
                <a:lnTo>
                  <a:pt x="526629" y="2218"/>
                </a:lnTo>
                <a:lnTo>
                  <a:pt x="574073" y="8731"/>
                </a:lnTo>
                <a:lnTo>
                  <a:pt x="619863" y="19320"/>
                </a:lnTo>
                <a:lnTo>
                  <a:pt x="663761" y="33772"/>
                </a:lnTo>
                <a:lnTo>
                  <a:pt x="705526" y="51868"/>
                </a:lnTo>
                <a:lnTo>
                  <a:pt x="744918" y="73395"/>
                </a:lnTo>
                <a:lnTo>
                  <a:pt x="781698" y="98135"/>
                </a:lnTo>
                <a:lnTo>
                  <a:pt x="815625" y="125872"/>
                </a:lnTo>
                <a:lnTo>
                  <a:pt x="846460" y="156392"/>
                </a:lnTo>
                <a:lnTo>
                  <a:pt x="873961" y="189476"/>
                </a:lnTo>
                <a:lnTo>
                  <a:pt x="897891" y="224911"/>
                </a:lnTo>
                <a:lnTo>
                  <a:pt x="918007" y="262479"/>
                </a:lnTo>
                <a:lnTo>
                  <a:pt x="934071" y="301964"/>
                </a:lnTo>
                <a:lnTo>
                  <a:pt x="945842" y="343152"/>
                </a:lnTo>
                <a:lnTo>
                  <a:pt x="953081" y="385825"/>
                </a:lnTo>
                <a:lnTo>
                  <a:pt x="955548" y="429768"/>
                </a:lnTo>
                <a:lnTo>
                  <a:pt x="953081" y="473710"/>
                </a:lnTo>
                <a:lnTo>
                  <a:pt x="945842" y="516383"/>
                </a:lnTo>
                <a:lnTo>
                  <a:pt x="934071" y="557571"/>
                </a:lnTo>
                <a:lnTo>
                  <a:pt x="918007" y="597056"/>
                </a:lnTo>
                <a:lnTo>
                  <a:pt x="897891" y="634624"/>
                </a:lnTo>
                <a:lnTo>
                  <a:pt x="873961" y="670059"/>
                </a:lnTo>
                <a:lnTo>
                  <a:pt x="846460" y="703143"/>
                </a:lnTo>
                <a:lnTo>
                  <a:pt x="815625" y="733663"/>
                </a:lnTo>
                <a:lnTo>
                  <a:pt x="781698" y="761400"/>
                </a:lnTo>
                <a:lnTo>
                  <a:pt x="744918" y="786140"/>
                </a:lnTo>
                <a:lnTo>
                  <a:pt x="705526" y="807667"/>
                </a:lnTo>
                <a:lnTo>
                  <a:pt x="663761" y="825763"/>
                </a:lnTo>
                <a:lnTo>
                  <a:pt x="619863" y="840215"/>
                </a:lnTo>
                <a:lnTo>
                  <a:pt x="574073" y="850804"/>
                </a:lnTo>
                <a:lnTo>
                  <a:pt x="526629" y="857317"/>
                </a:lnTo>
                <a:lnTo>
                  <a:pt x="477774" y="859536"/>
                </a:lnTo>
                <a:lnTo>
                  <a:pt x="428918" y="857317"/>
                </a:lnTo>
                <a:lnTo>
                  <a:pt x="381474" y="850804"/>
                </a:lnTo>
                <a:lnTo>
                  <a:pt x="335684" y="840215"/>
                </a:lnTo>
                <a:lnTo>
                  <a:pt x="291786" y="825763"/>
                </a:lnTo>
                <a:lnTo>
                  <a:pt x="250021" y="807667"/>
                </a:lnTo>
                <a:lnTo>
                  <a:pt x="210629" y="786140"/>
                </a:lnTo>
                <a:lnTo>
                  <a:pt x="173849" y="761400"/>
                </a:lnTo>
                <a:lnTo>
                  <a:pt x="139922" y="733663"/>
                </a:lnTo>
                <a:lnTo>
                  <a:pt x="109087" y="703143"/>
                </a:lnTo>
                <a:lnTo>
                  <a:pt x="81586" y="670059"/>
                </a:lnTo>
                <a:lnTo>
                  <a:pt x="57656" y="634624"/>
                </a:lnTo>
                <a:lnTo>
                  <a:pt x="37540" y="597056"/>
                </a:lnTo>
                <a:lnTo>
                  <a:pt x="21476" y="557571"/>
                </a:lnTo>
                <a:lnTo>
                  <a:pt x="9705" y="516383"/>
                </a:lnTo>
                <a:lnTo>
                  <a:pt x="2466" y="473710"/>
                </a:lnTo>
                <a:lnTo>
                  <a:pt x="0" y="42976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6678294" y="2051140"/>
                <a:ext cx="328930" cy="68358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294" y="2051140"/>
                <a:ext cx="328930" cy="6835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6373367" y="3592067"/>
            <a:ext cx="955675" cy="859790"/>
          </a:xfrm>
          <a:custGeom>
            <a:avLst/>
            <a:gdLst/>
            <a:ahLst/>
            <a:cxnLst/>
            <a:rect l="l" t="t" r="r" b="b"/>
            <a:pathLst>
              <a:path w="955675" h="859789">
                <a:moveTo>
                  <a:pt x="0" y="429768"/>
                </a:moveTo>
                <a:lnTo>
                  <a:pt x="2466" y="385825"/>
                </a:lnTo>
                <a:lnTo>
                  <a:pt x="9705" y="343152"/>
                </a:lnTo>
                <a:lnTo>
                  <a:pt x="21476" y="301964"/>
                </a:lnTo>
                <a:lnTo>
                  <a:pt x="37540" y="262479"/>
                </a:lnTo>
                <a:lnTo>
                  <a:pt x="57656" y="224911"/>
                </a:lnTo>
                <a:lnTo>
                  <a:pt x="81586" y="189476"/>
                </a:lnTo>
                <a:lnTo>
                  <a:pt x="109087" y="156392"/>
                </a:lnTo>
                <a:lnTo>
                  <a:pt x="139922" y="125872"/>
                </a:lnTo>
                <a:lnTo>
                  <a:pt x="173849" y="98135"/>
                </a:lnTo>
                <a:lnTo>
                  <a:pt x="210629" y="73395"/>
                </a:lnTo>
                <a:lnTo>
                  <a:pt x="250021" y="51868"/>
                </a:lnTo>
                <a:lnTo>
                  <a:pt x="291786" y="33772"/>
                </a:lnTo>
                <a:lnTo>
                  <a:pt x="335684" y="19320"/>
                </a:lnTo>
                <a:lnTo>
                  <a:pt x="381474" y="8731"/>
                </a:lnTo>
                <a:lnTo>
                  <a:pt x="428918" y="2218"/>
                </a:lnTo>
                <a:lnTo>
                  <a:pt x="477774" y="0"/>
                </a:lnTo>
                <a:lnTo>
                  <a:pt x="526629" y="2218"/>
                </a:lnTo>
                <a:lnTo>
                  <a:pt x="574073" y="8731"/>
                </a:lnTo>
                <a:lnTo>
                  <a:pt x="619863" y="19320"/>
                </a:lnTo>
                <a:lnTo>
                  <a:pt x="663761" y="33772"/>
                </a:lnTo>
                <a:lnTo>
                  <a:pt x="705526" y="51868"/>
                </a:lnTo>
                <a:lnTo>
                  <a:pt x="744918" y="73395"/>
                </a:lnTo>
                <a:lnTo>
                  <a:pt x="781698" y="98135"/>
                </a:lnTo>
                <a:lnTo>
                  <a:pt x="815625" y="125872"/>
                </a:lnTo>
                <a:lnTo>
                  <a:pt x="846460" y="156392"/>
                </a:lnTo>
                <a:lnTo>
                  <a:pt x="873961" y="189476"/>
                </a:lnTo>
                <a:lnTo>
                  <a:pt x="897891" y="224911"/>
                </a:lnTo>
                <a:lnTo>
                  <a:pt x="918007" y="262479"/>
                </a:lnTo>
                <a:lnTo>
                  <a:pt x="934071" y="301964"/>
                </a:lnTo>
                <a:lnTo>
                  <a:pt x="945842" y="343152"/>
                </a:lnTo>
                <a:lnTo>
                  <a:pt x="953081" y="385825"/>
                </a:lnTo>
                <a:lnTo>
                  <a:pt x="955548" y="429768"/>
                </a:lnTo>
                <a:lnTo>
                  <a:pt x="953081" y="473710"/>
                </a:lnTo>
                <a:lnTo>
                  <a:pt x="945842" y="516383"/>
                </a:lnTo>
                <a:lnTo>
                  <a:pt x="934071" y="557571"/>
                </a:lnTo>
                <a:lnTo>
                  <a:pt x="918007" y="597056"/>
                </a:lnTo>
                <a:lnTo>
                  <a:pt x="897891" y="634624"/>
                </a:lnTo>
                <a:lnTo>
                  <a:pt x="873961" y="670059"/>
                </a:lnTo>
                <a:lnTo>
                  <a:pt x="846460" y="703143"/>
                </a:lnTo>
                <a:lnTo>
                  <a:pt x="815625" y="733663"/>
                </a:lnTo>
                <a:lnTo>
                  <a:pt x="781698" y="761400"/>
                </a:lnTo>
                <a:lnTo>
                  <a:pt x="744918" y="786140"/>
                </a:lnTo>
                <a:lnTo>
                  <a:pt x="705526" y="807667"/>
                </a:lnTo>
                <a:lnTo>
                  <a:pt x="663761" y="825763"/>
                </a:lnTo>
                <a:lnTo>
                  <a:pt x="619863" y="840215"/>
                </a:lnTo>
                <a:lnTo>
                  <a:pt x="574073" y="850804"/>
                </a:lnTo>
                <a:lnTo>
                  <a:pt x="526629" y="857317"/>
                </a:lnTo>
                <a:lnTo>
                  <a:pt x="477774" y="859536"/>
                </a:lnTo>
                <a:lnTo>
                  <a:pt x="428918" y="857317"/>
                </a:lnTo>
                <a:lnTo>
                  <a:pt x="381474" y="850804"/>
                </a:lnTo>
                <a:lnTo>
                  <a:pt x="335684" y="840215"/>
                </a:lnTo>
                <a:lnTo>
                  <a:pt x="291786" y="825763"/>
                </a:lnTo>
                <a:lnTo>
                  <a:pt x="250021" y="807667"/>
                </a:lnTo>
                <a:lnTo>
                  <a:pt x="210629" y="786140"/>
                </a:lnTo>
                <a:lnTo>
                  <a:pt x="173849" y="761400"/>
                </a:lnTo>
                <a:lnTo>
                  <a:pt x="139922" y="733663"/>
                </a:lnTo>
                <a:lnTo>
                  <a:pt x="109087" y="703143"/>
                </a:lnTo>
                <a:lnTo>
                  <a:pt x="81586" y="670059"/>
                </a:lnTo>
                <a:lnTo>
                  <a:pt x="57656" y="634624"/>
                </a:lnTo>
                <a:lnTo>
                  <a:pt x="37540" y="597056"/>
                </a:lnTo>
                <a:lnTo>
                  <a:pt x="21476" y="557571"/>
                </a:lnTo>
                <a:lnTo>
                  <a:pt x="9705" y="516383"/>
                </a:lnTo>
                <a:lnTo>
                  <a:pt x="2466" y="473710"/>
                </a:lnTo>
                <a:lnTo>
                  <a:pt x="0" y="42976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73367" y="5245608"/>
            <a:ext cx="955675" cy="859790"/>
          </a:xfrm>
          <a:custGeom>
            <a:avLst/>
            <a:gdLst/>
            <a:ahLst/>
            <a:cxnLst/>
            <a:rect l="l" t="t" r="r" b="b"/>
            <a:pathLst>
              <a:path w="955675" h="859789">
                <a:moveTo>
                  <a:pt x="0" y="429767"/>
                </a:moveTo>
                <a:lnTo>
                  <a:pt x="2466" y="385825"/>
                </a:lnTo>
                <a:lnTo>
                  <a:pt x="9705" y="343152"/>
                </a:lnTo>
                <a:lnTo>
                  <a:pt x="21476" y="301964"/>
                </a:lnTo>
                <a:lnTo>
                  <a:pt x="37540" y="262479"/>
                </a:lnTo>
                <a:lnTo>
                  <a:pt x="57656" y="224911"/>
                </a:lnTo>
                <a:lnTo>
                  <a:pt x="81586" y="189476"/>
                </a:lnTo>
                <a:lnTo>
                  <a:pt x="109087" y="156392"/>
                </a:lnTo>
                <a:lnTo>
                  <a:pt x="139922" y="125872"/>
                </a:lnTo>
                <a:lnTo>
                  <a:pt x="173849" y="98135"/>
                </a:lnTo>
                <a:lnTo>
                  <a:pt x="210629" y="73395"/>
                </a:lnTo>
                <a:lnTo>
                  <a:pt x="250021" y="51868"/>
                </a:lnTo>
                <a:lnTo>
                  <a:pt x="291786" y="33772"/>
                </a:lnTo>
                <a:lnTo>
                  <a:pt x="335684" y="19320"/>
                </a:lnTo>
                <a:lnTo>
                  <a:pt x="381474" y="8731"/>
                </a:lnTo>
                <a:lnTo>
                  <a:pt x="428918" y="2218"/>
                </a:lnTo>
                <a:lnTo>
                  <a:pt x="477774" y="0"/>
                </a:lnTo>
                <a:lnTo>
                  <a:pt x="526629" y="2218"/>
                </a:lnTo>
                <a:lnTo>
                  <a:pt x="574073" y="8731"/>
                </a:lnTo>
                <a:lnTo>
                  <a:pt x="619863" y="19320"/>
                </a:lnTo>
                <a:lnTo>
                  <a:pt x="663761" y="33772"/>
                </a:lnTo>
                <a:lnTo>
                  <a:pt x="705526" y="51868"/>
                </a:lnTo>
                <a:lnTo>
                  <a:pt x="744918" y="73395"/>
                </a:lnTo>
                <a:lnTo>
                  <a:pt x="781698" y="98135"/>
                </a:lnTo>
                <a:lnTo>
                  <a:pt x="815625" y="125872"/>
                </a:lnTo>
                <a:lnTo>
                  <a:pt x="846460" y="156392"/>
                </a:lnTo>
                <a:lnTo>
                  <a:pt x="873961" y="189476"/>
                </a:lnTo>
                <a:lnTo>
                  <a:pt x="897891" y="224911"/>
                </a:lnTo>
                <a:lnTo>
                  <a:pt x="918007" y="262479"/>
                </a:lnTo>
                <a:lnTo>
                  <a:pt x="934071" y="301964"/>
                </a:lnTo>
                <a:lnTo>
                  <a:pt x="945842" y="343152"/>
                </a:lnTo>
                <a:lnTo>
                  <a:pt x="953081" y="385825"/>
                </a:lnTo>
                <a:lnTo>
                  <a:pt x="955548" y="429767"/>
                </a:lnTo>
                <a:lnTo>
                  <a:pt x="953081" y="473708"/>
                </a:lnTo>
                <a:lnTo>
                  <a:pt x="945842" y="516380"/>
                </a:lnTo>
                <a:lnTo>
                  <a:pt x="934071" y="557566"/>
                </a:lnTo>
                <a:lnTo>
                  <a:pt x="918007" y="597051"/>
                </a:lnTo>
                <a:lnTo>
                  <a:pt x="897891" y="634619"/>
                </a:lnTo>
                <a:lnTo>
                  <a:pt x="873961" y="670053"/>
                </a:lnTo>
                <a:lnTo>
                  <a:pt x="846460" y="703138"/>
                </a:lnTo>
                <a:lnTo>
                  <a:pt x="815625" y="733658"/>
                </a:lnTo>
                <a:lnTo>
                  <a:pt x="781698" y="761396"/>
                </a:lnTo>
                <a:lnTo>
                  <a:pt x="744918" y="786137"/>
                </a:lnTo>
                <a:lnTo>
                  <a:pt x="705526" y="807664"/>
                </a:lnTo>
                <a:lnTo>
                  <a:pt x="663761" y="825762"/>
                </a:lnTo>
                <a:lnTo>
                  <a:pt x="619863" y="840214"/>
                </a:lnTo>
                <a:lnTo>
                  <a:pt x="574073" y="850804"/>
                </a:lnTo>
                <a:lnTo>
                  <a:pt x="526629" y="857317"/>
                </a:lnTo>
                <a:lnTo>
                  <a:pt x="477774" y="859535"/>
                </a:lnTo>
                <a:lnTo>
                  <a:pt x="428918" y="857317"/>
                </a:lnTo>
                <a:lnTo>
                  <a:pt x="381474" y="850804"/>
                </a:lnTo>
                <a:lnTo>
                  <a:pt x="335684" y="840214"/>
                </a:lnTo>
                <a:lnTo>
                  <a:pt x="291786" y="825762"/>
                </a:lnTo>
                <a:lnTo>
                  <a:pt x="250021" y="807664"/>
                </a:lnTo>
                <a:lnTo>
                  <a:pt x="210629" y="786137"/>
                </a:lnTo>
                <a:lnTo>
                  <a:pt x="173849" y="761396"/>
                </a:lnTo>
                <a:lnTo>
                  <a:pt x="139922" y="733658"/>
                </a:lnTo>
                <a:lnTo>
                  <a:pt x="109087" y="703138"/>
                </a:lnTo>
                <a:lnTo>
                  <a:pt x="81586" y="670053"/>
                </a:lnTo>
                <a:lnTo>
                  <a:pt x="57656" y="634619"/>
                </a:lnTo>
                <a:lnTo>
                  <a:pt x="37540" y="597051"/>
                </a:lnTo>
                <a:lnTo>
                  <a:pt x="21476" y="557566"/>
                </a:lnTo>
                <a:lnTo>
                  <a:pt x="9705" y="516380"/>
                </a:lnTo>
                <a:lnTo>
                  <a:pt x="2466" y="473708"/>
                </a:lnTo>
                <a:lnTo>
                  <a:pt x="0" y="429767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56804" y="1937004"/>
            <a:ext cx="914400" cy="4168140"/>
          </a:xfrm>
          <a:custGeom>
            <a:avLst/>
            <a:gdLst/>
            <a:ahLst/>
            <a:cxnLst/>
            <a:rect l="l" t="t" r="r" b="b"/>
            <a:pathLst>
              <a:path w="914400" h="416814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762000" y="0"/>
                </a:lnTo>
                <a:lnTo>
                  <a:pt x="810182" y="7766"/>
                </a:lnTo>
                <a:lnTo>
                  <a:pt x="852019" y="29394"/>
                </a:lnTo>
                <a:lnTo>
                  <a:pt x="885005" y="62380"/>
                </a:lnTo>
                <a:lnTo>
                  <a:pt x="906633" y="104217"/>
                </a:lnTo>
                <a:lnTo>
                  <a:pt x="914400" y="152400"/>
                </a:lnTo>
                <a:lnTo>
                  <a:pt x="914400" y="4015740"/>
                </a:lnTo>
                <a:lnTo>
                  <a:pt x="906633" y="4063908"/>
                </a:lnTo>
                <a:lnTo>
                  <a:pt x="885005" y="4105743"/>
                </a:lnTo>
                <a:lnTo>
                  <a:pt x="852019" y="4138734"/>
                </a:lnTo>
                <a:lnTo>
                  <a:pt x="810182" y="4160370"/>
                </a:lnTo>
                <a:lnTo>
                  <a:pt x="762000" y="4168140"/>
                </a:lnTo>
                <a:lnTo>
                  <a:pt x="152400" y="4168140"/>
                </a:lnTo>
                <a:lnTo>
                  <a:pt x="104217" y="4160370"/>
                </a:lnTo>
                <a:lnTo>
                  <a:pt x="62380" y="4138734"/>
                </a:lnTo>
                <a:lnTo>
                  <a:pt x="29394" y="4105743"/>
                </a:lnTo>
                <a:lnTo>
                  <a:pt x="7766" y="4063908"/>
                </a:lnTo>
                <a:lnTo>
                  <a:pt x="0" y="4015740"/>
                </a:lnTo>
                <a:lnTo>
                  <a:pt x="0" y="152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55127" y="3100832"/>
            <a:ext cx="280035" cy="1840864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05"/>
              </a:lnSpc>
            </a:pPr>
            <a:r>
              <a:rPr sz="2000" b="1" dirty="0">
                <a:latin typeface="Calibri"/>
                <a:cs typeface="Calibri"/>
              </a:rPr>
              <a:t>Softmax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function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88509" y="2142489"/>
            <a:ext cx="3368675" cy="3556000"/>
            <a:chOff x="4588509" y="2142489"/>
            <a:chExt cx="3368675" cy="3556000"/>
          </a:xfrm>
        </p:grpSpPr>
        <p:sp>
          <p:nvSpPr>
            <p:cNvPr id="11" name="object 11"/>
            <p:cNvSpPr/>
            <p:nvPr/>
          </p:nvSpPr>
          <p:spPr>
            <a:xfrm>
              <a:off x="7328916" y="2321051"/>
              <a:ext cx="628015" cy="3377565"/>
            </a:xfrm>
            <a:custGeom>
              <a:avLst/>
              <a:gdLst/>
              <a:ahLst/>
              <a:cxnLst/>
              <a:rect l="l" t="t" r="r" b="b"/>
              <a:pathLst>
                <a:path w="628015" h="3377565">
                  <a:moveTo>
                    <a:pt x="627761" y="3339084"/>
                  </a:moveTo>
                  <a:lnTo>
                    <a:pt x="615061" y="3332734"/>
                  </a:lnTo>
                  <a:lnTo>
                    <a:pt x="551561" y="3300984"/>
                  </a:lnTo>
                  <a:lnTo>
                    <a:pt x="551561" y="3332734"/>
                  </a:lnTo>
                  <a:lnTo>
                    <a:pt x="0" y="3332734"/>
                  </a:lnTo>
                  <a:lnTo>
                    <a:pt x="0" y="3345434"/>
                  </a:lnTo>
                  <a:lnTo>
                    <a:pt x="551561" y="3345434"/>
                  </a:lnTo>
                  <a:lnTo>
                    <a:pt x="551561" y="3377184"/>
                  </a:lnTo>
                  <a:lnTo>
                    <a:pt x="615061" y="3345434"/>
                  </a:lnTo>
                  <a:lnTo>
                    <a:pt x="627761" y="3339084"/>
                  </a:lnTo>
                  <a:close/>
                </a:path>
                <a:path w="628015" h="3377565">
                  <a:moveTo>
                    <a:pt x="627761" y="1700784"/>
                  </a:moveTo>
                  <a:lnTo>
                    <a:pt x="615061" y="1694434"/>
                  </a:lnTo>
                  <a:lnTo>
                    <a:pt x="551561" y="1662684"/>
                  </a:lnTo>
                  <a:lnTo>
                    <a:pt x="551561" y="1694434"/>
                  </a:lnTo>
                  <a:lnTo>
                    <a:pt x="0" y="1694434"/>
                  </a:lnTo>
                  <a:lnTo>
                    <a:pt x="0" y="1707134"/>
                  </a:lnTo>
                  <a:lnTo>
                    <a:pt x="551561" y="1707134"/>
                  </a:lnTo>
                  <a:lnTo>
                    <a:pt x="551561" y="1738884"/>
                  </a:lnTo>
                  <a:lnTo>
                    <a:pt x="615061" y="1707134"/>
                  </a:lnTo>
                  <a:lnTo>
                    <a:pt x="627761" y="1700784"/>
                  </a:lnTo>
                  <a:close/>
                </a:path>
                <a:path w="628015" h="3377565">
                  <a:moveTo>
                    <a:pt x="627761" y="38100"/>
                  </a:moveTo>
                  <a:lnTo>
                    <a:pt x="615061" y="31750"/>
                  </a:lnTo>
                  <a:lnTo>
                    <a:pt x="551561" y="0"/>
                  </a:lnTo>
                  <a:lnTo>
                    <a:pt x="5515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551561" y="44450"/>
                  </a:lnTo>
                  <a:lnTo>
                    <a:pt x="551561" y="76200"/>
                  </a:lnTo>
                  <a:lnTo>
                    <a:pt x="615061" y="44450"/>
                  </a:lnTo>
                  <a:lnTo>
                    <a:pt x="6277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94859" y="2148839"/>
              <a:ext cx="478790" cy="421005"/>
            </a:xfrm>
            <a:custGeom>
              <a:avLst/>
              <a:gdLst/>
              <a:ahLst/>
              <a:cxnLst/>
              <a:rect l="l" t="t" r="r" b="b"/>
              <a:pathLst>
                <a:path w="478789" h="421005">
                  <a:moveTo>
                    <a:pt x="0" y="420624"/>
                  </a:moveTo>
                  <a:lnTo>
                    <a:pt x="478536" y="420624"/>
                  </a:lnTo>
                  <a:lnTo>
                    <a:pt x="478536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81778" y="2243073"/>
            <a:ext cx="447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51988" y="2072639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79" h="576580">
                <a:moveTo>
                  <a:pt x="0" y="288036"/>
                </a:moveTo>
                <a:lnTo>
                  <a:pt x="3768" y="241302"/>
                </a:lnTo>
                <a:lnTo>
                  <a:pt x="14679" y="196973"/>
                </a:lnTo>
                <a:lnTo>
                  <a:pt x="32140" y="155643"/>
                </a:lnTo>
                <a:lnTo>
                  <a:pt x="55558" y="117902"/>
                </a:lnTo>
                <a:lnTo>
                  <a:pt x="84343" y="84343"/>
                </a:lnTo>
                <a:lnTo>
                  <a:pt x="117902" y="55558"/>
                </a:lnTo>
                <a:lnTo>
                  <a:pt x="155643" y="32140"/>
                </a:lnTo>
                <a:lnTo>
                  <a:pt x="196973" y="14679"/>
                </a:lnTo>
                <a:lnTo>
                  <a:pt x="241302" y="3768"/>
                </a:lnTo>
                <a:lnTo>
                  <a:pt x="288036" y="0"/>
                </a:lnTo>
                <a:lnTo>
                  <a:pt x="334769" y="3768"/>
                </a:lnTo>
                <a:lnTo>
                  <a:pt x="379098" y="14679"/>
                </a:lnTo>
                <a:lnTo>
                  <a:pt x="420428" y="32140"/>
                </a:lnTo>
                <a:lnTo>
                  <a:pt x="458169" y="55558"/>
                </a:lnTo>
                <a:lnTo>
                  <a:pt x="491728" y="84343"/>
                </a:lnTo>
                <a:lnTo>
                  <a:pt x="520513" y="117902"/>
                </a:lnTo>
                <a:lnTo>
                  <a:pt x="543931" y="155643"/>
                </a:lnTo>
                <a:lnTo>
                  <a:pt x="561392" y="196973"/>
                </a:lnTo>
                <a:lnTo>
                  <a:pt x="572303" y="241302"/>
                </a:lnTo>
                <a:lnTo>
                  <a:pt x="576072" y="288036"/>
                </a:lnTo>
                <a:lnTo>
                  <a:pt x="572303" y="334769"/>
                </a:lnTo>
                <a:lnTo>
                  <a:pt x="561392" y="379098"/>
                </a:lnTo>
                <a:lnTo>
                  <a:pt x="543931" y="420428"/>
                </a:lnTo>
                <a:lnTo>
                  <a:pt x="520513" y="458169"/>
                </a:lnTo>
                <a:lnTo>
                  <a:pt x="491728" y="491728"/>
                </a:lnTo>
                <a:lnTo>
                  <a:pt x="458169" y="520513"/>
                </a:lnTo>
                <a:lnTo>
                  <a:pt x="420428" y="543931"/>
                </a:lnTo>
                <a:lnTo>
                  <a:pt x="379098" y="561392"/>
                </a:lnTo>
                <a:lnTo>
                  <a:pt x="334769" y="572303"/>
                </a:lnTo>
                <a:lnTo>
                  <a:pt x="288036" y="576072"/>
                </a:lnTo>
                <a:lnTo>
                  <a:pt x="241302" y="572303"/>
                </a:lnTo>
                <a:lnTo>
                  <a:pt x="196973" y="561392"/>
                </a:lnTo>
                <a:lnTo>
                  <a:pt x="155643" y="543931"/>
                </a:lnTo>
                <a:lnTo>
                  <a:pt x="117902" y="520513"/>
                </a:lnTo>
                <a:lnTo>
                  <a:pt x="84343" y="491728"/>
                </a:lnTo>
                <a:lnTo>
                  <a:pt x="55558" y="458169"/>
                </a:lnTo>
                <a:lnTo>
                  <a:pt x="32140" y="420428"/>
                </a:lnTo>
                <a:lnTo>
                  <a:pt x="14679" y="379098"/>
                </a:lnTo>
                <a:lnTo>
                  <a:pt x="3768" y="334769"/>
                </a:lnTo>
                <a:lnTo>
                  <a:pt x="0" y="28803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120389" y="21964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48939" y="5387340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79" h="576579">
                <a:moveTo>
                  <a:pt x="0" y="288036"/>
                </a:moveTo>
                <a:lnTo>
                  <a:pt x="3768" y="241302"/>
                </a:lnTo>
                <a:lnTo>
                  <a:pt x="14679" y="196973"/>
                </a:lnTo>
                <a:lnTo>
                  <a:pt x="32140" y="155643"/>
                </a:lnTo>
                <a:lnTo>
                  <a:pt x="55558" y="117902"/>
                </a:lnTo>
                <a:lnTo>
                  <a:pt x="84343" y="84343"/>
                </a:lnTo>
                <a:lnTo>
                  <a:pt x="117902" y="55558"/>
                </a:lnTo>
                <a:lnTo>
                  <a:pt x="155643" y="32140"/>
                </a:lnTo>
                <a:lnTo>
                  <a:pt x="196973" y="14679"/>
                </a:lnTo>
                <a:lnTo>
                  <a:pt x="241302" y="3768"/>
                </a:lnTo>
                <a:lnTo>
                  <a:pt x="288036" y="0"/>
                </a:lnTo>
                <a:lnTo>
                  <a:pt x="334769" y="3768"/>
                </a:lnTo>
                <a:lnTo>
                  <a:pt x="379098" y="14679"/>
                </a:lnTo>
                <a:lnTo>
                  <a:pt x="420428" y="32140"/>
                </a:lnTo>
                <a:lnTo>
                  <a:pt x="458169" y="55558"/>
                </a:lnTo>
                <a:lnTo>
                  <a:pt x="491728" y="84343"/>
                </a:lnTo>
                <a:lnTo>
                  <a:pt x="520513" y="117902"/>
                </a:lnTo>
                <a:lnTo>
                  <a:pt x="543931" y="155643"/>
                </a:lnTo>
                <a:lnTo>
                  <a:pt x="561392" y="196973"/>
                </a:lnTo>
                <a:lnTo>
                  <a:pt x="572303" y="241302"/>
                </a:lnTo>
                <a:lnTo>
                  <a:pt x="576072" y="288036"/>
                </a:lnTo>
                <a:lnTo>
                  <a:pt x="572303" y="334757"/>
                </a:lnTo>
                <a:lnTo>
                  <a:pt x="561392" y="379078"/>
                </a:lnTo>
                <a:lnTo>
                  <a:pt x="543931" y="420406"/>
                </a:lnTo>
                <a:lnTo>
                  <a:pt x="520513" y="458147"/>
                </a:lnTo>
                <a:lnTo>
                  <a:pt x="491728" y="491709"/>
                </a:lnTo>
                <a:lnTo>
                  <a:pt x="458169" y="520498"/>
                </a:lnTo>
                <a:lnTo>
                  <a:pt x="420428" y="543922"/>
                </a:lnTo>
                <a:lnTo>
                  <a:pt x="379098" y="561387"/>
                </a:lnTo>
                <a:lnTo>
                  <a:pt x="334769" y="572302"/>
                </a:lnTo>
                <a:lnTo>
                  <a:pt x="288036" y="576072"/>
                </a:lnTo>
                <a:lnTo>
                  <a:pt x="241302" y="572302"/>
                </a:lnTo>
                <a:lnTo>
                  <a:pt x="196973" y="561387"/>
                </a:lnTo>
                <a:lnTo>
                  <a:pt x="155643" y="543922"/>
                </a:lnTo>
                <a:lnTo>
                  <a:pt x="117902" y="520498"/>
                </a:lnTo>
                <a:lnTo>
                  <a:pt x="84343" y="491709"/>
                </a:lnTo>
                <a:lnTo>
                  <a:pt x="55558" y="458147"/>
                </a:lnTo>
                <a:lnTo>
                  <a:pt x="32140" y="420406"/>
                </a:lnTo>
                <a:lnTo>
                  <a:pt x="14679" y="379078"/>
                </a:lnTo>
                <a:lnTo>
                  <a:pt x="3768" y="334757"/>
                </a:lnTo>
                <a:lnTo>
                  <a:pt x="0" y="288036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117342" y="5512104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10684" y="2647188"/>
            <a:ext cx="1111250" cy="3240405"/>
          </a:xfrm>
          <a:custGeom>
            <a:avLst/>
            <a:gdLst/>
            <a:ahLst/>
            <a:cxnLst/>
            <a:rect l="l" t="t" r="r" b="b"/>
            <a:pathLst>
              <a:path w="1111250" h="3240404">
                <a:moveTo>
                  <a:pt x="633983" y="420624"/>
                </a:moveTo>
                <a:lnTo>
                  <a:pt x="1110995" y="420624"/>
                </a:lnTo>
                <a:lnTo>
                  <a:pt x="1110995" y="0"/>
                </a:lnTo>
                <a:lnTo>
                  <a:pt x="633983" y="0"/>
                </a:lnTo>
                <a:lnTo>
                  <a:pt x="633983" y="420624"/>
                </a:lnTo>
                <a:close/>
              </a:path>
              <a:path w="1111250" h="3240404">
                <a:moveTo>
                  <a:pt x="632460" y="1251204"/>
                </a:moveTo>
                <a:lnTo>
                  <a:pt x="1109472" y="1251204"/>
                </a:lnTo>
                <a:lnTo>
                  <a:pt x="1109472" y="830580"/>
                </a:lnTo>
                <a:lnTo>
                  <a:pt x="632460" y="830580"/>
                </a:lnTo>
                <a:lnTo>
                  <a:pt x="632460" y="1251204"/>
                </a:lnTo>
                <a:close/>
              </a:path>
              <a:path w="1111250" h="3240404">
                <a:moveTo>
                  <a:pt x="0" y="3240024"/>
                </a:moveTo>
                <a:lnTo>
                  <a:pt x="477012" y="3240024"/>
                </a:lnTo>
                <a:lnTo>
                  <a:pt x="477012" y="2817876"/>
                </a:lnTo>
                <a:lnTo>
                  <a:pt x="0" y="2817876"/>
                </a:lnTo>
                <a:lnTo>
                  <a:pt x="0" y="324002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92650" y="5560872"/>
            <a:ext cx="454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2𝟑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19678" y="1462786"/>
            <a:ext cx="5995035" cy="4250690"/>
            <a:chOff x="3519678" y="1462786"/>
            <a:chExt cx="5995035" cy="4250690"/>
          </a:xfrm>
        </p:grpSpPr>
        <p:sp>
          <p:nvSpPr>
            <p:cNvPr id="21" name="object 21"/>
            <p:cNvSpPr/>
            <p:nvPr/>
          </p:nvSpPr>
          <p:spPr>
            <a:xfrm>
              <a:off x="3524250" y="2321178"/>
              <a:ext cx="2849880" cy="1367155"/>
            </a:xfrm>
            <a:custGeom>
              <a:avLst/>
              <a:gdLst/>
              <a:ahLst/>
              <a:cxnLst/>
              <a:rect l="l" t="t" r="r" b="b"/>
              <a:pathLst>
                <a:path w="2849879" h="1367154">
                  <a:moveTo>
                    <a:pt x="1818894" y="1366774"/>
                  </a:moveTo>
                  <a:lnTo>
                    <a:pt x="1802206" y="1334389"/>
                  </a:lnTo>
                  <a:lnTo>
                    <a:pt x="1779905" y="1291082"/>
                  </a:lnTo>
                  <a:lnTo>
                    <a:pt x="1761134" y="1316736"/>
                  </a:lnTo>
                  <a:lnTo>
                    <a:pt x="24231" y="46570"/>
                  </a:lnTo>
                  <a:lnTo>
                    <a:pt x="994854" y="44488"/>
                  </a:lnTo>
                  <a:lnTo>
                    <a:pt x="994918" y="76200"/>
                  </a:lnTo>
                  <a:lnTo>
                    <a:pt x="1070991" y="37973"/>
                  </a:lnTo>
                  <a:lnTo>
                    <a:pt x="1058494" y="31750"/>
                  </a:lnTo>
                  <a:lnTo>
                    <a:pt x="994791" y="0"/>
                  </a:lnTo>
                  <a:lnTo>
                    <a:pt x="994841" y="31788"/>
                  </a:lnTo>
                  <a:lnTo>
                    <a:pt x="3810" y="33909"/>
                  </a:lnTo>
                  <a:lnTo>
                    <a:pt x="3810" y="39497"/>
                  </a:lnTo>
                  <a:lnTo>
                    <a:pt x="0" y="44577"/>
                  </a:lnTo>
                  <a:lnTo>
                    <a:pt x="1753679" y="1326934"/>
                  </a:lnTo>
                  <a:lnTo>
                    <a:pt x="1734947" y="1352550"/>
                  </a:lnTo>
                  <a:lnTo>
                    <a:pt x="1818894" y="1366774"/>
                  </a:lnTo>
                  <a:close/>
                </a:path>
                <a:path w="2849879" h="1367154">
                  <a:moveTo>
                    <a:pt x="2849753" y="46482"/>
                  </a:moveTo>
                  <a:lnTo>
                    <a:pt x="2848610" y="45910"/>
                  </a:lnTo>
                  <a:lnTo>
                    <a:pt x="2848737" y="45593"/>
                  </a:lnTo>
                  <a:lnTo>
                    <a:pt x="2848254" y="45732"/>
                  </a:lnTo>
                  <a:lnTo>
                    <a:pt x="2773807" y="7874"/>
                  </a:lnTo>
                  <a:lnTo>
                    <a:pt x="2773591" y="39674"/>
                  </a:lnTo>
                  <a:lnTo>
                    <a:pt x="1549146" y="31623"/>
                  </a:lnTo>
                  <a:lnTo>
                    <a:pt x="1549146" y="44323"/>
                  </a:lnTo>
                  <a:lnTo>
                    <a:pt x="2773502" y="52374"/>
                  </a:lnTo>
                  <a:lnTo>
                    <a:pt x="2786126" y="52451"/>
                  </a:lnTo>
                  <a:lnTo>
                    <a:pt x="2823400" y="52400"/>
                  </a:lnTo>
                  <a:lnTo>
                    <a:pt x="2823184" y="52451"/>
                  </a:lnTo>
                  <a:lnTo>
                    <a:pt x="2786126" y="52451"/>
                  </a:lnTo>
                  <a:lnTo>
                    <a:pt x="2773502" y="52451"/>
                  </a:lnTo>
                  <a:lnTo>
                    <a:pt x="2773413" y="65824"/>
                  </a:lnTo>
                  <a:lnTo>
                    <a:pt x="2766441" y="67691"/>
                  </a:lnTo>
                  <a:lnTo>
                    <a:pt x="2773349" y="75476"/>
                  </a:lnTo>
                  <a:lnTo>
                    <a:pt x="2773299" y="84074"/>
                  </a:lnTo>
                  <a:lnTo>
                    <a:pt x="2778645" y="81445"/>
                  </a:lnTo>
                  <a:lnTo>
                    <a:pt x="2787573" y="91478"/>
                  </a:lnTo>
                  <a:lnTo>
                    <a:pt x="2293239" y="530987"/>
                  </a:lnTo>
                  <a:lnTo>
                    <a:pt x="2301621" y="540512"/>
                  </a:lnTo>
                  <a:lnTo>
                    <a:pt x="2796057" y="101028"/>
                  </a:lnTo>
                  <a:lnTo>
                    <a:pt x="2817114" y="124714"/>
                  </a:lnTo>
                  <a:lnTo>
                    <a:pt x="2833751" y="83058"/>
                  </a:lnTo>
                  <a:lnTo>
                    <a:pt x="2848038" y="47332"/>
                  </a:lnTo>
                  <a:lnTo>
                    <a:pt x="2849753" y="464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43144" y="4059936"/>
              <a:ext cx="477520" cy="422275"/>
            </a:xfrm>
            <a:custGeom>
              <a:avLst/>
              <a:gdLst/>
              <a:ahLst/>
              <a:cxnLst/>
              <a:rect l="l" t="t" r="r" b="b"/>
              <a:pathLst>
                <a:path w="477520" h="422275">
                  <a:moveTo>
                    <a:pt x="0" y="422148"/>
                  </a:moveTo>
                  <a:lnTo>
                    <a:pt x="477012" y="422148"/>
                  </a:lnTo>
                  <a:lnTo>
                    <a:pt x="477012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19678" y="2857499"/>
              <a:ext cx="2853690" cy="2856230"/>
            </a:xfrm>
            <a:custGeom>
              <a:avLst/>
              <a:gdLst/>
              <a:ahLst/>
              <a:cxnLst/>
              <a:rect l="l" t="t" r="r" b="b"/>
              <a:pathLst>
                <a:path w="2853690" h="2856229">
                  <a:moveTo>
                    <a:pt x="1824863" y="0"/>
                  </a:moveTo>
                  <a:lnTo>
                    <a:pt x="1751457" y="43307"/>
                  </a:lnTo>
                  <a:lnTo>
                    <a:pt x="1778215" y="60591"/>
                  </a:lnTo>
                  <a:lnTo>
                    <a:pt x="0" y="2814866"/>
                  </a:lnTo>
                  <a:lnTo>
                    <a:pt x="4546" y="2817812"/>
                  </a:lnTo>
                  <a:lnTo>
                    <a:pt x="5334" y="2818815"/>
                  </a:lnTo>
                  <a:lnTo>
                    <a:pt x="5334" y="2824226"/>
                  </a:lnTo>
                  <a:lnTo>
                    <a:pt x="1114552" y="2824226"/>
                  </a:lnTo>
                  <a:lnTo>
                    <a:pt x="1114552" y="2855976"/>
                  </a:lnTo>
                  <a:lnTo>
                    <a:pt x="1178052" y="2824226"/>
                  </a:lnTo>
                  <a:lnTo>
                    <a:pt x="1190752" y="2817876"/>
                  </a:lnTo>
                  <a:lnTo>
                    <a:pt x="1178052" y="2811526"/>
                  </a:lnTo>
                  <a:lnTo>
                    <a:pt x="1114552" y="2779776"/>
                  </a:lnTo>
                  <a:lnTo>
                    <a:pt x="1114552" y="2811526"/>
                  </a:lnTo>
                  <a:lnTo>
                    <a:pt x="25196" y="2811526"/>
                  </a:lnTo>
                  <a:lnTo>
                    <a:pt x="1767078" y="1465846"/>
                  </a:lnTo>
                  <a:lnTo>
                    <a:pt x="1786509" y="1490980"/>
                  </a:lnTo>
                  <a:lnTo>
                    <a:pt x="1807184" y="1448054"/>
                  </a:lnTo>
                  <a:lnTo>
                    <a:pt x="1823466" y="1414272"/>
                  </a:lnTo>
                  <a:lnTo>
                    <a:pt x="1739900" y="1430655"/>
                  </a:lnTo>
                  <a:lnTo>
                    <a:pt x="1759331" y="1455813"/>
                  </a:lnTo>
                  <a:lnTo>
                    <a:pt x="30162" y="2791561"/>
                  </a:lnTo>
                  <a:lnTo>
                    <a:pt x="1788871" y="67475"/>
                  </a:lnTo>
                  <a:lnTo>
                    <a:pt x="1815592" y="84709"/>
                  </a:lnTo>
                  <a:lnTo>
                    <a:pt x="1819389" y="49911"/>
                  </a:lnTo>
                  <a:lnTo>
                    <a:pt x="1824863" y="0"/>
                  </a:lnTo>
                  <a:close/>
                </a:path>
                <a:path w="2853690" h="2856229">
                  <a:moveTo>
                    <a:pt x="2853182" y="1164336"/>
                  </a:moveTo>
                  <a:lnTo>
                    <a:pt x="2768092" y="1161034"/>
                  </a:lnTo>
                  <a:lnTo>
                    <a:pt x="2781135" y="1189901"/>
                  </a:lnTo>
                  <a:lnTo>
                    <a:pt x="2297811" y="1408303"/>
                  </a:lnTo>
                  <a:lnTo>
                    <a:pt x="2303145" y="1419860"/>
                  </a:lnTo>
                  <a:lnTo>
                    <a:pt x="2786367" y="1201445"/>
                  </a:lnTo>
                  <a:lnTo>
                    <a:pt x="2799461" y="1230376"/>
                  </a:lnTo>
                  <a:lnTo>
                    <a:pt x="2836646" y="1184656"/>
                  </a:lnTo>
                  <a:lnTo>
                    <a:pt x="2853182" y="1164336"/>
                  </a:lnTo>
                  <a:close/>
                </a:path>
                <a:path w="2853690" h="2856229">
                  <a:moveTo>
                    <a:pt x="2853182" y="1163828"/>
                  </a:moveTo>
                  <a:lnTo>
                    <a:pt x="2835808" y="1136396"/>
                  </a:lnTo>
                  <a:lnTo>
                    <a:pt x="2807589" y="1091819"/>
                  </a:lnTo>
                  <a:lnTo>
                    <a:pt x="2791180" y="1119009"/>
                  </a:lnTo>
                  <a:lnTo>
                    <a:pt x="2303780" y="825119"/>
                  </a:lnTo>
                  <a:lnTo>
                    <a:pt x="2297176" y="836041"/>
                  </a:lnTo>
                  <a:lnTo>
                    <a:pt x="2784652" y="1129855"/>
                  </a:lnTo>
                  <a:lnTo>
                    <a:pt x="2768219" y="1157097"/>
                  </a:lnTo>
                  <a:lnTo>
                    <a:pt x="2853182" y="1163828"/>
                  </a:lnTo>
                  <a:close/>
                </a:path>
                <a:path w="2853690" h="2856229">
                  <a:moveTo>
                    <a:pt x="2853436" y="2817876"/>
                  </a:moveTo>
                  <a:lnTo>
                    <a:pt x="2840736" y="2811526"/>
                  </a:lnTo>
                  <a:lnTo>
                    <a:pt x="2777236" y="2779776"/>
                  </a:lnTo>
                  <a:lnTo>
                    <a:pt x="2777236" y="2811526"/>
                  </a:lnTo>
                  <a:lnTo>
                    <a:pt x="1668018" y="2811526"/>
                  </a:lnTo>
                  <a:lnTo>
                    <a:pt x="1668018" y="2824226"/>
                  </a:lnTo>
                  <a:lnTo>
                    <a:pt x="2777236" y="2824226"/>
                  </a:lnTo>
                  <a:lnTo>
                    <a:pt x="2777236" y="2855976"/>
                  </a:lnTo>
                  <a:lnTo>
                    <a:pt x="2840736" y="2824226"/>
                  </a:lnTo>
                  <a:lnTo>
                    <a:pt x="2853436" y="28178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43144" y="4892039"/>
              <a:ext cx="477520" cy="421005"/>
            </a:xfrm>
            <a:custGeom>
              <a:avLst/>
              <a:gdLst/>
              <a:ahLst/>
              <a:cxnLst/>
              <a:rect l="l" t="t" r="r" b="b"/>
              <a:pathLst>
                <a:path w="477520" h="421004">
                  <a:moveTo>
                    <a:pt x="0" y="420624"/>
                  </a:moveTo>
                  <a:lnTo>
                    <a:pt x="477012" y="420624"/>
                  </a:lnTo>
                  <a:lnTo>
                    <a:pt x="477012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22726" y="2322575"/>
              <a:ext cx="5991860" cy="3377565"/>
            </a:xfrm>
            <a:custGeom>
              <a:avLst/>
              <a:gdLst/>
              <a:ahLst/>
              <a:cxnLst/>
              <a:rect l="l" t="t" r="r" b="b"/>
              <a:pathLst>
                <a:path w="5991859" h="3377565">
                  <a:moveTo>
                    <a:pt x="1820418" y="2779141"/>
                  </a:moveTo>
                  <a:lnTo>
                    <a:pt x="1814398" y="2729738"/>
                  </a:lnTo>
                  <a:lnTo>
                    <a:pt x="1810131" y="2694559"/>
                  </a:lnTo>
                  <a:lnTo>
                    <a:pt x="1783664" y="2712135"/>
                  </a:lnTo>
                  <a:lnTo>
                    <a:pt x="10668" y="34544"/>
                  </a:lnTo>
                  <a:lnTo>
                    <a:pt x="0" y="41656"/>
                  </a:lnTo>
                  <a:lnTo>
                    <a:pt x="1773034" y="2719197"/>
                  </a:lnTo>
                  <a:lnTo>
                    <a:pt x="1746631" y="2736723"/>
                  </a:lnTo>
                  <a:lnTo>
                    <a:pt x="1820418" y="2779141"/>
                  </a:lnTo>
                  <a:close/>
                </a:path>
                <a:path w="5991859" h="3377565">
                  <a:moveTo>
                    <a:pt x="2850134" y="3353435"/>
                  </a:moveTo>
                  <a:lnTo>
                    <a:pt x="2837218" y="3312109"/>
                  </a:lnTo>
                  <a:lnTo>
                    <a:pt x="2824734" y="3272129"/>
                  </a:lnTo>
                  <a:lnTo>
                    <a:pt x="2801848" y="3294189"/>
                  </a:lnTo>
                  <a:lnTo>
                    <a:pt x="2302002" y="2775331"/>
                  </a:lnTo>
                  <a:lnTo>
                    <a:pt x="2292858" y="2784221"/>
                  </a:lnTo>
                  <a:lnTo>
                    <a:pt x="2792704" y="3303003"/>
                  </a:lnTo>
                  <a:lnTo>
                    <a:pt x="2769870" y="3324999"/>
                  </a:lnTo>
                  <a:lnTo>
                    <a:pt x="2850134" y="3353435"/>
                  </a:lnTo>
                  <a:close/>
                </a:path>
                <a:path w="5991859" h="3377565">
                  <a:moveTo>
                    <a:pt x="5991479" y="3339084"/>
                  </a:moveTo>
                  <a:lnTo>
                    <a:pt x="5978779" y="3332734"/>
                  </a:lnTo>
                  <a:lnTo>
                    <a:pt x="5915279" y="3300984"/>
                  </a:lnTo>
                  <a:lnTo>
                    <a:pt x="5915279" y="3332734"/>
                  </a:lnTo>
                  <a:lnTo>
                    <a:pt x="5363718" y="3332734"/>
                  </a:lnTo>
                  <a:lnTo>
                    <a:pt x="5363718" y="3345434"/>
                  </a:lnTo>
                  <a:lnTo>
                    <a:pt x="5915279" y="3345434"/>
                  </a:lnTo>
                  <a:lnTo>
                    <a:pt x="5915279" y="3377184"/>
                  </a:lnTo>
                  <a:lnTo>
                    <a:pt x="5978779" y="3345434"/>
                  </a:lnTo>
                  <a:lnTo>
                    <a:pt x="5991479" y="3339084"/>
                  </a:lnTo>
                  <a:close/>
                </a:path>
                <a:path w="5991859" h="3377565">
                  <a:moveTo>
                    <a:pt x="5991479" y="1700784"/>
                  </a:moveTo>
                  <a:lnTo>
                    <a:pt x="5978779" y="1694434"/>
                  </a:lnTo>
                  <a:lnTo>
                    <a:pt x="5915279" y="1662684"/>
                  </a:lnTo>
                  <a:lnTo>
                    <a:pt x="5915279" y="1694434"/>
                  </a:lnTo>
                  <a:lnTo>
                    <a:pt x="5363718" y="1694434"/>
                  </a:lnTo>
                  <a:lnTo>
                    <a:pt x="5363718" y="1707134"/>
                  </a:lnTo>
                  <a:lnTo>
                    <a:pt x="5915279" y="1707134"/>
                  </a:lnTo>
                  <a:lnTo>
                    <a:pt x="5915279" y="1738884"/>
                  </a:lnTo>
                  <a:lnTo>
                    <a:pt x="5978779" y="1707134"/>
                  </a:lnTo>
                  <a:lnTo>
                    <a:pt x="5991479" y="1700784"/>
                  </a:lnTo>
                  <a:close/>
                </a:path>
                <a:path w="5991859" h="3377565">
                  <a:moveTo>
                    <a:pt x="5991479" y="38100"/>
                  </a:moveTo>
                  <a:lnTo>
                    <a:pt x="5978779" y="31750"/>
                  </a:lnTo>
                  <a:lnTo>
                    <a:pt x="5915279" y="0"/>
                  </a:lnTo>
                  <a:lnTo>
                    <a:pt x="5915279" y="31750"/>
                  </a:lnTo>
                  <a:lnTo>
                    <a:pt x="5363718" y="31750"/>
                  </a:lnTo>
                  <a:lnTo>
                    <a:pt x="5363718" y="44450"/>
                  </a:lnTo>
                  <a:lnTo>
                    <a:pt x="5915279" y="44450"/>
                  </a:lnTo>
                  <a:lnTo>
                    <a:pt x="5915279" y="76200"/>
                  </a:lnTo>
                  <a:lnTo>
                    <a:pt x="5978779" y="44450"/>
                  </a:lnTo>
                  <a:lnTo>
                    <a:pt x="5991479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42076" y="1469136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46"/>
                  </a:moveTo>
                  <a:lnTo>
                    <a:pt x="5693" y="166191"/>
                  </a:lnTo>
                  <a:lnTo>
                    <a:pt x="21913" y="120798"/>
                  </a:lnTo>
                  <a:lnTo>
                    <a:pt x="47366" y="80758"/>
                  </a:lnTo>
                  <a:lnTo>
                    <a:pt x="80758" y="47366"/>
                  </a:lnTo>
                  <a:lnTo>
                    <a:pt x="120798" y="21913"/>
                  </a:lnTo>
                  <a:lnTo>
                    <a:pt x="166191" y="5693"/>
                  </a:lnTo>
                  <a:lnTo>
                    <a:pt x="215646" y="0"/>
                  </a:lnTo>
                  <a:lnTo>
                    <a:pt x="265100" y="5693"/>
                  </a:lnTo>
                  <a:lnTo>
                    <a:pt x="310493" y="21913"/>
                  </a:lnTo>
                  <a:lnTo>
                    <a:pt x="350533" y="47366"/>
                  </a:lnTo>
                  <a:lnTo>
                    <a:pt x="383925" y="80758"/>
                  </a:lnTo>
                  <a:lnTo>
                    <a:pt x="409378" y="120798"/>
                  </a:lnTo>
                  <a:lnTo>
                    <a:pt x="425598" y="166191"/>
                  </a:lnTo>
                  <a:lnTo>
                    <a:pt x="431291" y="215646"/>
                  </a:lnTo>
                  <a:lnTo>
                    <a:pt x="425598" y="265100"/>
                  </a:lnTo>
                  <a:lnTo>
                    <a:pt x="409378" y="310493"/>
                  </a:lnTo>
                  <a:lnTo>
                    <a:pt x="383925" y="350533"/>
                  </a:lnTo>
                  <a:lnTo>
                    <a:pt x="350533" y="383925"/>
                  </a:lnTo>
                  <a:lnTo>
                    <a:pt x="310493" y="409378"/>
                  </a:lnTo>
                  <a:lnTo>
                    <a:pt x="265100" y="425598"/>
                  </a:lnTo>
                  <a:lnTo>
                    <a:pt x="215646" y="431291"/>
                  </a:lnTo>
                  <a:lnTo>
                    <a:pt x="166191" y="425598"/>
                  </a:lnTo>
                  <a:lnTo>
                    <a:pt x="120798" y="409378"/>
                  </a:lnTo>
                  <a:lnTo>
                    <a:pt x="80758" y="383925"/>
                  </a:lnTo>
                  <a:lnTo>
                    <a:pt x="47366" y="350533"/>
                  </a:lnTo>
                  <a:lnTo>
                    <a:pt x="21913" y="310493"/>
                  </a:lnTo>
                  <a:lnTo>
                    <a:pt x="5693" y="265100"/>
                  </a:lnTo>
                  <a:lnTo>
                    <a:pt x="0" y="21564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564623" y="2167585"/>
            <a:ext cx="289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83546" y="3835145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17380" y="5471261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3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85002" y="1521714"/>
            <a:ext cx="284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𝑏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969253" y="1833752"/>
            <a:ext cx="544830" cy="1711325"/>
            <a:chOff x="5969253" y="1833752"/>
            <a:chExt cx="544830" cy="171132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6184" y="1833752"/>
              <a:ext cx="207898" cy="22999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975603" y="3107436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46"/>
                  </a:moveTo>
                  <a:lnTo>
                    <a:pt x="5693" y="166191"/>
                  </a:lnTo>
                  <a:lnTo>
                    <a:pt x="21913" y="120798"/>
                  </a:lnTo>
                  <a:lnTo>
                    <a:pt x="47366" y="80758"/>
                  </a:lnTo>
                  <a:lnTo>
                    <a:pt x="80758" y="47366"/>
                  </a:lnTo>
                  <a:lnTo>
                    <a:pt x="120798" y="21913"/>
                  </a:lnTo>
                  <a:lnTo>
                    <a:pt x="166191" y="5693"/>
                  </a:lnTo>
                  <a:lnTo>
                    <a:pt x="215646" y="0"/>
                  </a:lnTo>
                  <a:lnTo>
                    <a:pt x="265100" y="5693"/>
                  </a:lnTo>
                  <a:lnTo>
                    <a:pt x="310493" y="21913"/>
                  </a:lnTo>
                  <a:lnTo>
                    <a:pt x="350533" y="47366"/>
                  </a:lnTo>
                  <a:lnTo>
                    <a:pt x="383925" y="80758"/>
                  </a:lnTo>
                  <a:lnTo>
                    <a:pt x="409378" y="120798"/>
                  </a:lnTo>
                  <a:lnTo>
                    <a:pt x="425598" y="166191"/>
                  </a:lnTo>
                  <a:lnTo>
                    <a:pt x="431292" y="215646"/>
                  </a:lnTo>
                  <a:lnTo>
                    <a:pt x="425598" y="265100"/>
                  </a:lnTo>
                  <a:lnTo>
                    <a:pt x="409378" y="310493"/>
                  </a:lnTo>
                  <a:lnTo>
                    <a:pt x="383925" y="350533"/>
                  </a:lnTo>
                  <a:lnTo>
                    <a:pt x="350533" y="383925"/>
                  </a:lnTo>
                  <a:lnTo>
                    <a:pt x="310493" y="409378"/>
                  </a:lnTo>
                  <a:lnTo>
                    <a:pt x="265100" y="425598"/>
                  </a:lnTo>
                  <a:lnTo>
                    <a:pt x="215646" y="431291"/>
                  </a:lnTo>
                  <a:lnTo>
                    <a:pt x="166191" y="425598"/>
                  </a:lnTo>
                  <a:lnTo>
                    <a:pt x="120798" y="409378"/>
                  </a:lnTo>
                  <a:lnTo>
                    <a:pt x="80758" y="383925"/>
                  </a:lnTo>
                  <a:lnTo>
                    <a:pt x="47366" y="350533"/>
                  </a:lnTo>
                  <a:lnTo>
                    <a:pt x="21913" y="310493"/>
                  </a:lnTo>
                  <a:lnTo>
                    <a:pt x="5693" y="265100"/>
                  </a:lnTo>
                  <a:lnTo>
                    <a:pt x="0" y="21564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303139" y="2598408"/>
            <a:ext cx="1028065" cy="127444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3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21</a:t>
            </a:r>
            <a:endParaRPr sz="1300">
              <a:latin typeface="Cambria Math"/>
              <a:cs typeface="Cambria Math"/>
            </a:endParaRPr>
          </a:p>
          <a:p>
            <a:pPr marR="55880" algn="r">
              <a:lnSpc>
                <a:spcPct val="100000"/>
              </a:lnSpc>
              <a:spcBef>
                <a:spcPts val="1130"/>
              </a:spcBef>
            </a:pPr>
            <a:r>
              <a:rPr sz="1800" spc="-25" dirty="0">
                <a:latin typeface="Cambria Math"/>
                <a:cs typeface="Cambria Math"/>
              </a:rPr>
              <a:t>𝑏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1095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12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14973" y="3472560"/>
            <a:ext cx="499109" cy="1651635"/>
            <a:chOff x="6014973" y="3472560"/>
            <a:chExt cx="499109" cy="1651635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9204" y="3472560"/>
              <a:ext cx="174371" cy="24561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021323" y="4686299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0" y="215645"/>
                  </a:moveTo>
                  <a:lnTo>
                    <a:pt x="5716" y="166191"/>
                  </a:lnTo>
                  <a:lnTo>
                    <a:pt x="21998" y="120798"/>
                  </a:lnTo>
                  <a:lnTo>
                    <a:pt x="47546" y="80758"/>
                  </a:lnTo>
                  <a:lnTo>
                    <a:pt x="81060" y="47366"/>
                  </a:lnTo>
                  <a:lnTo>
                    <a:pt x="121242" y="21913"/>
                  </a:lnTo>
                  <a:lnTo>
                    <a:pt x="166791" y="5693"/>
                  </a:lnTo>
                  <a:lnTo>
                    <a:pt x="216408" y="0"/>
                  </a:lnTo>
                  <a:lnTo>
                    <a:pt x="266024" y="5693"/>
                  </a:lnTo>
                  <a:lnTo>
                    <a:pt x="311573" y="21913"/>
                  </a:lnTo>
                  <a:lnTo>
                    <a:pt x="351755" y="47366"/>
                  </a:lnTo>
                  <a:lnTo>
                    <a:pt x="385269" y="80758"/>
                  </a:lnTo>
                  <a:lnTo>
                    <a:pt x="410817" y="120798"/>
                  </a:lnTo>
                  <a:lnTo>
                    <a:pt x="427099" y="166191"/>
                  </a:lnTo>
                  <a:lnTo>
                    <a:pt x="432815" y="215645"/>
                  </a:lnTo>
                  <a:lnTo>
                    <a:pt x="427099" y="265100"/>
                  </a:lnTo>
                  <a:lnTo>
                    <a:pt x="410817" y="310493"/>
                  </a:lnTo>
                  <a:lnTo>
                    <a:pt x="385269" y="350533"/>
                  </a:lnTo>
                  <a:lnTo>
                    <a:pt x="351755" y="383925"/>
                  </a:lnTo>
                  <a:lnTo>
                    <a:pt x="311573" y="409378"/>
                  </a:lnTo>
                  <a:lnTo>
                    <a:pt x="266024" y="425598"/>
                  </a:lnTo>
                  <a:lnTo>
                    <a:pt x="216408" y="431292"/>
                  </a:lnTo>
                  <a:lnTo>
                    <a:pt x="166791" y="425598"/>
                  </a:lnTo>
                  <a:lnTo>
                    <a:pt x="121242" y="409378"/>
                  </a:lnTo>
                  <a:lnTo>
                    <a:pt x="81060" y="383925"/>
                  </a:lnTo>
                  <a:lnTo>
                    <a:pt x="47546" y="350533"/>
                  </a:lnTo>
                  <a:lnTo>
                    <a:pt x="21998" y="310493"/>
                  </a:lnTo>
                  <a:lnTo>
                    <a:pt x="5716" y="265100"/>
                  </a:lnTo>
                  <a:lnTo>
                    <a:pt x="0" y="2156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300090" y="4156075"/>
            <a:ext cx="1076960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2𝟐</a:t>
            </a:r>
            <a:endParaRPr sz="13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>
              <a:latin typeface="Cambria Math"/>
              <a:cs typeface="Cambria Math"/>
            </a:endParaRPr>
          </a:p>
          <a:p>
            <a:pPr marL="800100">
              <a:lnSpc>
                <a:spcPts val="2055"/>
              </a:lnSpc>
              <a:spcBef>
                <a:spcPts val="5"/>
              </a:spcBef>
            </a:pPr>
            <a:r>
              <a:rPr sz="1800" spc="-25" dirty="0">
                <a:latin typeface="Cambria Math"/>
                <a:cs typeface="Cambria Math"/>
              </a:rPr>
              <a:t>𝑏</a:t>
            </a:r>
            <a:r>
              <a:rPr sz="1950" spc="-37" baseline="-14957" dirty="0">
                <a:latin typeface="Cambria Math"/>
                <a:cs typeface="Cambria Math"/>
              </a:rPr>
              <a:t>3</a:t>
            </a:r>
            <a:endParaRPr sz="1950" baseline="-14957">
              <a:latin typeface="Cambria Math"/>
              <a:cs typeface="Cambria Math"/>
            </a:endParaRPr>
          </a:p>
          <a:p>
            <a:pPr marL="66040">
              <a:lnSpc>
                <a:spcPts val="2055"/>
              </a:lnSpc>
            </a:pPr>
            <a:r>
              <a:rPr sz="2700" spc="-37" baseline="10802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1𝟑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384163" y="5052821"/>
            <a:ext cx="137160" cy="320040"/>
          </a:xfrm>
          <a:custGeom>
            <a:avLst/>
            <a:gdLst/>
            <a:ahLst/>
            <a:cxnLst/>
            <a:rect l="l" t="t" r="r" b="b"/>
            <a:pathLst>
              <a:path w="137159" h="320039">
                <a:moveTo>
                  <a:pt x="95711" y="250757"/>
                </a:moveTo>
                <a:lnTo>
                  <a:pt x="66039" y="262254"/>
                </a:lnTo>
                <a:lnTo>
                  <a:pt x="129159" y="319531"/>
                </a:lnTo>
                <a:lnTo>
                  <a:pt x="134524" y="262635"/>
                </a:lnTo>
                <a:lnTo>
                  <a:pt x="100329" y="262635"/>
                </a:lnTo>
                <a:lnTo>
                  <a:pt x="95711" y="250757"/>
                </a:lnTo>
                <a:close/>
              </a:path>
              <a:path w="137159" h="320039">
                <a:moveTo>
                  <a:pt x="107526" y="246179"/>
                </a:moveTo>
                <a:lnTo>
                  <a:pt x="95711" y="250757"/>
                </a:lnTo>
                <a:lnTo>
                  <a:pt x="100329" y="262635"/>
                </a:lnTo>
                <a:lnTo>
                  <a:pt x="112140" y="258063"/>
                </a:lnTo>
                <a:lnTo>
                  <a:pt x="107526" y="246179"/>
                </a:lnTo>
                <a:close/>
              </a:path>
              <a:path w="137159" h="320039">
                <a:moveTo>
                  <a:pt x="137160" y="234695"/>
                </a:moveTo>
                <a:lnTo>
                  <a:pt x="107526" y="246179"/>
                </a:lnTo>
                <a:lnTo>
                  <a:pt x="112140" y="258063"/>
                </a:lnTo>
                <a:lnTo>
                  <a:pt x="100329" y="262635"/>
                </a:lnTo>
                <a:lnTo>
                  <a:pt x="134524" y="262635"/>
                </a:lnTo>
                <a:lnTo>
                  <a:pt x="137160" y="234695"/>
                </a:lnTo>
                <a:close/>
              </a:path>
              <a:path w="137159" h="320039">
                <a:moveTo>
                  <a:pt x="11937" y="0"/>
                </a:moveTo>
                <a:lnTo>
                  <a:pt x="0" y="4571"/>
                </a:lnTo>
                <a:lnTo>
                  <a:pt x="95711" y="250757"/>
                </a:lnTo>
                <a:lnTo>
                  <a:pt x="107526" y="246179"/>
                </a:lnTo>
                <a:lnTo>
                  <a:pt x="11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3">
                <a:extLst>
                  <a:ext uri="{FF2B5EF4-FFF2-40B4-BE49-F238E27FC236}">
                    <a16:creationId xmlns:a16="http://schemas.microsoft.com/office/drawing/2014/main" id="{2AD3665D-AD64-4EED-99F9-057484C449A6}"/>
                  </a:ext>
                </a:extLst>
              </p:cNvPr>
              <p:cNvSpPr txBox="1"/>
              <p:nvPr/>
            </p:nvSpPr>
            <p:spPr>
              <a:xfrm>
                <a:off x="6666039" y="3718143"/>
                <a:ext cx="328930" cy="68358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40" name="object 3">
                <a:extLst>
                  <a:ext uri="{FF2B5EF4-FFF2-40B4-BE49-F238E27FC236}">
                    <a16:creationId xmlns:a16="http://schemas.microsoft.com/office/drawing/2014/main" id="{2AD3665D-AD64-4EED-99F9-057484C44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039" y="3718143"/>
                <a:ext cx="328930" cy="6835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3">
                <a:extLst>
                  <a:ext uri="{FF2B5EF4-FFF2-40B4-BE49-F238E27FC236}">
                    <a16:creationId xmlns:a16="http://schemas.microsoft.com/office/drawing/2014/main" id="{69281784-DE5E-F694-70B0-8F74AE945BA3}"/>
                  </a:ext>
                </a:extLst>
              </p:cNvPr>
              <p:cNvSpPr txBox="1"/>
              <p:nvPr/>
            </p:nvSpPr>
            <p:spPr>
              <a:xfrm>
                <a:off x="6681771" y="5367148"/>
                <a:ext cx="328930" cy="68358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41" name="object 3">
                <a:extLst>
                  <a:ext uri="{FF2B5EF4-FFF2-40B4-BE49-F238E27FC236}">
                    <a16:creationId xmlns:a16="http://schemas.microsoft.com/office/drawing/2014/main" id="{69281784-DE5E-F694-70B0-8F74AE945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771" y="5367148"/>
                <a:ext cx="328930" cy="6835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3067" y="653795"/>
            <a:ext cx="955675" cy="861060"/>
          </a:xfrm>
          <a:custGeom>
            <a:avLst/>
            <a:gdLst/>
            <a:ahLst/>
            <a:cxnLst/>
            <a:rect l="l" t="t" r="r" b="b"/>
            <a:pathLst>
              <a:path w="955675" h="861060">
                <a:moveTo>
                  <a:pt x="0" y="430529"/>
                </a:moveTo>
                <a:lnTo>
                  <a:pt x="2466" y="386515"/>
                </a:lnTo>
                <a:lnTo>
                  <a:pt x="9705" y="343772"/>
                </a:lnTo>
                <a:lnTo>
                  <a:pt x="21476" y="302515"/>
                </a:lnTo>
                <a:lnTo>
                  <a:pt x="37540" y="262961"/>
                </a:lnTo>
                <a:lnTo>
                  <a:pt x="57656" y="225327"/>
                </a:lnTo>
                <a:lnTo>
                  <a:pt x="81586" y="189830"/>
                </a:lnTo>
                <a:lnTo>
                  <a:pt x="109087" y="156685"/>
                </a:lnTo>
                <a:lnTo>
                  <a:pt x="139922" y="126111"/>
                </a:lnTo>
                <a:lnTo>
                  <a:pt x="173849" y="98322"/>
                </a:lnTo>
                <a:lnTo>
                  <a:pt x="210629" y="73535"/>
                </a:lnTo>
                <a:lnTo>
                  <a:pt x="250021" y="51968"/>
                </a:lnTo>
                <a:lnTo>
                  <a:pt x="291786" y="33837"/>
                </a:lnTo>
                <a:lnTo>
                  <a:pt x="335684" y="19358"/>
                </a:lnTo>
                <a:lnTo>
                  <a:pt x="381474" y="8748"/>
                </a:lnTo>
                <a:lnTo>
                  <a:pt x="428918" y="2223"/>
                </a:lnTo>
                <a:lnTo>
                  <a:pt x="477774" y="0"/>
                </a:lnTo>
                <a:lnTo>
                  <a:pt x="526629" y="2223"/>
                </a:lnTo>
                <a:lnTo>
                  <a:pt x="574073" y="8748"/>
                </a:lnTo>
                <a:lnTo>
                  <a:pt x="619863" y="19358"/>
                </a:lnTo>
                <a:lnTo>
                  <a:pt x="663761" y="33837"/>
                </a:lnTo>
                <a:lnTo>
                  <a:pt x="705526" y="51968"/>
                </a:lnTo>
                <a:lnTo>
                  <a:pt x="744918" y="73535"/>
                </a:lnTo>
                <a:lnTo>
                  <a:pt x="781698" y="98322"/>
                </a:lnTo>
                <a:lnTo>
                  <a:pt x="815625" y="126111"/>
                </a:lnTo>
                <a:lnTo>
                  <a:pt x="846460" y="156685"/>
                </a:lnTo>
                <a:lnTo>
                  <a:pt x="873961" y="189830"/>
                </a:lnTo>
                <a:lnTo>
                  <a:pt x="897891" y="225327"/>
                </a:lnTo>
                <a:lnTo>
                  <a:pt x="918007" y="262961"/>
                </a:lnTo>
                <a:lnTo>
                  <a:pt x="934071" y="302515"/>
                </a:lnTo>
                <a:lnTo>
                  <a:pt x="945842" y="343772"/>
                </a:lnTo>
                <a:lnTo>
                  <a:pt x="953081" y="386515"/>
                </a:lnTo>
                <a:lnTo>
                  <a:pt x="955548" y="430529"/>
                </a:lnTo>
                <a:lnTo>
                  <a:pt x="953081" y="474544"/>
                </a:lnTo>
                <a:lnTo>
                  <a:pt x="945842" y="517287"/>
                </a:lnTo>
                <a:lnTo>
                  <a:pt x="934071" y="558544"/>
                </a:lnTo>
                <a:lnTo>
                  <a:pt x="918007" y="598098"/>
                </a:lnTo>
                <a:lnTo>
                  <a:pt x="897891" y="635732"/>
                </a:lnTo>
                <a:lnTo>
                  <a:pt x="873961" y="671229"/>
                </a:lnTo>
                <a:lnTo>
                  <a:pt x="846460" y="704374"/>
                </a:lnTo>
                <a:lnTo>
                  <a:pt x="815625" y="734948"/>
                </a:lnTo>
                <a:lnTo>
                  <a:pt x="781698" y="762737"/>
                </a:lnTo>
                <a:lnTo>
                  <a:pt x="744918" y="787524"/>
                </a:lnTo>
                <a:lnTo>
                  <a:pt x="705526" y="809091"/>
                </a:lnTo>
                <a:lnTo>
                  <a:pt x="663761" y="827222"/>
                </a:lnTo>
                <a:lnTo>
                  <a:pt x="619863" y="841701"/>
                </a:lnTo>
                <a:lnTo>
                  <a:pt x="574073" y="852311"/>
                </a:lnTo>
                <a:lnTo>
                  <a:pt x="526629" y="858836"/>
                </a:lnTo>
                <a:lnTo>
                  <a:pt x="477774" y="861059"/>
                </a:lnTo>
                <a:lnTo>
                  <a:pt x="428918" y="858836"/>
                </a:lnTo>
                <a:lnTo>
                  <a:pt x="381474" y="852311"/>
                </a:lnTo>
                <a:lnTo>
                  <a:pt x="335684" y="841701"/>
                </a:lnTo>
                <a:lnTo>
                  <a:pt x="291786" y="827222"/>
                </a:lnTo>
                <a:lnTo>
                  <a:pt x="250021" y="809091"/>
                </a:lnTo>
                <a:lnTo>
                  <a:pt x="210629" y="787524"/>
                </a:lnTo>
                <a:lnTo>
                  <a:pt x="173849" y="762737"/>
                </a:lnTo>
                <a:lnTo>
                  <a:pt x="139922" y="734948"/>
                </a:lnTo>
                <a:lnTo>
                  <a:pt x="109087" y="704374"/>
                </a:lnTo>
                <a:lnTo>
                  <a:pt x="81586" y="671229"/>
                </a:lnTo>
                <a:lnTo>
                  <a:pt x="57656" y="635732"/>
                </a:lnTo>
                <a:lnTo>
                  <a:pt x="37540" y="598098"/>
                </a:lnTo>
                <a:lnTo>
                  <a:pt x="21476" y="558544"/>
                </a:lnTo>
                <a:lnTo>
                  <a:pt x="9705" y="517287"/>
                </a:lnTo>
                <a:lnTo>
                  <a:pt x="2466" y="474544"/>
                </a:lnTo>
                <a:lnTo>
                  <a:pt x="0" y="43052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73067" y="2308860"/>
            <a:ext cx="955675" cy="859790"/>
          </a:xfrm>
          <a:custGeom>
            <a:avLst/>
            <a:gdLst/>
            <a:ahLst/>
            <a:cxnLst/>
            <a:rect l="l" t="t" r="r" b="b"/>
            <a:pathLst>
              <a:path w="955675" h="859789">
                <a:moveTo>
                  <a:pt x="0" y="429767"/>
                </a:moveTo>
                <a:lnTo>
                  <a:pt x="2466" y="385825"/>
                </a:lnTo>
                <a:lnTo>
                  <a:pt x="9705" y="343152"/>
                </a:lnTo>
                <a:lnTo>
                  <a:pt x="21476" y="301964"/>
                </a:lnTo>
                <a:lnTo>
                  <a:pt x="37540" y="262479"/>
                </a:lnTo>
                <a:lnTo>
                  <a:pt x="57656" y="224911"/>
                </a:lnTo>
                <a:lnTo>
                  <a:pt x="81586" y="189476"/>
                </a:lnTo>
                <a:lnTo>
                  <a:pt x="109087" y="156392"/>
                </a:lnTo>
                <a:lnTo>
                  <a:pt x="139922" y="125872"/>
                </a:lnTo>
                <a:lnTo>
                  <a:pt x="173849" y="98135"/>
                </a:lnTo>
                <a:lnTo>
                  <a:pt x="210629" y="73395"/>
                </a:lnTo>
                <a:lnTo>
                  <a:pt x="250021" y="51868"/>
                </a:lnTo>
                <a:lnTo>
                  <a:pt x="291786" y="33772"/>
                </a:lnTo>
                <a:lnTo>
                  <a:pt x="335684" y="19320"/>
                </a:lnTo>
                <a:lnTo>
                  <a:pt x="381474" y="8731"/>
                </a:lnTo>
                <a:lnTo>
                  <a:pt x="428918" y="2218"/>
                </a:lnTo>
                <a:lnTo>
                  <a:pt x="477774" y="0"/>
                </a:lnTo>
                <a:lnTo>
                  <a:pt x="526629" y="2218"/>
                </a:lnTo>
                <a:lnTo>
                  <a:pt x="574073" y="8731"/>
                </a:lnTo>
                <a:lnTo>
                  <a:pt x="619863" y="19320"/>
                </a:lnTo>
                <a:lnTo>
                  <a:pt x="663761" y="33772"/>
                </a:lnTo>
                <a:lnTo>
                  <a:pt x="705526" y="51868"/>
                </a:lnTo>
                <a:lnTo>
                  <a:pt x="744918" y="73395"/>
                </a:lnTo>
                <a:lnTo>
                  <a:pt x="781698" y="98135"/>
                </a:lnTo>
                <a:lnTo>
                  <a:pt x="815625" y="125872"/>
                </a:lnTo>
                <a:lnTo>
                  <a:pt x="846460" y="156392"/>
                </a:lnTo>
                <a:lnTo>
                  <a:pt x="873961" y="189476"/>
                </a:lnTo>
                <a:lnTo>
                  <a:pt x="897891" y="224911"/>
                </a:lnTo>
                <a:lnTo>
                  <a:pt x="918007" y="262479"/>
                </a:lnTo>
                <a:lnTo>
                  <a:pt x="934071" y="301964"/>
                </a:lnTo>
                <a:lnTo>
                  <a:pt x="945842" y="343152"/>
                </a:lnTo>
                <a:lnTo>
                  <a:pt x="953081" y="385825"/>
                </a:lnTo>
                <a:lnTo>
                  <a:pt x="955548" y="429767"/>
                </a:lnTo>
                <a:lnTo>
                  <a:pt x="953081" y="473710"/>
                </a:lnTo>
                <a:lnTo>
                  <a:pt x="945842" y="516383"/>
                </a:lnTo>
                <a:lnTo>
                  <a:pt x="934071" y="557571"/>
                </a:lnTo>
                <a:lnTo>
                  <a:pt x="918007" y="597056"/>
                </a:lnTo>
                <a:lnTo>
                  <a:pt x="897891" y="634624"/>
                </a:lnTo>
                <a:lnTo>
                  <a:pt x="873961" y="670059"/>
                </a:lnTo>
                <a:lnTo>
                  <a:pt x="846460" y="703143"/>
                </a:lnTo>
                <a:lnTo>
                  <a:pt x="815625" y="733663"/>
                </a:lnTo>
                <a:lnTo>
                  <a:pt x="781698" y="761400"/>
                </a:lnTo>
                <a:lnTo>
                  <a:pt x="744918" y="786140"/>
                </a:lnTo>
                <a:lnTo>
                  <a:pt x="705526" y="807667"/>
                </a:lnTo>
                <a:lnTo>
                  <a:pt x="663761" y="825763"/>
                </a:lnTo>
                <a:lnTo>
                  <a:pt x="619863" y="840215"/>
                </a:lnTo>
                <a:lnTo>
                  <a:pt x="574073" y="850804"/>
                </a:lnTo>
                <a:lnTo>
                  <a:pt x="526629" y="857317"/>
                </a:lnTo>
                <a:lnTo>
                  <a:pt x="477774" y="859536"/>
                </a:lnTo>
                <a:lnTo>
                  <a:pt x="428918" y="857317"/>
                </a:lnTo>
                <a:lnTo>
                  <a:pt x="381474" y="850804"/>
                </a:lnTo>
                <a:lnTo>
                  <a:pt x="335684" y="840215"/>
                </a:lnTo>
                <a:lnTo>
                  <a:pt x="291786" y="825763"/>
                </a:lnTo>
                <a:lnTo>
                  <a:pt x="250021" y="807667"/>
                </a:lnTo>
                <a:lnTo>
                  <a:pt x="210629" y="786140"/>
                </a:lnTo>
                <a:lnTo>
                  <a:pt x="173849" y="761400"/>
                </a:lnTo>
                <a:lnTo>
                  <a:pt x="139922" y="733663"/>
                </a:lnTo>
                <a:lnTo>
                  <a:pt x="109087" y="703143"/>
                </a:lnTo>
                <a:lnTo>
                  <a:pt x="81586" y="670059"/>
                </a:lnTo>
                <a:lnTo>
                  <a:pt x="57656" y="634624"/>
                </a:lnTo>
                <a:lnTo>
                  <a:pt x="37540" y="597056"/>
                </a:lnTo>
                <a:lnTo>
                  <a:pt x="21476" y="557571"/>
                </a:lnTo>
                <a:lnTo>
                  <a:pt x="9705" y="516383"/>
                </a:lnTo>
                <a:lnTo>
                  <a:pt x="2466" y="473710"/>
                </a:lnTo>
                <a:lnTo>
                  <a:pt x="0" y="42976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73067" y="3962400"/>
            <a:ext cx="955675" cy="861060"/>
          </a:xfrm>
          <a:custGeom>
            <a:avLst/>
            <a:gdLst/>
            <a:ahLst/>
            <a:cxnLst/>
            <a:rect l="l" t="t" r="r" b="b"/>
            <a:pathLst>
              <a:path w="955675" h="861060">
                <a:moveTo>
                  <a:pt x="0" y="430530"/>
                </a:moveTo>
                <a:lnTo>
                  <a:pt x="2466" y="386515"/>
                </a:lnTo>
                <a:lnTo>
                  <a:pt x="9705" y="343772"/>
                </a:lnTo>
                <a:lnTo>
                  <a:pt x="21476" y="302515"/>
                </a:lnTo>
                <a:lnTo>
                  <a:pt x="37540" y="262961"/>
                </a:lnTo>
                <a:lnTo>
                  <a:pt x="57656" y="225327"/>
                </a:lnTo>
                <a:lnTo>
                  <a:pt x="81586" y="189830"/>
                </a:lnTo>
                <a:lnTo>
                  <a:pt x="109087" y="156685"/>
                </a:lnTo>
                <a:lnTo>
                  <a:pt x="139922" y="126111"/>
                </a:lnTo>
                <a:lnTo>
                  <a:pt x="173849" y="98322"/>
                </a:lnTo>
                <a:lnTo>
                  <a:pt x="210629" y="73535"/>
                </a:lnTo>
                <a:lnTo>
                  <a:pt x="250021" y="51968"/>
                </a:lnTo>
                <a:lnTo>
                  <a:pt x="291786" y="33837"/>
                </a:lnTo>
                <a:lnTo>
                  <a:pt x="335684" y="19358"/>
                </a:lnTo>
                <a:lnTo>
                  <a:pt x="381474" y="8748"/>
                </a:lnTo>
                <a:lnTo>
                  <a:pt x="428918" y="2223"/>
                </a:lnTo>
                <a:lnTo>
                  <a:pt x="477774" y="0"/>
                </a:lnTo>
                <a:lnTo>
                  <a:pt x="526629" y="2223"/>
                </a:lnTo>
                <a:lnTo>
                  <a:pt x="574073" y="8748"/>
                </a:lnTo>
                <a:lnTo>
                  <a:pt x="619863" y="19358"/>
                </a:lnTo>
                <a:lnTo>
                  <a:pt x="663761" y="33837"/>
                </a:lnTo>
                <a:lnTo>
                  <a:pt x="705526" y="51968"/>
                </a:lnTo>
                <a:lnTo>
                  <a:pt x="744918" y="73535"/>
                </a:lnTo>
                <a:lnTo>
                  <a:pt x="781698" y="98322"/>
                </a:lnTo>
                <a:lnTo>
                  <a:pt x="815625" y="126111"/>
                </a:lnTo>
                <a:lnTo>
                  <a:pt x="846460" y="156685"/>
                </a:lnTo>
                <a:lnTo>
                  <a:pt x="873961" y="189830"/>
                </a:lnTo>
                <a:lnTo>
                  <a:pt x="897891" y="225327"/>
                </a:lnTo>
                <a:lnTo>
                  <a:pt x="918007" y="262961"/>
                </a:lnTo>
                <a:lnTo>
                  <a:pt x="934071" y="302515"/>
                </a:lnTo>
                <a:lnTo>
                  <a:pt x="945842" y="343772"/>
                </a:lnTo>
                <a:lnTo>
                  <a:pt x="953081" y="386515"/>
                </a:lnTo>
                <a:lnTo>
                  <a:pt x="955548" y="430530"/>
                </a:lnTo>
                <a:lnTo>
                  <a:pt x="953081" y="474544"/>
                </a:lnTo>
                <a:lnTo>
                  <a:pt x="945842" y="517287"/>
                </a:lnTo>
                <a:lnTo>
                  <a:pt x="934071" y="558544"/>
                </a:lnTo>
                <a:lnTo>
                  <a:pt x="918007" y="598098"/>
                </a:lnTo>
                <a:lnTo>
                  <a:pt x="897891" y="635732"/>
                </a:lnTo>
                <a:lnTo>
                  <a:pt x="873961" y="671229"/>
                </a:lnTo>
                <a:lnTo>
                  <a:pt x="846460" y="704374"/>
                </a:lnTo>
                <a:lnTo>
                  <a:pt x="815625" y="734948"/>
                </a:lnTo>
                <a:lnTo>
                  <a:pt x="781698" y="762737"/>
                </a:lnTo>
                <a:lnTo>
                  <a:pt x="744918" y="787524"/>
                </a:lnTo>
                <a:lnTo>
                  <a:pt x="705526" y="809091"/>
                </a:lnTo>
                <a:lnTo>
                  <a:pt x="663761" y="827222"/>
                </a:lnTo>
                <a:lnTo>
                  <a:pt x="619863" y="841701"/>
                </a:lnTo>
                <a:lnTo>
                  <a:pt x="574073" y="852311"/>
                </a:lnTo>
                <a:lnTo>
                  <a:pt x="526629" y="858836"/>
                </a:lnTo>
                <a:lnTo>
                  <a:pt x="477774" y="861060"/>
                </a:lnTo>
                <a:lnTo>
                  <a:pt x="428918" y="858836"/>
                </a:lnTo>
                <a:lnTo>
                  <a:pt x="381474" y="852311"/>
                </a:lnTo>
                <a:lnTo>
                  <a:pt x="335684" y="841701"/>
                </a:lnTo>
                <a:lnTo>
                  <a:pt x="291786" y="827222"/>
                </a:lnTo>
                <a:lnTo>
                  <a:pt x="250021" y="809091"/>
                </a:lnTo>
                <a:lnTo>
                  <a:pt x="210629" y="787524"/>
                </a:lnTo>
                <a:lnTo>
                  <a:pt x="173849" y="762737"/>
                </a:lnTo>
                <a:lnTo>
                  <a:pt x="139922" y="734949"/>
                </a:lnTo>
                <a:lnTo>
                  <a:pt x="109087" y="704374"/>
                </a:lnTo>
                <a:lnTo>
                  <a:pt x="81586" y="671229"/>
                </a:lnTo>
                <a:lnTo>
                  <a:pt x="57656" y="635732"/>
                </a:lnTo>
                <a:lnTo>
                  <a:pt x="37540" y="598098"/>
                </a:lnTo>
                <a:lnTo>
                  <a:pt x="21476" y="558544"/>
                </a:lnTo>
                <a:lnTo>
                  <a:pt x="9705" y="517287"/>
                </a:lnTo>
                <a:lnTo>
                  <a:pt x="2466" y="474544"/>
                </a:lnTo>
                <a:lnTo>
                  <a:pt x="0" y="43053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77995" y="4238625"/>
            <a:ext cx="32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68357" y="647445"/>
            <a:ext cx="927100" cy="5746115"/>
            <a:chOff x="9468357" y="647445"/>
            <a:chExt cx="927100" cy="5746115"/>
          </a:xfrm>
        </p:grpSpPr>
        <p:sp>
          <p:nvSpPr>
            <p:cNvPr id="9" name="object 9"/>
            <p:cNvSpPr/>
            <p:nvPr/>
          </p:nvSpPr>
          <p:spPr>
            <a:xfrm>
              <a:off x="9474707" y="653795"/>
              <a:ext cx="914400" cy="5733415"/>
            </a:xfrm>
            <a:custGeom>
              <a:avLst/>
              <a:gdLst/>
              <a:ahLst/>
              <a:cxnLst/>
              <a:rect l="l" t="t" r="r" b="b"/>
              <a:pathLst>
                <a:path w="914400" h="5733415">
                  <a:moveTo>
                    <a:pt x="0" y="152273"/>
                  </a:moveTo>
                  <a:lnTo>
                    <a:pt x="7765" y="104152"/>
                  </a:lnTo>
                  <a:lnTo>
                    <a:pt x="29386" y="62352"/>
                  </a:lnTo>
                  <a:lnTo>
                    <a:pt x="62352" y="29386"/>
                  </a:lnTo>
                  <a:lnTo>
                    <a:pt x="104152" y="7765"/>
                  </a:lnTo>
                  <a:lnTo>
                    <a:pt x="152273" y="0"/>
                  </a:lnTo>
                  <a:lnTo>
                    <a:pt x="761619" y="0"/>
                  </a:lnTo>
                  <a:lnTo>
                    <a:pt x="809739" y="7765"/>
                  </a:lnTo>
                  <a:lnTo>
                    <a:pt x="851539" y="29386"/>
                  </a:lnTo>
                  <a:lnTo>
                    <a:pt x="884505" y="62352"/>
                  </a:lnTo>
                  <a:lnTo>
                    <a:pt x="906126" y="104152"/>
                  </a:lnTo>
                  <a:lnTo>
                    <a:pt x="913892" y="152273"/>
                  </a:lnTo>
                  <a:lnTo>
                    <a:pt x="913892" y="5580964"/>
                  </a:lnTo>
                  <a:lnTo>
                    <a:pt x="906126" y="5629109"/>
                  </a:lnTo>
                  <a:lnTo>
                    <a:pt x="884505" y="5670924"/>
                  </a:lnTo>
                  <a:lnTo>
                    <a:pt x="851539" y="5703897"/>
                  </a:lnTo>
                  <a:lnTo>
                    <a:pt x="809739" y="5725522"/>
                  </a:lnTo>
                  <a:lnTo>
                    <a:pt x="761619" y="5733288"/>
                  </a:lnTo>
                  <a:lnTo>
                    <a:pt x="152273" y="5733288"/>
                  </a:lnTo>
                  <a:lnTo>
                    <a:pt x="104152" y="5725522"/>
                  </a:lnTo>
                  <a:lnTo>
                    <a:pt x="62352" y="5703897"/>
                  </a:lnTo>
                  <a:lnTo>
                    <a:pt x="29386" y="5670924"/>
                  </a:lnTo>
                  <a:lnTo>
                    <a:pt x="7765" y="5629109"/>
                  </a:lnTo>
                  <a:lnTo>
                    <a:pt x="0" y="5580964"/>
                  </a:lnTo>
                  <a:lnTo>
                    <a:pt x="0" y="15227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00843" y="4467479"/>
              <a:ext cx="236220" cy="260985"/>
            </a:xfrm>
            <a:custGeom>
              <a:avLst/>
              <a:gdLst/>
              <a:ahLst/>
              <a:cxnLst/>
              <a:rect l="l" t="t" r="r" b="b"/>
              <a:pathLst>
                <a:path w="236220" h="260985">
                  <a:moveTo>
                    <a:pt x="9525" y="182372"/>
                  </a:moveTo>
                  <a:lnTo>
                    <a:pt x="0" y="185293"/>
                  </a:lnTo>
                  <a:lnTo>
                    <a:pt x="6143" y="202436"/>
                  </a:lnTo>
                  <a:lnTo>
                    <a:pt x="15049" y="217471"/>
                  </a:lnTo>
                  <a:lnTo>
                    <a:pt x="57792" y="249600"/>
                  </a:lnTo>
                  <a:lnTo>
                    <a:pt x="96083" y="259264"/>
                  </a:lnTo>
                  <a:lnTo>
                    <a:pt x="117728" y="260477"/>
                  </a:lnTo>
                  <a:lnTo>
                    <a:pt x="139374" y="259262"/>
                  </a:lnTo>
                  <a:lnTo>
                    <a:pt x="159353" y="255619"/>
                  </a:lnTo>
                  <a:lnTo>
                    <a:pt x="177665" y="249547"/>
                  </a:lnTo>
                  <a:lnTo>
                    <a:pt x="194309" y="241046"/>
                  </a:lnTo>
                  <a:lnTo>
                    <a:pt x="197051" y="239014"/>
                  </a:lnTo>
                  <a:lnTo>
                    <a:pt x="118999" y="239014"/>
                  </a:lnTo>
                  <a:lnTo>
                    <a:pt x="98214" y="238134"/>
                  </a:lnTo>
                  <a:lnTo>
                    <a:pt x="47244" y="225044"/>
                  </a:lnTo>
                  <a:lnTo>
                    <a:pt x="15454" y="195772"/>
                  </a:lnTo>
                  <a:lnTo>
                    <a:pt x="9525" y="182372"/>
                  </a:lnTo>
                  <a:close/>
                </a:path>
                <a:path w="236220" h="260985">
                  <a:moveTo>
                    <a:pt x="226059" y="181991"/>
                  </a:moveTo>
                  <a:lnTo>
                    <a:pt x="201475" y="217144"/>
                  </a:lnTo>
                  <a:lnTo>
                    <a:pt x="157432" y="235505"/>
                  </a:lnTo>
                  <a:lnTo>
                    <a:pt x="118999" y="239014"/>
                  </a:lnTo>
                  <a:lnTo>
                    <a:pt x="197051" y="239014"/>
                  </a:lnTo>
                  <a:lnTo>
                    <a:pt x="208833" y="230280"/>
                  </a:lnTo>
                  <a:lnTo>
                    <a:pt x="220583" y="217408"/>
                  </a:lnTo>
                  <a:lnTo>
                    <a:pt x="229546" y="202416"/>
                  </a:lnTo>
                  <a:lnTo>
                    <a:pt x="235711" y="185293"/>
                  </a:lnTo>
                  <a:lnTo>
                    <a:pt x="226059" y="181991"/>
                  </a:lnTo>
                  <a:close/>
                </a:path>
                <a:path w="236220" h="260985">
                  <a:moveTo>
                    <a:pt x="197051" y="21463"/>
                  </a:moveTo>
                  <a:lnTo>
                    <a:pt x="118999" y="21463"/>
                  </a:lnTo>
                  <a:lnTo>
                    <a:pt x="139090" y="22342"/>
                  </a:lnTo>
                  <a:lnTo>
                    <a:pt x="157432" y="24971"/>
                  </a:lnTo>
                  <a:lnTo>
                    <a:pt x="201485" y="43410"/>
                  </a:lnTo>
                  <a:lnTo>
                    <a:pt x="226059" y="78486"/>
                  </a:lnTo>
                  <a:lnTo>
                    <a:pt x="235711" y="75184"/>
                  </a:lnTo>
                  <a:lnTo>
                    <a:pt x="229534" y="58040"/>
                  </a:lnTo>
                  <a:lnTo>
                    <a:pt x="220583" y="43068"/>
                  </a:lnTo>
                  <a:lnTo>
                    <a:pt x="208833" y="30196"/>
                  </a:lnTo>
                  <a:lnTo>
                    <a:pt x="197051" y="21463"/>
                  </a:lnTo>
                  <a:close/>
                </a:path>
                <a:path w="236220" h="260985">
                  <a:moveTo>
                    <a:pt x="117728" y="0"/>
                  </a:moveTo>
                  <a:lnTo>
                    <a:pt x="76056" y="4857"/>
                  </a:lnTo>
                  <a:lnTo>
                    <a:pt x="26717" y="30089"/>
                  </a:lnTo>
                  <a:lnTo>
                    <a:pt x="0" y="75184"/>
                  </a:lnTo>
                  <a:lnTo>
                    <a:pt x="9525" y="78105"/>
                  </a:lnTo>
                  <a:lnTo>
                    <a:pt x="15454" y="64722"/>
                  </a:lnTo>
                  <a:lnTo>
                    <a:pt x="23717" y="53149"/>
                  </a:lnTo>
                  <a:lnTo>
                    <a:pt x="62313" y="29338"/>
                  </a:lnTo>
                  <a:lnTo>
                    <a:pt x="118999" y="21463"/>
                  </a:lnTo>
                  <a:lnTo>
                    <a:pt x="197051" y="21463"/>
                  </a:lnTo>
                  <a:lnTo>
                    <a:pt x="194309" y="19431"/>
                  </a:lnTo>
                  <a:lnTo>
                    <a:pt x="177665" y="10929"/>
                  </a:lnTo>
                  <a:lnTo>
                    <a:pt x="159266" y="4841"/>
                  </a:lnTo>
                  <a:lnTo>
                    <a:pt x="139339" y="1212"/>
                  </a:lnTo>
                  <a:lnTo>
                    <a:pt x="1177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741629" y="2279395"/>
            <a:ext cx="316865" cy="23368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60"/>
              </a:lnSpc>
            </a:pPr>
            <a:r>
              <a:rPr sz="2000" b="1" dirty="0">
                <a:latin typeface="Calibri"/>
                <a:cs typeface="Calibri"/>
              </a:rPr>
              <a:t>Softmax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function,</a:t>
            </a:r>
            <a:r>
              <a:rPr sz="2000" b="1" spc="-10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𝑓</a:t>
            </a:r>
            <a:r>
              <a:rPr sz="2175" baseline="-15325" dirty="0">
                <a:latin typeface="Cambria Math"/>
                <a:cs typeface="Cambria Math"/>
              </a:rPr>
              <a:t>2</a:t>
            </a:r>
            <a:r>
              <a:rPr sz="2175" spc="652" baseline="-1532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.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24301" y="859282"/>
            <a:ext cx="2632075" cy="3556000"/>
            <a:chOff x="2924301" y="859282"/>
            <a:chExt cx="2632075" cy="3556000"/>
          </a:xfrm>
        </p:grpSpPr>
        <p:sp>
          <p:nvSpPr>
            <p:cNvPr id="13" name="object 13"/>
            <p:cNvSpPr/>
            <p:nvPr/>
          </p:nvSpPr>
          <p:spPr>
            <a:xfrm>
              <a:off x="4928616" y="1037844"/>
              <a:ext cx="628015" cy="76200"/>
            </a:xfrm>
            <a:custGeom>
              <a:avLst/>
              <a:gdLst/>
              <a:ahLst/>
              <a:cxnLst/>
              <a:rect l="l" t="t" r="r" b="b"/>
              <a:pathLst>
                <a:path w="628014" h="76200">
                  <a:moveTo>
                    <a:pt x="551561" y="0"/>
                  </a:moveTo>
                  <a:lnTo>
                    <a:pt x="551561" y="76200"/>
                  </a:lnTo>
                  <a:lnTo>
                    <a:pt x="615061" y="44450"/>
                  </a:lnTo>
                  <a:lnTo>
                    <a:pt x="564261" y="44450"/>
                  </a:lnTo>
                  <a:lnTo>
                    <a:pt x="564261" y="31750"/>
                  </a:lnTo>
                  <a:lnTo>
                    <a:pt x="615061" y="31750"/>
                  </a:lnTo>
                  <a:lnTo>
                    <a:pt x="551561" y="0"/>
                  </a:lnTo>
                  <a:close/>
                </a:path>
                <a:path w="628014" h="76200">
                  <a:moveTo>
                    <a:pt x="55156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51561" y="44450"/>
                  </a:lnTo>
                  <a:lnTo>
                    <a:pt x="551561" y="31750"/>
                  </a:lnTo>
                  <a:close/>
                </a:path>
                <a:path w="628014" h="76200">
                  <a:moveTo>
                    <a:pt x="615061" y="31750"/>
                  </a:moveTo>
                  <a:lnTo>
                    <a:pt x="564261" y="31750"/>
                  </a:lnTo>
                  <a:lnTo>
                    <a:pt x="564261" y="44450"/>
                  </a:lnTo>
                  <a:lnTo>
                    <a:pt x="615061" y="44450"/>
                  </a:lnTo>
                  <a:lnTo>
                    <a:pt x="627761" y="38100"/>
                  </a:lnTo>
                  <a:lnTo>
                    <a:pt x="615061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0651" y="865632"/>
              <a:ext cx="478790" cy="421005"/>
            </a:xfrm>
            <a:custGeom>
              <a:avLst/>
              <a:gdLst/>
              <a:ahLst/>
              <a:cxnLst/>
              <a:rect l="l" t="t" r="r" b="b"/>
              <a:pathLst>
                <a:path w="478789" h="421005">
                  <a:moveTo>
                    <a:pt x="0" y="420624"/>
                  </a:moveTo>
                  <a:lnTo>
                    <a:pt x="478536" y="420624"/>
                  </a:lnTo>
                  <a:lnTo>
                    <a:pt x="478536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28616" y="2700527"/>
              <a:ext cx="628015" cy="1714500"/>
            </a:xfrm>
            <a:custGeom>
              <a:avLst/>
              <a:gdLst/>
              <a:ahLst/>
              <a:cxnLst/>
              <a:rect l="l" t="t" r="r" b="b"/>
              <a:pathLst>
                <a:path w="628014" h="1714500">
                  <a:moveTo>
                    <a:pt x="627761" y="1676400"/>
                  </a:moveTo>
                  <a:lnTo>
                    <a:pt x="615061" y="1670050"/>
                  </a:lnTo>
                  <a:lnTo>
                    <a:pt x="551561" y="1638300"/>
                  </a:lnTo>
                  <a:lnTo>
                    <a:pt x="551561" y="1670050"/>
                  </a:lnTo>
                  <a:lnTo>
                    <a:pt x="0" y="1670050"/>
                  </a:lnTo>
                  <a:lnTo>
                    <a:pt x="0" y="1682750"/>
                  </a:lnTo>
                  <a:lnTo>
                    <a:pt x="551561" y="1682750"/>
                  </a:lnTo>
                  <a:lnTo>
                    <a:pt x="551561" y="1714500"/>
                  </a:lnTo>
                  <a:lnTo>
                    <a:pt x="615061" y="1682750"/>
                  </a:lnTo>
                  <a:lnTo>
                    <a:pt x="627761" y="1676400"/>
                  </a:lnTo>
                  <a:close/>
                </a:path>
                <a:path w="628014" h="1714500">
                  <a:moveTo>
                    <a:pt x="627761" y="38100"/>
                  </a:moveTo>
                  <a:lnTo>
                    <a:pt x="615061" y="31750"/>
                  </a:lnTo>
                  <a:lnTo>
                    <a:pt x="551561" y="0"/>
                  </a:lnTo>
                  <a:lnTo>
                    <a:pt x="551561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551561" y="44450"/>
                  </a:lnTo>
                  <a:lnTo>
                    <a:pt x="551561" y="76200"/>
                  </a:lnTo>
                  <a:lnTo>
                    <a:pt x="615061" y="44450"/>
                  </a:lnTo>
                  <a:lnTo>
                    <a:pt x="62776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17570" y="966038"/>
            <a:ext cx="447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2345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18230" y="887933"/>
            <a:ext cx="123189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1687" y="789431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80" h="576580">
                <a:moveTo>
                  <a:pt x="0" y="288035"/>
                </a:moveTo>
                <a:lnTo>
                  <a:pt x="3769" y="241302"/>
                </a:lnTo>
                <a:lnTo>
                  <a:pt x="14684" y="196973"/>
                </a:lnTo>
                <a:lnTo>
                  <a:pt x="32149" y="155643"/>
                </a:lnTo>
                <a:lnTo>
                  <a:pt x="55573" y="117902"/>
                </a:lnTo>
                <a:lnTo>
                  <a:pt x="84362" y="84343"/>
                </a:lnTo>
                <a:lnTo>
                  <a:pt x="117924" y="55558"/>
                </a:lnTo>
                <a:lnTo>
                  <a:pt x="155665" y="32140"/>
                </a:lnTo>
                <a:lnTo>
                  <a:pt x="196993" y="14679"/>
                </a:lnTo>
                <a:lnTo>
                  <a:pt x="241314" y="3768"/>
                </a:lnTo>
                <a:lnTo>
                  <a:pt x="288036" y="0"/>
                </a:lnTo>
                <a:lnTo>
                  <a:pt x="334757" y="3768"/>
                </a:lnTo>
                <a:lnTo>
                  <a:pt x="379078" y="14679"/>
                </a:lnTo>
                <a:lnTo>
                  <a:pt x="420406" y="32140"/>
                </a:lnTo>
                <a:lnTo>
                  <a:pt x="458147" y="55558"/>
                </a:lnTo>
                <a:lnTo>
                  <a:pt x="491709" y="84343"/>
                </a:lnTo>
                <a:lnTo>
                  <a:pt x="520498" y="117902"/>
                </a:lnTo>
                <a:lnTo>
                  <a:pt x="543922" y="155643"/>
                </a:lnTo>
                <a:lnTo>
                  <a:pt x="561387" y="196973"/>
                </a:lnTo>
                <a:lnTo>
                  <a:pt x="572302" y="241302"/>
                </a:lnTo>
                <a:lnTo>
                  <a:pt x="576072" y="288035"/>
                </a:lnTo>
                <a:lnTo>
                  <a:pt x="572302" y="334769"/>
                </a:lnTo>
                <a:lnTo>
                  <a:pt x="561387" y="379098"/>
                </a:lnTo>
                <a:lnTo>
                  <a:pt x="543922" y="420428"/>
                </a:lnTo>
                <a:lnTo>
                  <a:pt x="520498" y="458169"/>
                </a:lnTo>
                <a:lnTo>
                  <a:pt x="491709" y="491728"/>
                </a:lnTo>
                <a:lnTo>
                  <a:pt x="458147" y="520513"/>
                </a:lnTo>
                <a:lnTo>
                  <a:pt x="420406" y="543931"/>
                </a:lnTo>
                <a:lnTo>
                  <a:pt x="379078" y="561392"/>
                </a:lnTo>
                <a:lnTo>
                  <a:pt x="334757" y="572303"/>
                </a:lnTo>
                <a:lnTo>
                  <a:pt x="288036" y="576071"/>
                </a:lnTo>
                <a:lnTo>
                  <a:pt x="241314" y="572303"/>
                </a:lnTo>
                <a:lnTo>
                  <a:pt x="196993" y="561392"/>
                </a:lnTo>
                <a:lnTo>
                  <a:pt x="155665" y="543931"/>
                </a:lnTo>
                <a:lnTo>
                  <a:pt x="117924" y="520513"/>
                </a:lnTo>
                <a:lnTo>
                  <a:pt x="84362" y="491728"/>
                </a:lnTo>
                <a:lnTo>
                  <a:pt x="55573" y="458169"/>
                </a:lnTo>
                <a:lnTo>
                  <a:pt x="32149" y="420428"/>
                </a:lnTo>
                <a:lnTo>
                  <a:pt x="14684" y="379098"/>
                </a:lnTo>
                <a:lnTo>
                  <a:pt x="3769" y="334769"/>
                </a:lnTo>
                <a:lnTo>
                  <a:pt x="0" y="28803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20039" y="913257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1687" y="5664708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80" h="576579">
                <a:moveTo>
                  <a:pt x="0" y="288035"/>
                </a:moveTo>
                <a:lnTo>
                  <a:pt x="3769" y="241314"/>
                </a:lnTo>
                <a:lnTo>
                  <a:pt x="14684" y="196993"/>
                </a:lnTo>
                <a:lnTo>
                  <a:pt x="32149" y="155665"/>
                </a:lnTo>
                <a:lnTo>
                  <a:pt x="55573" y="117924"/>
                </a:lnTo>
                <a:lnTo>
                  <a:pt x="84362" y="84362"/>
                </a:lnTo>
                <a:lnTo>
                  <a:pt x="117924" y="55573"/>
                </a:lnTo>
                <a:lnTo>
                  <a:pt x="155665" y="32149"/>
                </a:lnTo>
                <a:lnTo>
                  <a:pt x="196993" y="14684"/>
                </a:lnTo>
                <a:lnTo>
                  <a:pt x="241314" y="3769"/>
                </a:lnTo>
                <a:lnTo>
                  <a:pt x="288036" y="0"/>
                </a:lnTo>
                <a:lnTo>
                  <a:pt x="334757" y="3769"/>
                </a:lnTo>
                <a:lnTo>
                  <a:pt x="379078" y="14684"/>
                </a:lnTo>
                <a:lnTo>
                  <a:pt x="420406" y="32149"/>
                </a:lnTo>
                <a:lnTo>
                  <a:pt x="458147" y="55573"/>
                </a:lnTo>
                <a:lnTo>
                  <a:pt x="491709" y="84362"/>
                </a:lnTo>
                <a:lnTo>
                  <a:pt x="520498" y="117924"/>
                </a:lnTo>
                <a:lnTo>
                  <a:pt x="543922" y="155665"/>
                </a:lnTo>
                <a:lnTo>
                  <a:pt x="561387" y="196993"/>
                </a:lnTo>
                <a:lnTo>
                  <a:pt x="572302" y="241314"/>
                </a:lnTo>
                <a:lnTo>
                  <a:pt x="576072" y="288035"/>
                </a:lnTo>
                <a:lnTo>
                  <a:pt x="572302" y="334757"/>
                </a:lnTo>
                <a:lnTo>
                  <a:pt x="561387" y="379078"/>
                </a:lnTo>
                <a:lnTo>
                  <a:pt x="543922" y="420406"/>
                </a:lnTo>
                <a:lnTo>
                  <a:pt x="520498" y="458147"/>
                </a:lnTo>
                <a:lnTo>
                  <a:pt x="491709" y="491709"/>
                </a:lnTo>
                <a:lnTo>
                  <a:pt x="458147" y="520498"/>
                </a:lnTo>
                <a:lnTo>
                  <a:pt x="420406" y="543922"/>
                </a:lnTo>
                <a:lnTo>
                  <a:pt x="379078" y="561387"/>
                </a:lnTo>
                <a:lnTo>
                  <a:pt x="334757" y="572302"/>
                </a:lnTo>
                <a:lnTo>
                  <a:pt x="288036" y="576071"/>
                </a:lnTo>
                <a:lnTo>
                  <a:pt x="241314" y="572302"/>
                </a:lnTo>
                <a:lnTo>
                  <a:pt x="196993" y="561387"/>
                </a:lnTo>
                <a:lnTo>
                  <a:pt x="155665" y="543922"/>
                </a:lnTo>
                <a:lnTo>
                  <a:pt x="117924" y="520498"/>
                </a:lnTo>
                <a:lnTo>
                  <a:pt x="84362" y="491709"/>
                </a:lnTo>
                <a:lnTo>
                  <a:pt x="55573" y="458147"/>
                </a:lnTo>
                <a:lnTo>
                  <a:pt x="32149" y="420406"/>
                </a:lnTo>
                <a:lnTo>
                  <a:pt x="14684" y="379078"/>
                </a:lnTo>
                <a:lnTo>
                  <a:pt x="3769" y="334757"/>
                </a:lnTo>
                <a:lnTo>
                  <a:pt x="0" y="288035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0039" y="5789777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42844" y="2194560"/>
            <a:ext cx="478790" cy="422275"/>
          </a:xfrm>
          <a:custGeom>
            <a:avLst/>
            <a:gdLst/>
            <a:ahLst/>
            <a:cxnLst/>
            <a:rect l="l" t="t" r="r" b="b"/>
            <a:pathLst>
              <a:path w="478789" h="422275">
                <a:moveTo>
                  <a:pt x="0" y="422148"/>
                </a:moveTo>
                <a:lnTo>
                  <a:pt x="478535" y="422148"/>
                </a:lnTo>
                <a:lnTo>
                  <a:pt x="478535" y="0"/>
                </a:lnTo>
                <a:lnTo>
                  <a:pt x="0" y="0"/>
                </a:lnTo>
                <a:lnTo>
                  <a:pt x="0" y="4221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130042" y="2358389"/>
            <a:ext cx="220979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29382" y="2158746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944367" y="1418844"/>
            <a:ext cx="478790" cy="421005"/>
          </a:xfrm>
          <a:custGeom>
            <a:avLst/>
            <a:gdLst/>
            <a:ahLst/>
            <a:cxnLst/>
            <a:rect l="l" t="t" r="r" b="b"/>
            <a:pathLst>
              <a:path w="478789" h="421005">
                <a:moveTo>
                  <a:pt x="0" y="420624"/>
                </a:moveTo>
                <a:lnTo>
                  <a:pt x="478535" y="420624"/>
                </a:lnTo>
                <a:lnTo>
                  <a:pt x="478535" y="0"/>
                </a:lnTo>
                <a:lnTo>
                  <a:pt x="0" y="0"/>
                </a:lnTo>
                <a:lnTo>
                  <a:pt x="0" y="42062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133470" y="1581657"/>
            <a:ext cx="2203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21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28239" y="1381709"/>
            <a:ext cx="348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892551" y="5743955"/>
            <a:ext cx="477520" cy="421005"/>
          </a:xfrm>
          <a:custGeom>
            <a:avLst/>
            <a:gdLst/>
            <a:ahLst/>
            <a:cxnLst/>
            <a:rect l="l" t="t" r="r" b="b"/>
            <a:pathLst>
              <a:path w="477520" h="421004">
                <a:moveTo>
                  <a:pt x="0" y="420624"/>
                </a:moveTo>
                <a:lnTo>
                  <a:pt x="477012" y="420624"/>
                </a:lnTo>
                <a:lnTo>
                  <a:pt x="477012" y="0"/>
                </a:lnTo>
                <a:lnTo>
                  <a:pt x="0" y="0"/>
                </a:lnTo>
                <a:lnTo>
                  <a:pt x="0" y="42062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081020" y="5907735"/>
            <a:ext cx="2203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24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75788" y="5707786"/>
            <a:ext cx="348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42844" y="2778251"/>
            <a:ext cx="478790" cy="421005"/>
          </a:xfrm>
          <a:custGeom>
            <a:avLst/>
            <a:gdLst/>
            <a:ahLst/>
            <a:cxnLst/>
            <a:rect l="l" t="t" r="r" b="b"/>
            <a:pathLst>
              <a:path w="478789" h="421005">
                <a:moveTo>
                  <a:pt x="0" y="420624"/>
                </a:moveTo>
                <a:lnTo>
                  <a:pt x="478535" y="420624"/>
                </a:lnTo>
                <a:lnTo>
                  <a:pt x="478535" y="0"/>
                </a:lnTo>
                <a:lnTo>
                  <a:pt x="0" y="0"/>
                </a:lnTo>
                <a:lnTo>
                  <a:pt x="0" y="42062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926714" y="2880486"/>
            <a:ext cx="450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2345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22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27375" y="2802763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121905" y="1037971"/>
            <a:ext cx="2853690" cy="4956810"/>
            <a:chOff x="1121905" y="1037971"/>
            <a:chExt cx="2853690" cy="4956810"/>
          </a:xfrm>
        </p:grpSpPr>
        <p:sp>
          <p:nvSpPr>
            <p:cNvPr id="35" name="object 35"/>
            <p:cNvSpPr/>
            <p:nvPr/>
          </p:nvSpPr>
          <p:spPr>
            <a:xfrm>
              <a:off x="1121905" y="1037970"/>
              <a:ext cx="2853690" cy="4956810"/>
            </a:xfrm>
            <a:custGeom>
              <a:avLst/>
              <a:gdLst/>
              <a:ahLst/>
              <a:cxnLst/>
              <a:rect l="l" t="t" r="r" b="b"/>
              <a:pathLst>
                <a:path w="2853690" h="4956810">
                  <a:moveTo>
                    <a:pt x="1809127" y="37973"/>
                  </a:moveTo>
                  <a:lnTo>
                    <a:pt x="1796630" y="31750"/>
                  </a:lnTo>
                  <a:lnTo>
                    <a:pt x="1732927" y="0"/>
                  </a:lnTo>
                  <a:lnTo>
                    <a:pt x="1732927" y="31775"/>
                  </a:lnTo>
                  <a:lnTo>
                    <a:pt x="1732927" y="44475"/>
                  </a:lnTo>
                  <a:lnTo>
                    <a:pt x="1732927" y="76200"/>
                  </a:lnTo>
                  <a:lnTo>
                    <a:pt x="1809127" y="37973"/>
                  </a:lnTo>
                  <a:close/>
                </a:path>
                <a:path w="2853690" h="4956810">
                  <a:moveTo>
                    <a:pt x="1827923" y="676148"/>
                  </a:moveTo>
                  <a:lnTo>
                    <a:pt x="1826018" y="647192"/>
                  </a:lnTo>
                  <a:lnTo>
                    <a:pt x="1822335" y="591185"/>
                  </a:lnTo>
                  <a:lnTo>
                    <a:pt x="1757692" y="646684"/>
                  </a:lnTo>
                  <a:lnTo>
                    <a:pt x="1786915" y="658952"/>
                  </a:lnTo>
                  <a:lnTo>
                    <a:pt x="1569948" y="1175448"/>
                  </a:lnTo>
                  <a:lnTo>
                    <a:pt x="26238" y="46596"/>
                  </a:lnTo>
                  <a:lnTo>
                    <a:pt x="1732915" y="44475"/>
                  </a:lnTo>
                  <a:lnTo>
                    <a:pt x="1732927" y="31775"/>
                  </a:lnTo>
                  <a:lnTo>
                    <a:pt x="5842" y="33909"/>
                  </a:lnTo>
                  <a:lnTo>
                    <a:pt x="5842" y="39509"/>
                  </a:lnTo>
                  <a:lnTo>
                    <a:pt x="2108" y="44577"/>
                  </a:lnTo>
                  <a:lnTo>
                    <a:pt x="1564919" y="1187424"/>
                  </a:lnTo>
                  <a:lnTo>
                    <a:pt x="0" y="4912931"/>
                  </a:lnTo>
                  <a:lnTo>
                    <a:pt x="4699" y="4914912"/>
                  </a:lnTo>
                  <a:lnTo>
                    <a:pt x="5842" y="4915624"/>
                  </a:lnTo>
                  <a:lnTo>
                    <a:pt x="5842" y="4921123"/>
                  </a:lnTo>
                  <a:lnTo>
                    <a:pt x="1693862" y="4921936"/>
                  </a:lnTo>
                  <a:lnTo>
                    <a:pt x="1693811" y="4953686"/>
                  </a:lnTo>
                  <a:lnTo>
                    <a:pt x="1757375" y="4921936"/>
                  </a:lnTo>
                  <a:lnTo>
                    <a:pt x="1770011" y="4915624"/>
                  </a:lnTo>
                  <a:lnTo>
                    <a:pt x="1693938" y="4877486"/>
                  </a:lnTo>
                  <a:lnTo>
                    <a:pt x="1693875" y="4909236"/>
                  </a:lnTo>
                  <a:lnTo>
                    <a:pt x="17678" y="4908435"/>
                  </a:lnTo>
                  <a:lnTo>
                    <a:pt x="1786597" y="2018868"/>
                  </a:lnTo>
                  <a:lnTo>
                    <a:pt x="1813699" y="2035429"/>
                  </a:lnTo>
                  <a:lnTo>
                    <a:pt x="1816595" y="2001393"/>
                  </a:lnTo>
                  <a:lnTo>
                    <a:pt x="1820938" y="1950593"/>
                  </a:lnTo>
                  <a:lnTo>
                    <a:pt x="1748675" y="1995678"/>
                  </a:lnTo>
                  <a:lnTo>
                    <a:pt x="1775701" y="2012213"/>
                  </a:lnTo>
                  <a:lnTo>
                    <a:pt x="43764" y="4841519"/>
                  </a:lnTo>
                  <a:lnTo>
                    <a:pt x="1575447" y="1195120"/>
                  </a:lnTo>
                  <a:lnTo>
                    <a:pt x="1755724" y="1326934"/>
                  </a:lnTo>
                  <a:lnTo>
                    <a:pt x="1736991" y="1352550"/>
                  </a:lnTo>
                  <a:lnTo>
                    <a:pt x="1820938" y="1366774"/>
                  </a:lnTo>
                  <a:lnTo>
                    <a:pt x="1804250" y="1334389"/>
                  </a:lnTo>
                  <a:lnTo>
                    <a:pt x="1781949" y="1291082"/>
                  </a:lnTo>
                  <a:lnTo>
                    <a:pt x="1763179" y="1316736"/>
                  </a:lnTo>
                  <a:lnTo>
                    <a:pt x="1580476" y="1183144"/>
                  </a:lnTo>
                  <a:lnTo>
                    <a:pt x="1798612" y="663867"/>
                  </a:lnTo>
                  <a:lnTo>
                    <a:pt x="1827923" y="676148"/>
                  </a:lnTo>
                  <a:close/>
                </a:path>
                <a:path w="2853690" h="4956810">
                  <a:moveTo>
                    <a:pt x="2852178" y="1700657"/>
                  </a:moveTo>
                  <a:lnTo>
                    <a:pt x="2767088" y="1697355"/>
                  </a:lnTo>
                  <a:lnTo>
                    <a:pt x="2780131" y="1726222"/>
                  </a:lnTo>
                  <a:lnTo>
                    <a:pt x="2296807" y="1944624"/>
                  </a:lnTo>
                  <a:lnTo>
                    <a:pt x="2302141" y="1956181"/>
                  </a:lnTo>
                  <a:lnTo>
                    <a:pt x="2785364" y="1737766"/>
                  </a:lnTo>
                  <a:lnTo>
                    <a:pt x="2798457" y="1766697"/>
                  </a:lnTo>
                  <a:lnTo>
                    <a:pt x="2835643" y="1720977"/>
                  </a:lnTo>
                  <a:lnTo>
                    <a:pt x="2852178" y="1700657"/>
                  </a:lnTo>
                  <a:close/>
                </a:path>
                <a:path w="2853690" h="4956810">
                  <a:moveTo>
                    <a:pt x="2852178" y="1700149"/>
                  </a:moveTo>
                  <a:lnTo>
                    <a:pt x="2834805" y="1672717"/>
                  </a:lnTo>
                  <a:lnTo>
                    <a:pt x="2806585" y="1628140"/>
                  </a:lnTo>
                  <a:lnTo>
                    <a:pt x="2790215" y="1655356"/>
                  </a:lnTo>
                  <a:lnTo>
                    <a:pt x="2302776" y="1361440"/>
                  </a:lnTo>
                  <a:lnTo>
                    <a:pt x="2296172" y="1372362"/>
                  </a:lnTo>
                  <a:lnTo>
                    <a:pt x="2783700" y="1666201"/>
                  </a:lnTo>
                  <a:lnTo>
                    <a:pt x="2767342" y="1693418"/>
                  </a:lnTo>
                  <a:lnTo>
                    <a:pt x="2852178" y="1700149"/>
                  </a:lnTo>
                  <a:close/>
                </a:path>
                <a:path w="2853690" h="4956810">
                  <a:moveTo>
                    <a:pt x="2852305" y="47117"/>
                  </a:moveTo>
                  <a:lnTo>
                    <a:pt x="2846667" y="48958"/>
                  </a:lnTo>
                  <a:lnTo>
                    <a:pt x="2851797" y="46482"/>
                  </a:lnTo>
                  <a:lnTo>
                    <a:pt x="2776232" y="7239"/>
                  </a:lnTo>
                  <a:lnTo>
                    <a:pt x="2775750" y="38938"/>
                  </a:lnTo>
                  <a:lnTo>
                    <a:pt x="2287409" y="31623"/>
                  </a:lnTo>
                  <a:lnTo>
                    <a:pt x="2287155" y="44323"/>
                  </a:lnTo>
                  <a:lnTo>
                    <a:pt x="2775559" y="51638"/>
                  </a:lnTo>
                  <a:lnTo>
                    <a:pt x="2788170" y="51638"/>
                  </a:lnTo>
                  <a:lnTo>
                    <a:pt x="2838450" y="51638"/>
                  </a:lnTo>
                  <a:lnTo>
                    <a:pt x="2837904" y="51816"/>
                  </a:lnTo>
                  <a:lnTo>
                    <a:pt x="2788170" y="51816"/>
                  </a:lnTo>
                  <a:lnTo>
                    <a:pt x="2775559" y="51816"/>
                  </a:lnTo>
                  <a:lnTo>
                    <a:pt x="2775254" y="72288"/>
                  </a:lnTo>
                  <a:lnTo>
                    <a:pt x="2771406" y="73533"/>
                  </a:lnTo>
                  <a:lnTo>
                    <a:pt x="2775178" y="77368"/>
                  </a:lnTo>
                  <a:lnTo>
                    <a:pt x="2775089" y="83439"/>
                  </a:lnTo>
                  <a:lnTo>
                    <a:pt x="2779204" y="81457"/>
                  </a:lnTo>
                  <a:lnTo>
                    <a:pt x="2793669" y="96126"/>
                  </a:lnTo>
                  <a:lnTo>
                    <a:pt x="2296553" y="587375"/>
                  </a:lnTo>
                  <a:lnTo>
                    <a:pt x="2305443" y="596392"/>
                  </a:lnTo>
                  <a:lnTo>
                    <a:pt x="2802623" y="105206"/>
                  </a:lnTo>
                  <a:lnTo>
                    <a:pt x="2824873" y="127762"/>
                  </a:lnTo>
                  <a:lnTo>
                    <a:pt x="2838653" y="87249"/>
                  </a:lnTo>
                  <a:lnTo>
                    <a:pt x="2852305" y="47117"/>
                  </a:lnTo>
                  <a:close/>
                </a:path>
                <a:path w="2853690" h="4956810">
                  <a:moveTo>
                    <a:pt x="2853575" y="4918570"/>
                  </a:moveTo>
                  <a:lnTo>
                    <a:pt x="2777502" y="4880178"/>
                  </a:lnTo>
                  <a:lnTo>
                    <a:pt x="2777388" y="4911941"/>
                  </a:lnTo>
                  <a:lnTo>
                    <a:pt x="2247658" y="4909947"/>
                  </a:lnTo>
                  <a:lnTo>
                    <a:pt x="2247658" y="4922647"/>
                  </a:lnTo>
                  <a:lnTo>
                    <a:pt x="2777350" y="4924641"/>
                  </a:lnTo>
                  <a:lnTo>
                    <a:pt x="2777248" y="4956378"/>
                  </a:lnTo>
                  <a:lnTo>
                    <a:pt x="2841231" y="4924679"/>
                  </a:lnTo>
                  <a:lnTo>
                    <a:pt x="2853575" y="49185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42843" y="3771900"/>
              <a:ext cx="478790" cy="422275"/>
            </a:xfrm>
            <a:custGeom>
              <a:avLst/>
              <a:gdLst/>
              <a:ahLst/>
              <a:cxnLst/>
              <a:rect l="l" t="t" r="r" b="b"/>
              <a:pathLst>
                <a:path w="478789" h="422275">
                  <a:moveTo>
                    <a:pt x="0" y="422148"/>
                  </a:moveTo>
                  <a:lnTo>
                    <a:pt x="478535" y="422148"/>
                  </a:lnTo>
                  <a:lnTo>
                    <a:pt x="478535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130042" y="3935044"/>
            <a:ext cx="220979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13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29382" y="3735400"/>
            <a:ext cx="348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22375" y="1074165"/>
            <a:ext cx="8352790" cy="4060190"/>
          </a:xfrm>
          <a:custGeom>
            <a:avLst/>
            <a:gdLst/>
            <a:ahLst/>
            <a:cxnLst/>
            <a:rect l="l" t="t" r="r" b="b"/>
            <a:pathLst>
              <a:path w="8352790" h="4060190">
                <a:moveTo>
                  <a:pt x="1820468" y="2908173"/>
                </a:moveTo>
                <a:lnTo>
                  <a:pt x="1815617" y="2857627"/>
                </a:lnTo>
                <a:lnTo>
                  <a:pt x="1812340" y="2823337"/>
                </a:lnTo>
                <a:lnTo>
                  <a:pt x="1785378" y="2840215"/>
                </a:lnTo>
                <a:lnTo>
                  <a:pt x="10769" y="0"/>
                </a:lnTo>
                <a:lnTo>
                  <a:pt x="0" y="6604"/>
                </a:lnTo>
                <a:lnTo>
                  <a:pt x="1774748" y="2846870"/>
                </a:lnTo>
                <a:lnTo>
                  <a:pt x="1747824" y="2863723"/>
                </a:lnTo>
                <a:lnTo>
                  <a:pt x="1820468" y="2908173"/>
                </a:lnTo>
                <a:close/>
              </a:path>
              <a:path w="8352790" h="4060190">
                <a:moveTo>
                  <a:pt x="2851708" y="3319399"/>
                </a:moveTo>
                <a:lnTo>
                  <a:pt x="2835160" y="3286760"/>
                </a:lnTo>
                <a:lnTo>
                  <a:pt x="2813227" y="3243453"/>
                </a:lnTo>
                <a:lnTo>
                  <a:pt x="2794330" y="3268967"/>
                </a:lnTo>
                <a:lnTo>
                  <a:pt x="2302814" y="2904490"/>
                </a:lnTo>
                <a:lnTo>
                  <a:pt x="2295194" y="2914650"/>
                </a:lnTo>
                <a:lnTo>
                  <a:pt x="2786748" y="3279190"/>
                </a:lnTo>
                <a:lnTo>
                  <a:pt x="2767888" y="3304667"/>
                </a:lnTo>
                <a:lnTo>
                  <a:pt x="2851708" y="3319399"/>
                </a:lnTo>
                <a:close/>
              </a:path>
              <a:path w="8352790" h="4060190">
                <a:moveTo>
                  <a:pt x="8352206" y="4022090"/>
                </a:moveTo>
                <a:lnTo>
                  <a:pt x="8339506" y="4015740"/>
                </a:lnTo>
                <a:lnTo>
                  <a:pt x="8276006" y="3983990"/>
                </a:lnTo>
                <a:lnTo>
                  <a:pt x="8276006" y="4015740"/>
                </a:lnTo>
                <a:lnTo>
                  <a:pt x="7724445" y="4015740"/>
                </a:lnTo>
                <a:lnTo>
                  <a:pt x="7724445" y="4028440"/>
                </a:lnTo>
                <a:lnTo>
                  <a:pt x="8276006" y="4028440"/>
                </a:lnTo>
                <a:lnTo>
                  <a:pt x="8276006" y="4060190"/>
                </a:lnTo>
                <a:lnTo>
                  <a:pt x="8339506" y="4028440"/>
                </a:lnTo>
                <a:lnTo>
                  <a:pt x="8352206" y="40220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1021568" y="1690496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018519" y="4891532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541776" y="185928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0" y="215646"/>
                </a:moveTo>
                <a:lnTo>
                  <a:pt x="5693" y="166191"/>
                </a:lnTo>
                <a:lnTo>
                  <a:pt x="21913" y="120798"/>
                </a:lnTo>
                <a:lnTo>
                  <a:pt x="47366" y="80758"/>
                </a:lnTo>
                <a:lnTo>
                  <a:pt x="80758" y="47366"/>
                </a:lnTo>
                <a:lnTo>
                  <a:pt x="120798" y="21913"/>
                </a:lnTo>
                <a:lnTo>
                  <a:pt x="166191" y="5693"/>
                </a:lnTo>
                <a:lnTo>
                  <a:pt x="215646" y="0"/>
                </a:lnTo>
                <a:lnTo>
                  <a:pt x="265100" y="5693"/>
                </a:lnTo>
                <a:lnTo>
                  <a:pt x="310493" y="21913"/>
                </a:lnTo>
                <a:lnTo>
                  <a:pt x="350533" y="47366"/>
                </a:lnTo>
                <a:lnTo>
                  <a:pt x="383925" y="80758"/>
                </a:lnTo>
                <a:lnTo>
                  <a:pt x="409378" y="120798"/>
                </a:lnTo>
                <a:lnTo>
                  <a:pt x="425598" y="166191"/>
                </a:lnTo>
                <a:lnTo>
                  <a:pt x="431291" y="215646"/>
                </a:lnTo>
                <a:lnTo>
                  <a:pt x="425598" y="265100"/>
                </a:lnTo>
                <a:lnTo>
                  <a:pt x="409378" y="310493"/>
                </a:lnTo>
                <a:lnTo>
                  <a:pt x="383925" y="350533"/>
                </a:lnTo>
                <a:lnTo>
                  <a:pt x="350533" y="383925"/>
                </a:lnTo>
                <a:lnTo>
                  <a:pt x="310493" y="409378"/>
                </a:lnTo>
                <a:lnTo>
                  <a:pt x="265100" y="425598"/>
                </a:lnTo>
                <a:lnTo>
                  <a:pt x="215646" y="431292"/>
                </a:lnTo>
                <a:lnTo>
                  <a:pt x="166191" y="425598"/>
                </a:lnTo>
                <a:lnTo>
                  <a:pt x="120798" y="409378"/>
                </a:lnTo>
                <a:lnTo>
                  <a:pt x="80758" y="383925"/>
                </a:lnTo>
                <a:lnTo>
                  <a:pt x="47366" y="350533"/>
                </a:lnTo>
                <a:lnTo>
                  <a:pt x="21913" y="310493"/>
                </a:lnTo>
                <a:lnTo>
                  <a:pt x="5693" y="265100"/>
                </a:lnTo>
                <a:lnTo>
                  <a:pt x="0" y="215646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714115" y="352501"/>
            <a:ext cx="123189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77463" y="152857"/>
            <a:ext cx="298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𝑏</a:t>
            </a:r>
            <a:r>
              <a:rPr sz="1300" spc="-2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568953" y="550544"/>
            <a:ext cx="544830" cy="1711325"/>
            <a:chOff x="3568953" y="550544"/>
            <a:chExt cx="544830" cy="1711325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5884" y="550544"/>
              <a:ext cx="207899" cy="2299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575303" y="1824227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0" y="215646"/>
                  </a:moveTo>
                  <a:lnTo>
                    <a:pt x="5716" y="166191"/>
                  </a:lnTo>
                  <a:lnTo>
                    <a:pt x="21998" y="120798"/>
                  </a:lnTo>
                  <a:lnTo>
                    <a:pt x="47546" y="80758"/>
                  </a:lnTo>
                  <a:lnTo>
                    <a:pt x="81060" y="47366"/>
                  </a:lnTo>
                  <a:lnTo>
                    <a:pt x="121242" y="21913"/>
                  </a:lnTo>
                  <a:lnTo>
                    <a:pt x="166791" y="5693"/>
                  </a:lnTo>
                  <a:lnTo>
                    <a:pt x="216408" y="0"/>
                  </a:lnTo>
                  <a:lnTo>
                    <a:pt x="266024" y="5693"/>
                  </a:lnTo>
                  <a:lnTo>
                    <a:pt x="311573" y="21913"/>
                  </a:lnTo>
                  <a:lnTo>
                    <a:pt x="351755" y="47366"/>
                  </a:lnTo>
                  <a:lnTo>
                    <a:pt x="385269" y="80758"/>
                  </a:lnTo>
                  <a:lnTo>
                    <a:pt x="410817" y="120798"/>
                  </a:lnTo>
                  <a:lnTo>
                    <a:pt x="427099" y="166191"/>
                  </a:lnTo>
                  <a:lnTo>
                    <a:pt x="432816" y="215646"/>
                  </a:lnTo>
                  <a:lnTo>
                    <a:pt x="427099" y="265100"/>
                  </a:lnTo>
                  <a:lnTo>
                    <a:pt x="410817" y="310493"/>
                  </a:lnTo>
                  <a:lnTo>
                    <a:pt x="385269" y="350533"/>
                  </a:lnTo>
                  <a:lnTo>
                    <a:pt x="351755" y="383925"/>
                  </a:lnTo>
                  <a:lnTo>
                    <a:pt x="311573" y="409378"/>
                  </a:lnTo>
                  <a:lnTo>
                    <a:pt x="266024" y="425598"/>
                  </a:lnTo>
                  <a:lnTo>
                    <a:pt x="216408" y="431292"/>
                  </a:lnTo>
                  <a:lnTo>
                    <a:pt x="166791" y="425598"/>
                  </a:lnTo>
                  <a:lnTo>
                    <a:pt x="121242" y="409378"/>
                  </a:lnTo>
                  <a:lnTo>
                    <a:pt x="81060" y="383925"/>
                  </a:lnTo>
                  <a:lnTo>
                    <a:pt x="47546" y="350533"/>
                  </a:lnTo>
                  <a:lnTo>
                    <a:pt x="21998" y="310493"/>
                  </a:lnTo>
                  <a:lnTo>
                    <a:pt x="5716" y="265100"/>
                  </a:lnTo>
                  <a:lnTo>
                    <a:pt x="0" y="21564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752850" y="1992325"/>
            <a:ext cx="123189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5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611626" y="1792681"/>
            <a:ext cx="298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𝑏</a:t>
            </a:r>
            <a:r>
              <a:rPr sz="1300" spc="-2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614673" y="2189352"/>
            <a:ext cx="499109" cy="1651635"/>
            <a:chOff x="3614673" y="2189352"/>
            <a:chExt cx="499109" cy="1651635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8904" y="2189352"/>
              <a:ext cx="174371" cy="24561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621023" y="3403091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0" y="215646"/>
                  </a:moveTo>
                  <a:lnTo>
                    <a:pt x="5716" y="166191"/>
                  </a:lnTo>
                  <a:lnTo>
                    <a:pt x="21998" y="120798"/>
                  </a:lnTo>
                  <a:lnTo>
                    <a:pt x="47546" y="80758"/>
                  </a:lnTo>
                  <a:lnTo>
                    <a:pt x="81060" y="47366"/>
                  </a:lnTo>
                  <a:lnTo>
                    <a:pt x="121242" y="21913"/>
                  </a:lnTo>
                  <a:lnTo>
                    <a:pt x="166791" y="5693"/>
                  </a:lnTo>
                  <a:lnTo>
                    <a:pt x="216408" y="0"/>
                  </a:lnTo>
                  <a:lnTo>
                    <a:pt x="266024" y="5693"/>
                  </a:lnTo>
                  <a:lnTo>
                    <a:pt x="311573" y="21913"/>
                  </a:lnTo>
                  <a:lnTo>
                    <a:pt x="351755" y="47366"/>
                  </a:lnTo>
                  <a:lnTo>
                    <a:pt x="385269" y="80758"/>
                  </a:lnTo>
                  <a:lnTo>
                    <a:pt x="410817" y="120798"/>
                  </a:lnTo>
                  <a:lnTo>
                    <a:pt x="427099" y="166191"/>
                  </a:lnTo>
                  <a:lnTo>
                    <a:pt x="432815" y="215646"/>
                  </a:lnTo>
                  <a:lnTo>
                    <a:pt x="427099" y="265100"/>
                  </a:lnTo>
                  <a:lnTo>
                    <a:pt x="410817" y="310493"/>
                  </a:lnTo>
                  <a:lnTo>
                    <a:pt x="385269" y="350533"/>
                  </a:lnTo>
                  <a:lnTo>
                    <a:pt x="351755" y="383925"/>
                  </a:lnTo>
                  <a:lnTo>
                    <a:pt x="311573" y="409378"/>
                  </a:lnTo>
                  <a:lnTo>
                    <a:pt x="266024" y="425598"/>
                  </a:lnTo>
                  <a:lnTo>
                    <a:pt x="216408" y="431292"/>
                  </a:lnTo>
                  <a:lnTo>
                    <a:pt x="166791" y="425598"/>
                  </a:lnTo>
                  <a:lnTo>
                    <a:pt x="121242" y="409378"/>
                  </a:lnTo>
                  <a:lnTo>
                    <a:pt x="81060" y="383925"/>
                  </a:lnTo>
                  <a:lnTo>
                    <a:pt x="47546" y="350533"/>
                  </a:lnTo>
                  <a:lnTo>
                    <a:pt x="21998" y="310493"/>
                  </a:lnTo>
                  <a:lnTo>
                    <a:pt x="5716" y="265100"/>
                  </a:lnTo>
                  <a:lnTo>
                    <a:pt x="0" y="21564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798570" y="3571494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3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657346" y="3371850"/>
            <a:ext cx="298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𝑏</a:t>
            </a:r>
            <a:r>
              <a:rPr sz="1300" spc="-2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969765" y="3769614"/>
            <a:ext cx="968375" cy="2623820"/>
            <a:chOff x="3969765" y="3769614"/>
            <a:chExt cx="968375" cy="2623820"/>
          </a:xfrm>
        </p:grpSpPr>
        <p:sp>
          <p:nvSpPr>
            <p:cNvPr id="56" name="object 56"/>
            <p:cNvSpPr/>
            <p:nvPr/>
          </p:nvSpPr>
          <p:spPr>
            <a:xfrm>
              <a:off x="3983862" y="3769614"/>
              <a:ext cx="137160" cy="320040"/>
            </a:xfrm>
            <a:custGeom>
              <a:avLst/>
              <a:gdLst/>
              <a:ahLst/>
              <a:cxnLst/>
              <a:rect l="l" t="t" r="r" b="b"/>
              <a:pathLst>
                <a:path w="137160" h="320039">
                  <a:moveTo>
                    <a:pt x="95711" y="250757"/>
                  </a:moveTo>
                  <a:lnTo>
                    <a:pt x="66039" y="262255"/>
                  </a:lnTo>
                  <a:lnTo>
                    <a:pt x="129159" y="319531"/>
                  </a:lnTo>
                  <a:lnTo>
                    <a:pt x="134524" y="262636"/>
                  </a:lnTo>
                  <a:lnTo>
                    <a:pt x="100329" y="262636"/>
                  </a:lnTo>
                  <a:lnTo>
                    <a:pt x="95711" y="250757"/>
                  </a:lnTo>
                  <a:close/>
                </a:path>
                <a:path w="137160" h="320039">
                  <a:moveTo>
                    <a:pt x="107526" y="246179"/>
                  </a:moveTo>
                  <a:lnTo>
                    <a:pt x="95711" y="250757"/>
                  </a:lnTo>
                  <a:lnTo>
                    <a:pt x="100329" y="262636"/>
                  </a:lnTo>
                  <a:lnTo>
                    <a:pt x="112140" y="258063"/>
                  </a:lnTo>
                  <a:lnTo>
                    <a:pt x="107526" y="246179"/>
                  </a:lnTo>
                  <a:close/>
                </a:path>
                <a:path w="137160" h="320039">
                  <a:moveTo>
                    <a:pt x="137160" y="234696"/>
                  </a:moveTo>
                  <a:lnTo>
                    <a:pt x="107526" y="246179"/>
                  </a:lnTo>
                  <a:lnTo>
                    <a:pt x="112140" y="258063"/>
                  </a:lnTo>
                  <a:lnTo>
                    <a:pt x="100329" y="262636"/>
                  </a:lnTo>
                  <a:lnTo>
                    <a:pt x="134524" y="262636"/>
                  </a:lnTo>
                  <a:lnTo>
                    <a:pt x="137160" y="234696"/>
                  </a:lnTo>
                  <a:close/>
                </a:path>
                <a:path w="137160" h="320039">
                  <a:moveTo>
                    <a:pt x="11937" y="0"/>
                  </a:moveTo>
                  <a:lnTo>
                    <a:pt x="0" y="4572"/>
                  </a:lnTo>
                  <a:lnTo>
                    <a:pt x="95711" y="250757"/>
                  </a:lnTo>
                  <a:lnTo>
                    <a:pt x="107526" y="246179"/>
                  </a:lnTo>
                  <a:lnTo>
                    <a:pt x="119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76115" y="5526024"/>
              <a:ext cx="955675" cy="861060"/>
            </a:xfrm>
            <a:custGeom>
              <a:avLst/>
              <a:gdLst/>
              <a:ahLst/>
              <a:cxnLst/>
              <a:rect l="l" t="t" r="r" b="b"/>
              <a:pathLst>
                <a:path w="955675" h="861060">
                  <a:moveTo>
                    <a:pt x="0" y="430529"/>
                  </a:moveTo>
                  <a:lnTo>
                    <a:pt x="2466" y="386511"/>
                  </a:lnTo>
                  <a:lnTo>
                    <a:pt x="9705" y="343764"/>
                  </a:lnTo>
                  <a:lnTo>
                    <a:pt x="21476" y="302505"/>
                  </a:lnTo>
                  <a:lnTo>
                    <a:pt x="37540" y="262950"/>
                  </a:lnTo>
                  <a:lnTo>
                    <a:pt x="57656" y="225316"/>
                  </a:lnTo>
                  <a:lnTo>
                    <a:pt x="81586" y="189819"/>
                  </a:lnTo>
                  <a:lnTo>
                    <a:pt x="109087" y="156675"/>
                  </a:lnTo>
                  <a:lnTo>
                    <a:pt x="139922" y="126101"/>
                  </a:lnTo>
                  <a:lnTo>
                    <a:pt x="173849" y="98313"/>
                  </a:lnTo>
                  <a:lnTo>
                    <a:pt x="210629" y="73529"/>
                  </a:lnTo>
                  <a:lnTo>
                    <a:pt x="250021" y="51963"/>
                  </a:lnTo>
                  <a:lnTo>
                    <a:pt x="291786" y="33833"/>
                  </a:lnTo>
                  <a:lnTo>
                    <a:pt x="335684" y="19356"/>
                  </a:lnTo>
                  <a:lnTo>
                    <a:pt x="381474" y="8747"/>
                  </a:lnTo>
                  <a:lnTo>
                    <a:pt x="428918" y="2222"/>
                  </a:lnTo>
                  <a:lnTo>
                    <a:pt x="477774" y="0"/>
                  </a:lnTo>
                  <a:lnTo>
                    <a:pt x="526629" y="2222"/>
                  </a:lnTo>
                  <a:lnTo>
                    <a:pt x="574073" y="8747"/>
                  </a:lnTo>
                  <a:lnTo>
                    <a:pt x="619863" y="19356"/>
                  </a:lnTo>
                  <a:lnTo>
                    <a:pt x="663761" y="33833"/>
                  </a:lnTo>
                  <a:lnTo>
                    <a:pt x="705526" y="51963"/>
                  </a:lnTo>
                  <a:lnTo>
                    <a:pt x="744918" y="73529"/>
                  </a:lnTo>
                  <a:lnTo>
                    <a:pt x="781698" y="98313"/>
                  </a:lnTo>
                  <a:lnTo>
                    <a:pt x="815625" y="126101"/>
                  </a:lnTo>
                  <a:lnTo>
                    <a:pt x="846460" y="156675"/>
                  </a:lnTo>
                  <a:lnTo>
                    <a:pt x="873961" y="189819"/>
                  </a:lnTo>
                  <a:lnTo>
                    <a:pt x="897891" y="225316"/>
                  </a:lnTo>
                  <a:lnTo>
                    <a:pt x="918007" y="262950"/>
                  </a:lnTo>
                  <a:lnTo>
                    <a:pt x="934071" y="302505"/>
                  </a:lnTo>
                  <a:lnTo>
                    <a:pt x="945842" y="343764"/>
                  </a:lnTo>
                  <a:lnTo>
                    <a:pt x="953081" y="386511"/>
                  </a:lnTo>
                  <a:lnTo>
                    <a:pt x="955548" y="430529"/>
                  </a:lnTo>
                  <a:lnTo>
                    <a:pt x="953081" y="474548"/>
                  </a:lnTo>
                  <a:lnTo>
                    <a:pt x="945842" y="517295"/>
                  </a:lnTo>
                  <a:lnTo>
                    <a:pt x="934071" y="558554"/>
                  </a:lnTo>
                  <a:lnTo>
                    <a:pt x="918007" y="598109"/>
                  </a:lnTo>
                  <a:lnTo>
                    <a:pt x="897891" y="635743"/>
                  </a:lnTo>
                  <a:lnTo>
                    <a:pt x="873961" y="671240"/>
                  </a:lnTo>
                  <a:lnTo>
                    <a:pt x="846460" y="704384"/>
                  </a:lnTo>
                  <a:lnTo>
                    <a:pt x="815625" y="734958"/>
                  </a:lnTo>
                  <a:lnTo>
                    <a:pt x="781698" y="762746"/>
                  </a:lnTo>
                  <a:lnTo>
                    <a:pt x="744918" y="787530"/>
                  </a:lnTo>
                  <a:lnTo>
                    <a:pt x="705526" y="809096"/>
                  </a:lnTo>
                  <a:lnTo>
                    <a:pt x="663761" y="827226"/>
                  </a:lnTo>
                  <a:lnTo>
                    <a:pt x="619863" y="841703"/>
                  </a:lnTo>
                  <a:lnTo>
                    <a:pt x="574073" y="852312"/>
                  </a:lnTo>
                  <a:lnTo>
                    <a:pt x="526629" y="858837"/>
                  </a:lnTo>
                  <a:lnTo>
                    <a:pt x="477774" y="861060"/>
                  </a:lnTo>
                  <a:lnTo>
                    <a:pt x="428918" y="858837"/>
                  </a:lnTo>
                  <a:lnTo>
                    <a:pt x="381474" y="852312"/>
                  </a:lnTo>
                  <a:lnTo>
                    <a:pt x="335684" y="841703"/>
                  </a:lnTo>
                  <a:lnTo>
                    <a:pt x="291786" y="827226"/>
                  </a:lnTo>
                  <a:lnTo>
                    <a:pt x="250021" y="809096"/>
                  </a:lnTo>
                  <a:lnTo>
                    <a:pt x="210629" y="787530"/>
                  </a:lnTo>
                  <a:lnTo>
                    <a:pt x="173849" y="762746"/>
                  </a:lnTo>
                  <a:lnTo>
                    <a:pt x="139922" y="734958"/>
                  </a:lnTo>
                  <a:lnTo>
                    <a:pt x="109087" y="704384"/>
                  </a:lnTo>
                  <a:lnTo>
                    <a:pt x="81586" y="671240"/>
                  </a:lnTo>
                  <a:lnTo>
                    <a:pt x="57656" y="635743"/>
                  </a:lnTo>
                  <a:lnTo>
                    <a:pt x="37540" y="598109"/>
                  </a:lnTo>
                  <a:lnTo>
                    <a:pt x="21476" y="558554"/>
                  </a:lnTo>
                  <a:lnTo>
                    <a:pt x="9705" y="517295"/>
                  </a:lnTo>
                  <a:lnTo>
                    <a:pt x="2466" y="474548"/>
                  </a:lnTo>
                  <a:lnTo>
                    <a:pt x="0" y="43052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280408" y="5802579"/>
            <a:ext cx="32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mbria Math"/>
              <a:cs typeface="Cambria Math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617721" y="4960365"/>
            <a:ext cx="1941830" cy="1018540"/>
            <a:chOff x="3617721" y="4960365"/>
            <a:chExt cx="1941830" cy="1018540"/>
          </a:xfrm>
        </p:grpSpPr>
        <p:sp>
          <p:nvSpPr>
            <p:cNvPr id="60" name="object 60"/>
            <p:cNvSpPr/>
            <p:nvPr/>
          </p:nvSpPr>
          <p:spPr>
            <a:xfrm>
              <a:off x="4931663" y="5902451"/>
              <a:ext cx="628015" cy="76200"/>
            </a:xfrm>
            <a:custGeom>
              <a:avLst/>
              <a:gdLst/>
              <a:ahLst/>
              <a:cxnLst/>
              <a:rect l="l" t="t" r="r" b="b"/>
              <a:pathLst>
                <a:path w="628014" h="76200">
                  <a:moveTo>
                    <a:pt x="551561" y="0"/>
                  </a:moveTo>
                  <a:lnTo>
                    <a:pt x="551561" y="76200"/>
                  </a:lnTo>
                  <a:lnTo>
                    <a:pt x="615061" y="44450"/>
                  </a:lnTo>
                  <a:lnTo>
                    <a:pt x="564261" y="44450"/>
                  </a:lnTo>
                  <a:lnTo>
                    <a:pt x="564261" y="31750"/>
                  </a:lnTo>
                  <a:lnTo>
                    <a:pt x="615061" y="31750"/>
                  </a:lnTo>
                  <a:lnTo>
                    <a:pt x="551561" y="0"/>
                  </a:lnTo>
                  <a:close/>
                </a:path>
                <a:path w="628014" h="76200">
                  <a:moveTo>
                    <a:pt x="55156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51561" y="44450"/>
                  </a:lnTo>
                  <a:lnTo>
                    <a:pt x="551561" y="31750"/>
                  </a:lnTo>
                  <a:close/>
                </a:path>
                <a:path w="628014" h="76200">
                  <a:moveTo>
                    <a:pt x="615061" y="31750"/>
                  </a:moveTo>
                  <a:lnTo>
                    <a:pt x="564261" y="31750"/>
                  </a:lnTo>
                  <a:lnTo>
                    <a:pt x="564261" y="44450"/>
                  </a:lnTo>
                  <a:lnTo>
                    <a:pt x="615061" y="44450"/>
                  </a:lnTo>
                  <a:lnTo>
                    <a:pt x="627761" y="38100"/>
                  </a:lnTo>
                  <a:lnTo>
                    <a:pt x="615061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624071" y="4966715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45"/>
                  </a:moveTo>
                  <a:lnTo>
                    <a:pt x="5693" y="166191"/>
                  </a:lnTo>
                  <a:lnTo>
                    <a:pt x="21913" y="120798"/>
                  </a:lnTo>
                  <a:lnTo>
                    <a:pt x="47366" y="80758"/>
                  </a:lnTo>
                  <a:lnTo>
                    <a:pt x="80758" y="47366"/>
                  </a:lnTo>
                  <a:lnTo>
                    <a:pt x="120798" y="21913"/>
                  </a:lnTo>
                  <a:lnTo>
                    <a:pt x="166191" y="5693"/>
                  </a:lnTo>
                  <a:lnTo>
                    <a:pt x="215645" y="0"/>
                  </a:lnTo>
                  <a:lnTo>
                    <a:pt x="265100" y="5693"/>
                  </a:lnTo>
                  <a:lnTo>
                    <a:pt x="310493" y="21913"/>
                  </a:lnTo>
                  <a:lnTo>
                    <a:pt x="350533" y="47366"/>
                  </a:lnTo>
                  <a:lnTo>
                    <a:pt x="383925" y="80758"/>
                  </a:lnTo>
                  <a:lnTo>
                    <a:pt x="409378" y="120798"/>
                  </a:lnTo>
                  <a:lnTo>
                    <a:pt x="425598" y="166191"/>
                  </a:lnTo>
                  <a:lnTo>
                    <a:pt x="431291" y="215645"/>
                  </a:lnTo>
                  <a:lnTo>
                    <a:pt x="425598" y="265100"/>
                  </a:lnTo>
                  <a:lnTo>
                    <a:pt x="409378" y="310493"/>
                  </a:lnTo>
                  <a:lnTo>
                    <a:pt x="383925" y="350533"/>
                  </a:lnTo>
                  <a:lnTo>
                    <a:pt x="350533" y="383925"/>
                  </a:lnTo>
                  <a:lnTo>
                    <a:pt x="310493" y="409378"/>
                  </a:lnTo>
                  <a:lnTo>
                    <a:pt x="265100" y="425598"/>
                  </a:lnTo>
                  <a:lnTo>
                    <a:pt x="215645" y="431291"/>
                  </a:lnTo>
                  <a:lnTo>
                    <a:pt x="166191" y="425598"/>
                  </a:lnTo>
                  <a:lnTo>
                    <a:pt x="120798" y="409378"/>
                  </a:lnTo>
                  <a:lnTo>
                    <a:pt x="80758" y="383925"/>
                  </a:lnTo>
                  <a:lnTo>
                    <a:pt x="47366" y="350533"/>
                  </a:lnTo>
                  <a:lnTo>
                    <a:pt x="21913" y="310493"/>
                  </a:lnTo>
                  <a:lnTo>
                    <a:pt x="5693" y="265100"/>
                  </a:lnTo>
                  <a:lnTo>
                    <a:pt x="0" y="2156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800983" y="5134736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59759" y="4935092"/>
            <a:ext cx="298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𝑏</a:t>
            </a:r>
            <a:r>
              <a:rPr sz="1300" spc="-2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2936494" y="4343146"/>
            <a:ext cx="1188085" cy="1310005"/>
            <a:chOff x="2936494" y="4343146"/>
            <a:chExt cx="1188085" cy="1310005"/>
          </a:xfrm>
        </p:grpSpPr>
        <p:sp>
          <p:nvSpPr>
            <p:cNvPr id="65" name="object 65"/>
            <p:cNvSpPr/>
            <p:nvPr/>
          </p:nvSpPr>
          <p:spPr>
            <a:xfrm>
              <a:off x="3986911" y="5333238"/>
              <a:ext cx="137160" cy="320040"/>
            </a:xfrm>
            <a:custGeom>
              <a:avLst/>
              <a:gdLst/>
              <a:ahLst/>
              <a:cxnLst/>
              <a:rect l="l" t="t" r="r" b="b"/>
              <a:pathLst>
                <a:path w="137160" h="320039">
                  <a:moveTo>
                    <a:pt x="95722" y="250760"/>
                  </a:moveTo>
                  <a:lnTo>
                    <a:pt x="66039" y="262267"/>
                  </a:lnTo>
                  <a:lnTo>
                    <a:pt x="129159" y="319506"/>
                  </a:lnTo>
                  <a:lnTo>
                    <a:pt x="134526" y="262610"/>
                  </a:lnTo>
                  <a:lnTo>
                    <a:pt x="100329" y="262610"/>
                  </a:lnTo>
                  <a:lnTo>
                    <a:pt x="95722" y="250760"/>
                  </a:lnTo>
                  <a:close/>
                </a:path>
                <a:path w="137160" h="320039">
                  <a:moveTo>
                    <a:pt x="107544" y="246177"/>
                  </a:moveTo>
                  <a:lnTo>
                    <a:pt x="95722" y="250760"/>
                  </a:lnTo>
                  <a:lnTo>
                    <a:pt x="100329" y="262610"/>
                  </a:lnTo>
                  <a:lnTo>
                    <a:pt x="112140" y="258013"/>
                  </a:lnTo>
                  <a:lnTo>
                    <a:pt x="107544" y="246177"/>
                  </a:lnTo>
                  <a:close/>
                </a:path>
                <a:path w="137160" h="320039">
                  <a:moveTo>
                    <a:pt x="137160" y="234696"/>
                  </a:moveTo>
                  <a:lnTo>
                    <a:pt x="107544" y="246177"/>
                  </a:lnTo>
                  <a:lnTo>
                    <a:pt x="112140" y="258013"/>
                  </a:lnTo>
                  <a:lnTo>
                    <a:pt x="100329" y="262610"/>
                  </a:lnTo>
                  <a:lnTo>
                    <a:pt x="134526" y="262610"/>
                  </a:lnTo>
                  <a:lnTo>
                    <a:pt x="137160" y="234696"/>
                  </a:lnTo>
                  <a:close/>
                </a:path>
                <a:path w="137160" h="320039">
                  <a:moveTo>
                    <a:pt x="11937" y="0"/>
                  </a:moveTo>
                  <a:lnTo>
                    <a:pt x="0" y="4571"/>
                  </a:lnTo>
                  <a:lnTo>
                    <a:pt x="95722" y="250760"/>
                  </a:lnTo>
                  <a:lnTo>
                    <a:pt x="107544" y="246177"/>
                  </a:lnTo>
                  <a:lnTo>
                    <a:pt x="119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942844" y="4349496"/>
              <a:ext cx="478790" cy="421005"/>
            </a:xfrm>
            <a:custGeom>
              <a:avLst/>
              <a:gdLst/>
              <a:ahLst/>
              <a:cxnLst/>
              <a:rect l="l" t="t" r="r" b="b"/>
              <a:pathLst>
                <a:path w="478789" h="421004">
                  <a:moveTo>
                    <a:pt x="0" y="420623"/>
                  </a:moveTo>
                  <a:lnTo>
                    <a:pt x="478535" y="420623"/>
                  </a:lnTo>
                  <a:lnTo>
                    <a:pt x="478535" y="0"/>
                  </a:lnTo>
                  <a:lnTo>
                    <a:pt x="0" y="0"/>
                  </a:lnTo>
                  <a:lnTo>
                    <a:pt x="0" y="42062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3131947" y="4512690"/>
            <a:ext cx="2203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23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926714" y="4313046"/>
            <a:ext cx="34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123899" y="4377816"/>
            <a:ext cx="2850515" cy="1580515"/>
            <a:chOff x="1123899" y="4377816"/>
            <a:chExt cx="2850515" cy="1580515"/>
          </a:xfrm>
        </p:grpSpPr>
        <p:sp>
          <p:nvSpPr>
            <p:cNvPr id="70" name="object 70"/>
            <p:cNvSpPr/>
            <p:nvPr/>
          </p:nvSpPr>
          <p:spPr>
            <a:xfrm>
              <a:off x="1123899" y="4377816"/>
              <a:ext cx="2850515" cy="1580515"/>
            </a:xfrm>
            <a:custGeom>
              <a:avLst/>
              <a:gdLst/>
              <a:ahLst/>
              <a:cxnLst/>
              <a:rect l="l" t="t" r="r" b="b"/>
              <a:pathLst>
                <a:path w="2850515" h="1580514">
                  <a:moveTo>
                    <a:pt x="1818944" y="181991"/>
                  </a:moveTo>
                  <a:lnTo>
                    <a:pt x="1735251" y="198120"/>
                  </a:lnTo>
                  <a:lnTo>
                    <a:pt x="1754657" y="223367"/>
                  </a:lnTo>
                  <a:lnTo>
                    <a:pt x="0" y="1570164"/>
                  </a:lnTo>
                  <a:lnTo>
                    <a:pt x="7721" y="1580248"/>
                  </a:lnTo>
                  <a:lnTo>
                    <a:pt x="1762379" y="233413"/>
                  </a:lnTo>
                  <a:lnTo>
                    <a:pt x="1781733" y="258572"/>
                  </a:lnTo>
                  <a:lnTo>
                    <a:pt x="1802587" y="215646"/>
                  </a:lnTo>
                  <a:lnTo>
                    <a:pt x="1818944" y="181991"/>
                  </a:lnTo>
                  <a:close/>
                </a:path>
                <a:path w="2850515" h="1580514">
                  <a:moveTo>
                    <a:pt x="2850184" y="14351"/>
                  </a:moveTo>
                  <a:lnTo>
                    <a:pt x="2766237" y="0"/>
                  </a:lnTo>
                  <a:lnTo>
                    <a:pt x="2775432" y="30353"/>
                  </a:lnTo>
                  <a:lnTo>
                    <a:pt x="2295702" y="175514"/>
                  </a:lnTo>
                  <a:lnTo>
                    <a:pt x="2299258" y="187706"/>
                  </a:lnTo>
                  <a:lnTo>
                    <a:pt x="2779128" y="42532"/>
                  </a:lnTo>
                  <a:lnTo>
                    <a:pt x="2788335" y="72898"/>
                  </a:lnTo>
                  <a:lnTo>
                    <a:pt x="2837167" y="26670"/>
                  </a:lnTo>
                  <a:lnTo>
                    <a:pt x="2850184" y="14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892552" y="5173979"/>
              <a:ext cx="477520" cy="421005"/>
            </a:xfrm>
            <a:custGeom>
              <a:avLst/>
              <a:gdLst/>
              <a:ahLst/>
              <a:cxnLst/>
              <a:rect l="l" t="t" r="r" b="b"/>
              <a:pathLst>
                <a:path w="477520" h="421004">
                  <a:moveTo>
                    <a:pt x="0" y="420624"/>
                  </a:moveTo>
                  <a:lnTo>
                    <a:pt x="477012" y="420624"/>
                  </a:lnTo>
                  <a:lnTo>
                    <a:pt x="477012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079242" y="5336540"/>
            <a:ext cx="220979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878582" y="5136337"/>
            <a:ext cx="3492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121879" y="1075054"/>
            <a:ext cx="2853690" cy="4881880"/>
          </a:xfrm>
          <a:custGeom>
            <a:avLst/>
            <a:gdLst/>
            <a:ahLst/>
            <a:cxnLst/>
            <a:rect l="l" t="t" r="r" b="b"/>
            <a:pathLst>
              <a:path w="2853690" h="4881880">
                <a:moveTo>
                  <a:pt x="1776514" y="4223512"/>
                </a:moveTo>
                <a:lnTo>
                  <a:pt x="1747062" y="4235539"/>
                </a:lnTo>
                <a:lnTo>
                  <a:pt x="11760" y="0"/>
                </a:lnTo>
                <a:lnTo>
                  <a:pt x="0" y="4826"/>
                </a:lnTo>
                <a:lnTo>
                  <a:pt x="1735366" y="4240314"/>
                </a:lnTo>
                <a:lnTo>
                  <a:pt x="1705902" y="4252341"/>
                </a:lnTo>
                <a:lnTo>
                  <a:pt x="1770037" y="4308475"/>
                </a:lnTo>
                <a:lnTo>
                  <a:pt x="1774329" y="4252087"/>
                </a:lnTo>
                <a:lnTo>
                  <a:pt x="1776514" y="4223512"/>
                </a:lnTo>
                <a:close/>
              </a:path>
              <a:path w="2853690" h="4881880">
                <a:moveTo>
                  <a:pt x="2853601" y="4881562"/>
                </a:moveTo>
                <a:lnTo>
                  <a:pt x="2839364" y="4842573"/>
                </a:lnTo>
                <a:lnTo>
                  <a:pt x="2824391" y="4801540"/>
                </a:lnTo>
                <a:lnTo>
                  <a:pt x="2802585" y="4824628"/>
                </a:lnTo>
                <a:lnTo>
                  <a:pt x="2252002" y="4304665"/>
                </a:lnTo>
                <a:lnTo>
                  <a:pt x="2243366" y="4313809"/>
                </a:lnTo>
                <a:lnTo>
                  <a:pt x="2793898" y="4833823"/>
                </a:lnTo>
                <a:lnTo>
                  <a:pt x="2772067" y="4856937"/>
                </a:lnTo>
                <a:lnTo>
                  <a:pt x="2853601" y="4881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5" name="object 7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5114" y="952500"/>
            <a:ext cx="234441" cy="211709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5561076" y="865632"/>
            <a:ext cx="612775" cy="3600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375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566917" y="2552445"/>
            <a:ext cx="624205" cy="372745"/>
            <a:chOff x="5566917" y="2552445"/>
            <a:chExt cx="624205" cy="372745"/>
          </a:xfrm>
        </p:grpSpPr>
        <p:sp>
          <p:nvSpPr>
            <p:cNvPr id="78" name="object 78"/>
            <p:cNvSpPr/>
            <p:nvPr/>
          </p:nvSpPr>
          <p:spPr>
            <a:xfrm>
              <a:off x="5573267" y="2558795"/>
              <a:ext cx="611505" cy="360045"/>
            </a:xfrm>
            <a:custGeom>
              <a:avLst/>
              <a:gdLst/>
              <a:ahLst/>
              <a:cxnLst/>
              <a:rect l="l" t="t" r="r" b="b"/>
              <a:pathLst>
                <a:path w="611504" h="360044">
                  <a:moveTo>
                    <a:pt x="0" y="359663"/>
                  </a:moveTo>
                  <a:lnTo>
                    <a:pt x="611124" y="359663"/>
                  </a:lnTo>
                  <a:lnTo>
                    <a:pt x="611124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6162" y="2645917"/>
              <a:ext cx="234441" cy="211709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5554217" y="2575686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375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81" name="object 8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69559" y="4300220"/>
            <a:ext cx="234568" cy="211709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5565647" y="4212335"/>
            <a:ext cx="612775" cy="3613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375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83" name="object 8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76163" y="5842723"/>
            <a:ext cx="234441" cy="211747"/>
          </a:xfrm>
          <a:prstGeom prst="rect">
            <a:avLst/>
          </a:prstGeom>
        </p:spPr>
      </p:pic>
      <p:sp>
        <p:nvSpPr>
          <p:cNvPr id="84" name="object 84"/>
          <p:cNvSpPr txBox="1"/>
          <p:nvPr/>
        </p:nvSpPr>
        <p:spPr>
          <a:xfrm>
            <a:off x="5573267" y="5756147"/>
            <a:ext cx="611505" cy="3600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35"/>
              </a:spcBef>
            </a:pPr>
            <a:r>
              <a:rPr sz="1800" dirty="0">
                <a:latin typeface="Cambria Math"/>
                <a:cs typeface="Cambria Math"/>
              </a:rPr>
              <a:t>𝑓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375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7891271" y="1449324"/>
            <a:ext cx="955675" cy="859790"/>
          </a:xfrm>
          <a:custGeom>
            <a:avLst/>
            <a:gdLst/>
            <a:ahLst/>
            <a:cxnLst/>
            <a:rect l="l" t="t" r="r" b="b"/>
            <a:pathLst>
              <a:path w="955675" h="859789">
                <a:moveTo>
                  <a:pt x="0" y="429767"/>
                </a:moveTo>
                <a:lnTo>
                  <a:pt x="2466" y="385825"/>
                </a:lnTo>
                <a:lnTo>
                  <a:pt x="9705" y="343152"/>
                </a:lnTo>
                <a:lnTo>
                  <a:pt x="21476" y="301964"/>
                </a:lnTo>
                <a:lnTo>
                  <a:pt x="37540" y="262479"/>
                </a:lnTo>
                <a:lnTo>
                  <a:pt x="57656" y="224911"/>
                </a:lnTo>
                <a:lnTo>
                  <a:pt x="81586" y="189476"/>
                </a:lnTo>
                <a:lnTo>
                  <a:pt x="109087" y="156392"/>
                </a:lnTo>
                <a:lnTo>
                  <a:pt x="139922" y="125872"/>
                </a:lnTo>
                <a:lnTo>
                  <a:pt x="173849" y="98135"/>
                </a:lnTo>
                <a:lnTo>
                  <a:pt x="210629" y="73395"/>
                </a:lnTo>
                <a:lnTo>
                  <a:pt x="250021" y="51868"/>
                </a:lnTo>
                <a:lnTo>
                  <a:pt x="291786" y="33772"/>
                </a:lnTo>
                <a:lnTo>
                  <a:pt x="335684" y="19320"/>
                </a:lnTo>
                <a:lnTo>
                  <a:pt x="381474" y="8731"/>
                </a:lnTo>
                <a:lnTo>
                  <a:pt x="428918" y="2218"/>
                </a:lnTo>
                <a:lnTo>
                  <a:pt x="477774" y="0"/>
                </a:lnTo>
                <a:lnTo>
                  <a:pt x="526629" y="2218"/>
                </a:lnTo>
                <a:lnTo>
                  <a:pt x="574073" y="8731"/>
                </a:lnTo>
                <a:lnTo>
                  <a:pt x="619863" y="19320"/>
                </a:lnTo>
                <a:lnTo>
                  <a:pt x="663761" y="33772"/>
                </a:lnTo>
                <a:lnTo>
                  <a:pt x="705526" y="51868"/>
                </a:lnTo>
                <a:lnTo>
                  <a:pt x="744918" y="73395"/>
                </a:lnTo>
                <a:lnTo>
                  <a:pt x="781698" y="98135"/>
                </a:lnTo>
                <a:lnTo>
                  <a:pt x="815625" y="125872"/>
                </a:lnTo>
                <a:lnTo>
                  <a:pt x="846460" y="156392"/>
                </a:lnTo>
                <a:lnTo>
                  <a:pt x="873961" y="189476"/>
                </a:lnTo>
                <a:lnTo>
                  <a:pt x="897891" y="224911"/>
                </a:lnTo>
                <a:lnTo>
                  <a:pt x="918007" y="262479"/>
                </a:lnTo>
                <a:lnTo>
                  <a:pt x="934071" y="301964"/>
                </a:lnTo>
                <a:lnTo>
                  <a:pt x="945842" y="343152"/>
                </a:lnTo>
                <a:lnTo>
                  <a:pt x="953081" y="385825"/>
                </a:lnTo>
                <a:lnTo>
                  <a:pt x="955548" y="429767"/>
                </a:lnTo>
                <a:lnTo>
                  <a:pt x="953081" y="473710"/>
                </a:lnTo>
                <a:lnTo>
                  <a:pt x="945842" y="516383"/>
                </a:lnTo>
                <a:lnTo>
                  <a:pt x="934071" y="557571"/>
                </a:lnTo>
                <a:lnTo>
                  <a:pt x="918007" y="597056"/>
                </a:lnTo>
                <a:lnTo>
                  <a:pt x="897891" y="634624"/>
                </a:lnTo>
                <a:lnTo>
                  <a:pt x="873961" y="670059"/>
                </a:lnTo>
                <a:lnTo>
                  <a:pt x="846460" y="703143"/>
                </a:lnTo>
                <a:lnTo>
                  <a:pt x="815625" y="733663"/>
                </a:lnTo>
                <a:lnTo>
                  <a:pt x="781698" y="761400"/>
                </a:lnTo>
                <a:lnTo>
                  <a:pt x="744918" y="786140"/>
                </a:lnTo>
                <a:lnTo>
                  <a:pt x="705526" y="807667"/>
                </a:lnTo>
                <a:lnTo>
                  <a:pt x="663761" y="825763"/>
                </a:lnTo>
                <a:lnTo>
                  <a:pt x="619863" y="840215"/>
                </a:lnTo>
                <a:lnTo>
                  <a:pt x="574073" y="850804"/>
                </a:lnTo>
                <a:lnTo>
                  <a:pt x="526629" y="857317"/>
                </a:lnTo>
                <a:lnTo>
                  <a:pt x="477774" y="859536"/>
                </a:lnTo>
                <a:lnTo>
                  <a:pt x="428918" y="857317"/>
                </a:lnTo>
                <a:lnTo>
                  <a:pt x="381474" y="850804"/>
                </a:lnTo>
                <a:lnTo>
                  <a:pt x="335684" y="840215"/>
                </a:lnTo>
                <a:lnTo>
                  <a:pt x="291786" y="825763"/>
                </a:lnTo>
                <a:lnTo>
                  <a:pt x="250021" y="807667"/>
                </a:lnTo>
                <a:lnTo>
                  <a:pt x="210629" y="786140"/>
                </a:lnTo>
                <a:lnTo>
                  <a:pt x="173849" y="761400"/>
                </a:lnTo>
                <a:lnTo>
                  <a:pt x="139922" y="733663"/>
                </a:lnTo>
                <a:lnTo>
                  <a:pt x="109087" y="703143"/>
                </a:lnTo>
                <a:lnTo>
                  <a:pt x="81586" y="670059"/>
                </a:lnTo>
                <a:lnTo>
                  <a:pt x="57656" y="634624"/>
                </a:lnTo>
                <a:lnTo>
                  <a:pt x="37540" y="597056"/>
                </a:lnTo>
                <a:lnTo>
                  <a:pt x="21476" y="557571"/>
                </a:lnTo>
                <a:lnTo>
                  <a:pt x="9705" y="516383"/>
                </a:lnTo>
                <a:lnTo>
                  <a:pt x="2466" y="473710"/>
                </a:lnTo>
                <a:lnTo>
                  <a:pt x="0" y="42976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8196833" y="1724025"/>
            <a:ext cx="32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mbria Math"/>
              <a:cs typeface="Cambria Math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7891271" y="4666488"/>
            <a:ext cx="955675" cy="859790"/>
          </a:xfrm>
          <a:custGeom>
            <a:avLst/>
            <a:gdLst/>
            <a:ahLst/>
            <a:cxnLst/>
            <a:rect l="l" t="t" r="r" b="b"/>
            <a:pathLst>
              <a:path w="955675" h="859789">
                <a:moveTo>
                  <a:pt x="0" y="429768"/>
                </a:moveTo>
                <a:lnTo>
                  <a:pt x="2466" y="385825"/>
                </a:lnTo>
                <a:lnTo>
                  <a:pt x="9705" y="343152"/>
                </a:lnTo>
                <a:lnTo>
                  <a:pt x="21476" y="301964"/>
                </a:lnTo>
                <a:lnTo>
                  <a:pt x="37540" y="262479"/>
                </a:lnTo>
                <a:lnTo>
                  <a:pt x="57656" y="224911"/>
                </a:lnTo>
                <a:lnTo>
                  <a:pt x="81586" y="189476"/>
                </a:lnTo>
                <a:lnTo>
                  <a:pt x="109087" y="156392"/>
                </a:lnTo>
                <a:lnTo>
                  <a:pt x="139922" y="125872"/>
                </a:lnTo>
                <a:lnTo>
                  <a:pt x="173849" y="98135"/>
                </a:lnTo>
                <a:lnTo>
                  <a:pt x="210629" y="73395"/>
                </a:lnTo>
                <a:lnTo>
                  <a:pt x="250021" y="51868"/>
                </a:lnTo>
                <a:lnTo>
                  <a:pt x="291786" y="33772"/>
                </a:lnTo>
                <a:lnTo>
                  <a:pt x="335684" y="19320"/>
                </a:lnTo>
                <a:lnTo>
                  <a:pt x="381474" y="8731"/>
                </a:lnTo>
                <a:lnTo>
                  <a:pt x="428918" y="2218"/>
                </a:lnTo>
                <a:lnTo>
                  <a:pt x="477774" y="0"/>
                </a:lnTo>
                <a:lnTo>
                  <a:pt x="526629" y="2218"/>
                </a:lnTo>
                <a:lnTo>
                  <a:pt x="574073" y="8731"/>
                </a:lnTo>
                <a:lnTo>
                  <a:pt x="619863" y="19320"/>
                </a:lnTo>
                <a:lnTo>
                  <a:pt x="663761" y="33772"/>
                </a:lnTo>
                <a:lnTo>
                  <a:pt x="705526" y="51868"/>
                </a:lnTo>
                <a:lnTo>
                  <a:pt x="744918" y="73395"/>
                </a:lnTo>
                <a:lnTo>
                  <a:pt x="781698" y="98135"/>
                </a:lnTo>
                <a:lnTo>
                  <a:pt x="815625" y="125872"/>
                </a:lnTo>
                <a:lnTo>
                  <a:pt x="846460" y="156392"/>
                </a:lnTo>
                <a:lnTo>
                  <a:pt x="873961" y="189476"/>
                </a:lnTo>
                <a:lnTo>
                  <a:pt x="897891" y="224911"/>
                </a:lnTo>
                <a:lnTo>
                  <a:pt x="918007" y="262479"/>
                </a:lnTo>
                <a:lnTo>
                  <a:pt x="934071" y="301964"/>
                </a:lnTo>
                <a:lnTo>
                  <a:pt x="945842" y="343152"/>
                </a:lnTo>
                <a:lnTo>
                  <a:pt x="953081" y="385825"/>
                </a:lnTo>
                <a:lnTo>
                  <a:pt x="955548" y="429768"/>
                </a:lnTo>
                <a:lnTo>
                  <a:pt x="953081" y="473710"/>
                </a:lnTo>
                <a:lnTo>
                  <a:pt x="945842" y="516383"/>
                </a:lnTo>
                <a:lnTo>
                  <a:pt x="934071" y="557571"/>
                </a:lnTo>
                <a:lnTo>
                  <a:pt x="918007" y="597056"/>
                </a:lnTo>
                <a:lnTo>
                  <a:pt x="897891" y="634624"/>
                </a:lnTo>
                <a:lnTo>
                  <a:pt x="873961" y="670059"/>
                </a:lnTo>
                <a:lnTo>
                  <a:pt x="846460" y="703143"/>
                </a:lnTo>
                <a:lnTo>
                  <a:pt x="815625" y="733663"/>
                </a:lnTo>
                <a:lnTo>
                  <a:pt x="781698" y="761400"/>
                </a:lnTo>
                <a:lnTo>
                  <a:pt x="744918" y="786140"/>
                </a:lnTo>
                <a:lnTo>
                  <a:pt x="705526" y="807667"/>
                </a:lnTo>
                <a:lnTo>
                  <a:pt x="663761" y="825763"/>
                </a:lnTo>
                <a:lnTo>
                  <a:pt x="619863" y="840215"/>
                </a:lnTo>
                <a:lnTo>
                  <a:pt x="574073" y="850804"/>
                </a:lnTo>
                <a:lnTo>
                  <a:pt x="526629" y="857317"/>
                </a:lnTo>
                <a:lnTo>
                  <a:pt x="477774" y="859536"/>
                </a:lnTo>
                <a:lnTo>
                  <a:pt x="428918" y="857317"/>
                </a:lnTo>
                <a:lnTo>
                  <a:pt x="381474" y="850804"/>
                </a:lnTo>
                <a:lnTo>
                  <a:pt x="335684" y="840215"/>
                </a:lnTo>
                <a:lnTo>
                  <a:pt x="291786" y="825763"/>
                </a:lnTo>
                <a:lnTo>
                  <a:pt x="250021" y="807667"/>
                </a:lnTo>
                <a:lnTo>
                  <a:pt x="210629" y="786140"/>
                </a:lnTo>
                <a:lnTo>
                  <a:pt x="173849" y="761400"/>
                </a:lnTo>
                <a:lnTo>
                  <a:pt x="139922" y="733663"/>
                </a:lnTo>
                <a:lnTo>
                  <a:pt x="109087" y="703143"/>
                </a:lnTo>
                <a:lnTo>
                  <a:pt x="81586" y="670059"/>
                </a:lnTo>
                <a:lnTo>
                  <a:pt x="57656" y="634624"/>
                </a:lnTo>
                <a:lnTo>
                  <a:pt x="37540" y="597056"/>
                </a:lnTo>
                <a:lnTo>
                  <a:pt x="21476" y="557571"/>
                </a:lnTo>
                <a:lnTo>
                  <a:pt x="9705" y="516383"/>
                </a:lnTo>
                <a:lnTo>
                  <a:pt x="2466" y="473710"/>
                </a:lnTo>
                <a:lnTo>
                  <a:pt x="0" y="42976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8196833" y="4942458"/>
            <a:ext cx="32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mbria Math"/>
              <a:cs typeface="Cambria Math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859523" y="835152"/>
            <a:ext cx="478790" cy="421005"/>
          </a:xfrm>
          <a:custGeom>
            <a:avLst/>
            <a:gdLst/>
            <a:ahLst/>
            <a:cxnLst/>
            <a:rect l="l" t="t" r="r" b="b"/>
            <a:pathLst>
              <a:path w="478790" h="421005">
                <a:moveTo>
                  <a:pt x="0" y="420624"/>
                </a:moveTo>
                <a:lnTo>
                  <a:pt x="478535" y="420624"/>
                </a:lnTo>
                <a:lnTo>
                  <a:pt x="478535" y="0"/>
                </a:lnTo>
                <a:lnTo>
                  <a:pt x="0" y="0"/>
                </a:lnTo>
                <a:lnTo>
                  <a:pt x="0" y="42062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7047738" y="997712"/>
            <a:ext cx="220979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11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847078" y="798067"/>
            <a:ext cx="353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6867143" y="1417319"/>
            <a:ext cx="478790" cy="422275"/>
          </a:xfrm>
          <a:custGeom>
            <a:avLst/>
            <a:gdLst/>
            <a:ahLst/>
            <a:cxnLst/>
            <a:rect l="l" t="t" r="r" b="b"/>
            <a:pathLst>
              <a:path w="478790" h="422275">
                <a:moveTo>
                  <a:pt x="0" y="422148"/>
                </a:moveTo>
                <a:lnTo>
                  <a:pt x="478535" y="422148"/>
                </a:lnTo>
                <a:lnTo>
                  <a:pt x="478535" y="0"/>
                </a:lnTo>
                <a:lnTo>
                  <a:pt x="0" y="0"/>
                </a:lnTo>
                <a:lnTo>
                  <a:pt x="0" y="4221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069835" y="1581150"/>
            <a:ext cx="208279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21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864604" y="1381505"/>
            <a:ext cx="340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6879335" y="2045207"/>
            <a:ext cx="477520" cy="422275"/>
          </a:xfrm>
          <a:custGeom>
            <a:avLst/>
            <a:gdLst/>
            <a:ahLst/>
            <a:cxnLst/>
            <a:rect l="l" t="t" r="r" b="b"/>
            <a:pathLst>
              <a:path w="477520" h="422275">
                <a:moveTo>
                  <a:pt x="0" y="422148"/>
                </a:moveTo>
                <a:lnTo>
                  <a:pt x="477012" y="422148"/>
                </a:lnTo>
                <a:lnTo>
                  <a:pt x="477012" y="0"/>
                </a:lnTo>
                <a:lnTo>
                  <a:pt x="0" y="0"/>
                </a:lnTo>
                <a:lnTo>
                  <a:pt x="0" y="4221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081139" y="2209926"/>
            <a:ext cx="208279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31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875906" y="2010283"/>
            <a:ext cx="340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56476" y="2680716"/>
            <a:ext cx="477520" cy="422275"/>
          </a:xfrm>
          <a:custGeom>
            <a:avLst/>
            <a:gdLst/>
            <a:ahLst/>
            <a:cxnLst/>
            <a:rect l="l" t="t" r="r" b="b"/>
            <a:pathLst>
              <a:path w="477520" h="422275">
                <a:moveTo>
                  <a:pt x="0" y="422148"/>
                </a:moveTo>
                <a:lnTo>
                  <a:pt x="477012" y="422148"/>
                </a:lnTo>
                <a:lnTo>
                  <a:pt x="477012" y="0"/>
                </a:lnTo>
                <a:lnTo>
                  <a:pt x="0" y="0"/>
                </a:lnTo>
                <a:lnTo>
                  <a:pt x="0" y="42214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7045579" y="2844545"/>
            <a:ext cx="220979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41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840346" y="2644902"/>
            <a:ext cx="353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6172200" y="1007363"/>
            <a:ext cx="1720214" cy="4928870"/>
            <a:chOff x="6172200" y="1007363"/>
            <a:chExt cx="1720214" cy="4928870"/>
          </a:xfrm>
        </p:grpSpPr>
        <p:sp>
          <p:nvSpPr>
            <p:cNvPr id="102" name="object 102"/>
            <p:cNvSpPr/>
            <p:nvPr/>
          </p:nvSpPr>
          <p:spPr>
            <a:xfrm>
              <a:off x="6172200" y="1007363"/>
              <a:ext cx="1720214" cy="4928870"/>
            </a:xfrm>
            <a:custGeom>
              <a:avLst/>
              <a:gdLst/>
              <a:ahLst/>
              <a:cxnLst/>
              <a:rect l="l" t="t" r="r" b="b"/>
              <a:pathLst>
                <a:path w="1720215" h="4928870">
                  <a:moveTo>
                    <a:pt x="688213" y="38100"/>
                  </a:moveTo>
                  <a:lnTo>
                    <a:pt x="675513" y="31750"/>
                  </a:lnTo>
                  <a:lnTo>
                    <a:pt x="612013" y="0"/>
                  </a:lnTo>
                  <a:lnTo>
                    <a:pt x="612013" y="31750"/>
                  </a:lnTo>
                  <a:lnTo>
                    <a:pt x="1524" y="31750"/>
                  </a:lnTo>
                  <a:lnTo>
                    <a:pt x="1524" y="44450"/>
                  </a:lnTo>
                  <a:lnTo>
                    <a:pt x="612013" y="44450"/>
                  </a:lnTo>
                  <a:lnTo>
                    <a:pt x="612013" y="76200"/>
                  </a:lnTo>
                  <a:lnTo>
                    <a:pt x="675513" y="44450"/>
                  </a:lnTo>
                  <a:lnTo>
                    <a:pt x="688213" y="38100"/>
                  </a:lnTo>
                  <a:close/>
                </a:path>
                <a:path w="1720215" h="4928870">
                  <a:moveTo>
                    <a:pt x="695325" y="621792"/>
                  </a:moveTo>
                  <a:lnTo>
                    <a:pt x="622935" y="666750"/>
                  </a:lnTo>
                  <a:lnTo>
                    <a:pt x="649960" y="683361"/>
                  </a:lnTo>
                  <a:lnTo>
                    <a:pt x="6731" y="1728470"/>
                  </a:lnTo>
                  <a:lnTo>
                    <a:pt x="17653" y="1735074"/>
                  </a:lnTo>
                  <a:lnTo>
                    <a:pt x="660742" y="689991"/>
                  </a:lnTo>
                  <a:lnTo>
                    <a:pt x="687832" y="706628"/>
                  </a:lnTo>
                  <a:lnTo>
                    <a:pt x="690829" y="672592"/>
                  </a:lnTo>
                  <a:lnTo>
                    <a:pt x="695325" y="621792"/>
                  </a:lnTo>
                  <a:close/>
                </a:path>
                <a:path w="1720215" h="4928870">
                  <a:moveTo>
                    <a:pt x="704596" y="1966341"/>
                  </a:moveTo>
                  <a:lnTo>
                    <a:pt x="699058" y="1944243"/>
                  </a:lnTo>
                  <a:lnTo>
                    <a:pt x="683895" y="1883664"/>
                  </a:lnTo>
                  <a:lnTo>
                    <a:pt x="630174" y="1949831"/>
                  </a:lnTo>
                  <a:lnTo>
                    <a:pt x="661200" y="1956727"/>
                  </a:lnTo>
                  <a:lnTo>
                    <a:pt x="5969" y="4926127"/>
                  </a:lnTo>
                  <a:lnTo>
                    <a:pt x="18415" y="4928870"/>
                  </a:lnTo>
                  <a:lnTo>
                    <a:pt x="673646" y="1959483"/>
                  </a:lnTo>
                  <a:lnTo>
                    <a:pt x="704596" y="1966341"/>
                  </a:lnTo>
                  <a:close/>
                </a:path>
                <a:path w="1720215" h="4928870">
                  <a:moveTo>
                    <a:pt x="719709" y="1334008"/>
                  </a:moveTo>
                  <a:lnTo>
                    <a:pt x="715860" y="1307973"/>
                  </a:lnTo>
                  <a:lnTo>
                    <a:pt x="707263" y="1249680"/>
                  </a:lnTo>
                  <a:lnTo>
                    <a:pt x="647319" y="1310259"/>
                  </a:lnTo>
                  <a:lnTo>
                    <a:pt x="677481" y="1320165"/>
                  </a:lnTo>
                  <a:lnTo>
                    <a:pt x="0" y="3383915"/>
                  </a:lnTo>
                  <a:lnTo>
                    <a:pt x="12065" y="3387852"/>
                  </a:lnTo>
                  <a:lnTo>
                    <a:pt x="689571" y="1324127"/>
                  </a:lnTo>
                  <a:lnTo>
                    <a:pt x="719709" y="1334008"/>
                  </a:lnTo>
                  <a:close/>
                </a:path>
                <a:path w="1720215" h="4928870">
                  <a:moveTo>
                    <a:pt x="1719961" y="871982"/>
                  </a:moveTo>
                  <a:lnTo>
                    <a:pt x="1719694" y="871664"/>
                  </a:lnTo>
                  <a:lnTo>
                    <a:pt x="1713623" y="822325"/>
                  </a:lnTo>
                  <a:lnTo>
                    <a:pt x="1709293" y="787146"/>
                  </a:lnTo>
                  <a:lnTo>
                    <a:pt x="1682800" y="804735"/>
                  </a:lnTo>
                  <a:lnTo>
                    <a:pt x="1171194" y="34544"/>
                  </a:lnTo>
                  <a:lnTo>
                    <a:pt x="1160526" y="41656"/>
                  </a:lnTo>
                  <a:lnTo>
                    <a:pt x="1672272" y="811733"/>
                  </a:lnTo>
                  <a:lnTo>
                    <a:pt x="1671739" y="812088"/>
                  </a:lnTo>
                  <a:lnTo>
                    <a:pt x="1666494" y="805561"/>
                  </a:lnTo>
                  <a:lnTo>
                    <a:pt x="1659940" y="819924"/>
                  </a:lnTo>
                  <a:lnTo>
                    <a:pt x="1645793" y="829310"/>
                  </a:lnTo>
                  <a:lnTo>
                    <a:pt x="1653603" y="833805"/>
                  </a:lnTo>
                  <a:lnTo>
                    <a:pt x="1653311" y="834453"/>
                  </a:lnTo>
                  <a:lnTo>
                    <a:pt x="1176147" y="616077"/>
                  </a:lnTo>
                  <a:lnTo>
                    <a:pt x="1170813" y="627507"/>
                  </a:lnTo>
                  <a:lnTo>
                    <a:pt x="1648053" y="845985"/>
                  </a:lnTo>
                  <a:lnTo>
                    <a:pt x="1634871" y="874903"/>
                  </a:lnTo>
                  <a:lnTo>
                    <a:pt x="1716659" y="872096"/>
                  </a:lnTo>
                  <a:lnTo>
                    <a:pt x="1634871" y="884555"/>
                  </a:lnTo>
                  <a:lnTo>
                    <a:pt x="1653209" y="910539"/>
                  </a:lnTo>
                  <a:lnTo>
                    <a:pt x="1180465" y="1244346"/>
                  </a:lnTo>
                  <a:lnTo>
                    <a:pt x="1187831" y="1254760"/>
                  </a:lnTo>
                  <a:lnTo>
                    <a:pt x="1656105" y="923988"/>
                  </a:lnTo>
                  <a:lnTo>
                    <a:pt x="1666900" y="929932"/>
                  </a:lnTo>
                  <a:lnTo>
                    <a:pt x="1674202" y="940269"/>
                  </a:lnTo>
                  <a:lnTo>
                    <a:pt x="1155700" y="1881378"/>
                  </a:lnTo>
                  <a:lnTo>
                    <a:pt x="1166876" y="1887601"/>
                  </a:lnTo>
                  <a:lnTo>
                    <a:pt x="1688033" y="941552"/>
                  </a:lnTo>
                  <a:lnTo>
                    <a:pt x="1715770" y="956818"/>
                  </a:lnTo>
                  <a:lnTo>
                    <a:pt x="1717078" y="924306"/>
                  </a:lnTo>
                  <a:lnTo>
                    <a:pt x="1719186" y="872020"/>
                  </a:lnTo>
                  <a:lnTo>
                    <a:pt x="1719961" y="8719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847331" y="3829812"/>
              <a:ext cx="478790" cy="421005"/>
            </a:xfrm>
            <a:custGeom>
              <a:avLst/>
              <a:gdLst/>
              <a:ahLst/>
              <a:cxnLst/>
              <a:rect l="l" t="t" r="r" b="b"/>
              <a:pathLst>
                <a:path w="478790" h="421004">
                  <a:moveTo>
                    <a:pt x="0" y="420624"/>
                  </a:moveTo>
                  <a:lnTo>
                    <a:pt x="478535" y="420624"/>
                  </a:lnTo>
                  <a:lnTo>
                    <a:pt x="478535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6834251" y="3932046"/>
            <a:ext cx="447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2345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12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039482" y="3854322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6844283" y="4450079"/>
            <a:ext cx="477520" cy="421005"/>
          </a:xfrm>
          <a:custGeom>
            <a:avLst/>
            <a:gdLst/>
            <a:ahLst/>
            <a:cxnLst/>
            <a:rect l="l" t="t" r="r" b="b"/>
            <a:pathLst>
              <a:path w="477520" h="421004">
                <a:moveTo>
                  <a:pt x="0" y="420624"/>
                </a:moveTo>
                <a:lnTo>
                  <a:pt x="477012" y="420624"/>
                </a:lnTo>
                <a:lnTo>
                  <a:pt x="477012" y="0"/>
                </a:lnTo>
                <a:lnTo>
                  <a:pt x="0" y="0"/>
                </a:lnTo>
                <a:lnTo>
                  <a:pt x="0" y="42062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7045706" y="4613275"/>
            <a:ext cx="208279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22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840473" y="4413326"/>
            <a:ext cx="3403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6856476" y="5076444"/>
            <a:ext cx="477520" cy="421005"/>
          </a:xfrm>
          <a:custGeom>
            <a:avLst/>
            <a:gdLst/>
            <a:ahLst/>
            <a:cxnLst/>
            <a:rect l="l" t="t" r="r" b="b"/>
            <a:pathLst>
              <a:path w="477520" h="421004">
                <a:moveTo>
                  <a:pt x="0" y="420623"/>
                </a:moveTo>
                <a:lnTo>
                  <a:pt x="477012" y="420623"/>
                </a:lnTo>
                <a:lnTo>
                  <a:pt x="477012" y="0"/>
                </a:lnTo>
                <a:lnTo>
                  <a:pt x="0" y="0"/>
                </a:lnTo>
                <a:lnTo>
                  <a:pt x="0" y="42062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6840346" y="5179821"/>
            <a:ext cx="4514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2345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32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045579" y="5102097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6847331" y="5719571"/>
            <a:ext cx="477520" cy="421005"/>
          </a:xfrm>
          <a:custGeom>
            <a:avLst/>
            <a:gdLst/>
            <a:ahLst/>
            <a:cxnLst/>
            <a:rect l="l" t="t" r="r" b="b"/>
            <a:pathLst>
              <a:path w="477520" h="421004">
                <a:moveTo>
                  <a:pt x="0" y="420623"/>
                </a:moveTo>
                <a:lnTo>
                  <a:pt x="477012" y="420623"/>
                </a:lnTo>
                <a:lnTo>
                  <a:pt x="477012" y="0"/>
                </a:lnTo>
                <a:lnTo>
                  <a:pt x="0" y="0"/>
                </a:lnTo>
                <a:lnTo>
                  <a:pt x="0" y="420623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7036054" y="5883655"/>
            <a:ext cx="22161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42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6830821" y="5684011"/>
            <a:ext cx="353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𝒘</a:t>
            </a:r>
            <a:r>
              <a:rPr sz="1300" spc="-25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6167501" y="796798"/>
            <a:ext cx="4852670" cy="5172075"/>
            <a:chOff x="6167501" y="796798"/>
            <a:chExt cx="4852670" cy="5172075"/>
          </a:xfrm>
        </p:grpSpPr>
        <p:sp>
          <p:nvSpPr>
            <p:cNvPr id="116" name="object 116"/>
            <p:cNvSpPr/>
            <p:nvPr/>
          </p:nvSpPr>
          <p:spPr>
            <a:xfrm>
              <a:off x="6167501" y="1044066"/>
              <a:ext cx="4852670" cy="4925060"/>
            </a:xfrm>
            <a:custGeom>
              <a:avLst/>
              <a:gdLst/>
              <a:ahLst/>
              <a:cxnLst/>
              <a:rect l="l" t="t" r="r" b="b"/>
              <a:pathLst>
                <a:path w="4852670" h="4925060">
                  <a:moveTo>
                    <a:pt x="679196" y="4885817"/>
                  </a:moveTo>
                  <a:lnTo>
                    <a:pt x="667258" y="4879962"/>
                  </a:lnTo>
                  <a:lnTo>
                    <a:pt x="602742" y="4848314"/>
                  </a:lnTo>
                  <a:lnTo>
                    <a:pt x="602945" y="4880064"/>
                  </a:lnTo>
                  <a:lnTo>
                    <a:pt x="16891" y="4884674"/>
                  </a:lnTo>
                  <a:lnTo>
                    <a:pt x="16891" y="4897374"/>
                  </a:lnTo>
                  <a:lnTo>
                    <a:pt x="603034" y="4892764"/>
                  </a:lnTo>
                  <a:lnTo>
                    <a:pt x="603250" y="4924514"/>
                  </a:lnTo>
                  <a:lnTo>
                    <a:pt x="679196" y="4885817"/>
                  </a:lnTo>
                  <a:close/>
                </a:path>
                <a:path w="4852670" h="4925060">
                  <a:moveTo>
                    <a:pt x="687324" y="3531743"/>
                  </a:moveTo>
                  <a:lnTo>
                    <a:pt x="657288" y="3542080"/>
                  </a:lnTo>
                  <a:lnTo>
                    <a:pt x="22860" y="1692529"/>
                  </a:lnTo>
                  <a:lnTo>
                    <a:pt x="10922" y="1696593"/>
                  </a:lnTo>
                  <a:lnTo>
                    <a:pt x="645325" y="3546195"/>
                  </a:lnTo>
                  <a:lnTo>
                    <a:pt x="615315" y="3556508"/>
                  </a:lnTo>
                  <a:lnTo>
                    <a:pt x="676021" y="3616198"/>
                  </a:lnTo>
                  <a:lnTo>
                    <a:pt x="683768" y="3558286"/>
                  </a:lnTo>
                  <a:lnTo>
                    <a:pt x="687324" y="3531743"/>
                  </a:lnTo>
                  <a:close/>
                </a:path>
                <a:path w="4852670" h="4925060">
                  <a:moveTo>
                    <a:pt x="688975" y="4241927"/>
                  </a:moveTo>
                  <a:lnTo>
                    <a:pt x="680250" y="4195191"/>
                  </a:lnTo>
                  <a:lnTo>
                    <a:pt x="673354" y="4158234"/>
                  </a:lnTo>
                  <a:lnTo>
                    <a:pt x="648004" y="4177436"/>
                  </a:lnTo>
                  <a:lnTo>
                    <a:pt x="15875" y="3344291"/>
                  </a:lnTo>
                  <a:lnTo>
                    <a:pt x="5715" y="3351911"/>
                  </a:lnTo>
                  <a:lnTo>
                    <a:pt x="637870" y="4185107"/>
                  </a:lnTo>
                  <a:lnTo>
                    <a:pt x="612648" y="4204208"/>
                  </a:lnTo>
                  <a:lnTo>
                    <a:pt x="688975" y="4241927"/>
                  </a:lnTo>
                  <a:close/>
                </a:path>
                <a:path w="4852670" h="4925060">
                  <a:moveTo>
                    <a:pt x="700659" y="2913507"/>
                  </a:moveTo>
                  <a:lnTo>
                    <a:pt x="669658" y="2920504"/>
                  </a:lnTo>
                  <a:lnTo>
                    <a:pt x="12446" y="0"/>
                  </a:lnTo>
                  <a:lnTo>
                    <a:pt x="0" y="2794"/>
                  </a:lnTo>
                  <a:lnTo>
                    <a:pt x="657339" y="2923286"/>
                  </a:lnTo>
                  <a:lnTo>
                    <a:pt x="626364" y="2930271"/>
                  </a:lnTo>
                  <a:lnTo>
                    <a:pt x="680212" y="2996311"/>
                  </a:lnTo>
                  <a:lnTo>
                    <a:pt x="695159" y="2935732"/>
                  </a:lnTo>
                  <a:lnTo>
                    <a:pt x="700659" y="2913507"/>
                  </a:lnTo>
                  <a:close/>
                </a:path>
                <a:path w="4852670" h="4925060">
                  <a:moveTo>
                    <a:pt x="1724914" y="4052697"/>
                  </a:moveTo>
                  <a:lnTo>
                    <a:pt x="1723402" y="3999738"/>
                  </a:lnTo>
                  <a:lnTo>
                    <a:pt x="1722501" y="3967480"/>
                  </a:lnTo>
                  <a:lnTo>
                    <a:pt x="1694484" y="3982516"/>
                  </a:lnTo>
                  <a:lnTo>
                    <a:pt x="1163955" y="2993009"/>
                  </a:lnTo>
                  <a:lnTo>
                    <a:pt x="1152779" y="2999105"/>
                  </a:lnTo>
                  <a:lnTo>
                    <a:pt x="1680857" y="3983926"/>
                  </a:lnTo>
                  <a:lnTo>
                    <a:pt x="1673212" y="3993946"/>
                  </a:lnTo>
                  <a:lnTo>
                    <a:pt x="1664233" y="3998760"/>
                  </a:lnTo>
                  <a:lnTo>
                    <a:pt x="1157605" y="3611245"/>
                  </a:lnTo>
                  <a:lnTo>
                    <a:pt x="1149985" y="3621405"/>
                  </a:lnTo>
                  <a:lnTo>
                    <a:pt x="1659839" y="4011460"/>
                  </a:lnTo>
                  <a:lnTo>
                    <a:pt x="1640586" y="4036695"/>
                  </a:lnTo>
                  <a:lnTo>
                    <a:pt x="1715490" y="4051046"/>
                  </a:lnTo>
                  <a:lnTo>
                    <a:pt x="1639443" y="4040632"/>
                  </a:lnTo>
                  <a:lnTo>
                    <a:pt x="1649730" y="4070781"/>
                  </a:lnTo>
                  <a:lnTo>
                    <a:pt x="1163955" y="4236212"/>
                  </a:lnTo>
                  <a:lnTo>
                    <a:pt x="1168019" y="4248277"/>
                  </a:lnTo>
                  <a:lnTo>
                    <a:pt x="1653844" y="4082821"/>
                  </a:lnTo>
                  <a:lnTo>
                    <a:pt x="1656308" y="4090047"/>
                  </a:lnTo>
                  <a:lnTo>
                    <a:pt x="1649730" y="4093718"/>
                  </a:lnTo>
                  <a:lnTo>
                    <a:pt x="1659940" y="4100690"/>
                  </a:lnTo>
                  <a:lnTo>
                    <a:pt x="1664081" y="4112768"/>
                  </a:lnTo>
                  <a:lnTo>
                    <a:pt x="1669542" y="4107243"/>
                  </a:lnTo>
                  <a:lnTo>
                    <a:pt x="1675968" y="4111612"/>
                  </a:lnTo>
                  <a:lnTo>
                    <a:pt x="1151636" y="4882146"/>
                  </a:lnTo>
                  <a:lnTo>
                    <a:pt x="1162050" y="4889297"/>
                  </a:lnTo>
                  <a:lnTo>
                    <a:pt x="1686471" y="4118762"/>
                  </a:lnTo>
                  <a:lnTo>
                    <a:pt x="1712722" y="4136644"/>
                  </a:lnTo>
                  <a:lnTo>
                    <a:pt x="1717522" y="4101084"/>
                  </a:lnTo>
                  <a:lnTo>
                    <a:pt x="1724075" y="4052697"/>
                  </a:lnTo>
                  <a:lnTo>
                    <a:pt x="1724152" y="4052189"/>
                  </a:lnTo>
                  <a:lnTo>
                    <a:pt x="1723948" y="4052303"/>
                  </a:lnTo>
                  <a:lnTo>
                    <a:pt x="1723745" y="4051884"/>
                  </a:lnTo>
                  <a:lnTo>
                    <a:pt x="1724914" y="4052697"/>
                  </a:lnTo>
                  <a:close/>
                </a:path>
                <a:path w="4852670" h="4925060">
                  <a:moveTo>
                    <a:pt x="3307080" y="838073"/>
                  </a:moveTo>
                  <a:lnTo>
                    <a:pt x="3294380" y="831723"/>
                  </a:lnTo>
                  <a:lnTo>
                    <a:pt x="3230880" y="799973"/>
                  </a:lnTo>
                  <a:lnTo>
                    <a:pt x="3230880" y="831723"/>
                  </a:lnTo>
                  <a:lnTo>
                    <a:pt x="2679319" y="831723"/>
                  </a:lnTo>
                  <a:lnTo>
                    <a:pt x="2679319" y="844423"/>
                  </a:lnTo>
                  <a:lnTo>
                    <a:pt x="3230880" y="844423"/>
                  </a:lnTo>
                  <a:lnTo>
                    <a:pt x="3230880" y="876173"/>
                  </a:lnTo>
                  <a:lnTo>
                    <a:pt x="3294380" y="844423"/>
                  </a:lnTo>
                  <a:lnTo>
                    <a:pt x="3307080" y="838073"/>
                  </a:lnTo>
                  <a:close/>
                </a:path>
                <a:path w="4852670" h="4925060">
                  <a:moveTo>
                    <a:pt x="4852416" y="4041521"/>
                  </a:moveTo>
                  <a:lnTo>
                    <a:pt x="4839716" y="4035171"/>
                  </a:lnTo>
                  <a:lnTo>
                    <a:pt x="4776216" y="4003421"/>
                  </a:lnTo>
                  <a:lnTo>
                    <a:pt x="4776216" y="4035171"/>
                  </a:lnTo>
                  <a:lnTo>
                    <a:pt x="4224655" y="4035171"/>
                  </a:lnTo>
                  <a:lnTo>
                    <a:pt x="4224655" y="4047871"/>
                  </a:lnTo>
                  <a:lnTo>
                    <a:pt x="4776216" y="4047871"/>
                  </a:lnTo>
                  <a:lnTo>
                    <a:pt x="4776216" y="4079621"/>
                  </a:lnTo>
                  <a:lnTo>
                    <a:pt x="4839716" y="4047871"/>
                  </a:lnTo>
                  <a:lnTo>
                    <a:pt x="4852416" y="4041521"/>
                  </a:lnTo>
                  <a:close/>
                </a:path>
                <a:path w="4852670" h="4925060">
                  <a:moveTo>
                    <a:pt x="4852416" y="827405"/>
                  </a:moveTo>
                  <a:lnTo>
                    <a:pt x="4839716" y="821055"/>
                  </a:lnTo>
                  <a:lnTo>
                    <a:pt x="4776216" y="789305"/>
                  </a:lnTo>
                  <a:lnTo>
                    <a:pt x="4776216" y="821055"/>
                  </a:lnTo>
                  <a:lnTo>
                    <a:pt x="4224655" y="821055"/>
                  </a:lnTo>
                  <a:lnTo>
                    <a:pt x="4224655" y="833755"/>
                  </a:lnTo>
                  <a:lnTo>
                    <a:pt x="4776216" y="833755"/>
                  </a:lnTo>
                  <a:lnTo>
                    <a:pt x="4776216" y="865505"/>
                  </a:lnTo>
                  <a:lnTo>
                    <a:pt x="4839716" y="833755"/>
                  </a:lnTo>
                  <a:lnTo>
                    <a:pt x="4852416" y="8274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781544" y="803148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46"/>
                  </a:moveTo>
                  <a:lnTo>
                    <a:pt x="5693" y="166191"/>
                  </a:lnTo>
                  <a:lnTo>
                    <a:pt x="21913" y="120798"/>
                  </a:lnTo>
                  <a:lnTo>
                    <a:pt x="47366" y="80758"/>
                  </a:lnTo>
                  <a:lnTo>
                    <a:pt x="80758" y="47366"/>
                  </a:lnTo>
                  <a:lnTo>
                    <a:pt x="120798" y="21913"/>
                  </a:lnTo>
                  <a:lnTo>
                    <a:pt x="166191" y="5693"/>
                  </a:lnTo>
                  <a:lnTo>
                    <a:pt x="215646" y="0"/>
                  </a:lnTo>
                  <a:lnTo>
                    <a:pt x="265100" y="5693"/>
                  </a:lnTo>
                  <a:lnTo>
                    <a:pt x="310493" y="21913"/>
                  </a:lnTo>
                  <a:lnTo>
                    <a:pt x="350533" y="47366"/>
                  </a:lnTo>
                  <a:lnTo>
                    <a:pt x="383925" y="80758"/>
                  </a:lnTo>
                  <a:lnTo>
                    <a:pt x="409378" y="120798"/>
                  </a:lnTo>
                  <a:lnTo>
                    <a:pt x="425598" y="166191"/>
                  </a:lnTo>
                  <a:lnTo>
                    <a:pt x="431291" y="215646"/>
                  </a:lnTo>
                  <a:lnTo>
                    <a:pt x="425598" y="265100"/>
                  </a:lnTo>
                  <a:lnTo>
                    <a:pt x="409378" y="310493"/>
                  </a:lnTo>
                  <a:lnTo>
                    <a:pt x="383925" y="350533"/>
                  </a:lnTo>
                  <a:lnTo>
                    <a:pt x="350533" y="383925"/>
                  </a:lnTo>
                  <a:lnTo>
                    <a:pt x="310493" y="409378"/>
                  </a:lnTo>
                  <a:lnTo>
                    <a:pt x="265100" y="425598"/>
                  </a:lnTo>
                  <a:lnTo>
                    <a:pt x="215646" y="431291"/>
                  </a:lnTo>
                  <a:lnTo>
                    <a:pt x="166191" y="425598"/>
                  </a:lnTo>
                  <a:lnTo>
                    <a:pt x="120798" y="409378"/>
                  </a:lnTo>
                  <a:lnTo>
                    <a:pt x="80758" y="383925"/>
                  </a:lnTo>
                  <a:lnTo>
                    <a:pt x="47366" y="350533"/>
                  </a:lnTo>
                  <a:lnTo>
                    <a:pt x="21913" y="310493"/>
                  </a:lnTo>
                  <a:lnTo>
                    <a:pt x="5693" y="265100"/>
                  </a:lnTo>
                  <a:lnTo>
                    <a:pt x="0" y="21564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7951978" y="970864"/>
            <a:ext cx="123189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5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815326" y="771220"/>
            <a:ext cx="302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𝑏</a:t>
            </a:r>
            <a:r>
              <a:rPr sz="1300" spc="-25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7702295" y="4023359"/>
            <a:ext cx="431800" cy="433070"/>
          </a:xfrm>
          <a:custGeom>
            <a:avLst/>
            <a:gdLst/>
            <a:ahLst/>
            <a:cxnLst/>
            <a:rect l="l" t="t" r="r" b="b"/>
            <a:pathLst>
              <a:path w="431800" h="433070">
                <a:moveTo>
                  <a:pt x="0" y="216407"/>
                </a:moveTo>
                <a:lnTo>
                  <a:pt x="5693" y="166791"/>
                </a:lnTo>
                <a:lnTo>
                  <a:pt x="21913" y="121242"/>
                </a:lnTo>
                <a:lnTo>
                  <a:pt x="47366" y="81060"/>
                </a:lnTo>
                <a:lnTo>
                  <a:pt x="80758" y="47546"/>
                </a:lnTo>
                <a:lnTo>
                  <a:pt x="120798" y="21998"/>
                </a:lnTo>
                <a:lnTo>
                  <a:pt x="166191" y="5716"/>
                </a:lnTo>
                <a:lnTo>
                  <a:pt x="215646" y="0"/>
                </a:lnTo>
                <a:lnTo>
                  <a:pt x="265100" y="5716"/>
                </a:lnTo>
                <a:lnTo>
                  <a:pt x="310493" y="21998"/>
                </a:lnTo>
                <a:lnTo>
                  <a:pt x="350533" y="47546"/>
                </a:lnTo>
                <a:lnTo>
                  <a:pt x="383925" y="81060"/>
                </a:lnTo>
                <a:lnTo>
                  <a:pt x="409378" y="121242"/>
                </a:lnTo>
                <a:lnTo>
                  <a:pt x="425598" y="166791"/>
                </a:lnTo>
                <a:lnTo>
                  <a:pt x="431292" y="216407"/>
                </a:lnTo>
                <a:lnTo>
                  <a:pt x="425598" y="266024"/>
                </a:lnTo>
                <a:lnTo>
                  <a:pt x="409378" y="311573"/>
                </a:lnTo>
                <a:lnTo>
                  <a:pt x="383925" y="351755"/>
                </a:lnTo>
                <a:lnTo>
                  <a:pt x="350533" y="385269"/>
                </a:lnTo>
                <a:lnTo>
                  <a:pt x="310493" y="410817"/>
                </a:lnTo>
                <a:lnTo>
                  <a:pt x="265100" y="427099"/>
                </a:lnTo>
                <a:lnTo>
                  <a:pt x="215646" y="432815"/>
                </a:lnTo>
                <a:lnTo>
                  <a:pt x="166191" y="427099"/>
                </a:lnTo>
                <a:lnTo>
                  <a:pt x="120798" y="410817"/>
                </a:lnTo>
                <a:lnTo>
                  <a:pt x="80758" y="385269"/>
                </a:lnTo>
                <a:lnTo>
                  <a:pt x="47366" y="351755"/>
                </a:lnTo>
                <a:lnTo>
                  <a:pt x="21913" y="311573"/>
                </a:lnTo>
                <a:lnTo>
                  <a:pt x="5693" y="266024"/>
                </a:lnTo>
                <a:lnTo>
                  <a:pt x="0" y="21640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7877302" y="4192904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7736078" y="3993260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-21604" dirty="0">
                <a:latin typeface="Cambria Math"/>
                <a:cs typeface="Cambria Math"/>
              </a:rPr>
              <a:t>𝑏</a:t>
            </a:r>
            <a:r>
              <a:rPr sz="1300" spc="-25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8066786" y="1168018"/>
            <a:ext cx="303530" cy="3498215"/>
          </a:xfrm>
          <a:custGeom>
            <a:avLst/>
            <a:gdLst/>
            <a:ahLst/>
            <a:cxnLst/>
            <a:rect l="l" t="t" r="r" b="b"/>
            <a:pathLst>
              <a:path w="303529" h="3498215">
                <a:moveTo>
                  <a:pt x="302895" y="3498088"/>
                </a:moveTo>
                <a:lnTo>
                  <a:pt x="288290" y="3459861"/>
                </a:lnTo>
                <a:lnTo>
                  <a:pt x="272542" y="3418586"/>
                </a:lnTo>
                <a:lnTo>
                  <a:pt x="251129" y="3441903"/>
                </a:lnTo>
                <a:lnTo>
                  <a:pt x="8636" y="3219450"/>
                </a:lnTo>
                <a:lnTo>
                  <a:pt x="0" y="3228848"/>
                </a:lnTo>
                <a:lnTo>
                  <a:pt x="242493" y="3451301"/>
                </a:lnTo>
                <a:lnTo>
                  <a:pt x="220980" y="3474720"/>
                </a:lnTo>
                <a:lnTo>
                  <a:pt x="302895" y="3498088"/>
                </a:lnTo>
                <a:close/>
              </a:path>
              <a:path w="303529" h="3498215">
                <a:moveTo>
                  <a:pt x="303022" y="281305"/>
                </a:moveTo>
                <a:lnTo>
                  <a:pt x="293458" y="235458"/>
                </a:lnTo>
                <a:lnTo>
                  <a:pt x="285623" y="197866"/>
                </a:lnTo>
                <a:lnTo>
                  <a:pt x="260667" y="217576"/>
                </a:lnTo>
                <a:lnTo>
                  <a:pt x="88519" y="0"/>
                </a:lnTo>
                <a:lnTo>
                  <a:pt x="78613" y="7874"/>
                </a:lnTo>
                <a:lnTo>
                  <a:pt x="250672" y="225475"/>
                </a:lnTo>
                <a:lnTo>
                  <a:pt x="225806" y="245110"/>
                </a:lnTo>
                <a:lnTo>
                  <a:pt x="303022" y="281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object 3">
                <a:extLst>
                  <a:ext uri="{FF2B5EF4-FFF2-40B4-BE49-F238E27FC236}">
                    <a16:creationId xmlns:a16="http://schemas.microsoft.com/office/drawing/2014/main" id="{77D95137-5DA9-3CF0-BD9A-352EE603CEF3}"/>
                  </a:ext>
                </a:extLst>
              </p:cNvPr>
              <p:cNvSpPr txBox="1"/>
              <p:nvPr/>
            </p:nvSpPr>
            <p:spPr>
              <a:xfrm>
                <a:off x="4294504" y="764306"/>
                <a:ext cx="328930" cy="68358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4" name="object 3">
                <a:extLst>
                  <a:ext uri="{FF2B5EF4-FFF2-40B4-BE49-F238E27FC236}">
                    <a16:creationId xmlns:a16="http://schemas.microsoft.com/office/drawing/2014/main" id="{77D95137-5DA9-3CF0-BD9A-352EE603C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504" y="764306"/>
                <a:ext cx="328930" cy="6835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bject 3">
                <a:extLst>
                  <a:ext uri="{FF2B5EF4-FFF2-40B4-BE49-F238E27FC236}">
                    <a16:creationId xmlns:a16="http://schemas.microsoft.com/office/drawing/2014/main" id="{3B130341-DB8A-FE99-6659-38C685AF6D6D}"/>
                  </a:ext>
                </a:extLst>
              </p:cNvPr>
              <p:cNvSpPr txBox="1"/>
              <p:nvPr/>
            </p:nvSpPr>
            <p:spPr>
              <a:xfrm>
                <a:off x="4266280" y="2476937"/>
                <a:ext cx="328930" cy="68358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5" name="object 3">
                <a:extLst>
                  <a:ext uri="{FF2B5EF4-FFF2-40B4-BE49-F238E27FC236}">
                    <a16:creationId xmlns:a16="http://schemas.microsoft.com/office/drawing/2014/main" id="{3B130341-DB8A-FE99-6659-38C685AF6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280" y="2476937"/>
                <a:ext cx="328930" cy="6835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object 3">
                <a:extLst>
                  <a:ext uri="{FF2B5EF4-FFF2-40B4-BE49-F238E27FC236}">
                    <a16:creationId xmlns:a16="http://schemas.microsoft.com/office/drawing/2014/main" id="{70E5B2A9-9326-38AE-D4DE-03E6C2A457CA}"/>
                  </a:ext>
                </a:extLst>
              </p:cNvPr>
              <p:cNvSpPr txBox="1"/>
              <p:nvPr/>
            </p:nvSpPr>
            <p:spPr>
              <a:xfrm>
                <a:off x="4267200" y="4117015"/>
                <a:ext cx="328930" cy="68358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6" name="object 3">
                <a:extLst>
                  <a:ext uri="{FF2B5EF4-FFF2-40B4-BE49-F238E27FC236}">
                    <a16:creationId xmlns:a16="http://schemas.microsoft.com/office/drawing/2014/main" id="{70E5B2A9-9326-38AE-D4DE-03E6C2A45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4117015"/>
                <a:ext cx="328930" cy="6835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bject 3">
                <a:extLst>
                  <a:ext uri="{FF2B5EF4-FFF2-40B4-BE49-F238E27FC236}">
                    <a16:creationId xmlns:a16="http://schemas.microsoft.com/office/drawing/2014/main" id="{9CD7EA56-6C99-7D61-8862-549D8D9EED92}"/>
                  </a:ext>
                </a:extLst>
              </p:cNvPr>
              <p:cNvSpPr txBox="1"/>
              <p:nvPr/>
            </p:nvSpPr>
            <p:spPr>
              <a:xfrm>
                <a:off x="4267200" y="5641015"/>
                <a:ext cx="328930" cy="68358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7" name="object 3">
                <a:extLst>
                  <a:ext uri="{FF2B5EF4-FFF2-40B4-BE49-F238E27FC236}">
                    <a16:creationId xmlns:a16="http://schemas.microsoft.com/office/drawing/2014/main" id="{9CD7EA56-6C99-7D61-8862-549D8D9EE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5641015"/>
                <a:ext cx="328930" cy="6835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object 3">
                <a:extLst>
                  <a:ext uri="{FF2B5EF4-FFF2-40B4-BE49-F238E27FC236}">
                    <a16:creationId xmlns:a16="http://schemas.microsoft.com/office/drawing/2014/main" id="{3BF3FDCF-4300-C7D2-FAF4-A97A43B88495}"/>
                  </a:ext>
                </a:extLst>
              </p:cNvPr>
              <p:cNvSpPr txBox="1"/>
              <p:nvPr/>
            </p:nvSpPr>
            <p:spPr>
              <a:xfrm>
                <a:off x="8205470" y="4802815"/>
                <a:ext cx="328930" cy="68358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8" name="object 3">
                <a:extLst>
                  <a:ext uri="{FF2B5EF4-FFF2-40B4-BE49-F238E27FC236}">
                    <a16:creationId xmlns:a16="http://schemas.microsoft.com/office/drawing/2014/main" id="{3BF3FDCF-4300-C7D2-FAF4-A97A43B88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470" y="4802815"/>
                <a:ext cx="328930" cy="6835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object 3">
                <a:extLst>
                  <a:ext uri="{FF2B5EF4-FFF2-40B4-BE49-F238E27FC236}">
                    <a16:creationId xmlns:a16="http://schemas.microsoft.com/office/drawing/2014/main" id="{43E0CD37-A9DE-0D6F-9205-C9D96F220BDA}"/>
                  </a:ext>
                </a:extLst>
              </p:cNvPr>
              <p:cNvSpPr txBox="1"/>
              <p:nvPr/>
            </p:nvSpPr>
            <p:spPr>
              <a:xfrm>
                <a:off x="8205470" y="1602415"/>
                <a:ext cx="328930" cy="68358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29" name="object 3">
                <a:extLst>
                  <a:ext uri="{FF2B5EF4-FFF2-40B4-BE49-F238E27FC236}">
                    <a16:creationId xmlns:a16="http://schemas.microsoft.com/office/drawing/2014/main" id="{43E0CD37-A9DE-0D6F-9205-C9D96F220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470" y="1602415"/>
                <a:ext cx="328930" cy="6835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3772</Words>
  <Application>Microsoft Office PowerPoint</Application>
  <PresentationFormat>Widescreen</PresentationFormat>
  <Paragraphs>315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Redes Neurais Artificiais com TensorFlow</vt:lpstr>
      <vt:lpstr>Bibliotecas para construção de redes neurais</vt:lpstr>
      <vt:lpstr>TensorFlow</vt:lpstr>
      <vt:lpstr>TensorFlow</vt:lpstr>
      <vt:lpstr>TensorFlow</vt:lpstr>
      <vt:lpstr>TensorFlow</vt:lpstr>
      <vt:lpstr>APIs do Keras</vt:lpstr>
      <vt:lpstr>Classificador com a API sequencial</vt:lpstr>
      <vt:lpstr>Regressor com a API sequencial</vt:lpstr>
      <vt:lpstr>API funcional do Keras</vt:lpstr>
      <vt:lpstr>Construindo modelos dinâmicos usando a API de subclasses</vt:lpstr>
      <vt:lpstr>Construindo modelos dinâmicos usando a API de subclasses</vt:lpstr>
      <vt:lpstr>Construindo modelos dinâmicos usando a API de subclasses</vt:lpstr>
      <vt:lpstr>Salvando e restaurando um modelo</vt:lpstr>
      <vt:lpstr>Usando callbacks</vt:lpstr>
      <vt:lpstr>Visualização de resultados com TensorBoard</vt:lpstr>
      <vt:lpstr>Ajuste fino dos hiperparâmetros de um modelo</vt:lpstr>
      <vt:lpstr>Ajuste fino dos hiperparâmetros de um modelo</vt:lpstr>
      <vt:lpstr>Ajuste fino dos hiperparâmetros de um modelo</vt:lpstr>
      <vt:lpstr>Ajuste fino dos hiperparâmetros de um modelo</vt:lpstr>
      <vt:lpstr>Ajuste fino dos hiperparâmetros de um modelo</vt:lpstr>
      <vt:lpstr>Ajuste fino dos hiperparâmetros de um modelo</vt:lpstr>
      <vt:lpstr>Ajuste fino dos hiperparâmetros de um modelo</vt:lpstr>
      <vt:lpstr>Ajuste fino dos hiperparâmetros de um modelo</vt:lpstr>
      <vt:lpstr>Ajuste fino dos hiperparâmetros de um modelo</vt:lpstr>
      <vt:lpstr>Ajuste fino dos hiperparâmetros de um modelo</vt:lpstr>
      <vt:lpstr>Ajuste fino dos hiperparâmetros de um modelo</vt:lpstr>
      <vt:lpstr>Avisos</vt:lpstr>
      <vt:lpstr>Obrigado!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Luiz Augusto Melo Pereira</cp:lastModifiedBy>
  <cp:revision>1</cp:revision>
  <dcterms:created xsi:type="dcterms:W3CDTF">2025-01-25T05:41:18Z</dcterms:created>
  <dcterms:modified xsi:type="dcterms:W3CDTF">2025-01-28T14:08:04Z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2023-06-19T00:00:00Z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2025-01-25T00:00:00Z</vt:filetime>
  </property>
  <property fmtid="{D5CDD505-2E9C-101B-9397-08002B2CF9AE}" pid="5" name="Producer">
    <vt:lpwstr>Microsoft® PowerPoint® LTSC</vt:lpwstr>
  </property>
</Properties>
</file>