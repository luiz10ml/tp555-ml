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516" y="-3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 Augusto Melo Pereira" userId="4bd5ce759a66f368" providerId="LiveId" clId="{03C272D8-39AC-4A1D-B8D5-321B7BBFF159}"/>
    <pc:docChg chg="undo custSel modSld">
      <pc:chgData name="Luiz Augusto Melo Pereira" userId="4bd5ce759a66f368" providerId="LiveId" clId="{03C272D8-39AC-4A1D-B8D5-321B7BBFF159}" dt="2025-01-27T18:34:06.184" v="1705" actId="1076"/>
      <pc:docMkLst>
        <pc:docMk/>
      </pc:docMkLst>
      <pc:sldChg chg="modSp mod">
        <pc:chgData name="Luiz Augusto Melo Pereira" userId="4bd5ce759a66f368" providerId="LiveId" clId="{03C272D8-39AC-4A1D-B8D5-321B7BBFF159}" dt="2025-01-27T17:44:08.031" v="5" actId="1076"/>
        <pc:sldMkLst>
          <pc:docMk/>
          <pc:sldMk cId="0" sldId="257"/>
        </pc:sldMkLst>
        <pc:spChg chg="mod">
          <ac:chgData name="Luiz Augusto Melo Pereira" userId="4bd5ce759a66f368" providerId="LiveId" clId="{03C272D8-39AC-4A1D-B8D5-321B7BBFF159}" dt="2025-01-27T17:44:08.031" v="5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45:00.283" v="35" actId="1076"/>
        <pc:sldMkLst>
          <pc:docMk/>
          <pc:sldMk cId="0" sldId="258"/>
        </pc:sldMkLst>
        <pc:spChg chg="mod">
          <ac:chgData name="Luiz Augusto Melo Pereira" userId="4bd5ce759a66f368" providerId="LiveId" clId="{03C272D8-39AC-4A1D-B8D5-321B7BBFF159}" dt="2025-01-27T17:45:00.283" v="35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44:14.313" v="8" actId="1076"/>
        <pc:sldMkLst>
          <pc:docMk/>
          <pc:sldMk cId="0" sldId="259"/>
        </pc:sldMkLst>
        <pc:spChg chg="mod">
          <ac:chgData name="Luiz Augusto Melo Pereira" userId="4bd5ce759a66f368" providerId="LiveId" clId="{03C272D8-39AC-4A1D-B8D5-321B7BBFF159}" dt="2025-01-27T17:44:14.313" v="8" actId="107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44:17.111" v="10" actId="1076"/>
        <pc:sldMkLst>
          <pc:docMk/>
          <pc:sldMk cId="0" sldId="260"/>
        </pc:sldMkLst>
        <pc:spChg chg="mod">
          <ac:chgData name="Luiz Augusto Melo Pereira" userId="4bd5ce759a66f368" providerId="LiveId" clId="{03C272D8-39AC-4A1D-B8D5-321B7BBFF159}" dt="2025-01-27T17:44:17.111" v="10" actId="107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44:21.953" v="12" actId="1076"/>
        <pc:sldMkLst>
          <pc:docMk/>
          <pc:sldMk cId="0" sldId="261"/>
        </pc:sldMkLst>
        <pc:spChg chg="mod">
          <ac:chgData name="Luiz Augusto Melo Pereira" userId="4bd5ce759a66f368" providerId="LiveId" clId="{03C272D8-39AC-4A1D-B8D5-321B7BBFF159}" dt="2025-01-27T17:44:21.953" v="12" actId="107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44:24.858" v="14" actId="1076"/>
        <pc:sldMkLst>
          <pc:docMk/>
          <pc:sldMk cId="0" sldId="262"/>
        </pc:sldMkLst>
        <pc:spChg chg="mod">
          <ac:chgData name="Luiz Augusto Melo Pereira" userId="4bd5ce759a66f368" providerId="LiveId" clId="{03C272D8-39AC-4A1D-B8D5-321B7BBFF159}" dt="2025-01-27T17:44:24.858" v="14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44:27.980" v="16" actId="1076"/>
        <pc:sldMkLst>
          <pc:docMk/>
          <pc:sldMk cId="0" sldId="263"/>
        </pc:sldMkLst>
        <pc:spChg chg="mod">
          <ac:chgData name="Luiz Augusto Melo Pereira" userId="4bd5ce759a66f368" providerId="LiveId" clId="{03C272D8-39AC-4A1D-B8D5-321B7BBFF159}" dt="2025-01-27T17:44:27.980" v="16" actId="1076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44:31.368" v="18" actId="1076"/>
        <pc:sldMkLst>
          <pc:docMk/>
          <pc:sldMk cId="0" sldId="264"/>
        </pc:sldMkLst>
        <pc:spChg chg="mod">
          <ac:chgData name="Luiz Augusto Melo Pereira" userId="4bd5ce759a66f368" providerId="LiveId" clId="{03C272D8-39AC-4A1D-B8D5-321B7BBFF159}" dt="2025-01-27T17:44:31.368" v="18" actId="1076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44:36.177" v="20" actId="1076"/>
        <pc:sldMkLst>
          <pc:docMk/>
          <pc:sldMk cId="0" sldId="265"/>
        </pc:sldMkLst>
        <pc:spChg chg="mod">
          <ac:chgData name="Luiz Augusto Melo Pereira" userId="4bd5ce759a66f368" providerId="LiveId" clId="{03C272D8-39AC-4A1D-B8D5-321B7BBFF159}" dt="2025-01-27T17:44:36.177" v="20" actId="1076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44:38.781" v="22" actId="1076"/>
        <pc:sldMkLst>
          <pc:docMk/>
          <pc:sldMk cId="0" sldId="266"/>
        </pc:sldMkLst>
        <pc:spChg chg="mod">
          <ac:chgData name="Luiz Augusto Melo Pereira" userId="4bd5ce759a66f368" providerId="LiveId" clId="{03C272D8-39AC-4A1D-B8D5-321B7BBFF159}" dt="2025-01-27T17:44:38.781" v="22" actId="1076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44:43.360" v="24" actId="1076"/>
        <pc:sldMkLst>
          <pc:docMk/>
          <pc:sldMk cId="0" sldId="267"/>
        </pc:sldMkLst>
        <pc:spChg chg="mod">
          <ac:chgData name="Luiz Augusto Melo Pereira" userId="4bd5ce759a66f368" providerId="LiveId" clId="{03C272D8-39AC-4A1D-B8D5-321B7BBFF159}" dt="2025-01-27T17:44:43.360" v="24" actId="1076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44:45.845" v="26" actId="1076"/>
        <pc:sldMkLst>
          <pc:docMk/>
          <pc:sldMk cId="0" sldId="268"/>
        </pc:sldMkLst>
        <pc:spChg chg="mod">
          <ac:chgData name="Luiz Augusto Melo Pereira" userId="4bd5ce759a66f368" providerId="LiveId" clId="{03C272D8-39AC-4A1D-B8D5-321B7BBFF159}" dt="2025-01-27T17:44:45.845" v="26" actId="1076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44:48.680" v="28" actId="1076"/>
        <pc:sldMkLst>
          <pc:docMk/>
          <pc:sldMk cId="0" sldId="269"/>
        </pc:sldMkLst>
        <pc:spChg chg="mod">
          <ac:chgData name="Luiz Augusto Melo Pereira" userId="4bd5ce759a66f368" providerId="LiveId" clId="{03C272D8-39AC-4A1D-B8D5-321B7BBFF159}" dt="2025-01-27T17:44:48.680" v="28" actId="1076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44:51.845" v="30" actId="1076"/>
        <pc:sldMkLst>
          <pc:docMk/>
          <pc:sldMk cId="0" sldId="270"/>
        </pc:sldMkLst>
        <pc:spChg chg="mod">
          <ac:chgData name="Luiz Augusto Melo Pereira" userId="4bd5ce759a66f368" providerId="LiveId" clId="{03C272D8-39AC-4A1D-B8D5-321B7BBFF159}" dt="2025-01-27T17:44:51.845" v="30" actId="1076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44:54.808" v="32" actId="1076"/>
        <pc:sldMkLst>
          <pc:docMk/>
          <pc:sldMk cId="0" sldId="271"/>
        </pc:sldMkLst>
        <pc:spChg chg="mod">
          <ac:chgData name="Luiz Augusto Melo Pereira" userId="4bd5ce759a66f368" providerId="LiveId" clId="{03C272D8-39AC-4A1D-B8D5-321B7BBFF159}" dt="2025-01-27T17:44:54.808" v="32" actId="1076"/>
          <ac:spMkLst>
            <pc:docMk/>
            <pc:sldMk cId="0" sldId="271"/>
            <ac:spMk id="3" creationId="{00000000-0000-0000-0000-000000000000}"/>
          </ac:spMkLst>
        </pc:spChg>
      </pc:sldChg>
      <pc:sldChg chg="delSp modSp mod">
        <pc:chgData name="Luiz Augusto Melo Pereira" userId="4bd5ce759a66f368" providerId="LiveId" clId="{03C272D8-39AC-4A1D-B8D5-321B7BBFF159}" dt="2025-01-27T17:45:15.922" v="41"/>
        <pc:sldMkLst>
          <pc:docMk/>
          <pc:sldMk cId="0" sldId="272"/>
        </pc:sldMkLst>
        <pc:spChg chg="mod">
          <ac:chgData name="Luiz Augusto Melo Pereira" userId="4bd5ce759a66f368" providerId="LiveId" clId="{03C272D8-39AC-4A1D-B8D5-321B7BBFF159}" dt="2025-01-27T17:45:15.145" v="39" actId="20577"/>
          <ac:spMkLst>
            <pc:docMk/>
            <pc:sldMk cId="0" sldId="272"/>
            <ac:spMk id="3" creationId="{00000000-0000-0000-0000-000000000000}"/>
          </ac:spMkLst>
        </pc:spChg>
        <pc:spChg chg="del mod">
          <ac:chgData name="Luiz Augusto Melo Pereira" userId="4bd5ce759a66f368" providerId="LiveId" clId="{03C272D8-39AC-4A1D-B8D5-321B7BBFF159}" dt="2025-01-27T17:45:15.922" v="41"/>
          <ac:spMkLst>
            <pc:docMk/>
            <pc:sldMk cId="0" sldId="272"/>
            <ac:spMk id="4" creationId="{00000000-0000-0000-0000-000000000000}"/>
          </ac:spMkLst>
        </pc:spChg>
      </pc:sldChg>
      <pc:sldChg chg="delSp modSp mod">
        <pc:chgData name="Luiz Augusto Melo Pereira" userId="4bd5ce759a66f368" providerId="LiveId" clId="{03C272D8-39AC-4A1D-B8D5-321B7BBFF159}" dt="2025-01-27T17:45:28.268" v="50"/>
        <pc:sldMkLst>
          <pc:docMk/>
          <pc:sldMk cId="0" sldId="273"/>
        </pc:sldMkLst>
        <pc:spChg chg="mod">
          <ac:chgData name="Luiz Augusto Melo Pereira" userId="4bd5ce759a66f368" providerId="LiveId" clId="{03C272D8-39AC-4A1D-B8D5-321B7BBFF159}" dt="2025-01-27T17:45:25.764" v="46" actId="6549"/>
          <ac:spMkLst>
            <pc:docMk/>
            <pc:sldMk cId="0" sldId="273"/>
            <ac:spMk id="3" creationId="{00000000-0000-0000-0000-000000000000}"/>
          </ac:spMkLst>
        </pc:spChg>
        <pc:spChg chg="del mod">
          <ac:chgData name="Luiz Augusto Melo Pereira" userId="4bd5ce759a66f368" providerId="LiveId" clId="{03C272D8-39AC-4A1D-B8D5-321B7BBFF159}" dt="2025-01-27T17:45:28.268" v="50"/>
          <ac:spMkLst>
            <pc:docMk/>
            <pc:sldMk cId="0" sldId="273"/>
            <ac:spMk id="4" creationId="{00000000-0000-0000-0000-000000000000}"/>
          </ac:spMkLst>
        </pc:spChg>
        <pc:spChg chg="mod">
          <ac:chgData name="Luiz Augusto Melo Pereira" userId="4bd5ce759a66f368" providerId="LiveId" clId="{03C272D8-39AC-4A1D-B8D5-321B7BBFF159}" dt="2025-01-27T17:45:27.542" v="48" actId="1076"/>
          <ac:spMkLst>
            <pc:docMk/>
            <pc:sldMk cId="0" sldId="273"/>
            <ac:spMk id="5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45:34.061" v="53" actId="1076"/>
        <pc:sldMkLst>
          <pc:docMk/>
          <pc:sldMk cId="0" sldId="274"/>
        </pc:sldMkLst>
        <pc:spChg chg="mod">
          <ac:chgData name="Luiz Augusto Melo Pereira" userId="4bd5ce759a66f368" providerId="LiveId" clId="{03C272D8-39AC-4A1D-B8D5-321B7BBFF159}" dt="2025-01-27T17:45:34.061" v="53" actId="1076"/>
          <ac:spMkLst>
            <pc:docMk/>
            <pc:sldMk cId="0" sldId="274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45:37.844" v="55" actId="1076"/>
        <pc:sldMkLst>
          <pc:docMk/>
          <pc:sldMk cId="0" sldId="275"/>
        </pc:sldMkLst>
        <pc:spChg chg="mod">
          <ac:chgData name="Luiz Augusto Melo Pereira" userId="4bd5ce759a66f368" providerId="LiveId" clId="{03C272D8-39AC-4A1D-B8D5-321B7BBFF159}" dt="2025-01-27T17:45:37.844" v="55" actId="1076"/>
          <ac:spMkLst>
            <pc:docMk/>
            <pc:sldMk cId="0" sldId="275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45:42.888" v="57" actId="1076"/>
        <pc:sldMkLst>
          <pc:docMk/>
          <pc:sldMk cId="0" sldId="276"/>
        </pc:sldMkLst>
        <pc:spChg chg="mod">
          <ac:chgData name="Luiz Augusto Melo Pereira" userId="4bd5ce759a66f368" providerId="LiveId" clId="{03C272D8-39AC-4A1D-B8D5-321B7BBFF159}" dt="2025-01-27T17:45:42.888" v="57" actId="1076"/>
          <ac:spMkLst>
            <pc:docMk/>
            <pc:sldMk cId="0" sldId="276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45:49.308" v="58" actId="1076"/>
        <pc:sldMkLst>
          <pc:docMk/>
          <pc:sldMk cId="0" sldId="277"/>
        </pc:sldMkLst>
        <pc:spChg chg="mod">
          <ac:chgData name="Luiz Augusto Melo Pereira" userId="4bd5ce759a66f368" providerId="LiveId" clId="{03C272D8-39AC-4A1D-B8D5-321B7BBFF159}" dt="2025-01-27T17:45:49.308" v="58" actId="1076"/>
          <ac:spMkLst>
            <pc:docMk/>
            <pc:sldMk cId="0" sldId="277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45:54.186" v="59" actId="1076"/>
        <pc:sldMkLst>
          <pc:docMk/>
          <pc:sldMk cId="0" sldId="278"/>
        </pc:sldMkLst>
        <pc:spChg chg="mod">
          <ac:chgData name="Luiz Augusto Melo Pereira" userId="4bd5ce759a66f368" providerId="LiveId" clId="{03C272D8-39AC-4A1D-B8D5-321B7BBFF159}" dt="2025-01-27T17:45:54.186" v="59" actId="1076"/>
          <ac:spMkLst>
            <pc:docMk/>
            <pc:sldMk cId="0" sldId="278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45:59.086" v="61" actId="1076"/>
        <pc:sldMkLst>
          <pc:docMk/>
          <pc:sldMk cId="0" sldId="279"/>
        </pc:sldMkLst>
        <pc:spChg chg="mod">
          <ac:chgData name="Luiz Augusto Melo Pereira" userId="4bd5ce759a66f368" providerId="LiveId" clId="{03C272D8-39AC-4A1D-B8D5-321B7BBFF159}" dt="2025-01-27T17:45:59.086" v="61" actId="1076"/>
          <ac:spMkLst>
            <pc:docMk/>
            <pc:sldMk cId="0" sldId="279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46:02.769" v="63" actId="1076"/>
        <pc:sldMkLst>
          <pc:docMk/>
          <pc:sldMk cId="0" sldId="280"/>
        </pc:sldMkLst>
        <pc:spChg chg="mod">
          <ac:chgData name="Luiz Augusto Melo Pereira" userId="4bd5ce759a66f368" providerId="LiveId" clId="{03C272D8-39AC-4A1D-B8D5-321B7BBFF159}" dt="2025-01-27T17:46:02.769" v="63" actId="1076"/>
          <ac:spMkLst>
            <pc:docMk/>
            <pc:sldMk cId="0" sldId="280"/>
            <ac:spMk id="5" creationId="{00000000-0000-0000-0000-000000000000}"/>
          </ac:spMkLst>
        </pc:spChg>
      </pc:sldChg>
      <pc:sldChg chg="addSp delSp modSp mod">
        <pc:chgData name="Luiz Augusto Melo Pereira" userId="4bd5ce759a66f368" providerId="LiveId" clId="{03C272D8-39AC-4A1D-B8D5-321B7BBFF159}" dt="2025-01-27T17:50:15.282" v="184" actId="12788"/>
        <pc:sldMkLst>
          <pc:docMk/>
          <pc:sldMk cId="0" sldId="281"/>
        </pc:sldMkLst>
        <pc:spChg chg="mod">
          <ac:chgData name="Luiz Augusto Melo Pereira" userId="4bd5ce759a66f368" providerId="LiveId" clId="{03C272D8-39AC-4A1D-B8D5-321B7BBFF159}" dt="2025-01-27T17:46:06.973" v="65" actId="1076"/>
          <ac:spMkLst>
            <pc:docMk/>
            <pc:sldMk cId="0" sldId="281"/>
            <ac:spMk id="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48:24.798" v="155" actId="478"/>
          <ac:spMkLst>
            <pc:docMk/>
            <pc:sldMk cId="0" sldId="281"/>
            <ac:spMk id="4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48:22.660" v="152" actId="478"/>
          <ac:spMkLst>
            <pc:docMk/>
            <pc:sldMk cId="0" sldId="281"/>
            <ac:spMk id="5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48:19.665" v="149" actId="478"/>
          <ac:spMkLst>
            <pc:docMk/>
            <pc:sldMk cId="0" sldId="281"/>
            <ac:spMk id="6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48:21.270" v="151" actId="478"/>
          <ac:spMkLst>
            <pc:docMk/>
            <pc:sldMk cId="0" sldId="281"/>
            <ac:spMk id="7" creationId="{00000000-0000-0000-0000-000000000000}"/>
          </ac:spMkLst>
        </pc:spChg>
        <pc:spChg chg="del mod">
          <ac:chgData name="Luiz Augusto Melo Pereira" userId="4bd5ce759a66f368" providerId="LiveId" clId="{03C272D8-39AC-4A1D-B8D5-321B7BBFF159}" dt="2025-01-27T17:48:20.324" v="150" actId="478"/>
          <ac:spMkLst>
            <pc:docMk/>
            <pc:sldMk cId="0" sldId="281"/>
            <ac:spMk id="8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48:28.710" v="159" actId="478"/>
          <ac:spMkLst>
            <pc:docMk/>
            <pc:sldMk cId="0" sldId="281"/>
            <ac:spMk id="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48:23.342" v="153" actId="478"/>
          <ac:spMkLst>
            <pc:docMk/>
            <pc:sldMk cId="0" sldId="281"/>
            <ac:spMk id="1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48:25.522" v="156" actId="478"/>
          <ac:spMkLst>
            <pc:docMk/>
            <pc:sldMk cId="0" sldId="281"/>
            <ac:spMk id="11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48:24.248" v="154" actId="478"/>
          <ac:spMkLst>
            <pc:docMk/>
            <pc:sldMk cId="0" sldId="281"/>
            <ac:spMk id="12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48:26.835" v="157" actId="478"/>
          <ac:spMkLst>
            <pc:docMk/>
            <pc:sldMk cId="0" sldId="281"/>
            <ac:spMk id="1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48:18.779" v="148" actId="478"/>
          <ac:spMkLst>
            <pc:docMk/>
            <pc:sldMk cId="0" sldId="281"/>
            <ac:spMk id="14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48:28.124" v="158" actId="478"/>
          <ac:spMkLst>
            <pc:docMk/>
            <pc:sldMk cId="0" sldId="281"/>
            <ac:spMk id="15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48:45.328" v="164" actId="478"/>
          <ac:spMkLst>
            <pc:docMk/>
            <pc:sldMk cId="0" sldId="281"/>
            <ac:spMk id="17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48:44.265" v="163" actId="478"/>
          <ac:spMkLst>
            <pc:docMk/>
            <pc:sldMk cId="0" sldId="281"/>
            <ac:spMk id="18" creationId="{00000000-0000-0000-0000-000000000000}"/>
          </ac:spMkLst>
        </pc:spChg>
        <pc:spChg chg="mod">
          <ac:chgData name="Luiz Augusto Melo Pereira" userId="4bd5ce759a66f368" providerId="LiveId" clId="{03C272D8-39AC-4A1D-B8D5-321B7BBFF159}" dt="2025-01-27T17:48:41.075" v="162" actId="21"/>
          <ac:spMkLst>
            <pc:docMk/>
            <pc:sldMk cId="0" sldId="281"/>
            <ac:spMk id="19" creationId="{00000000-0000-0000-0000-000000000000}"/>
          </ac:spMkLst>
        </pc:spChg>
        <pc:spChg chg="add mod">
          <ac:chgData name="Luiz Augusto Melo Pereira" userId="4bd5ce759a66f368" providerId="LiveId" clId="{03C272D8-39AC-4A1D-B8D5-321B7BBFF159}" dt="2025-01-27T17:48:35.074" v="161" actId="12788"/>
          <ac:spMkLst>
            <pc:docMk/>
            <pc:sldMk cId="0" sldId="281"/>
            <ac:spMk id="20" creationId="{55CEB611-F1E5-47B4-3287-EC564E00D297}"/>
          </ac:spMkLst>
        </pc:spChg>
        <pc:spChg chg="add mod">
          <ac:chgData name="Luiz Augusto Melo Pereira" userId="4bd5ce759a66f368" providerId="LiveId" clId="{03C272D8-39AC-4A1D-B8D5-321B7BBFF159}" dt="2025-01-27T17:50:15.282" v="184" actId="12788"/>
          <ac:spMkLst>
            <pc:docMk/>
            <pc:sldMk cId="0" sldId="281"/>
            <ac:spMk id="21" creationId="{345681FC-D56C-3BD8-766B-4D82862708F4}"/>
          </ac:spMkLst>
        </pc:spChg>
      </pc:sldChg>
      <pc:sldChg chg="delSp modSp mod">
        <pc:chgData name="Luiz Augusto Melo Pereira" userId="4bd5ce759a66f368" providerId="LiveId" clId="{03C272D8-39AC-4A1D-B8D5-321B7BBFF159}" dt="2025-01-27T17:50:42.530" v="199" actId="1036"/>
        <pc:sldMkLst>
          <pc:docMk/>
          <pc:sldMk cId="0" sldId="282"/>
        </pc:sldMkLst>
        <pc:spChg chg="del">
          <ac:chgData name="Luiz Augusto Melo Pereira" userId="4bd5ce759a66f368" providerId="LiveId" clId="{03C272D8-39AC-4A1D-B8D5-321B7BBFF159}" dt="2025-01-27T17:50:30.973" v="191" actId="478"/>
          <ac:spMkLst>
            <pc:docMk/>
            <pc:sldMk cId="0" sldId="282"/>
            <ac:spMk id="3" creationId="{00000000-0000-0000-0000-000000000000}"/>
          </ac:spMkLst>
        </pc:spChg>
        <pc:spChg chg="mod">
          <ac:chgData name="Luiz Augusto Melo Pereira" userId="4bd5ce759a66f368" providerId="LiveId" clId="{03C272D8-39AC-4A1D-B8D5-321B7BBFF159}" dt="2025-01-27T17:50:42.530" v="199" actId="1036"/>
          <ac:spMkLst>
            <pc:docMk/>
            <pc:sldMk cId="0" sldId="282"/>
            <ac:spMk id="4" creationId="{00000000-0000-0000-0000-000000000000}"/>
          </ac:spMkLst>
        </pc:spChg>
      </pc:sldChg>
      <pc:sldChg chg="addSp delSp modSp mod">
        <pc:chgData name="Luiz Augusto Melo Pereira" userId="4bd5ce759a66f368" providerId="LiveId" clId="{03C272D8-39AC-4A1D-B8D5-321B7BBFF159}" dt="2025-01-27T17:51:52.648" v="254" actId="12788"/>
        <pc:sldMkLst>
          <pc:docMk/>
          <pc:sldMk cId="0" sldId="283"/>
        </pc:sldMkLst>
        <pc:spChg chg="mod">
          <ac:chgData name="Luiz Augusto Melo Pereira" userId="4bd5ce759a66f368" providerId="LiveId" clId="{03C272D8-39AC-4A1D-B8D5-321B7BBFF159}" dt="2025-01-27T17:50:46.543" v="201" actId="1076"/>
          <ac:spMkLst>
            <pc:docMk/>
            <pc:sldMk cId="0" sldId="283"/>
            <ac:spMk id="3" creationId="{00000000-0000-0000-0000-000000000000}"/>
          </ac:spMkLst>
        </pc:spChg>
        <pc:spChg chg="add mod">
          <ac:chgData name="Luiz Augusto Melo Pereira" userId="4bd5ce759a66f368" providerId="LiveId" clId="{03C272D8-39AC-4A1D-B8D5-321B7BBFF159}" dt="2025-01-27T17:51:52.648" v="254" actId="12788"/>
          <ac:spMkLst>
            <pc:docMk/>
            <pc:sldMk cId="0" sldId="283"/>
            <ac:spMk id="4" creationId="{3C1AA44C-CECD-B612-7CBE-321DCB8B61AF}"/>
          </ac:spMkLst>
        </pc:spChg>
        <pc:spChg chg="mod">
          <ac:chgData name="Luiz Augusto Melo Pereira" userId="4bd5ce759a66f368" providerId="LiveId" clId="{03C272D8-39AC-4A1D-B8D5-321B7BBFF159}" dt="2025-01-27T17:50:50.106" v="203" actId="1076"/>
          <ac:spMkLst>
            <pc:docMk/>
            <pc:sldMk cId="0" sldId="283"/>
            <ac:spMk id="1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1:47.839" v="252" actId="478"/>
          <ac:spMkLst>
            <pc:docMk/>
            <pc:sldMk cId="0" sldId="283"/>
            <ac:spMk id="14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1:45.414" v="251" actId="478"/>
          <ac:spMkLst>
            <pc:docMk/>
            <pc:sldMk cId="0" sldId="283"/>
            <ac:spMk id="15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1:47.839" v="252" actId="478"/>
          <ac:spMkLst>
            <pc:docMk/>
            <pc:sldMk cId="0" sldId="283"/>
            <ac:spMk id="16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1:47.839" v="252" actId="478"/>
          <ac:spMkLst>
            <pc:docMk/>
            <pc:sldMk cId="0" sldId="283"/>
            <ac:spMk id="17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1:47.839" v="252" actId="478"/>
          <ac:spMkLst>
            <pc:docMk/>
            <pc:sldMk cId="0" sldId="283"/>
            <ac:spMk id="18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1:47.839" v="252" actId="478"/>
          <ac:spMkLst>
            <pc:docMk/>
            <pc:sldMk cId="0" sldId="283"/>
            <ac:spMk id="1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1:47.839" v="252" actId="478"/>
          <ac:spMkLst>
            <pc:docMk/>
            <pc:sldMk cId="0" sldId="283"/>
            <ac:spMk id="20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51:58.660" v="256" actId="1076"/>
        <pc:sldMkLst>
          <pc:docMk/>
          <pc:sldMk cId="0" sldId="284"/>
        </pc:sldMkLst>
        <pc:spChg chg="mod">
          <ac:chgData name="Luiz Augusto Melo Pereira" userId="4bd5ce759a66f368" providerId="LiveId" clId="{03C272D8-39AC-4A1D-B8D5-321B7BBFF159}" dt="2025-01-27T17:51:58.660" v="256" actId="1076"/>
          <ac:spMkLst>
            <pc:docMk/>
            <pc:sldMk cId="0" sldId="284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52:03.118" v="258" actId="1076"/>
        <pc:sldMkLst>
          <pc:docMk/>
          <pc:sldMk cId="0" sldId="285"/>
        </pc:sldMkLst>
        <pc:spChg chg="mod">
          <ac:chgData name="Luiz Augusto Melo Pereira" userId="4bd5ce759a66f368" providerId="LiveId" clId="{03C272D8-39AC-4A1D-B8D5-321B7BBFF159}" dt="2025-01-27T17:52:03.118" v="258" actId="1076"/>
          <ac:spMkLst>
            <pc:docMk/>
            <pc:sldMk cId="0" sldId="285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52:06.174" v="260" actId="1076"/>
        <pc:sldMkLst>
          <pc:docMk/>
          <pc:sldMk cId="0" sldId="286"/>
        </pc:sldMkLst>
        <pc:spChg chg="mod">
          <ac:chgData name="Luiz Augusto Melo Pereira" userId="4bd5ce759a66f368" providerId="LiveId" clId="{03C272D8-39AC-4A1D-B8D5-321B7BBFF159}" dt="2025-01-27T17:52:06.174" v="260" actId="1076"/>
          <ac:spMkLst>
            <pc:docMk/>
            <pc:sldMk cId="0" sldId="286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52:09.052" v="262" actId="1076"/>
        <pc:sldMkLst>
          <pc:docMk/>
          <pc:sldMk cId="0" sldId="287"/>
        </pc:sldMkLst>
        <pc:spChg chg="mod">
          <ac:chgData name="Luiz Augusto Melo Pereira" userId="4bd5ce759a66f368" providerId="LiveId" clId="{03C272D8-39AC-4A1D-B8D5-321B7BBFF159}" dt="2025-01-27T17:52:09.052" v="262" actId="1076"/>
          <ac:spMkLst>
            <pc:docMk/>
            <pc:sldMk cId="0" sldId="287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52:14.698" v="264" actId="1076"/>
        <pc:sldMkLst>
          <pc:docMk/>
          <pc:sldMk cId="0" sldId="288"/>
        </pc:sldMkLst>
        <pc:spChg chg="mod">
          <ac:chgData name="Luiz Augusto Melo Pereira" userId="4bd5ce759a66f368" providerId="LiveId" clId="{03C272D8-39AC-4A1D-B8D5-321B7BBFF159}" dt="2025-01-27T17:52:14.698" v="264" actId="1076"/>
          <ac:spMkLst>
            <pc:docMk/>
            <pc:sldMk cId="0" sldId="288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52:18.038" v="266" actId="1076"/>
        <pc:sldMkLst>
          <pc:docMk/>
          <pc:sldMk cId="0" sldId="289"/>
        </pc:sldMkLst>
        <pc:spChg chg="mod">
          <ac:chgData name="Luiz Augusto Melo Pereira" userId="4bd5ce759a66f368" providerId="LiveId" clId="{03C272D8-39AC-4A1D-B8D5-321B7BBFF159}" dt="2025-01-27T17:52:18.038" v="266" actId="1076"/>
          <ac:spMkLst>
            <pc:docMk/>
            <pc:sldMk cId="0" sldId="289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52:22.945" v="268" actId="1076"/>
        <pc:sldMkLst>
          <pc:docMk/>
          <pc:sldMk cId="0" sldId="290"/>
        </pc:sldMkLst>
        <pc:spChg chg="mod">
          <ac:chgData name="Luiz Augusto Melo Pereira" userId="4bd5ce759a66f368" providerId="LiveId" clId="{03C272D8-39AC-4A1D-B8D5-321B7BBFF159}" dt="2025-01-27T17:52:22.945" v="268" actId="1076"/>
          <ac:spMkLst>
            <pc:docMk/>
            <pc:sldMk cId="0" sldId="290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52:26.194" v="270" actId="1076"/>
        <pc:sldMkLst>
          <pc:docMk/>
          <pc:sldMk cId="0" sldId="291"/>
        </pc:sldMkLst>
        <pc:spChg chg="mod">
          <ac:chgData name="Luiz Augusto Melo Pereira" userId="4bd5ce759a66f368" providerId="LiveId" clId="{03C272D8-39AC-4A1D-B8D5-321B7BBFF159}" dt="2025-01-27T17:52:26.194" v="270" actId="1076"/>
          <ac:spMkLst>
            <pc:docMk/>
            <pc:sldMk cId="0" sldId="291"/>
            <ac:spMk id="3" creationId="{00000000-0000-0000-0000-000000000000}"/>
          </ac:spMkLst>
        </pc:spChg>
      </pc:sldChg>
      <pc:sldChg chg="delSp modSp mod">
        <pc:chgData name="Luiz Augusto Melo Pereira" userId="4bd5ce759a66f368" providerId="LiveId" clId="{03C272D8-39AC-4A1D-B8D5-321B7BBFF159}" dt="2025-01-27T17:52:49.297" v="280" actId="1076"/>
        <pc:sldMkLst>
          <pc:docMk/>
          <pc:sldMk cId="0" sldId="292"/>
        </pc:sldMkLst>
        <pc:spChg chg="del">
          <ac:chgData name="Luiz Augusto Melo Pereira" userId="4bd5ce759a66f368" providerId="LiveId" clId="{03C272D8-39AC-4A1D-B8D5-321B7BBFF159}" dt="2025-01-27T17:52:44.776" v="279" actId="478"/>
          <ac:spMkLst>
            <pc:docMk/>
            <pc:sldMk cId="0" sldId="292"/>
            <ac:spMk id="3" creationId="{00000000-0000-0000-0000-000000000000}"/>
          </ac:spMkLst>
        </pc:spChg>
        <pc:spChg chg="mod">
          <ac:chgData name="Luiz Augusto Melo Pereira" userId="4bd5ce759a66f368" providerId="LiveId" clId="{03C272D8-39AC-4A1D-B8D5-321B7BBFF159}" dt="2025-01-27T17:52:49.297" v="280" actId="1076"/>
          <ac:spMkLst>
            <pc:docMk/>
            <pc:sldMk cId="0" sldId="292"/>
            <ac:spMk id="4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7:52:54.397" v="282" actId="1076"/>
        <pc:sldMkLst>
          <pc:docMk/>
          <pc:sldMk cId="0" sldId="293"/>
        </pc:sldMkLst>
        <pc:spChg chg="mod">
          <ac:chgData name="Luiz Augusto Melo Pereira" userId="4bd5ce759a66f368" providerId="LiveId" clId="{03C272D8-39AC-4A1D-B8D5-321B7BBFF159}" dt="2025-01-27T17:52:54.397" v="282" actId="1076"/>
          <ac:spMkLst>
            <pc:docMk/>
            <pc:sldMk cId="0" sldId="293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03C272D8-39AC-4A1D-B8D5-321B7BBFF159}" dt="2025-01-27T18:02:31.911" v="624" actId="14100"/>
        <pc:sldMkLst>
          <pc:docMk/>
          <pc:sldMk cId="0" sldId="295"/>
        </pc:sldMkLst>
        <pc:spChg chg="mod">
          <ac:chgData name="Luiz Augusto Melo Pereira" userId="4bd5ce759a66f368" providerId="LiveId" clId="{03C272D8-39AC-4A1D-B8D5-321B7BBFF159}" dt="2025-01-27T17:55:16.012" v="347" actId="14100"/>
          <ac:spMkLst>
            <pc:docMk/>
            <pc:sldMk cId="0" sldId="295"/>
            <ac:spMk id="2" creationId="{00000000-0000-0000-0000-000000000000}"/>
          </ac:spMkLst>
        </pc:spChg>
        <pc:spChg chg="mod">
          <ac:chgData name="Luiz Augusto Melo Pereira" userId="4bd5ce759a66f368" providerId="LiveId" clId="{03C272D8-39AC-4A1D-B8D5-321B7BBFF159}" dt="2025-01-27T17:55:18.920" v="354" actId="1035"/>
          <ac:spMkLst>
            <pc:docMk/>
            <pc:sldMk cId="0" sldId="295"/>
            <ac:spMk id="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5:04.410" v="344" actId="478"/>
          <ac:spMkLst>
            <pc:docMk/>
            <pc:sldMk cId="0" sldId="295"/>
            <ac:spMk id="4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5:04.410" v="344" actId="478"/>
          <ac:spMkLst>
            <pc:docMk/>
            <pc:sldMk cId="0" sldId="295"/>
            <ac:spMk id="5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5:04.410" v="344" actId="478"/>
          <ac:spMkLst>
            <pc:docMk/>
            <pc:sldMk cId="0" sldId="295"/>
            <ac:spMk id="6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5:04.410" v="344" actId="478"/>
          <ac:spMkLst>
            <pc:docMk/>
            <pc:sldMk cId="0" sldId="295"/>
            <ac:spMk id="7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5:04.410" v="344" actId="478"/>
          <ac:spMkLst>
            <pc:docMk/>
            <pc:sldMk cId="0" sldId="295"/>
            <ac:spMk id="8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5:04.410" v="344" actId="478"/>
          <ac:spMkLst>
            <pc:docMk/>
            <pc:sldMk cId="0" sldId="295"/>
            <ac:spMk id="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5:04.410" v="344" actId="478"/>
          <ac:spMkLst>
            <pc:docMk/>
            <pc:sldMk cId="0" sldId="295"/>
            <ac:spMk id="1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5:04.410" v="344" actId="478"/>
          <ac:spMkLst>
            <pc:docMk/>
            <pc:sldMk cId="0" sldId="295"/>
            <ac:spMk id="11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5:04.410" v="344" actId="478"/>
          <ac:spMkLst>
            <pc:docMk/>
            <pc:sldMk cId="0" sldId="295"/>
            <ac:spMk id="12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5:04.410" v="344" actId="478"/>
          <ac:spMkLst>
            <pc:docMk/>
            <pc:sldMk cId="0" sldId="295"/>
            <ac:spMk id="1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5:04.410" v="344" actId="478"/>
          <ac:spMkLst>
            <pc:docMk/>
            <pc:sldMk cId="0" sldId="295"/>
            <ac:spMk id="14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01.002" v="455" actId="478"/>
          <ac:spMkLst>
            <pc:docMk/>
            <pc:sldMk cId="0" sldId="295"/>
            <ac:spMk id="16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7:59.839" v="454" actId="478"/>
          <ac:spMkLst>
            <pc:docMk/>
            <pc:sldMk cId="0" sldId="295"/>
            <ac:spMk id="17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01.648" v="456" actId="478"/>
          <ac:spMkLst>
            <pc:docMk/>
            <pc:sldMk cId="0" sldId="295"/>
            <ac:spMk id="18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7:51.723" v="450" actId="478"/>
          <ac:spMkLst>
            <pc:docMk/>
            <pc:sldMk cId="0" sldId="295"/>
            <ac:spMk id="1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03.454" v="457" actId="478"/>
          <ac:spMkLst>
            <pc:docMk/>
            <pc:sldMk cId="0" sldId="295"/>
            <ac:spMk id="2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05.635" v="461" actId="478"/>
          <ac:spMkLst>
            <pc:docMk/>
            <pc:sldMk cId="0" sldId="295"/>
            <ac:spMk id="21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04.068" v="458" actId="478"/>
          <ac:spMkLst>
            <pc:docMk/>
            <pc:sldMk cId="0" sldId="295"/>
            <ac:spMk id="22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08.490" v="464" actId="478"/>
          <ac:spMkLst>
            <pc:docMk/>
            <pc:sldMk cId="0" sldId="295"/>
            <ac:spMk id="2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05.132" v="460" actId="478"/>
          <ac:spMkLst>
            <pc:docMk/>
            <pc:sldMk cId="0" sldId="295"/>
            <ac:spMk id="24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07.865" v="463" actId="478"/>
          <ac:spMkLst>
            <pc:docMk/>
            <pc:sldMk cId="0" sldId="295"/>
            <ac:spMk id="25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09.152" v="465" actId="478"/>
          <ac:spMkLst>
            <pc:docMk/>
            <pc:sldMk cId="0" sldId="295"/>
            <ac:spMk id="26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06.712" v="462" actId="478"/>
          <ac:spMkLst>
            <pc:docMk/>
            <pc:sldMk cId="0" sldId="295"/>
            <ac:spMk id="27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7:52.980" v="451" actId="478"/>
          <ac:spMkLst>
            <pc:docMk/>
            <pc:sldMk cId="0" sldId="295"/>
            <ac:spMk id="28" creationId="{00000000-0000-0000-0000-000000000000}"/>
          </ac:spMkLst>
        </pc:spChg>
        <pc:spChg chg="del mod">
          <ac:chgData name="Luiz Augusto Melo Pereira" userId="4bd5ce759a66f368" providerId="LiveId" clId="{03C272D8-39AC-4A1D-B8D5-321B7BBFF159}" dt="2025-01-27T17:58:12.438" v="473"/>
          <ac:spMkLst>
            <pc:docMk/>
            <pc:sldMk cId="0" sldId="295"/>
            <ac:spMk id="29" creationId="{00000000-0000-0000-0000-000000000000}"/>
          </ac:spMkLst>
        </pc:spChg>
        <pc:spChg chg="mod">
          <ac:chgData name="Luiz Augusto Melo Pereira" userId="4bd5ce759a66f368" providerId="LiveId" clId="{03C272D8-39AC-4A1D-B8D5-321B7BBFF159}" dt="2025-01-27T17:58:22.863" v="480" actId="1037"/>
          <ac:spMkLst>
            <pc:docMk/>
            <pc:sldMk cId="0" sldId="295"/>
            <ac:spMk id="3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30.378" v="481" actId="478"/>
          <ac:spMkLst>
            <pc:docMk/>
            <pc:sldMk cId="0" sldId="295"/>
            <ac:spMk id="31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30.378" v="481" actId="478"/>
          <ac:spMkLst>
            <pc:docMk/>
            <pc:sldMk cId="0" sldId="295"/>
            <ac:spMk id="32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34.800" v="486" actId="478"/>
          <ac:spMkLst>
            <pc:docMk/>
            <pc:sldMk cId="0" sldId="295"/>
            <ac:spMk id="3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32.325" v="483" actId="478"/>
          <ac:spMkLst>
            <pc:docMk/>
            <pc:sldMk cId="0" sldId="295"/>
            <ac:spMk id="34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33.909" v="485" actId="478"/>
          <ac:spMkLst>
            <pc:docMk/>
            <pc:sldMk cId="0" sldId="295"/>
            <ac:spMk id="35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30.378" v="481" actId="478"/>
          <ac:spMkLst>
            <pc:docMk/>
            <pc:sldMk cId="0" sldId="295"/>
            <ac:spMk id="36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30.378" v="481" actId="478"/>
          <ac:spMkLst>
            <pc:docMk/>
            <pc:sldMk cId="0" sldId="295"/>
            <ac:spMk id="37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31.824" v="482" actId="478"/>
          <ac:spMkLst>
            <pc:docMk/>
            <pc:sldMk cId="0" sldId="295"/>
            <ac:spMk id="38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30.378" v="481" actId="478"/>
          <ac:spMkLst>
            <pc:docMk/>
            <pc:sldMk cId="0" sldId="295"/>
            <ac:spMk id="3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33.218" v="484" actId="478"/>
          <ac:spMkLst>
            <pc:docMk/>
            <pc:sldMk cId="0" sldId="295"/>
            <ac:spMk id="4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30.378" v="481" actId="478"/>
          <ac:spMkLst>
            <pc:docMk/>
            <pc:sldMk cId="0" sldId="295"/>
            <ac:spMk id="41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30.378" v="481" actId="478"/>
          <ac:spMkLst>
            <pc:docMk/>
            <pc:sldMk cId="0" sldId="295"/>
            <ac:spMk id="42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30.378" v="481" actId="478"/>
          <ac:spMkLst>
            <pc:docMk/>
            <pc:sldMk cId="0" sldId="295"/>
            <ac:spMk id="4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30.378" v="481" actId="478"/>
          <ac:spMkLst>
            <pc:docMk/>
            <pc:sldMk cId="0" sldId="295"/>
            <ac:spMk id="44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30.378" v="481" actId="478"/>
          <ac:spMkLst>
            <pc:docMk/>
            <pc:sldMk cId="0" sldId="295"/>
            <ac:spMk id="45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30.378" v="481" actId="478"/>
          <ac:spMkLst>
            <pc:docMk/>
            <pc:sldMk cId="0" sldId="295"/>
            <ac:spMk id="46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30.378" v="481" actId="478"/>
          <ac:spMkLst>
            <pc:docMk/>
            <pc:sldMk cId="0" sldId="295"/>
            <ac:spMk id="47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30.378" v="481" actId="478"/>
          <ac:spMkLst>
            <pc:docMk/>
            <pc:sldMk cId="0" sldId="295"/>
            <ac:spMk id="48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30.378" v="481" actId="478"/>
          <ac:spMkLst>
            <pc:docMk/>
            <pc:sldMk cId="0" sldId="295"/>
            <ac:spMk id="49" creationId="{00000000-0000-0000-0000-000000000000}"/>
          </ac:spMkLst>
        </pc:spChg>
        <pc:spChg chg="del mod">
          <ac:chgData name="Luiz Augusto Melo Pereira" userId="4bd5ce759a66f368" providerId="LiveId" clId="{03C272D8-39AC-4A1D-B8D5-321B7BBFF159}" dt="2025-01-27T17:58:04.536" v="459" actId="478"/>
          <ac:spMkLst>
            <pc:docMk/>
            <pc:sldMk cId="0" sldId="295"/>
            <ac:spMk id="5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7:58:30.378" v="481" actId="478"/>
          <ac:spMkLst>
            <pc:docMk/>
            <pc:sldMk cId="0" sldId="295"/>
            <ac:spMk id="51" creationId="{00000000-0000-0000-0000-000000000000}"/>
          </ac:spMkLst>
        </pc:spChg>
        <pc:spChg chg="add mod">
          <ac:chgData name="Luiz Augusto Melo Pereira" userId="4bd5ce759a66f368" providerId="LiveId" clId="{03C272D8-39AC-4A1D-B8D5-321B7BBFF159}" dt="2025-01-27T17:55:21.827" v="361" actId="1036"/>
          <ac:spMkLst>
            <pc:docMk/>
            <pc:sldMk cId="0" sldId="295"/>
            <ac:spMk id="58" creationId="{2D244574-EB34-1448-E46B-CF3426F970A0}"/>
          </ac:spMkLst>
        </pc:spChg>
        <pc:spChg chg="add mod">
          <ac:chgData name="Luiz Augusto Melo Pereira" userId="4bd5ce759a66f368" providerId="LiveId" clId="{03C272D8-39AC-4A1D-B8D5-321B7BBFF159}" dt="2025-01-27T18:02:27.637" v="623" actId="14100"/>
          <ac:spMkLst>
            <pc:docMk/>
            <pc:sldMk cId="0" sldId="295"/>
            <ac:spMk id="59" creationId="{10C4A141-113E-23D3-B43B-56543C11DEBC}"/>
          </ac:spMkLst>
        </pc:spChg>
        <pc:spChg chg="add mod">
          <ac:chgData name="Luiz Augusto Melo Pereira" userId="4bd5ce759a66f368" providerId="LiveId" clId="{03C272D8-39AC-4A1D-B8D5-321B7BBFF159}" dt="2025-01-27T18:02:20.872" v="621" actId="14100"/>
          <ac:spMkLst>
            <pc:docMk/>
            <pc:sldMk cId="0" sldId="295"/>
            <ac:spMk id="60" creationId="{BAE2CF29-B36B-0C48-2942-431888239FBE}"/>
          </ac:spMkLst>
        </pc:spChg>
        <pc:spChg chg="add mod">
          <ac:chgData name="Luiz Augusto Melo Pereira" userId="4bd5ce759a66f368" providerId="LiveId" clId="{03C272D8-39AC-4A1D-B8D5-321B7BBFF159}" dt="2025-01-27T18:02:14.353" v="620" actId="552"/>
          <ac:spMkLst>
            <pc:docMk/>
            <pc:sldMk cId="0" sldId="295"/>
            <ac:spMk id="61" creationId="{FAC95DD3-0854-1A5E-483C-4ED1A3FE7D86}"/>
          </ac:spMkLst>
        </pc:spChg>
        <pc:spChg chg="add mod">
          <ac:chgData name="Luiz Augusto Melo Pereira" userId="4bd5ce759a66f368" providerId="LiveId" clId="{03C272D8-39AC-4A1D-B8D5-321B7BBFF159}" dt="2025-01-27T18:02:31.911" v="624" actId="14100"/>
          <ac:spMkLst>
            <pc:docMk/>
            <pc:sldMk cId="0" sldId="295"/>
            <ac:spMk id="62" creationId="{9892148B-2507-361E-8A0A-235FC00CD9C2}"/>
          </ac:spMkLst>
        </pc:spChg>
      </pc:sldChg>
      <pc:sldChg chg="modSp mod">
        <pc:chgData name="Luiz Augusto Melo Pereira" userId="4bd5ce759a66f368" providerId="LiveId" clId="{03C272D8-39AC-4A1D-B8D5-321B7BBFF159}" dt="2025-01-27T18:02:56.902" v="626" actId="1076"/>
        <pc:sldMkLst>
          <pc:docMk/>
          <pc:sldMk cId="0" sldId="296"/>
        </pc:sldMkLst>
        <pc:spChg chg="mod">
          <ac:chgData name="Luiz Augusto Melo Pereira" userId="4bd5ce759a66f368" providerId="LiveId" clId="{03C272D8-39AC-4A1D-B8D5-321B7BBFF159}" dt="2025-01-27T18:02:56.902" v="626" actId="1076"/>
          <ac:spMkLst>
            <pc:docMk/>
            <pc:sldMk cId="0" sldId="296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03C272D8-39AC-4A1D-B8D5-321B7BBFF159}" dt="2025-01-27T18:08:14.360" v="799" actId="1076"/>
        <pc:sldMkLst>
          <pc:docMk/>
          <pc:sldMk cId="0" sldId="297"/>
        </pc:sldMkLst>
        <pc:spChg chg="mod">
          <ac:chgData name="Luiz Augusto Melo Pereira" userId="4bd5ce759a66f368" providerId="LiveId" clId="{03C272D8-39AC-4A1D-B8D5-321B7BBFF159}" dt="2025-01-27T18:05:40.248" v="711" actId="14100"/>
          <ac:spMkLst>
            <pc:docMk/>
            <pc:sldMk cId="0" sldId="297"/>
            <ac:spMk id="2" creationId="{00000000-0000-0000-0000-000000000000}"/>
          </ac:spMkLst>
        </pc:spChg>
        <pc:spChg chg="mod">
          <ac:chgData name="Luiz Augusto Melo Pereira" userId="4bd5ce759a66f368" providerId="LiveId" clId="{03C272D8-39AC-4A1D-B8D5-321B7BBFF159}" dt="2025-01-27T18:05:45.917" v="718" actId="1035"/>
          <ac:spMkLst>
            <pc:docMk/>
            <pc:sldMk cId="0" sldId="297"/>
            <ac:spMk id="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28.496" v="638" actId="478"/>
          <ac:spMkLst>
            <pc:docMk/>
            <pc:sldMk cId="0" sldId="297"/>
            <ac:spMk id="4" creationId="{00000000-0000-0000-0000-000000000000}"/>
          </ac:spMkLst>
        </pc:spChg>
        <pc:spChg chg="mod">
          <ac:chgData name="Luiz Augusto Melo Pereira" userId="4bd5ce759a66f368" providerId="LiveId" clId="{03C272D8-39AC-4A1D-B8D5-321B7BBFF159}" dt="2025-01-27T18:05:50.271" v="727" actId="1035"/>
          <ac:spMkLst>
            <pc:docMk/>
            <pc:sldMk cId="0" sldId="297"/>
            <ac:spMk id="5" creationId="{00000000-0000-0000-0000-000000000000}"/>
          </ac:spMkLst>
        </pc:spChg>
        <pc:spChg chg="del mod">
          <ac:chgData name="Luiz Augusto Melo Pereira" userId="4bd5ce759a66f368" providerId="LiveId" clId="{03C272D8-39AC-4A1D-B8D5-321B7BBFF159}" dt="2025-01-27T18:04:03.310" v="666" actId="478"/>
          <ac:spMkLst>
            <pc:docMk/>
            <pc:sldMk cId="0" sldId="297"/>
            <ac:spMk id="6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3.841" v="635" actId="478"/>
          <ac:spMkLst>
            <pc:docMk/>
            <pc:sldMk cId="0" sldId="297"/>
            <ac:spMk id="7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09.068" v="630" actId="478"/>
          <ac:spMkLst>
            <pc:docMk/>
            <pc:sldMk cId="0" sldId="297"/>
            <ac:spMk id="8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07.811" v="629" actId="478"/>
          <ac:spMkLst>
            <pc:docMk/>
            <pc:sldMk cId="0" sldId="297"/>
            <ac:spMk id="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06.898" v="628" actId="478"/>
          <ac:spMkLst>
            <pc:docMk/>
            <pc:sldMk cId="0" sldId="297"/>
            <ac:spMk id="1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0.722" v="632" actId="478"/>
          <ac:spMkLst>
            <pc:docMk/>
            <pc:sldMk cId="0" sldId="297"/>
            <ac:spMk id="11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09.866" v="631" actId="478"/>
          <ac:spMkLst>
            <pc:docMk/>
            <pc:sldMk cId="0" sldId="297"/>
            <ac:spMk id="12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2.428" v="634" actId="478"/>
          <ac:spMkLst>
            <pc:docMk/>
            <pc:sldMk cId="0" sldId="297"/>
            <ac:spMk id="1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1.432" v="633" actId="478"/>
          <ac:spMkLst>
            <pc:docMk/>
            <pc:sldMk cId="0" sldId="297"/>
            <ac:spMk id="14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05.220" v="627" actId="478"/>
          <ac:spMkLst>
            <pc:docMk/>
            <pc:sldMk cId="0" sldId="297"/>
            <ac:spMk id="15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7.989" v="637" actId="478"/>
          <ac:spMkLst>
            <pc:docMk/>
            <pc:sldMk cId="0" sldId="297"/>
            <ac:spMk id="16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4.677" v="636" actId="478"/>
          <ac:spMkLst>
            <pc:docMk/>
            <pc:sldMk cId="0" sldId="297"/>
            <ac:spMk id="17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7.989" v="637" actId="478"/>
          <ac:spMkLst>
            <pc:docMk/>
            <pc:sldMk cId="0" sldId="297"/>
            <ac:spMk id="18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7.989" v="637" actId="478"/>
          <ac:spMkLst>
            <pc:docMk/>
            <pc:sldMk cId="0" sldId="297"/>
            <ac:spMk id="1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7.989" v="637" actId="478"/>
          <ac:spMkLst>
            <pc:docMk/>
            <pc:sldMk cId="0" sldId="297"/>
            <ac:spMk id="2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7.989" v="637" actId="478"/>
          <ac:spMkLst>
            <pc:docMk/>
            <pc:sldMk cId="0" sldId="297"/>
            <ac:spMk id="21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7.989" v="637" actId="478"/>
          <ac:spMkLst>
            <pc:docMk/>
            <pc:sldMk cId="0" sldId="297"/>
            <ac:spMk id="22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7.989" v="637" actId="478"/>
          <ac:spMkLst>
            <pc:docMk/>
            <pc:sldMk cId="0" sldId="297"/>
            <ac:spMk id="2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7.989" v="637" actId="478"/>
          <ac:spMkLst>
            <pc:docMk/>
            <pc:sldMk cId="0" sldId="297"/>
            <ac:spMk id="24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7.989" v="637" actId="478"/>
          <ac:spMkLst>
            <pc:docMk/>
            <pc:sldMk cId="0" sldId="297"/>
            <ac:spMk id="25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7.989" v="637" actId="478"/>
          <ac:spMkLst>
            <pc:docMk/>
            <pc:sldMk cId="0" sldId="297"/>
            <ac:spMk id="26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7.989" v="637" actId="478"/>
          <ac:spMkLst>
            <pc:docMk/>
            <pc:sldMk cId="0" sldId="297"/>
            <ac:spMk id="27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7.989" v="637" actId="478"/>
          <ac:spMkLst>
            <pc:docMk/>
            <pc:sldMk cId="0" sldId="297"/>
            <ac:spMk id="28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7.989" v="637" actId="478"/>
          <ac:spMkLst>
            <pc:docMk/>
            <pc:sldMk cId="0" sldId="297"/>
            <ac:spMk id="2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7.989" v="637" actId="478"/>
          <ac:spMkLst>
            <pc:docMk/>
            <pc:sldMk cId="0" sldId="297"/>
            <ac:spMk id="3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7.989" v="637" actId="478"/>
          <ac:spMkLst>
            <pc:docMk/>
            <pc:sldMk cId="0" sldId="297"/>
            <ac:spMk id="31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7.989" v="637" actId="478"/>
          <ac:spMkLst>
            <pc:docMk/>
            <pc:sldMk cId="0" sldId="297"/>
            <ac:spMk id="32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7.989" v="637" actId="478"/>
          <ac:spMkLst>
            <pc:docMk/>
            <pc:sldMk cId="0" sldId="297"/>
            <ac:spMk id="3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7.989" v="637" actId="478"/>
          <ac:spMkLst>
            <pc:docMk/>
            <pc:sldMk cId="0" sldId="297"/>
            <ac:spMk id="34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7.989" v="637" actId="478"/>
          <ac:spMkLst>
            <pc:docMk/>
            <pc:sldMk cId="0" sldId="297"/>
            <ac:spMk id="35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7.989" v="637" actId="478"/>
          <ac:spMkLst>
            <pc:docMk/>
            <pc:sldMk cId="0" sldId="297"/>
            <ac:spMk id="36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7.989" v="637" actId="478"/>
          <ac:spMkLst>
            <pc:docMk/>
            <pc:sldMk cId="0" sldId="297"/>
            <ac:spMk id="37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7.989" v="637" actId="478"/>
          <ac:spMkLst>
            <pc:docMk/>
            <pc:sldMk cId="0" sldId="297"/>
            <ac:spMk id="38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7.989" v="637" actId="478"/>
          <ac:spMkLst>
            <pc:docMk/>
            <pc:sldMk cId="0" sldId="297"/>
            <ac:spMk id="3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3:17.989" v="637" actId="478"/>
          <ac:spMkLst>
            <pc:docMk/>
            <pc:sldMk cId="0" sldId="297"/>
            <ac:spMk id="40" creationId="{00000000-0000-0000-0000-000000000000}"/>
          </ac:spMkLst>
        </pc:spChg>
        <pc:spChg chg="mod">
          <ac:chgData name="Luiz Augusto Melo Pereira" userId="4bd5ce759a66f368" providerId="LiveId" clId="{03C272D8-39AC-4A1D-B8D5-321B7BBFF159}" dt="2025-01-27T18:08:14.360" v="799" actId="1076"/>
          <ac:spMkLst>
            <pc:docMk/>
            <pc:sldMk cId="0" sldId="297"/>
            <ac:spMk id="41" creationId="{00000000-0000-0000-0000-000000000000}"/>
          </ac:spMkLst>
        </pc:spChg>
        <pc:spChg chg="add mod">
          <ac:chgData name="Luiz Augusto Melo Pereira" userId="4bd5ce759a66f368" providerId="LiveId" clId="{03C272D8-39AC-4A1D-B8D5-321B7BBFF159}" dt="2025-01-27T18:06:46.363" v="767" actId="14100"/>
          <ac:spMkLst>
            <pc:docMk/>
            <pc:sldMk cId="0" sldId="297"/>
            <ac:spMk id="46" creationId="{C59F6D15-610B-633B-0914-1B57CB4BFFB8}"/>
          </ac:spMkLst>
        </pc:spChg>
        <pc:spChg chg="add mod">
          <ac:chgData name="Luiz Augusto Melo Pereira" userId="4bd5ce759a66f368" providerId="LiveId" clId="{03C272D8-39AC-4A1D-B8D5-321B7BBFF159}" dt="2025-01-27T18:07:28.561" v="791" actId="1076"/>
          <ac:spMkLst>
            <pc:docMk/>
            <pc:sldMk cId="0" sldId="297"/>
            <ac:spMk id="47" creationId="{6F381367-7688-C8DD-A554-CE6971A521B1}"/>
          </ac:spMkLst>
        </pc:spChg>
        <pc:spChg chg="add mod">
          <ac:chgData name="Luiz Augusto Melo Pereira" userId="4bd5ce759a66f368" providerId="LiveId" clId="{03C272D8-39AC-4A1D-B8D5-321B7BBFF159}" dt="2025-01-27T18:07:24.547" v="790" actId="1076"/>
          <ac:spMkLst>
            <pc:docMk/>
            <pc:sldMk cId="0" sldId="297"/>
            <ac:spMk id="48" creationId="{2F4B3B4A-DC20-8794-B57A-F46C7BEC5B58}"/>
          </ac:spMkLst>
        </pc:spChg>
        <pc:spChg chg="add mod">
          <ac:chgData name="Luiz Augusto Melo Pereira" userId="4bd5ce759a66f368" providerId="LiveId" clId="{03C272D8-39AC-4A1D-B8D5-321B7BBFF159}" dt="2025-01-27T18:08:03.484" v="797" actId="1037"/>
          <ac:spMkLst>
            <pc:docMk/>
            <pc:sldMk cId="0" sldId="297"/>
            <ac:spMk id="49" creationId="{6A79FBCC-A466-33B6-7765-69DEA6D079BB}"/>
          </ac:spMkLst>
        </pc:spChg>
        <pc:graphicFrameChg chg="mod">
          <ac:chgData name="Luiz Augusto Melo Pereira" userId="4bd5ce759a66f368" providerId="LiveId" clId="{03C272D8-39AC-4A1D-B8D5-321B7BBFF159}" dt="2025-01-27T18:05:45.917" v="718" actId="1035"/>
          <ac:graphicFrameMkLst>
            <pc:docMk/>
            <pc:sldMk cId="0" sldId="297"/>
            <ac:graphicFrameMk id="42" creationId="{00000000-0000-0000-0000-000000000000}"/>
          </ac:graphicFrameMkLst>
        </pc:graphicFrameChg>
        <pc:graphicFrameChg chg="mod">
          <ac:chgData name="Luiz Augusto Melo Pereira" userId="4bd5ce759a66f368" providerId="LiveId" clId="{03C272D8-39AC-4A1D-B8D5-321B7BBFF159}" dt="2025-01-27T18:05:45.917" v="718" actId="1035"/>
          <ac:graphicFrameMkLst>
            <pc:docMk/>
            <pc:sldMk cId="0" sldId="297"/>
            <ac:graphicFrameMk id="43" creationId="{00000000-0000-0000-0000-000000000000}"/>
          </ac:graphicFrameMkLst>
        </pc:graphicFrameChg>
        <pc:graphicFrameChg chg="mod">
          <ac:chgData name="Luiz Augusto Melo Pereira" userId="4bd5ce759a66f368" providerId="LiveId" clId="{03C272D8-39AC-4A1D-B8D5-321B7BBFF159}" dt="2025-01-27T18:05:45.917" v="718" actId="1035"/>
          <ac:graphicFrameMkLst>
            <pc:docMk/>
            <pc:sldMk cId="0" sldId="297"/>
            <ac:graphicFrameMk id="44" creationId="{00000000-0000-0000-0000-000000000000}"/>
          </ac:graphicFrameMkLst>
        </pc:graphicFrameChg>
      </pc:sldChg>
      <pc:sldChg chg="addSp delSp modSp mod">
        <pc:chgData name="Luiz Augusto Melo Pereira" userId="4bd5ce759a66f368" providerId="LiveId" clId="{03C272D8-39AC-4A1D-B8D5-321B7BBFF159}" dt="2025-01-27T18:11:18.816" v="911" actId="14100"/>
        <pc:sldMkLst>
          <pc:docMk/>
          <pc:sldMk cId="0" sldId="299"/>
        </pc:sldMkLst>
        <pc:spChg chg="mod">
          <ac:chgData name="Luiz Augusto Melo Pereira" userId="4bd5ce759a66f368" providerId="LiveId" clId="{03C272D8-39AC-4A1D-B8D5-321B7BBFF159}" dt="2025-01-27T18:08:36.053" v="806" actId="14100"/>
          <ac:spMkLst>
            <pc:docMk/>
            <pc:sldMk cId="0" sldId="299"/>
            <ac:spMk id="2" creationId="{00000000-0000-0000-0000-000000000000}"/>
          </ac:spMkLst>
        </pc:spChg>
        <pc:spChg chg="mod">
          <ac:chgData name="Luiz Augusto Melo Pereira" userId="4bd5ce759a66f368" providerId="LiveId" clId="{03C272D8-39AC-4A1D-B8D5-321B7BBFF159}" dt="2025-01-27T18:08:40.573" v="814" actId="1035"/>
          <ac:spMkLst>
            <pc:docMk/>
            <pc:sldMk cId="0" sldId="299"/>
            <ac:spMk id="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9:22.985" v="846" actId="478"/>
          <ac:spMkLst>
            <pc:docMk/>
            <pc:sldMk cId="0" sldId="299"/>
            <ac:spMk id="4" creationId="{00000000-0000-0000-0000-000000000000}"/>
          </ac:spMkLst>
        </pc:spChg>
        <pc:spChg chg="mod">
          <ac:chgData name="Luiz Augusto Melo Pereira" userId="4bd5ce759a66f368" providerId="LiveId" clId="{03C272D8-39AC-4A1D-B8D5-321B7BBFF159}" dt="2025-01-27T18:09:18.592" v="843" actId="20577"/>
          <ac:spMkLst>
            <pc:docMk/>
            <pc:sldMk cId="0" sldId="299"/>
            <ac:spMk id="5" creationId="{00000000-0000-0000-0000-000000000000}"/>
          </ac:spMkLst>
        </pc:spChg>
        <pc:spChg chg="del mod">
          <ac:chgData name="Luiz Augusto Melo Pereira" userId="4bd5ce759a66f368" providerId="LiveId" clId="{03C272D8-39AC-4A1D-B8D5-321B7BBFF159}" dt="2025-01-27T18:09:21.499" v="844" actId="478"/>
          <ac:spMkLst>
            <pc:docMk/>
            <pc:sldMk cId="0" sldId="299"/>
            <ac:spMk id="6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9:22.234" v="845" actId="478"/>
          <ac:spMkLst>
            <pc:docMk/>
            <pc:sldMk cId="0" sldId="299"/>
            <ac:spMk id="7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8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1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11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12" creationId="{00000000-0000-0000-0000-000000000000}"/>
          </ac:spMkLst>
        </pc:spChg>
        <pc:spChg chg="del mod">
          <ac:chgData name="Luiz Augusto Melo Pereira" userId="4bd5ce759a66f368" providerId="LiveId" clId="{03C272D8-39AC-4A1D-B8D5-321B7BBFF159}" dt="2025-01-27T18:09:28.377" v="847" actId="478"/>
          <ac:spMkLst>
            <pc:docMk/>
            <pc:sldMk cId="0" sldId="299"/>
            <ac:spMk id="1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14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15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16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17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18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1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9:29.937" v="849" actId="478"/>
          <ac:spMkLst>
            <pc:docMk/>
            <pc:sldMk cId="0" sldId="299"/>
            <ac:spMk id="2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21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22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2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24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25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26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27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28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2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3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31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32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9:29.177" v="848" actId="478"/>
          <ac:spMkLst>
            <pc:docMk/>
            <pc:sldMk cId="0" sldId="299"/>
            <ac:spMk id="3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34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35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36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37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38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3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4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41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42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4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44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45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08:30.644" v="804" actId="478"/>
          <ac:spMkLst>
            <pc:docMk/>
            <pc:sldMk cId="0" sldId="299"/>
            <ac:spMk id="46" creationId="{00000000-0000-0000-0000-000000000000}"/>
          </ac:spMkLst>
        </pc:spChg>
        <pc:spChg chg="add mod">
          <ac:chgData name="Luiz Augusto Melo Pereira" userId="4bd5ce759a66f368" providerId="LiveId" clId="{03C272D8-39AC-4A1D-B8D5-321B7BBFF159}" dt="2025-01-27T18:10:20.700" v="870" actId="14100"/>
          <ac:spMkLst>
            <pc:docMk/>
            <pc:sldMk cId="0" sldId="299"/>
            <ac:spMk id="52" creationId="{2B336A26-08C8-E4E1-FA38-33398BEE2C1C}"/>
          </ac:spMkLst>
        </pc:spChg>
        <pc:spChg chg="add mod">
          <ac:chgData name="Luiz Augusto Melo Pereira" userId="4bd5ce759a66f368" providerId="LiveId" clId="{03C272D8-39AC-4A1D-B8D5-321B7BBFF159}" dt="2025-01-27T18:10:47.948" v="886" actId="14100"/>
          <ac:spMkLst>
            <pc:docMk/>
            <pc:sldMk cId="0" sldId="299"/>
            <ac:spMk id="53" creationId="{5FFE6C3D-B268-FDFA-D7C3-02ABD9BE4A5C}"/>
          </ac:spMkLst>
        </pc:spChg>
        <pc:spChg chg="add mod">
          <ac:chgData name="Luiz Augusto Melo Pereira" userId="4bd5ce759a66f368" providerId="LiveId" clId="{03C272D8-39AC-4A1D-B8D5-321B7BBFF159}" dt="2025-01-27T18:11:18.816" v="911" actId="14100"/>
          <ac:spMkLst>
            <pc:docMk/>
            <pc:sldMk cId="0" sldId="299"/>
            <ac:spMk id="54" creationId="{6217FAC8-DB11-F63A-7865-2F5114C8683A}"/>
          </ac:spMkLst>
        </pc:spChg>
        <pc:spChg chg="add mod">
          <ac:chgData name="Luiz Augusto Melo Pereira" userId="4bd5ce759a66f368" providerId="LiveId" clId="{03C272D8-39AC-4A1D-B8D5-321B7BBFF159}" dt="2025-01-27T18:10:52.915" v="897" actId="1036"/>
          <ac:spMkLst>
            <pc:docMk/>
            <pc:sldMk cId="0" sldId="299"/>
            <ac:spMk id="55" creationId="{28B278F9-2B86-0979-A70E-0BD1AFAB9856}"/>
          </ac:spMkLst>
        </pc:spChg>
        <pc:graphicFrameChg chg="mod">
          <ac:chgData name="Luiz Augusto Melo Pereira" userId="4bd5ce759a66f368" providerId="LiveId" clId="{03C272D8-39AC-4A1D-B8D5-321B7BBFF159}" dt="2025-01-27T18:08:40.573" v="814" actId="1035"/>
          <ac:graphicFrameMkLst>
            <pc:docMk/>
            <pc:sldMk cId="0" sldId="299"/>
            <ac:graphicFrameMk id="48" creationId="{00000000-0000-0000-0000-000000000000}"/>
          </ac:graphicFrameMkLst>
        </pc:graphicFrameChg>
        <pc:graphicFrameChg chg="mod">
          <ac:chgData name="Luiz Augusto Melo Pereira" userId="4bd5ce759a66f368" providerId="LiveId" clId="{03C272D8-39AC-4A1D-B8D5-321B7BBFF159}" dt="2025-01-27T18:08:40.573" v="814" actId="1035"/>
          <ac:graphicFrameMkLst>
            <pc:docMk/>
            <pc:sldMk cId="0" sldId="299"/>
            <ac:graphicFrameMk id="49" creationId="{00000000-0000-0000-0000-000000000000}"/>
          </ac:graphicFrameMkLst>
        </pc:graphicFrameChg>
        <pc:graphicFrameChg chg="mod">
          <ac:chgData name="Luiz Augusto Melo Pereira" userId="4bd5ce759a66f368" providerId="LiveId" clId="{03C272D8-39AC-4A1D-B8D5-321B7BBFF159}" dt="2025-01-27T18:08:40.573" v="814" actId="1035"/>
          <ac:graphicFrameMkLst>
            <pc:docMk/>
            <pc:sldMk cId="0" sldId="299"/>
            <ac:graphicFrameMk id="50" creationId="{00000000-0000-0000-0000-000000000000}"/>
          </ac:graphicFrameMkLst>
        </pc:graphicFrameChg>
      </pc:sldChg>
      <pc:sldChg chg="modSp mod">
        <pc:chgData name="Luiz Augusto Melo Pereira" userId="4bd5ce759a66f368" providerId="LiveId" clId="{03C272D8-39AC-4A1D-B8D5-321B7BBFF159}" dt="2025-01-27T18:12:11.427" v="917" actId="20577"/>
        <pc:sldMkLst>
          <pc:docMk/>
          <pc:sldMk cId="0" sldId="300"/>
        </pc:sldMkLst>
        <pc:spChg chg="mod">
          <ac:chgData name="Luiz Augusto Melo Pereira" userId="4bd5ce759a66f368" providerId="LiveId" clId="{03C272D8-39AC-4A1D-B8D5-321B7BBFF159}" dt="2025-01-27T18:12:00.411" v="913" actId="1076"/>
          <ac:spMkLst>
            <pc:docMk/>
            <pc:sldMk cId="0" sldId="300"/>
            <ac:spMk id="3" creationId="{00000000-0000-0000-0000-000000000000}"/>
          </ac:spMkLst>
        </pc:spChg>
        <pc:spChg chg="mod">
          <ac:chgData name="Luiz Augusto Melo Pereira" userId="4bd5ce759a66f368" providerId="LiveId" clId="{03C272D8-39AC-4A1D-B8D5-321B7BBFF159}" dt="2025-01-27T18:12:11.427" v="917" actId="20577"/>
          <ac:spMkLst>
            <pc:docMk/>
            <pc:sldMk cId="0" sldId="300"/>
            <ac:spMk id="4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8:12:28.579" v="919" actId="1076"/>
        <pc:sldMkLst>
          <pc:docMk/>
          <pc:sldMk cId="0" sldId="302"/>
        </pc:sldMkLst>
        <pc:spChg chg="mod">
          <ac:chgData name="Luiz Augusto Melo Pereira" userId="4bd5ce759a66f368" providerId="LiveId" clId="{03C272D8-39AC-4A1D-B8D5-321B7BBFF159}" dt="2025-01-27T18:12:28.579" v="919" actId="1076"/>
          <ac:spMkLst>
            <pc:docMk/>
            <pc:sldMk cId="0" sldId="302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8:12:32.393" v="921" actId="1076"/>
        <pc:sldMkLst>
          <pc:docMk/>
          <pc:sldMk cId="0" sldId="303"/>
        </pc:sldMkLst>
        <pc:spChg chg="mod">
          <ac:chgData name="Luiz Augusto Melo Pereira" userId="4bd5ce759a66f368" providerId="LiveId" clId="{03C272D8-39AC-4A1D-B8D5-321B7BBFF159}" dt="2025-01-27T18:12:32.393" v="921" actId="1076"/>
          <ac:spMkLst>
            <pc:docMk/>
            <pc:sldMk cId="0" sldId="303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8:12:34.922" v="923" actId="1076"/>
        <pc:sldMkLst>
          <pc:docMk/>
          <pc:sldMk cId="0" sldId="304"/>
        </pc:sldMkLst>
        <pc:spChg chg="mod">
          <ac:chgData name="Luiz Augusto Melo Pereira" userId="4bd5ce759a66f368" providerId="LiveId" clId="{03C272D8-39AC-4A1D-B8D5-321B7BBFF159}" dt="2025-01-27T18:12:34.922" v="923" actId="1076"/>
          <ac:spMkLst>
            <pc:docMk/>
            <pc:sldMk cId="0" sldId="304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8:12:40.525" v="927" actId="1076"/>
        <pc:sldMkLst>
          <pc:docMk/>
          <pc:sldMk cId="0" sldId="305"/>
        </pc:sldMkLst>
        <pc:spChg chg="mod">
          <ac:chgData name="Luiz Augusto Melo Pereira" userId="4bd5ce759a66f368" providerId="LiveId" clId="{03C272D8-39AC-4A1D-B8D5-321B7BBFF159}" dt="2025-01-27T18:12:40.525" v="927" actId="1076"/>
          <ac:spMkLst>
            <pc:docMk/>
            <pc:sldMk cId="0" sldId="305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8:12:47.833" v="929" actId="1076"/>
        <pc:sldMkLst>
          <pc:docMk/>
          <pc:sldMk cId="0" sldId="306"/>
        </pc:sldMkLst>
        <pc:spChg chg="mod">
          <ac:chgData name="Luiz Augusto Melo Pereira" userId="4bd5ce759a66f368" providerId="LiveId" clId="{03C272D8-39AC-4A1D-B8D5-321B7BBFF159}" dt="2025-01-27T18:12:47.833" v="929" actId="1076"/>
          <ac:spMkLst>
            <pc:docMk/>
            <pc:sldMk cId="0" sldId="306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8:12:51.924" v="931" actId="1076"/>
        <pc:sldMkLst>
          <pc:docMk/>
          <pc:sldMk cId="0" sldId="307"/>
        </pc:sldMkLst>
        <pc:spChg chg="mod">
          <ac:chgData name="Luiz Augusto Melo Pereira" userId="4bd5ce759a66f368" providerId="LiveId" clId="{03C272D8-39AC-4A1D-B8D5-321B7BBFF159}" dt="2025-01-27T18:12:51.924" v="931" actId="1076"/>
          <ac:spMkLst>
            <pc:docMk/>
            <pc:sldMk cId="0" sldId="307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03C272D8-39AC-4A1D-B8D5-321B7BBFF159}" dt="2025-01-27T18:12:55.178" v="933" actId="1076"/>
        <pc:sldMkLst>
          <pc:docMk/>
          <pc:sldMk cId="0" sldId="308"/>
        </pc:sldMkLst>
        <pc:spChg chg="mod">
          <ac:chgData name="Luiz Augusto Melo Pereira" userId="4bd5ce759a66f368" providerId="LiveId" clId="{03C272D8-39AC-4A1D-B8D5-321B7BBFF159}" dt="2025-01-27T18:12:55.178" v="933" actId="1076"/>
          <ac:spMkLst>
            <pc:docMk/>
            <pc:sldMk cId="0" sldId="308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03C272D8-39AC-4A1D-B8D5-321B7BBFF159}" dt="2025-01-27T18:18:50.823" v="1156" actId="1076"/>
        <pc:sldMkLst>
          <pc:docMk/>
          <pc:sldMk cId="0" sldId="312"/>
        </pc:sldMkLst>
        <pc:spChg chg="mod">
          <ac:chgData name="Luiz Augusto Melo Pereira" userId="4bd5ce759a66f368" providerId="LiveId" clId="{03C272D8-39AC-4A1D-B8D5-321B7BBFF159}" dt="2025-01-27T18:15:38.523" v="1028" actId="1035"/>
          <ac:spMkLst>
            <pc:docMk/>
            <pc:sldMk cId="0" sldId="312"/>
            <ac:spMk id="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5:31.443" v="1023" actId="478"/>
          <ac:spMkLst>
            <pc:docMk/>
            <pc:sldMk cId="0" sldId="312"/>
            <ac:spMk id="4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5:29.156" v="1021" actId="478"/>
          <ac:spMkLst>
            <pc:docMk/>
            <pc:sldMk cId="0" sldId="312"/>
            <ac:spMk id="5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5:10.272" v="1005" actId="478"/>
          <ac:spMkLst>
            <pc:docMk/>
            <pc:sldMk cId="0" sldId="312"/>
            <ac:spMk id="6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5:30.720" v="1022" actId="478"/>
          <ac:spMkLst>
            <pc:docMk/>
            <pc:sldMk cId="0" sldId="312"/>
            <ac:spMk id="7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5:28.126" v="1020" actId="478"/>
          <ac:spMkLst>
            <pc:docMk/>
            <pc:sldMk cId="0" sldId="312"/>
            <ac:spMk id="8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5:25.691" v="1018" actId="478"/>
          <ac:spMkLst>
            <pc:docMk/>
            <pc:sldMk cId="0" sldId="312"/>
            <ac:spMk id="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5:26.933" v="1019" actId="478"/>
          <ac:spMkLst>
            <pc:docMk/>
            <pc:sldMk cId="0" sldId="312"/>
            <ac:spMk id="1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5:25.071" v="1017" actId="478"/>
          <ac:spMkLst>
            <pc:docMk/>
            <pc:sldMk cId="0" sldId="312"/>
            <ac:spMk id="11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5:23.372" v="1016" actId="478"/>
          <ac:spMkLst>
            <pc:docMk/>
            <pc:sldMk cId="0" sldId="312"/>
            <ac:spMk id="12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5:22.802" v="1015" actId="478"/>
          <ac:spMkLst>
            <pc:docMk/>
            <pc:sldMk cId="0" sldId="312"/>
            <ac:spMk id="1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5:22.134" v="1014" actId="478"/>
          <ac:spMkLst>
            <pc:docMk/>
            <pc:sldMk cId="0" sldId="312"/>
            <ac:spMk id="14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5:14.785" v="1010" actId="478"/>
          <ac:spMkLst>
            <pc:docMk/>
            <pc:sldMk cId="0" sldId="312"/>
            <ac:spMk id="15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5:20.175" v="1013" actId="478"/>
          <ac:spMkLst>
            <pc:docMk/>
            <pc:sldMk cId="0" sldId="312"/>
            <ac:spMk id="16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5:13.501" v="1008" actId="478"/>
          <ac:spMkLst>
            <pc:docMk/>
            <pc:sldMk cId="0" sldId="312"/>
            <ac:spMk id="17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5:15.894" v="1012" actId="478"/>
          <ac:spMkLst>
            <pc:docMk/>
            <pc:sldMk cId="0" sldId="312"/>
            <ac:spMk id="18" creationId="{00000000-0000-0000-0000-000000000000}"/>
          </ac:spMkLst>
        </pc:spChg>
        <pc:spChg chg="del mod">
          <ac:chgData name="Luiz Augusto Melo Pereira" userId="4bd5ce759a66f368" providerId="LiveId" clId="{03C272D8-39AC-4A1D-B8D5-321B7BBFF159}" dt="2025-01-27T18:15:15.351" v="1011" actId="478"/>
          <ac:spMkLst>
            <pc:docMk/>
            <pc:sldMk cId="0" sldId="312"/>
            <ac:spMk id="1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5:12.397" v="1007" actId="478"/>
          <ac:spMkLst>
            <pc:docMk/>
            <pc:sldMk cId="0" sldId="312"/>
            <ac:spMk id="2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5:11.320" v="1006" actId="478"/>
          <ac:spMkLst>
            <pc:docMk/>
            <pc:sldMk cId="0" sldId="312"/>
            <ac:spMk id="21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5:09.286" v="1004" actId="478"/>
          <ac:spMkLst>
            <pc:docMk/>
            <pc:sldMk cId="0" sldId="312"/>
            <ac:spMk id="22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7:32.735" v="1111" actId="478"/>
          <ac:spMkLst>
            <pc:docMk/>
            <pc:sldMk cId="0" sldId="312"/>
            <ac:spMk id="28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7:32.735" v="1111" actId="478"/>
          <ac:spMkLst>
            <pc:docMk/>
            <pc:sldMk cId="0" sldId="312"/>
            <ac:spMk id="2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7:32.735" v="1111" actId="478"/>
          <ac:spMkLst>
            <pc:docMk/>
            <pc:sldMk cId="0" sldId="312"/>
            <ac:spMk id="3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7:32.735" v="1111" actId="478"/>
          <ac:spMkLst>
            <pc:docMk/>
            <pc:sldMk cId="0" sldId="312"/>
            <ac:spMk id="31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7:32.735" v="1111" actId="478"/>
          <ac:spMkLst>
            <pc:docMk/>
            <pc:sldMk cId="0" sldId="312"/>
            <ac:spMk id="32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7:32.735" v="1111" actId="478"/>
          <ac:spMkLst>
            <pc:docMk/>
            <pc:sldMk cId="0" sldId="312"/>
            <ac:spMk id="3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8:24.849" v="1141" actId="478"/>
          <ac:spMkLst>
            <pc:docMk/>
            <pc:sldMk cId="0" sldId="312"/>
            <ac:spMk id="34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8:22.762" v="1139" actId="478"/>
          <ac:spMkLst>
            <pc:docMk/>
            <pc:sldMk cId="0" sldId="312"/>
            <ac:spMk id="35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8:25.719" v="1142" actId="478"/>
          <ac:spMkLst>
            <pc:docMk/>
            <pc:sldMk cId="0" sldId="312"/>
            <ac:spMk id="36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8:36.955" v="1151" actId="478"/>
          <ac:spMkLst>
            <pc:docMk/>
            <pc:sldMk cId="0" sldId="312"/>
            <ac:spMk id="37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8:24.023" v="1140" actId="478"/>
          <ac:spMkLst>
            <pc:docMk/>
            <pc:sldMk cId="0" sldId="312"/>
            <ac:spMk id="38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8:27.890" v="1144" actId="478"/>
          <ac:spMkLst>
            <pc:docMk/>
            <pc:sldMk cId="0" sldId="312"/>
            <ac:spMk id="3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8:26.527" v="1143" actId="478"/>
          <ac:spMkLst>
            <pc:docMk/>
            <pc:sldMk cId="0" sldId="312"/>
            <ac:spMk id="4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8:20.826" v="1138" actId="478"/>
          <ac:spMkLst>
            <pc:docMk/>
            <pc:sldMk cId="0" sldId="312"/>
            <ac:spMk id="41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8:36.198" v="1150" actId="478"/>
          <ac:spMkLst>
            <pc:docMk/>
            <pc:sldMk cId="0" sldId="312"/>
            <ac:spMk id="42" creationId="{00000000-0000-0000-0000-000000000000}"/>
          </ac:spMkLst>
        </pc:spChg>
        <pc:spChg chg="del mod">
          <ac:chgData name="Luiz Augusto Melo Pereira" userId="4bd5ce759a66f368" providerId="LiveId" clId="{03C272D8-39AC-4A1D-B8D5-321B7BBFF159}" dt="2025-01-27T18:18:31.673" v="1145" actId="478"/>
          <ac:spMkLst>
            <pc:docMk/>
            <pc:sldMk cId="0" sldId="312"/>
            <ac:spMk id="4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8:34.701" v="1148" actId="478"/>
          <ac:spMkLst>
            <pc:docMk/>
            <pc:sldMk cId="0" sldId="312"/>
            <ac:spMk id="44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18:35.532" v="1149" actId="478"/>
          <ac:spMkLst>
            <pc:docMk/>
            <pc:sldMk cId="0" sldId="312"/>
            <ac:spMk id="45" creationId="{00000000-0000-0000-0000-000000000000}"/>
          </ac:spMkLst>
        </pc:spChg>
        <pc:spChg chg="del mod">
          <ac:chgData name="Luiz Augusto Melo Pereira" userId="4bd5ce759a66f368" providerId="LiveId" clId="{03C272D8-39AC-4A1D-B8D5-321B7BBFF159}" dt="2025-01-27T18:18:33.693" v="1147" actId="478"/>
          <ac:spMkLst>
            <pc:docMk/>
            <pc:sldMk cId="0" sldId="312"/>
            <ac:spMk id="46" creationId="{00000000-0000-0000-0000-000000000000}"/>
          </ac:spMkLst>
        </pc:spChg>
        <pc:spChg chg="add mod">
          <ac:chgData name="Luiz Augusto Melo Pereira" userId="4bd5ce759a66f368" providerId="LiveId" clId="{03C272D8-39AC-4A1D-B8D5-321B7BBFF159}" dt="2025-01-27T18:15:46.658" v="1033" actId="1076"/>
          <ac:spMkLst>
            <pc:docMk/>
            <pc:sldMk cId="0" sldId="312"/>
            <ac:spMk id="47" creationId="{8526E5BA-73AE-B0D8-8876-766AFA868C9F}"/>
          </ac:spMkLst>
        </pc:spChg>
        <pc:spChg chg="add mod">
          <ac:chgData name="Luiz Augusto Melo Pereira" userId="4bd5ce759a66f368" providerId="LiveId" clId="{03C272D8-39AC-4A1D-B8D5-321B7BBFF159}" dt="2025-01-27T18:18:46.540" v="1155" actId="14100"/>
          <ac:spMkLst>
            <pc:docMk/>
            <pc:sldMk cId="0" sldId="312"/>
            <ac:spMk id="48" creationId="{16033C51-0E92-BE99-ED53-B61B89CCF9B0}"/>
          </ac:spMkLst>
        </pc:spChg>
        <pc:spChg chg="add mod">
          <ac:chgData name="Luiz Augusto Melo Pereira" userId="4bd5ce759a66f368" providerId="LiveId" clId="{03C272D8-39AC-4A1D-B8D5-321B7BBFF159}" dt="2025-01-27T18:18:50.823" v="1156" actId="1076"/>
          <ac:spMkLst>
            <pc:docMk/>
            <pc:sldMk cId="0" sldId="312"/>
            <ac:spMk id="49" creationId="{84C66EB3-2614-1B3A-A881-438B675826AF}"/>
          </ac:spMkLst>
        </pc:spChg>
      </pc:sldChg>
      <pc:sldChg chg="addSp delSp modSp mod">
        <pc:chgData name="Luiz Augusto Melo Pereira" userId="4bd5ce759a66f368" providerId="LiveId" clId="{03C272D8-39AC-4A1D-B8D5-321B7BBFF159}" dt="2025-01-27T18:28:51.521" v="1527" actId="1036"/>
        <pc:sldMkLst>
          <pc:docMk/>
          <pc:sldMk cId="0" sldId="313"/>
        </pc:sldMkLst>
        <pc:spChg chg="add mod">
          <ac:chgData name="Luiz Augusto Melo Pereira" userId="4bd5ce759a66f368" providerId="LiveId" clId="{03C272D8-39AC-4A1D-B8D5-321B7BBFF159}" dt="2025-01-27T18:28:18.099" v="1452" actId="552"/>
          <ac:spMkLst>
            <pc:docMk/>
            <pc:sldMk cId="0" sldId="313"/>
            <ac:spMk id="5" creationId="{5DB124B7-D719-00AD-6287-20A1E15F63AD}"/>
          </ac:spMkLst>
        </pc:spChg>
        <pc:spChg chg="add mod">
          <ac:chgData name="Luiz Augusto Melo Pereira" userId="4bd5ce759a66f368" providerId="LiveId" clId="{03C272D8-39AC-4A1D-B8D5-321B7BBFF159}" dt="2025-01-27T18:28:51.521" v="1527" actId="1036"/>
          <ac:spMkLst>
            <pc:docMk/>
            <pc:sldMk cId="0" sldId="313"/>
            <ac:spMk id="6" creationId="{9285B5F7-9821-59C3-A151-4F6E09F045BC}"/>
          </ac:spMkLst>
        </pc:spChg>
        <pc:spChg chg="add mod">
          <ac:chgData name="Luiz Augusto Melo Pereira" userId="4bd5ce759a66f368" providerId="LiveId" clId="{03C272D8-39AC-4A1D-B8D5-321B7BBFF159}" dt="2025-01-27T18:28:18.099" v="1452" actId="552"/>
          <ac:spMkLst>
            <pc:docMk/>
            <pc:sldMk cId="0" sldId="313"/>
            <ac:spMk id="7" creationId="{94E47D8D-0180-D02F-C2E5-509C8C99ADDC}"/>
          </ac:spMkLst>
        </pc:spChg>
        <pc:spChg chg="add mod">
          <ac:chgData name="Luiz Augusto Melo Pereira" userId="4bd5ce759a66f368" providerId="LiveId" clId="{03C272D8-39AC-4A1D-B8D5-321B7BBFF159}" dt="2025-01-27T18:28:42.005" v="1493" actId="1035"/>
          <ac:spMkLst>
            <pc:docMk/>
            <pc:sldMk cId="0" sldId="313"/>
            <ac:spMk id="8" creationId="{2B6C7D2D-A0A6-9F69-9983-49B83602747E}"/>
          </ac:spMkLst>
        </pc:spChg>
        <pc:spChg chg="del">
          <ac:chgData name="Luiz Augusto Melo Pereira" userId="4bd5ce759a66f368" providerId="LiveId" clId="{03C272D8-39AC-4A1D-B8D5-321B7BBFF159}" dt="2025-01-27T18:21:31.042" v="1206" actId="478"/>
          <ac:spMkLst>
            <pc:docMk/>
            <pc:sldMk cId="0" sldId="313"/>
            <ac:spMk id="18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1:31.707" v="1207" actId="478"/>
          <ac:spMkLst>
            <pc:docMk/>
            <pc:sldMk cId="0" sldId="313"/>
            <ac:spMk id="1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1:29.551" v="1205" actId="478"/>
          <ac:spMkLst>
            <pc:docMk/>
            <pc:sldMk cId="0" sldId="313"/>
            <ac:spMk id="2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1:27.009" v="1203" actId="478"/>
          <ac:spMkLst>
            <pc:docMk/>
            <pc:sldMk cId="0" sldId="313"/>
            <ac:spMk id="21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1:28.559" v="1204" actId="478"/>
          <ac:spMkLst>
            <pc:docMk/>
            <pc:sldMk cId="0" sldId="313"/>
            <ac:spMk id="22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1:26.028" v="1202" actId="478"/>
          <ac:spMkLst>
            <pc:docMk/>
            <pc:sldMk cId="0" sldId="313"/>
            <ac:spMk id="2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1:25.144" v="1201" actId="478"/>
          <ac:spMkLst>
            <pc:docMk/>
            <pc:sldMk cId="0" sldId="313"/>
            <ac:spMk id="24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5:11.313" v="1331" actId="478"/>
          <ac:spMkLst>
            <pc:docMk/>
            <pc:sldMk cId="0" sldId="313"/>
            <ac:spMk id="25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4:57.348" v="1319" actId="478"/>
          <ac:spMkLst>
            <pc:docMk/>
            <pc:sldMk cId="0" sldId="313"/>
            <ac:spMk id="26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5:10.397" v="1330" actId="478"/>
          <ac:spMkLst>
            <pc:docMk/>
            <pc:sldMk cId="0" sldId="313"/>
            <ac:spMk id="27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5:06.742" v="1328" actId="478"/>
          <ac:spMkLst>
            <pc:docMk/>
            <pc:sldMk cId="0" sldId="313"/>
            <ac:spMk id="28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5:08.823" v="1329" actId="478"/>
          <ac:spMkLst>
            <pc:docMk/>
            <pc:sldMk cId="0" sldId="313"/>
            <ac:spMk id="2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5:03.580" v="1325" actId="478"/>
          <ac:spMkLst>
            <pc:docMk/>
            <pc:sldMk cId="0" sldId="313"/>
            <ac:spMk id="3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5:04.469" v="1326" actId="478"/>
          <ac:spMkLst>
            <pc:docMk/>
            <pc:sldMk cId="0" sldId="313"/>
            <ac:spMk id="31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5:00.832" v="1324" actId="478"/>
          <ac:spMkLst>
            <pc:docMk/>
            <pc:sldMk cId="0" sldId="313"/>
            <ac:spMk id="32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5:05.823" v="1327" actId="478"/>
          <ac:spMkLst>
            <pc:docMk/>
            <pc:sldMk cId="0" sldId="313"/>
            <ac:spMk id="3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4:56.615" v="1318" actId="478"/>
          <ac:spMkLst>
            <pc:docMk/>
            <pc:sldMk cId="0" sldId="313"/>
            <ac:spMk id="34" creationId="{00000000-0000-0000-0000-000000000000}"/>
          </ac:spMkLst>
        </pc:spChg>
        <pc:spChg chg="del mod">
          <ac:chgData name="Luiz Augusto Melo Pereira" userId="4bd5ce759a66f368" providerId="LiveId" clId="{03C272D8-39AC-4A1D-B8D5-321B7BBFF159}" dt="2025-01-27T18:25:00.057" v="1323" actId="478"/>
          <ac:spMkLst>
            <pc:docMk/>
            <pc:sldMk cId="0" sldId="313"/>
            <ac:spMk id="35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4:58.743" v="1321" actId="478"/>
          <ac:spMkLst>
            <pc:docMk/>
            <pc:sldMk cId="0" sldId="313"/>
            <ac:spMk id="36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4:55.029" v="1316" actId="478"/>
          <ac:spMkLst>
            <pc:docMk/>
            <pc:sldMk cId="0" sldId="313"/>
            <ac:spMk id="37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4:57.996" v="1320" actId="478"/>
          <ac:spMkLst>
            <pc:docMk/>
            <pc:sldMk cId="0" sldId="313"/>
            <ac:spMk id="38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4:56.045" v="1317" actId="478"/>
          <ac:spMkLst>
            <pc:docMk/>
            <pc:sldMk cId="0" sldId="313"/>
            <ac:spMk id="3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6:17.304" v="1366" actId="478"/>
          <ac:spMkLst>
            <pc:docMk/>
            <pc:sldMk cId="0" sldId="313"/>
            <ac:spMk id="4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6:16.520" v="1365" actId="478"/>
          <ac:spMkLst>
            <pc:docMk/>
            <pc:sldMk cId="0" sldId="313"/>
            <ac:spMk id="41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6:15.495" v="1364" actId="478"/>
          <ac:spMkLst>
            <pc:docMk/>
            <pc:sldMk cId="0" sldId="313"/>
            <ac:spMk id="42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6:14.287" v="1363" actId="478"/>
          <ac:spMkLst>
            <pc:docMk/>
            <pc:sldMk cId="0" sldId="313"/>
            <ac:spMk id="43" creationId="{00000000-0000-0000-0000-000000000000}"/>
          </ac:spMkLst>
        </pc:spChg>
        <pc:spChg chg="del mod">
          <ac:chgData name="Luiz Augusto Melo Pereira" userId="4bd5ce759a66f368" providerId="LiveId" clId="{03C272D8-39AC-4A1D-B8D5-321B7BBFF159}" dt="2025-01-27T18:26:13.336" v="1362" actId="478"/>
          <ac:spMkLst>
            <pc:docMk/>
            <pc:sldMk cId="0" sldId="313"/>
            <ac:spMk id="44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8:07.424" v="1447" actId="478"/>
          <ac:spMkLst>
            <pc:docMk/>
            <pc:sldMk cId="0" sldId="313"/>
            <ac:spMk id="45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8:07.424" v="1447" actId="478"/>
          <ac:spMkLst>
            <pc:docMk/>
            <pc:sldMk cId="0" sldId="313"/>
            <ac:spMk id="46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8:07.424" v="1447" actId="478"/>
          <ac:spMkLst>
            <pc:docMk/>
            <pc:sldMk cId="0" sldId="313"/>
            <ac:spMk id="47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8:07.424" v="1447" actId="478"/>
          <ac:spMkLst>
            <pc:docMk/>
            <pc:sldMk cId="0" sldId="313"/>
            <ac:spMk id="48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8:07.424" v="1447" actId="478"/>
          <ac:spMkLst>
            <pc:docMk/>
            <pc:sldMk cId="0" sldId="313"/>
            <ac:spMk id="4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8:07.424" v="1447" actId="478"/>
          <ac:spMkLst>
            <pc:docMk/>
            <pc:sldMk cId="0" sldId="313"/>
            <ac:spMk id="5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8:07.424" v="1447" actId="478"/>
          <ac:spMkLst>
            <pc:docMk/>
            <pc:sldMk cId="0" sldId="313"/>
            <ac:spMk id="51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8:07.424" v="1447" actId="478"/>
          <ac:spMkLst>
            <pc:docMk/>
            <pc:sldMk cId="0" sldId="313"/>
            <ac:spMk id="52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8:07.424" v="1447" actId="478"/>
          <ac:spMkLst>
            <pc:docMk/>
            <pc:sldMk cId="0" sldId="313"/>
            <ac:spMk id="5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8:07.424" v="1447" actId="478"/>
          <ac:spMkLst>
            <pc:docMk/>
            <pc:sldMk cId="0" sldId="313"/>
            <ac:spMk id="54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8:07.424" v="1447" actId="478"/>
          <ac:spMkLst>
            <pc:docMk/>
            <pc:sldMk cId="0" sldId="313"/>
            <ac:spMk id="55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0:08.866" v="1178" actId="478"/>
          <ac:spMkLst>
            <pc:docMk/>
            <pc:sldMk cId="0" sldId="313"/>
            <ac:spMk id="5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0:09.922" v="1179" actId="478"/>
          <ac:spMkLst>
            <pc:docMk/>
            <pc:sldMk cId="0" sldId="313"/>
            <ac:spMk id="6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20:10.987" v="1180" actId="478"/>
          <ac:spMkLst>
            <pc:docMk/>
            <pc:sldMk cId="0" sldId="313"/>
            <ac:spMk id="61" creationId="{00000000-0000-0000-0000-000000000000}"/>
          </ac:spMkLst>
        </pc:spChg>
        <pc:spChg chg="mod">
          <ac:chgData name="Luiz Augusto Melo Pereira" userId="4bd5ce759a66f368" providerId="LiveId" clId="{03C272D8-39AC-4A1D-B8D5-321B7BBFF159}" dt="2025-01-27T18:20:53.442" v="1197" actId="58"/>
          <ac:spMkLst>
            <pc:docMk/>
            <pc:sldMk cId="0" sldId="313"/>
            <ac:spMk id="62" creationId="{00000000-0000-0000-0000-000000000000}"/>
          </ac:spMkLst>
        </pc:spChg>
        <pc:spChg chg="mod">
          <ac:chgData name="Luiz Augusto Melo Pereira" userId="4bd5ce759a66f368" providerId="LiveId" clId="{03C272D8-39AC-4A1D-B8D5-321B7BBFF159}" dt="2025-01-27T18:19:35.617" v="1160" actId="1076"/>
          <ac:spMkLst>
            <pc:docMk/>
            <pc:sldMk cId="0" sldId="313"/>
            <ac:spMk id="63" creationId="{D153A2DE-34D5-3F32-F0A2-C8F34FDF1FE9}"/>
          </ac:spMkLst>
        </pc:spChg>
        <pc:spChg chg="mod">
          <ac:chgData name="Luiz Augusto Melo Pereira" userId="4bd5ce759a66f368" providerId="LiveId" clId="{03C272D8-39AC-4A1D-B8D5-321B7BBFF159}" dt="2025-01-27T18:19:38.338" v="1162" actId="1076"/>
          <ac:spMkLst>
            <pc:docMk/>
            <pc:sldMk cId="0" sldId="313"/>
            <ac:spMk id="64" creationId="{E41CFED0-A23A-6393-D573-C7ECD1D29CD1}"/>
          </ac:spMkLst>
        </pc:spChg>
      </pc:sldChg>
      <pc:sldChg chg="addSp delSp modSp mod">
        <pc:chgData name="Luiz Augusto Melo Pereira" userId="4bd5ce759a66f368" providerId="LiveId" clId="{03C272D8-39AC-4A1D-B8D5-321B7BBFF159}" dt="2025-01-27T18:34:06.184" v="1705" actId="1076"/>
        <pc:sldMkLst>
          <pc:docMk/>
          <pc:sldMk cId="0" sldId="315"/>
        </pc:sldMkLst>
        <pc:spChg chg="del">
          <ac:chgData name="Luiz Augusto Melo Pereira" userId="4bd5ce759a66f368" providerId="LiveId" clId="{03C272D8-39AC-4A1D-B8D5-321B7BBFF159}" dt="2025-01-27T18:29:22.151" v="1536" actId="478"/>
          <ac:spMkLst>
            <pc:docMk/>
            <pc:sldMk cId="0" sldId="315"/>
            <ac:spMk id="3" creationId="{00000000-0000-0000-0000-000000000000}"/>
          </ac:spMkLst>
        </pc:spChg>
        <pc:spChg chg="mod">
          <ac:chgData name="Luiz Augusto Melo Pereira" userId="4bd5ce759a66f368" providerId="LiveId" clId="{03C272D8-39AC-4A1D-B8D5-321B7BBFF159}" dt="2025-01-27T18:29:29.778" v="1538" actId="20577"/>
          <ac:spMkLst>
            <pc:docMk/>
            <pc:sldMk cId="0" sldId="315"/>
            <ac:spMk id="4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30:42.650" v="1589" actId="478"/>
          <ac:spMkLst>
            <pc:docMk/>
            <pc:sldMk cId="0" sldId="315"/>
            <ac:spMk id="5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30:41.603" v="1588" actId="478"/>
          <ac:spMkLst>
            <pc:docMk/>
            <pc:sldMk cId="0" sldId="315"/>
            <ac:spMk id="6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30:40.859" v="1587" actId="478"/>
          <ac:spMkLst>
            <pc:docMk/>
            <pc:sldMk cId="0" sldId="315"/>
            <ac:spMk id="7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30:40.221" v="1586" actId="478"/>
          <ac:spMkLst>
            <pc:docMk/>
            <pc:sldMk cId="0" sldId="315"/>
            <ac:spMk id="8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30:37.871" v="1584" actId="478"/>
          <ac:spMkLst>
            <pc:docMk/>
            <pc:sldMk cId="0" sldId="315"/>
            <ac:spMk id="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30:37.394" v="1583" actId="478"/>
          <ac:spMkLst>
            <pc:docMk/>
            <pc:sldMk cId="0" sldId="315"/>
            <ac:spMk id="1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30:38.458" v="1585" actId="478"/>
          <ac:spMkLst>
            <pc:docMk/>
            <pc:sldMk cId="0" sldId="315"/>
            <ac:spMk id="11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30:36.525" v="1582" actId="478"/>
          <ac:spMkLst>
            <pc:docMk/>
            <pc:sldMk cId="0" sldId="315"/>
            <ac:spMk id="12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33:35.329" v="1695" actId="478"/>
          <ac:spMkLst>
            <pc:docMk/>
            <pc:sldMk cId="0" sldId="315"/>
            <ac:spMk id="15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33:35.329" v="1695" actId="478"/>
          <ac:spMkLst>
            <pc:docMk/>
            <pc:sldMk cId="0" sldId="315"/>
            <ac:spMk id="16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33:35.329" v="1695" actId="478"/>
          <ac:spMkLst>
            <pc:docMk/>
            <pc:sldMk cId="0" sldId="315"/>
            <ac:spMk id="17" creationId="{00000000-0000-0000-0000-000000000000}"/>
          </ac:spMkLst>
        </pc:spChg>
        <pc:spChg chg="del mod">
          <ac:chgData name="Luiz Augusto Melo Pereira" userId="4bd5ce759a66f368" providerId="LiveId" clId="{03C272D8-39AC-4A1D-B8D5-321B7BBFF159}" dt="2025-01-27T18:33:35.329" v="1695" actId="478"/>
          <ac:spMkLst>
            <pc:docMk/>
            <pc:sldMk cId="0" sldId="315"/>
            <ac:spMk id="18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33:35.329" v="1695" actId="478"/>
          <ac:spMkLst>
            <pc:docMk/>
            <pc:sldMk cId="0" sldId="315"/>
            <ac:spMk id="1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33:35.329" v="1695" actId="478"/>
          <ac:spMkLst>
            <pc:docMk/>
            <pc:sldMk cId="0" sldId="315"/>
            <ac:spMk id="2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33:35.329" v="1695" actId="478"/>
          <ac:spMkLst>
            <pc:docMk/>
            <pc:sldMk cId="0" sldId="315"/>
            <ac:spMk id="21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33:35.329" v="1695" actId="478"/>
          <ac:spMkLst>
            <pc:docMk/>
            <pc:sldMk cId="0" sldId="315"/>
            <ac:spMk id="22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33:36.775" v="1696" actId="478"/>
          <ac:spMkLst>
            <pc:docMk/>
            <pc:sldMk cId="0" sldId="315"/>
            <ac:spMk id="23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33:35.329" v="1695" actId="478"/>
          <ac:spMkLst>
            <pc:docMk/>
            <pc:sldMk cId="0" sldId="315"/>
            <ac:spMk id="24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33:35.329" v="1695" actId="478"/>
          <ac:spMkLst>
            <pc:docMk/>
            <pc:sldMk cId="0" sldId="315"/>
            <ac:spMk id="25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33:35.329" v="1695" actId="478"/>
          <ac:spMkLst>
            <pc:docMk/>
            <pc:sldMk cId="0" sldId="315"/>
            <ac:spMk id="26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33:35.329" v="1695" actId="478"/>
          <ac:spMkLst>
            <pc:docMk/>
            <pc:sldMk cId="0" sldId="315"/>
            <ac:spMk id="27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33:35.329" v="1695" actId="478"/>
          <ac:spMkLst>
            <pc:docMk/>
            <pc:sldMk cId="0" sldId="315"/>
            <ac:spMk id="28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33:35.329" v="1695" actId="478"/>
          <ac:spMkLst>
            <pc:docMk/>
            <pc:sldMk cId="0" sldId="315"/>
            <ac:spMk id="29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33:32.737" v="1694" actId="478"/>
          <ac:spMkLst>
            <pc:docMk/>
            <pc:sldMk cId="0" sldId="315"/>
            <ac:spMk id="30" creationId="{00000000-0000-0000-0000-000000000000}"/>
          </ac:spMkLst>
        </pc:spChg>
        <pc:spChg chg="del">
          <ac:chgData name="Luiz Augusto Melo Pereira" userId="4bd5ce759a66f368" providerId="LiveId" clId="{03C272D8-39AC-4A1D-B8D5-321B7BBFF159}" dt="2025-01-27T18:34:03.416" v="1704" actId="478"/>
          <ac:spMkLst>
            <pc:docMk/>
            <pc:sldMk cId="0" sldId="315"/>
            <ac:spMk id="31" creationId="{00000000-0000-0000-0000-000000000000}"/>
          </ac:spMkLst>
        </pc:spChg>
        <pc:spChg chg="mod">
          <ac:chgData name="Luiz Augusto Melo Pereira" userId="4bd5ce759a66f368" providerId="LiveId" clId="{03C272D8-39AC-4A1D-B8D5-321B7BBFF159}" dt="2025-01-27T18:34:06.184" v="1705" actId="1076"/>
          <ac:spMkLst>
            <pc:docMk/>
            <pc:sldMk cId="0" sldId="315"/>
            <ac:spMk id="32" creationId="{00000000-0000-0000-0000-000000000000}"/>
          </ac:spMkLst>
        </pc:spChg>
        <pc:spChg chg="add mod">
          <ac:chgData name="Luiz Augusto Melo Pereira" userId="4bd5ce759a66f368" providerId="LiveId" clId="{03C272D8-39AC-4A1D-B8D5-321B7BBFF159}" dt="2025-01-27T18:30:47.432" v="1591" actId="12788"/>
          <ac:spMkLst>
            <pc:docMk/>
            <pc:sldMk cId="0" sldId="315"/>
            <ac:spMk id="33" creationId="{0E72466B-9343-4A63-3AE0-E0131403896E}"/>
          </ac:spMkLst>
        </pc:spChg>
        <pc:spChg chg="add mod">
          <ac:chgData name="Luiz Augusto Melo Pereira" userId="4bd5ce759a66f368" providerId="LiveId" clId="{03C272D8-39AC-4A1D-B8D5-321B7BBFF159}" dt="2025-01-27T18:33:40.290" v="1697" actId="1076"/>
          <ac:spMkLst>
            <pc:docMk/>
            <pc:sldMk cId="0" sldId="315"/>
            <ac:spMk id="34" creationId="{FD84F10E-5636-7591-FDC1-6E37157B0F0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7924"/>
            <a:ext cx="10358120" cy="1301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05247" y="1793493"/>
            <a:ext cx="6971030" cy="4373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felipe.figueiredo@inatel.br" TargetMode="External"/><Relationship Id="rId4" Type="http://schemas.openxmlformats.org/officeDocument/2006/relationships/hyperlink" Target="mailto:luiz.melo@inatel.br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buj-XVg0xRi7uKqpeg4QSgtdal7Ugrv4HgY5fLeH3MQ/edit?gid=0#gid=0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luiz10ml/tp555-ml/blob/main/exemplos/classification/DecisionTrees/DTTwoConcentricClassesClassification.ipynb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luiz10ml/tp555-ml/blob/main/exemplos/classification/DecisionTrees/DTTwoOverlappingClassesClassification.ipynb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luiz10ml/tp555-ml/blob/main/exemplos/classification/DecisionTrees/DTSensitivityToTrainingSetRotation.ipynb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luiz10ml/tp555-ml/blob/main/exemplos/classification/DecisionTrees/DTSensitivityToTrainingSetDetails.ipynb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luiz10ml/tp555-ml/blob/main/exemplos/classification/DecisionTrees/DTRegularizationHyperparameters.ipynb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colab.research.google.com/github/luiz10ml/tp555-ml/blob/main/exemplos/classification/DecisionTrees/DTNoisyQuadraticDatasetRegression.ipynb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jp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6717" y="1021207"/>
            <a:ext cx="8340725" cy="240792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 marR="5080" algn="ctr">
              <a:lnSpc>
                <a:spcPts val="5830"/>
              </a:lnSpc>
              <a:spcBef>
                <a:spcPts val="835"/>
              </a:spcBef>
            </a:pPr>
            <a:r>
              <a:rPr sz="5400" dirty="0"/>
              <a:t>TP555</a:t>
            </a:r>
            <a:r>
              <a:rPr sz="5400" spc="-65" dirty="0"/>
              <a:t> </a:t>
            </a:r>
            <a:r>
              <a:rPr sz="5400" dirty="0"/>
              <a:t>-</a:t>
            </a:r>
            <a:r>
              <a:rPr sz="5400" spc="-45" dirty="0"/>
              <a:t> </a:t>
            </a:r>
            <a:r>
              <a:rPr sz="5400" dirty="0"/>
              <a:t>Inteligência</a:t>
            </a:r>
            <a:r>
              <a:rPr sz="5400" spc="-90" dirty="0"/>
              <a:t> </a:t>
            </a:r>
            <a:r>
              <a:rPr sz="5400" dirty="0"/>
              <a:t>Artificial</a:t>
            </a:r>
            <a:r>
              <a:rPr sz="5400" spc="-50" dirty="0"/>
              <a:t> e </a:t>
            </a:r>
            <a:r>
              <a:rPr sz="5400" dirty="0"/>
              <a:t>Machine</a:t>
            </a:r>
            <a:r>
              <a:rPr sz="5400" spc="-35" dirty="0"/>
              <a:t> </a:t>
            </a:r>
            <a:r>
              <a:rPr sz="5400" spc="-10" dirty="0"/>
              <a:t>Learning:</a:t>
            </a:r>
            <a:endParaRPr sz="5400"/>
          </a:p>
          <a:p>
            <a:pPr marL="7620" algn="ctr">
              <a:lnSpc>
                <a:spcPts val="6360"/>
              </a:lnSpc>
            </a:pPr>
            <a:r>
              <a:rPr sz="6000" i="1" spc="-10" dirty="0">
                <a:latin typeface="Calibri Light"/>
                <a:cs typeface="Calibri Light"/>
              </a:rPr>
              <a:t>Árvores</a:t>
            </a:r>
            <a:r>
              <a:rPr sz="6000" i="1" spc="-240" dirty="0">
                <a:latin typeface="Calibri Light"/>
                <a:cs typeface="Calibri Light"/>
              </a:rPr>
              <a:t> </a:t>
            </a:r>
            <a:r>
              <a:rPr sz="6000" i="1" dirty="0">
                <a:latin typeface="Calibri Light"/>
                <a:cs typeface="Calibri Light"/>
              </a:rPr>
              <a:t>de</a:t>
            </a:r>
            <a:r>
              <a:rPr sz="6000" i="1" spc="-204" dirty="0">
                <a:latin typeface="Calibri Light"/>
                <a:cs typeface="Calibri Light"/>
              </a:rPr>
              <a:t> </a:t>
            </a:r>
            <a:r>
              <a:rPr sz="6000" i="1" spc="-10" dirty="0">
                <a:latin typeface="Calibri Light"/>
                <a:cs typeface="Calibri Light"/>
              </a:rPr>
              <a:t>Decisão</a:t>
            </a:r>
            <a:endParaRPr sz="60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425" y="5557413"/>
            <a:ext cx="2178223" cy="6189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5319" y="3396386"/>
            <a:ext cx="2261361" cy="2237104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CF86EF29-BA02-8A74-13F0-CFE5EAF85EAC}"/>
              </a:ext>
            </a:extLst>
          </p:cNvPr>
          <p:cNvSpPr txBox="1"/>
          <p:nvPr/>
        </p:nvSpPr>
        <p:spPr>
          <a:xfrm>
            <a:off x="4193222" y="6176369"/>
            <a:ext cx="3805554" cy="60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pt-BR" sz="2000" b="1" dirty="0">
                <a:latin typeface="Calibri"/>
                <a:cs typeface="Calibri"/>
              </a:rPr>
              <a:t>Prof. Dr. Luiz Augusto Melo Pereira</a:t>
            </a:r>
            <a:endParaRPr sz="2000" b="1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0"/>
              </a:spcBef>
            </a:pPr>
            <a:r>
              <a:rPr lang="pt-BR" spc="-10" dirty="0">
                <a:latin typeface="Calibri"/>
                <a:cs typeface="Calibri"/>
                <a:hlinkClick r:id="rId4"/>
              </a:rPr>
              <a:t>luiz</a:t>
            </a:r>
            <a:r>
              <a:rPr lang="pt-BR" sz="1800" spc="-10" dirty="0">
                <a:latin typeface="Calibri"/>
                <a:cs typeface="Calibri"/>
                <a:hlinkClick r:id="rId4"/>
              </a:rPr>
              <a:t>.melo@inatel.br</a:t>
            </a:r>
            <a:endParaRPr lang="pt-BR" sz="1800" dirty="0">
              <a:latin typeface="Calibri"/>
              <a:cs typeface="Calibr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668BA44-4695-492E-C92B-BC85FEF01046}"/>
              </a:ext>
            </a:extLst>
          </p:cNvPr>
          <p:cNvSpPr txBox="1"/>
          <p:nvPr/>
        </p:nvSpPr>
        <p:spPr>
          <a:xfrm>
            <a:off x="7137790" y="3972006"/>
            <a:ext cx="51251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alibri"/>
                <a:cs typeface="Calibri"/>
              </a:rPr>
              <a:t>Esse material foi desenvolvido e gentilmente cedido </a:t>
            </a:r>
          </a:p>
          <a:p>
            <a:r>
              <a:rPr lang="pt-BR" dirty="0">
                <a:latin typeface="Calibri"/>
                <a:cs typeface="Calibri"/>
              </a:rPr>
              <a:t>pelo Prof. Dr. Felipe Augusto Pereira de Figueiredo, </a:t>
            </a:r>
          </a:p>
          <a:p>
            <a:r>
              <a:rPr lang="pt-BR" dirty="0">
                <a:latin typeface="Calibri"/>
                <a:cs typeface="Calibri"/>
              </a:rPr>
              <a:t>do Inatel.</a:t>
            </a:r>
            <a:r>
              <a:rPr lang="pt-BR" sz="1800" spc="-10" dirty="0">
                <a:latin typeface="Calibri"/>
                <a:cs typeface="Calibri"/>
              </a:rPr>
              <a:t>(</a:t>
            </a:r>
            <a:r>
              <a:rPr lang="pt-BR" sz="1800" spc="-10" dirty="0">
                <a:latin typeface="Calibri"/>
                <a:cs typeface="Calibri"/>
                <a:hlinkClick r:id="rId5"/>
              </a:rPr>
              <a:t>felipe.figueiredo@inatel.br</a:t>
            </a:r>
            <a:r>
              <a:rPr lang="pt-BR" sz="1800" spc="-10" dirty="0">
                <a:latin typeface="Calibri"/>
                <a:cs typeface="Calibri"/>
              </a:rPr>
              <a:t>)</a:t>
            </a:r>
            <a:endParaRPr lang="pt-BR" sz="1800" dirty="0">
              <a:latin typeface="Calibri"/>
              <a:cs typeface="Calibri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Árvores</a:t>
            </a:r>
            <a:r>
              <a:rPr spc="-6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45582" y="1793493"/>
            <a:ext cx="6332855" cy="326897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Assim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k-</a:t>
            </a:r>
            <a:r>
              <a:rPr sz="2800" dirty="0">
                <a:latin typeface="Calibri"/>
                <a:cs typeface="Calibri"/>
              </a:rPr>
              <a:t>NN,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árvore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dirty="0">
                <a:latin typeface="Calibri"/>
                <a:cs typeface="Calibri"/>
              </a:rPr>
              <a:t>decisão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inglês,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decision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trees</a:t>
            </a:r>
            <a:r>
              <a:rPr sz="2800" dirty="0">
                <a:latin typeface="Calibri"/>
                <a:cs typeface="Calibri"/>
              </a:rPr>
              <a:t>),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aprendizado</a:t>
            </a:r>
            <a:r>
              <a:rPr sz="2800" b="1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supervisionado </a:t>
            </a:r>
            <a:r>
              <a:rPr sz="2800" b="1" i="1" spc="-25" dirty="0">
                <a:solidFill>
                  <a:srgbClr val="FF0000"/>
                </a:solidFill>
                <a:latin typeface="Calibri"/>
                <a:cs typeface="Calibri"/>
              </a:rPr>
              <a:t>não-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paramétrico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não-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linear</a:t>
            </a:r>
            <a:r>
              <a:rPr sz="2800" b="1" i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pode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utilizado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tanto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classificação </a:t>
            </a:r>
            <a:r>
              <a:rPr sz="2800" dirty="0">
                <a:latin typeface="Calibri"/>
                <a:cs typeface="Calibri"/>
              </a:rPr>
              <a:t>quanto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regressão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19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interpretadas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uma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estrutura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controle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fluxo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0269" y="2548841"/>
            <a:ext cx="4547814" cy="28647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Árvores</a:t>
            </a:r>
            <a:r>
              <a:rPr spc="-6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04815" y="1793493"/>
            <a:ext cx="6344285" cy="49320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spc="-25" dirty="0">
                <a:latin typeface="Calibri"/>
                <a:cs typeface="Calibri"/>
              </a:rPr>
              <a:t>Não-</a:t>
            </a:r>
            <a:r>
              <a:rPr sz="2800" b="1" i="1" spc="-10" dirty="0">
                <a:latin typeface="Calibri"/>
                <a:cs typeface="Calibri"/>
              </a:rPr>
              <a:t>paramétrico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não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fazem suposições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sobre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distribuição</a:t>
            </a:r>
            <a:r>
              <a:rPr sz="2800" b="1" i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dados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sobre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8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forma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da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função</a:t>
            </a:r>
            <a:r>
              <a:rPr sz="28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estão tentando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aprender.</a:t>
            </a:r>
            <a:endParaRPr sz="2800" dirty="0">
              <a:latin typeface="Calibri"/>
              <a:cs typeface="Calibri"/>
            </a:endParaRPr>
          </a:p>
          <a:p>
            <a:pPr marL="241300" marR="322580" indent="-228600">
              <a:lnSpc>
                <a:spcPts val="303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definem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um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número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fixo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de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parâmetros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lineares,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têm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fixo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pesos.</a:t>
            </a:r>
            <a:endParaRPr sz="2800" dirty="0">
              <a:latin typeface="Calibri"/>
              <a:cs typeface="Calibri"/>
            </a:endParaRPr>
          </a:p>
          <a:p>
            <a:pPr marL="241300" marR="92075" indent="-228600">
              <a:lnSpc>
                <a:spcPct val="90000"/>
              </a:lnSpc>
              <a:spcBef>
                <a:spcPts val="9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vez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definir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fixo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20" dirty="0">
                <a:latin typeface="Calibri"/>
                <a:cs typeface="Calibri"/>
              </a:rPr>
              <a:t>parâmetros,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árvores</a:t>
            </a:r>
            <a:r>
              <a:rPr sz="28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decisão ajustam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sua</a:t>
            </a:r>
            <a:r>
              <a:rPr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EC7C30"/>
                </a:solidFill>
                <a:latin typeface="Calibri"/>
                <a:cs typeface="Calibri"/>
              </a:rPr>
              <a:t>complexidade</a:t>
            </a:r>
            <a:r>
              <a:rPr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à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medida</a:t>
            </a:r>
            <a:r>
              <a:rPr sz="2800" b="1" i="1" spc="-3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EC7C30"/>
                </a:solidFill>
                <a:latin typeface="Calibri"/>
                <a:cs typeface="Calibri"/>
              </a:rPr>
              <a:t>que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crescem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dependendo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estrutura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dos </a:t>
            </a:r>
            <a:r>
              <a:rPr sz="2800" spc="-10" dirty="0">
                <a:latin typeface="Calibri"/>
                <a:cs typeface="Calibri"/>
              </a:rPr>
              <a:t>dados.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740" y="2639641"/>
            <a:ext cx="4532812" cy="28552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Árvores</a:t>
            </a:r>
            <a:r>
              <a:rPr spc="-6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32246" y="1793493"/>
            <a:ext cx="6181090" cy="33953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16891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Ou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parâmetros</a:t>
            </a:r>
            <a:r>
              <a:rPr sz="28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são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criados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durante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o</a:t>
            </a:r>
            <a:r>
              <a:rPr sz="2800" b="1" i="1" spc="-9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treinamento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para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explicar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os </a:t>
            </a:r>
            <a:r>
              <a:rPr sz="2800" b="1" i="1" spc="-10" dirty="0">
                <a:latin typeface="Calibri"/>
                <a:cs typeface="Calibri"/>
              </a:rPr>
              <a:t>dados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 algn="just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modelo</a:t>
            </a:r>
            <a:r>
              <a:rPr sz="28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é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construído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apenas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com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6F2F9F"/>
                </a:solidFill>
                <a:latin typeface="Calibri"/>
                <a:cs typeface="Calibri"/>
              </a:rPr>
              <a:t>base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nos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dados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observados</a:t>
            </a:r>
            <a:endParaRPr sz="2800" dirty="0">
              <a:latin typeface="Calibri"/>
              <a:cs typeface="Calibri"/>
            </a:endParaRPr>
          </a:p>
          <a:p>
            <a:pPr marL="241300" marR="139065" indent="-228600" algn="just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tamanho</a:t>
            </a:r>
            <a:r>
              <a:rPr sz="2800" b="1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da</a:t>
            </a:r>
            <a:r>
              <a:rPr sz="2800" b="1" i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árvore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i.e.,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20" dirty="0">
                <a:latin typeface="Calibri"/>
                <a:cs typeface="Calibri"/>
              </a:rPr>
              <a:t>parâmetros,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tende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crescer</a:t>
            </a:r>
            <a:r>
              <a:rPr sz="2800" b="1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com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800" b="1" i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6FC0"/>
                </a:solidFill>
                <a:latin typeface="Calibri"/>
                <a:cs typeface="Calibri"/>
              </a:rPr>
              <a:t>base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de</a:t>
            </a:r>
            <a:r>
              <a:rPr sz="2800" b="1" i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dados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1694" y="2581119"/>
            <a:ext cx="4590110" cy="28914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Árvores</a:t>
            </a:r>
            <a:r>
              <a:rPr spc="-6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868044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868044" algn="l"/>
              </a:tabLst>
            </a:pPr>
            <a:r>
              <a:rPr dirty="0"/>
              <a:t>Esse</a:t>
            </a:r>
            <a:r>
              <a:rPr spc="-50" dirty="0"/>
              <a:t> </a:t>
            </a:r>
            <a:r>
              <a:rPr dirty="0"/>
              <a:t>modelo</a:t>
            </a:r>
            <a:r>
              <a:rPr spc="-50" dirty="0"/>
              <a:t> </a:t>
            </a:r>
            <a:r>
              <a:rPr dirty="0"/>
              <a:t>é</a:t>
            </a:r>
            <a:r>
              <a:rPr spc="-60" dirty="0"/>
              <a:t> </a:t>
            </a:r>
            <a:r>
              <a:rPr b="1" i="1" spc="-25" dirty="0">
                <a:latin typeface="Calibri"/>
                <a:cs typeface="Calibri"/>
              </a:rPr>
              <a:t>não-</a:t>
            </a:r>
            <a:r>
              <a:rPr b="1" i="1" spc="-10" dirty="0">
                <a:latin typeface="Calibri"/>
                <a:cs typeface="Calibri"/>
              </a:rPr>
              <a:t>paramétrico</a:t>
            </a:r>
            <a:r>
              <a:rPr spc="-10" dirty="0"/>
              <a:t>,</a:t>
            </a:r>
            <a:r>
              <a:rPr spc="-15" dirty="0"/>
              <a:t> </a:t>
            </a:r>
            <a:r>
              <a:rPr spc="-25" dirty="0"/>
              <a:t>não </a:t>
            </a:r>
            <a:r>
              <a:rPr dirty="0"/>
              <a:t>porque</a:t>
            </a:r>
            <a:r>
              <a:rPr spc="-95" dirty="0"/>
              <a:t> </a:t>
            </a:r>
            <a:r>
              <a:rPr dirty="0"/>
              <a:t>não</a:t>
            </a:r>
            <a:r>
              <a:rPr spc="-90" dirty="0"/>
              <a:t> </a:t>
            </a:r>
            <a:r>
              <a:rPr dirty="0"/>
              <a:t>tenha</a:t>
            </a:r>
            <a:r>
              <a:rPr spc="-95" dirty="0"/>
              <a:t> </a:t>
            </a:r>
            <a:r>
              <a:rPr dirty="0"/>
              <a:t>nenhum</a:t>
            </a:r>
            <a:r>
              <a:rPr spc="-80" dirty="0"/>
              <a:t> </a:t>
            </a:r>
            <a:r>
              <a:rPr spc="-10" dirty="0"/>
              <a:t>parâmetro, </a:t>
            </a:r>
            <a:r>
              <a:rPr dirty="0"/>
              <a:t>mas</a:t>
            </a:r>
            <a:r>
              <a:rPr spc="-80" dirty="0"/>
              <a:t> </a:t>
            </a:r>
            <a:r>
              <a:rPr dirty="0"/>
              <a:t>porque</a:t>
            </a:r>
            <a:r>
              <a:rPr spc="-70" dirty="0"/>
              <a:t> </a:t>
            </a:r>
            <a:r>
              <a:rPr dirty="0"/>
              <a:t>o</a:t>
            </a:r>
            <a:r>
              <a:rPr spc="-80" dirty="0"/>
              <a:t> </a:t>
            </a:r>
            <a:r>
              <a:rPr b="1" i="1" dirty="0">
                <a:latin typeface="Calibri"/>
                <a:cs typeface="Calibri"/>
              </a:rPr>
              <a:t>número</a:t>
            </a:r>
            <a:r>
              <a:rPr b="1" i="1" spc="-8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de</a:t>
            </a:r>
            <a:r>
              <a:rPr b="1" i="1" spc="-8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parâmetros</a:t>
            </a:r>
            <a:r>
              <a:rPr b="1" i="1" spc="-60" dirty="0">
                <a:latin typeface="Calibri"/>
                <a:cs typeface="Calibri"/>
              </a:rPr>
              <a:t> </a:t>
            </a:r>
            <a:r>
              <a:rPr b="1" i="1" spc="-25" dirty="0">
                <a:latin typeface="Calibri"/>
                <a:cs typeface="Calibri"/>
              </a:rPr>
              <a:t>não </a:t>
            </a:r>
            <a:r>
              <a:rPr b="1" i="1" dirty="0">
                <a:latin typeface="Calibri"/>
                <a:cs typeface="Calibri"/>
              </a:rPr>
              <a:t>é</a:t>
            </a:r>
            <a:r>
              <a:rPr b="1" i="1" spc="-70" dirty="0">
                <a:latin typeface="Calibri"/>
                <a:cs typeface="Calibri"/>
              </a:rPr>
              <a:t> </a:t>
            </a:r>
            <a:r>
              <a:rPr b="1" i="1" spc="-10" dirty="0">
                <a:latin typeface="Calibri"/>
                <a:cs typeface="Calibri"/>
              </a:rPr>
              <a:t>determinado</a:t>
            </a:r>
            <a:r>
              <a:rPr b="1" i="1" spc="-5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antes</a:t>
            </a:r>
            <a:r>
              <a:rPr b="1" i="1" spc="-7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do</a:t>
            </a:r>
            <a:r>
              <a:rPr b="1" i="1" spc="-75" dirty="0">
                <a:latin typeface="Calibri"/>
                <a:cs typeface="Calibri"/>
              </a:rPr>
              <a:t> </a:t>
            </a:r>
            <a:r>
              <a:rPr b="1" i="1" spc="-10" dirty="0">
                <a:latin typeface="Calibri"/>
                <a:cs typeface="Calibri"/>
              </a:rPr>
              <a:t>treinamento</a:t>
            </a:r>
            <a:r>
              <a:rPr spc="-10" dirty="0"/>
              <a:t>,</a:t>
            </a:r>
            <a:r>
              <a:rPr spc="-55" dirty="0"/>
              <a:t> </a:t>
            </a:r>
            <a:r>
              <a:rPr spc="-25" dirty="0"/>
              <a:t>de </a:t>
            </a:r>
            <a:r>
              <a:rPr dirty="0"/>
              <a:t>modo</a:t>
            </a:r>
            <a:r>
              <a:rPr spc="-70" dirty="0"/>
              <a:t> </a:t>
            </a:r>
            <a:r>
              <a:rPr dirty="0"/>
              <a:t>que</a:t>
            </a:r>
            <a:r>
              <a:rPr spc="-50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dirty="0"/>
              <a:t>árvore</a:t>
            </a:r>
            <a:r>
              <a:rPr spc="-85" dirty="0"/>
              <a:t> </a:t>
            </a:r>
            <a:r>
              <a:rPr dirty="0"/>
              <a:t>é</a:t>
            </a:r>
            <a:r>
              <a:rPr spc="-65" dirty="0"/>
              <a:t> </a:t>
            </a:r>
            <a:r>
              <a:rPr dirty="0"/>
              <a:t>livre</a:t>
            </a:r>
            <a:r>
              <a:rPr spc="-70" dirty="0"/>
              <a:t> </a:t>
            </a:r>
            <a:r>
              <a:rPr dirty="0"/>
              <a:t>para</a:t>
            </a:r>
            <a:r>
              <a:rPr spc="-55" dirty="0"/>
              <a:t> </a:t>
            </a:r>
            <a:r>
              <a:rPr dirty="0"/>
              <a:t>se</a:t>
            </a:r>
            <a:r>
              <a:rPr spc="-70" dirty="0"/>
              <a:t> </a:t>
            </a:r>
            <a:r>
              <a:rPr spc="-10" dirty="0"/>
              <a:t>adaptar </a:t>
            </a:r>
            <a:r>
              <a:rPr dirty="0"/>
              <a:t>aos</a:t>
            </a:r>
            <a:r>
              <a:rPr spc="-50" dirty="0"/>
              <a:t> </a:t>
            </a:r>
            <a:r>
              <a:rPr dirty="0"/>
              <a:t>dados</a:t>
            </a:r>
            <a:r>
              <a:rPr spc="-30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spc="-10" dirty="0"/>
              <a:t>treinamento.</a:t>
            </a:r>
          </a:p>
          <a:p>
            <a:pPr marL="868044" marR="35433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868044" algn="l"/>
              </a:tabLst>
            </a:pPr>
            <a:r>
              <a:rPr b="1" i="1" spc="-25" dirty="0">
                <a:latin typeface="Calibri"/>
                <a:cs typeface="Calibri"/>
              </a:rPr>
              <a:t>Não-</a:t>
            </a:r>
            <a:r>
              <a:rPr b="1" i="1" dirty="0">
                <a:latin typeface="Calibri"/>
                <a:cs typeface="Calibri"/>
              </a:rPr>
              <a:t>linear</a:t>
            </a:r>
            <a:r>
              <a:rPr dirty="0"/>
              <a:t>:</a:t>
            </a:r>
            <a:r>
              <a:rPr spc="-95" dirty="0"/>
              <a:t> </a:t>
            </a:r>
            <a:r>
              <a:rPr dirty="0"/>
              <a:t>funções</a:t>
            </a:r>
            <a:r>
              <a:rPr spc="-100" dirty="0"/>
              <a:t> </a:t>
            </a:r>
            <a:r>
              <a:rPr dirty="0"/>
              <a:t>hipótese</a:t>
            </a:r>
            <a:r>
              <a:rPr spc="-105" dirty="0"/>
              <a:t> </a:t>
            </a:r>
            <a:r>
              <a:rPr spc="-50" dirty="0"/>
              <a:t>e </a:t>
            </a:r>
            <a:r>
              <a:rPr spc="-10" dirty="0"/>
              <a:t>discriminante</a:t>
            </a:r>
            <a:r>
              <a:rPr spc="-70" dirty="0"/>
              <a:t> </a:t>
            </a:r>
            <a:r>
              <a:rPr dirty="0"/>
              <a:t>são</a:t>
            </a:r>
            <a:r>
              <a:rPr spc="-85" dirty="0"/>
              <a:t> </a:t>
            </a:r>
            <a:r>
              <a:rPr b="1" i="1" dirty="0">
                <a:latin typeface="Calibri"/>
                <a:cs typeface="Calibri"/>
              </a:rPr>
              <a:t>funções</a:t>
            </a:r>
            <a:r>
              <a:rPr b="1" i="1" spc="-100" dirty="0">
                <a:latin typeface="Calibri"/>
                <a:cs typeface="Calibri"/>
              </a:rPr>
              <a:t> </a:t>
            </a:r>
            <a:r>
              <a:rPr b="1" i="1" spc="-25" dirty="0">
                <a:latin typeface="Calibri"/>
                <a:cs typeface="Calibri"/>
              </a:rPr>
              <a:t>não-</a:t>
            </a:r>
            <a:r>
              <a:rPr b="1" i="1" spc="-10" dirty="0">
                <a:latin typeface="Calibri"/>
                <a:cs typeface="Calibri"/>
              </a:rPr>
              <a:t>lineares</a:t>
            </a:r>
            <a:r>
              <a:rPr spc="-10" dirty="0"/>
              <a:t>, </a:t>
            </a:r>
            <a:r>
              <a:rPr dirty="0"/>
              <a:t>i.e.,</a:t>
            </a:r>
            <a:r>
              <a:rPr spc="-65" dirty="0"/>
              <a:t> </a:t>
            </a:r>
            <a:r>
              <a:rPr dirty="0"/>
              <a:t>os</a:t>
            </a:r>
            <a:r>
              <a:rPr spc="-60" dirty="0"/>
              <a:t> </a:t>
            </a:r>
            <a:r>
              <a:rPr dirty="0"/>
              <a:t>dados</a:t>
            </a:r>
            <a:r>
              <a:rPr spc="-55" dirty="0"/>
              <a:t> </a:t>
            </a:r>
            <a:r>
              <a:rPr dirty="0"/>
              <a:t>não</a:t>
            </a:r>
            <a:r>
              <a:rPr spc="-70" dirty="0"/>
              <a:t> </a:t>
            </a:r>
            <a:r>
              <a:rPr dirty="0"/>
              <a:t>são</a:t>
            </a:r>
            <a:r>
              <a:rPr spc="-75" dirty="0"/>
              <a:t> </a:t>
            </a:r>
            <a:r>
              <a:rPr spc="-10" dirty="0"/>
              <a:t>aproximados</a:t>
            </a:r>
            <a:r>
              <a:rPr spc="-50" dirty="0"/>
              <a:t> </a:t>
            </a:r>
            <a:r>
              <a:rPr spc="-25" dirty="0"/>
              <a:t>ou </a:t>
            </a:r>
            <a:r>
              <a:rPr spc="-10" dirty="0"/>
              <a:t>separados</a:t>
            </a:r>
            <a:r>
              <a:rPr spc="-45" dirty="0"/>
              <a:t> </a:t>
            </a:r>
            <a:r>
              <a:rPr dirty="0"/>
              <a:t>por</a:t>
            </a:r>
            <a:r>
              <a:rPr spc="-60" dirty="0"/>
              <a:t> </a:t>
            </a:r>
            <a:r>
              <a:rPr dirty="0"/>
              <a:t>um</a:t>
            </a:r>
            <a:r>
              <a:rPr spc="-45" dirty="0"/>
              <a:t> </a:t>
            </a:r>
            <a:r>
              <a:rPr b="1" i="1" spc="-10" dirty="0">
                <a:latin typeface="Calibri"/>
                <a:cs typeface="Calibri"/>
              </a:rPr>
              <a:t>hiperplano</a:t>
            </a:r>
            <a:r>
              <a:rPr spc="-10" dirty="0"/>
              <a:t>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1694" y="2581119"/>
            <a:ext cx="4590110" cy="28914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Árvores</a:t>
            </a:r>
            <a:r>
              <a:rPr spc="-6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5247" y="1793493"/>
            <a:ext cx="7033895" cy="365315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69469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objetivo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realize predições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aprendendo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regras</a:t>
            </a:r>
            <a:r>
              <a:rPr sz="2800" b="1" i="1" spc="-1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simples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de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decisão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inferidas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atributos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do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conjunto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treinamento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árvores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decisão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componentes fundamentais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florestas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aleatórias</a:t>
            </a:r>
            <a:r>
              <a:rPr sz="2800" b="1" i="1" spc="-1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(do </a:t>
            </a:r>
            <a:r>
              <a:rPr sz="2800" dirty="0">
                <a:latin typeface="Calibri"/>
                <a:cs typeface="Calibri"/>
              </a:rPr>
              <a:t>inglês,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random</a:t>
            </a:r>
            <a:r>
              <a:rPr sz="2800" b="1" i="1" spc="-10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forests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estão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os </a:t>
            </a:r>
            <a:r>
              <a:rPr sz="2800" b="1" i="1" dirty="0">
                <a:latin typeface="Calibri"/>
                <a:cs typeface="Calibri"/>
              </a:rPr>
              <a:t>algoritmos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mais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poderosos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aprendizado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dirty="0">
                <a:latin typeface="Calibri"/>
                <a:cs typeface="Calibri"/>
              </a:rPr>
              <a:t>máquina</a:t>
            </a:r>
            <a:r>
              <a:rPr sz="2800" b="1" i="1" spc="-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disponíveis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atualmente.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5801" y="2505747"/>
            <a:ext cx="2959481" cy="25281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06016" y="2055621"/>
            <a:ext cx="1510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Classificação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animais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13075" y="5628843"/>
            <a:ext cx="8509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Vértice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ou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nó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69970" y="5186807"/>
            <a:ext cx="371475" cy="419100"/>
          </a:xfrm>
          <a:custGeom>
            <a:avLst/>
            <a:gdLst/>
            <a:ahLst/>
            <a:cxnLst/>
            <a:rect l="l" t="t" r="r" b="b"/>
            <a:pathLst>
              <a:path w="371475" h="419100">
                <a:moveTo>
                  <a:pt x="52898" y="54881"/>
                </a:moveTo>
                <a:lnTo>
                  <a:pt x="48123" y="59114"/>
                </a:lnTo>
                <a:lnTo>
                  <a:pt x="366649" y="418934"/>
                </a:lnTo>
                <a:lnTo>
                  <a:pt x="371475" y="414718"/>
                </a:lnTo>
                <a:lnTo>
                  <a:pt x="52898" y="54881"/>
                </a:lnTo>
                <a:close/>
              </a:path>
              <a:path w="371475" h="419100">
                <a:moveTo>
                  <a:pt x="0" y="0"/>
                </a:moveTo>
                <a:lnTo>
                  <a:pt x="21971" y="82296"/>
                </a:lnTo>
                <a:lnTo>
                  <a:pt x="48123" y="59114"/>
                </a:lnTo>
                <a:lnTo>
                  <a:pt x="39751" y="49657"/>
                </a:lnTo>
                <a:lnTo>
                  <a:pt x="44450" y="45339"/>
                </a:lnTo>
                <a:lnTo>
                  <a:pt x="63663" y="45339"/>
                </a:lnTo>
                <a:lnTo>
                  <a:pt x="78993" y="31750"/>
                </a:lnTo>
                <a:lnTo>
                  <a:pt x="0" y="0"/>
                </a:lnTo>
                <a:close/>
              </a:path>
              <a:path w="371475" h="419100">
                <a:moveTo>
                  <a:pt x="44450" y="45339"/>
                </a:moveTo>
                <a:lnTo>
                  <a:pt x="39751" y="49657"/>
                </a:lnTo>
                <a:lnTo>
                  <a:pt x="48123" y="59114"/>
                </a:lnTo>
                <a:lnTo>
                  <a:pt x="52898" y="54881"/>
                </a:lnTo>
                <a:lnTo>
                  <a:pt x="44450" y="45339"/>
                </a:lnTo>
                <a:close/>
              </a:path>
              <a:path w="371475" h="419100">
                <a:moveTo>
                  <a:pt x="63663" y="45339"/>
                </a:moveTo>
                <a:lnTo>
                  <a:pt x="44450" y="45339"/>
                </a:lnTo>
                <a:lnTo>
                  <a:pt x="52898" y="54881"/>
                </a:lnTo>
                <a:lnTo>
                  <a:pt x="63663" y="453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0844" y="2939288"/>
            <a:ext cx="739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096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Aresta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ou </a:t>
            </a:r>
            <a:r>
              <a:rPr sz="1200" spc="-10" dirty="0">
                <a:latin typeface="Calibri"/>
                <a:cs typeface="Calibri"/>
              </a:rPr>
              <a:t>ramificação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48079" y="3173095"/>
            <a:ext cx="586740" cy="267970"/>
          </a:xfrm>
          <a:custGeom>
            <a:avLst/>
            <a:gdLst/>
            <a:ahLst/>
            <a:cxnLst/>
            <a:rect l="l" t="t" r="r" b="b"/>
            <a:pathLst>
              <a:path w="586739" h="267970">
                <a:moveTo>
                  <a:pt x="515346" y="236126"/>
                </a:moveTo>
                <a:lnTo>
                  <a:pt x="501141" y="267969"/>
                </a:lnTo>
                <a:lnTo>
                  <a:pt x="586232" y="264287"/>
                </a:lnTo>
                <a:lnTo>
                  <a:pt x="567327" y="241300"/>
                </a:lnTo>
                <a:lnTo>
                  <a:pt x="526922" y="241300"/>
                </a:lnTo>
                <a:lnTo>
                  <a:pt x="515346" y="236126"/>
                </a:lnTo>
                <a:close/>
              </a:path>
              <a:path w="586739" h="267970">
                <a:moveTo>
                  <a:pt x="517941" y="230309"/>
                </a:moveTo>
                <a:lnTo>
                  <a:pt x="515346" y="236126"/>
                </a:lnTo>
                <a:lnTo>
                  <a:pt x="526922" y="241300"/>
                </a:lnTo>
                <a:lnTo>
                  <a:pt x="529463" y="235457"/>
                </a:lnTo>
                <a:lnTo>
                  <a:pt x="517941" y="230309"/>
                </a:lnTo>
                <a:close/>
              </a:path>
              <a:path w="586739" h="267970">
                <a:moveTo>
                  <a:pt x="532129" y="198500"/>
                </a:moveTo>
                <a:lnTo>
                  <a:pt x="517941" y="230309"/>
                </a:lnTo>
                <a:lnTo>
                  <a:pt x="529463" y="235457"/>
                </a:lnTo>
                <a:lnTo>
                  <a:pt x="526922" y="241300"/>
                </a:lnTo>
                <a:lnTo>
                  <a:pt x="567327" y="241300"/>
                </a:lnTo>
                <a:lnTo>
                  <a:pt x="532129" y="198500"/>
                </a:lnTo>
                <a:close/>
              </a:path>
              <a:path w="586739" h="267970">
                <a:moveTo>
                  <a:pt x="2539" y="0"/>
                </a:moveTo>
                <a:lnTo>
                  <a:pt x="0" y="5841"/>
                </a:lnTo>
                <a:lnTo>
                  <a:pt x="515346" y="236126"/>
                </a:lnTo>
                <a:lnTo>
                  <a:pt x="517941" y="230309"/>
                </a:lnTo>
                <a:lnTo>
                  <a:pt x="25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Árvores</a:t>
            </a:r>
            <a:r>
              <a:rPr spc="-6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pc="-10" dirty="0"/>
              <a:t>Formalmente,</a:t>
            </a:r>
            <a:r>
              <a:rPr spc="-75" dirty="0"/>
              <a:t> </a:t>
            </a:r>
            <a:r>
              <a:rPr dirty="0"/>
              <a:t>uma</a:t>
            </a:r>
            <a:r>
              <a:rPr spc="-70" dirty="0"/>
              <a:t> </a:t>
            </a:r>
            <a:r>
              <a:rPr dirty="0"/>
              <a:t>árvore</a:t>
            </a:r>
            <a:r>
              <a:rPr spc="-80" dirty="0"/>
              <a:t> </a:t>
            </a:r>
            <a:r>
              <a:rPr dirty="0"/>
              <a:t>é</a:t>
            </a:r>
            <a:r>
              <a:rPr spc="-80" dirty="0"/>
              <a:t> </a:t>
            </a:r>
            <a:r>
              <a:rPr dirty="0"/>
              <a:t>um</a:t>
            </a:r>
            <a:r>
              <a:rPr spc="-60" dirty="0"/>
              <a:t> </a:t>
            </a:r>
            <a:r>
              <a:rPr b="1" i="1" dirty="0">
                <a:solidFill>
                  <a:srgbClr val="6F2F9F"/>
                </a:solidFill>
                <a:latin typeface="Calibri"/>
                <a:cs typeface="Calibri"/>
              </a:rPr>
              <a:t>grafo</a:t>
            </a:r>
            <a:r>
              <a:rPr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spc="-20" dirty="0">
                <a:solidFill>
                  <a:srgbClr val="6F2F9F"/>
                </a:solidFill>
                <a:latin typeface="Calibri"/>
                <a:cs typeface="Calibri"/>
              </a:rPr>
              <a:t>não- </a:t>
            </a:r>
            <a:r>
              <a:rPr b="1" i="1" dirty="0">
                <a:solidFill>
                  <a:srgbClr val="6F2F9F"/>
                </a:solidFill>
                <a:latin typeface="Calibri"/>
                <a:cs typeface="Calibri"/>
              </a:rPr>
              <a:t>direcionado</a:t>
            </a:r>
            <a:r>
              <a:rPr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/>
              <a:t>no</a:t>
            </a:r>
            <a:r>
              <a:rPr spc="-95" dirty="0"/>
              <a:t> </a:t>
            </a:r>
            <a:r>
              <a:rPr dirty="0"/>
              <a:t>qual</a:t>
            </a:r>
            <a:r>
              <a:rPr spc="-105" dirty="0"/>
              <a:t> </a:t>
            </a:r>
            <a:r>
              <a:rPr dirty="0"/>
              <a:t>dois</a:t>
            </a:r>
            <a:r>
              <a:rPr spc="-75" dirty="0"/>
              <a:t> </a:t>
            </a:r>
            <a:r>
              <a:rPr b="1" i="1" dirty="0">
                <a:latin typeface="Calibri"/>
                <a:cs typeface="Calibri"/>
              </a:rPr>
              <a:t>vértices</a:t>
            </a:r>
            <a:r>
              <a:rPr b="1" i="1" spc="-80" dirty="0">
                <a:latin typeface="Calibri"/>
                <a:cs typeface="Calibri"/>
              </a:rPr>
              <a:t> </a:t>
            </a:r>
            <a:r>
              <a:rPr dirty="0"/>
              <a:t>quaisquer</a:t>
            </a:r>
            <a:r>
              <a:rPr spc="-70" dirty="0"/>
              <a:t> </a:t>
            </a:r>
            <a:r>
              <a:rPr spc="-25" dirty="0"/>
              <a:t>se </a:t>
            </a:r>
            <a:r>
              <a:rPr spc="-10" dirty="0"/>
              <a:t>conectam</a:t>
            </a:r>
            <a:r>
              <a:rPr spc="-65" dirty="0"/>
              <a:t> </a:t>
            </a:r>
            <a:r>
              <a:rPr dirty="0"/>
              <a:t>por</a:t>
            </a:r>
            <a:r>
              <a:rPr spc="-70" dirty="0"/>
              <a:t> </a:t>
            </a:r>
            <a:r>
              <a:rPr dirty="0"/>
              <a:t>um</a:t>
            </a:r>
            <a:r>
              <a:rPr spc="-55" dirty="0"/>
              <a:t> </a:t>
            </a:r>
            <a:r>
              <a:rPr dirty="0"/>
              <a:t>único</a:t>
            </a:r>
            <a:r>
              <a:rPr spc="-60" dirty="0"/>
              <a:t> </a:t>
            </a:r>
            <a:r>
              <a:rPr dirty="0"/>
              <a:t>caminho</a:t>
            </a:r>
            <a:r>
              <a:rPr spc="-55" dirty="0"/>
              <a:t> </a:t>
            </a:r>
            <a:r>
              <a:rPr dirty="0"/>
              <a:t>(ou</a:t>
            </a:r>
            <a:r>
              <a:rPr spc="-80" dirty="0"/>
              <a:t> </a:t>
            </a:r>
            <a:r>
              <a:rPr dirty="0"/>
              <a:t>seja,</a:t>
            </a:r>
            <a:r>
              <a:rPr spc="-65" dirty="0"/>
              <a:t> </a:t>
            </a:r>
            <a:r>
              <a:rPr spc="-35" dirty="0"/>
              <a:t>um </a:t>
            </a:r>
            <a:r>
              <a:rPr b="1" i="1" dirty="0">
                <a:latin typeface="Calibri"/>
                <a:cs typeface="Calibri"/>
              </a:rPr>
              <a:t>grafo</a:t>
            </a:r>
            <a:r>
              <a:rPr b="1" i="1" spc="-8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acíclico</a:t>
            </a:r>
            <a:r>
              <a:rPr b="1" i="1" spc="-65" dirty="0">
                <a:latin typeface="Calibri"/>
                <a:cs typeface="Calibri"/>
              </a:rPr>
              <a:t> </a:t>
            </a:r>
            <a:r>
              <a:rPr b="1" i="1" spc="-25" dirty="0">
                <a:latin typeface="Calibri"/>
                <a:cs typeface="Calibri"/>
              </a:rPr>
              <a:t>não-</a:t>
            </a:r>
            <a:r>
              <a:rPr b="1" i="1" spc="-10" dirty="0">
                <a:latin typeface="Calibri"/>
                <a:cs typeface="Calibri"/>
              </a:rPr>
              <a:t>direcionado</a:t>
            </a:r>
            <a:r>
              <a:rPr spc="-10" dirty="0"/>
              <a:t>)</a:t>
            </a:r>
            <a:r>
              <a:rPr spc="-65" dirty="0"/>
              <a:t> </a:t>
            </a:r>
            <a:r>
              <a:rPr spc="-10" dirty="0"/>
              <a:t>[Wikipedia, 2019].</a:t>
            </a:r>
          </a:p>
          <a:p>
            <a:pPr marL="698500" marR="560705" lvl="1" indent="-228600">
              <a:lnSpc>
                <a:spcPts val="2590"/>
              </a:lnSpc>
              <a:spcBef>
                <a:spcPts val="57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Um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ciclo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caminho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primeiro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o </a:t>
            </a:r>
            <a:r>
              <a:rPr sz="2400" dirty="0">
                <a:latin typeface="Calibri"/>
                <a:cs typeface="Calibri"/>
              </a:rPr>
              <a:t>último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vértice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coincidem.</a:t>
            </a:r>
            <a:endParaRPr sz="2400" dirty="0">
              <a:latin typeface="Calibri"/>
              <a:cs typeface="Calibri"/>
            </a:endParaRPr>
          </a:p>
          <a:p>
            <a:pPr marL="241300" marR="7620" indent="-228600">
              <a:lnSpc>
                <a:spcPct val="90000"/>
              </a:lnSpc>
              <a:spcBef>
                <a:spcPts val="930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Por</a:t>
            </a:r>
            <a:r>
              <a:rPr spc="-75" dirty="0"/>
              <a:t> </a:t>
            </a:r>
            <a:r>
              <a:rPr spc="-25" dirty="0"/>
              <a:t>exemplo,</a:t>
            </a:r>
            <a:r>
              <a:rPr spc="-60" dirty="0"/>
              <a:t> </a:t>
            </a:r>
            <a:r>
              <a:rPr dirty="0"/>
              <a:t>o</a:t>
            </a:r>
            <a:r>
              <a:rPr spc="-85" dirty="0"/>
              <a:t> </a:t>
            </a:r>
            <a:r>
              <a:rPr dirty="0"/>
              <a:t>vértice</a:t>
            </a:r>
            <a:r>
              <a:rPr spc="-80" dirty="0"/>
              <a:t> </a:t>
            </a:r>
            <a:r>
              <a:rPr spc="-10" dirty="0"/>
              <a:t>“Pássaro”</a:t>
            </a:r>
            <a:r>
              <a:rPr spc="-65" dirty="0"/>
              <a:t> </a:t>
            </a:r>
            <a:r>
              <a:rPr dirty="0"/>
              <a:t>só</a:t>
            </a:r>
            <a:r>
              <a:rPr spc="-70" dirty="0"/>
              <a:t> </a:t>
            </a:r>
            <a:r>
              <a:rPr dirty="0"/>
              <a:t>se</a:t>
            </a:r>
            <a:r>
              <a:rPr spc="-75" dirty="0"/>
              <a:t> </a:t>
            </a:r>
            <a:r>
              <a:rPr spc="-10" dirty="0"/>
              <a:t>conecta </a:t>
            </a:r>
            <a:r>
              <a:rPr dirty="0"/>
              <a:t>com</a:t>
            </a:r>
            <a:r>
              <a:rPr spc="-65" dirty="0"/>
              <a:t> </a:t>
            </a:r>
            <a:r>
              <a:rPr dirty="0"/>
              <a:t>o</a:t>
            </a:r>
            <a:r>
              <a:rPr spc="-70" dirty="0"/>
              <a:t> </a:t>
            </a:r>
            <a:r>
              <a:rPr dirty="0"/>
              <a:t>vértice</a:t>
            </a:r>
            <a:r>
              <a:rPr spc="-75" dirty="0"/>
              <a:t> </a:t>
            </a:r>
            <a:r>
              <a:rPr spc="-20" dirty="0"/>
              <a:t>“Mamífero”</a:t>
            </a:r>
            <a:r>
              <a:rPr spc="-55" dirty="0"/>
              <a:t> </a:t>
            </a:r>
            <a:r>
              <a:rPr spc="-20" dirty="0"/>
              <a:t>através</a:t>
            </a:r>
            <a:r>
              <a:rPr spc="-75" dirty="0"/>
              <a:t> </a:t>
            </a:r>
            <a:r>
              <a:rPr dirty="0"/>
              <a:t>do</a:t>
            </a:r>
            <a:r>
              <a:rPr spc="-60" dirty="0"/>
              <a:t> </a:t>
            </a:r>
            <a:r>
              <a:rPr spc="-10" dirty="0"/>
              <a:t>vértice </a:t>
            </a:r>
            <a:r>
              <a:rPr dirty="0"/>
              <a:t>“Bota</a:t>
            </a:r>
            <a:r>
              <a:rPr spc="-80" dirty="0"/>
              <a:t> </a:t>
            </a:r>
            <a:r>
              <a:rPr dirty="0"/>
              <a:t>ovo?”</a:t>
            </a:r>
            <a:r>
              <a:rPr spc="-70" dirty="0"/>
              <a:t> </a:t>
            </a:r>
            <a:r>
              <a:rPr dirty="0"/>
              <a:t>e</a:t>
            </a:r>
            <a:r>
              <a:rPr spc="-80" dirty="0"/>
              <a:t> </a:t>
            </a:r>
            <a:r>
              <a:rPr dirty="0"/>
              <a:t>não</a:t>
            </a:r>
            <a:r>
              <a:rPr spc="-70" dirty="0"/>
              <a:t> </a:t>
            </a:r>
            <a:r>
              <a:rPr spc="-10" dirty="0"/>
              <a:t>existe</a:t>
            </a:r>
            <a:r>
              <a:rPr spc="-70" dirty="0"/>
              <a:t> </a:t>
            </a:r>
            <a:r>
              <a:rPr dirty="0"/>
              <a:t>um</a:t>
            </a:r>
            <a:r>
              <a:rPr spc="-70" dirty="0"/>
              <a:t> </a:t>
            </a:r>
            <a:r>
              <a:rPr dirty="0"/>
              <a:t>caminho</a:t>
            </a:r>
            <a:r>
              <a:rPr spc="-60" dirty="0"/>
              <a:t> </a:t>
            </a:r>
            <a:r>
              <a:rPr spc="-25" dirty="0"/>
              <a:t>que </a:t>
            </a:r>
            <a:r>
              <a:rPr dirty="0"/>
              <a:t>termine</a:t>
            </a:r>
            <a:r>
              <a:rPr spc="-80" dirty="0"/>
              <a:t> </a:t>
            </a:r>
            <a:r>
              <a:rPr dirty="0"/>
              <a:t>no</a:t>
            </a:r>
            <a:r>
              <a:rPr spc="-75" dirty="0"/>
              <a:t> </a:t>
            </a:r>
            <a:r>
              <a:rPr dirty="0"/>
              <a:t>mesmo</a:t>
            </a:r>
            <a:r>
              <a:rPr spc="-70" dirty="0"/>
              <a:t> </a:t>
            </a:r>
            <a:r>
              <a:rPr dirty="0"/>
              <a:t>vértice</a:t>
            </a:r>
            <a:r>
              <a:rPr spc="-80" dirty="0"/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spc="-10" dirty="0"/>
              <a:t>início.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5801" y="2505747"/>
            <a:ext cx="2959481" cy="25281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06016" y="2055621"/>
            <a:ext cx="1510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Classificação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animais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13075" y="5628843"/>
            <a:ext cx="8509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Vértice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ou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nó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69970" y="5186807"/>
            <a:ext cx="371475" cy="419100"/>
          </a:xfrm>
          <a:custGeom>
            <a:avLst/>
            <a:gdLst/>
            <a:ahLst/>
            <a:cxnLst/>
            <a:rect l="l" t="t" r="r" b="b"/>
            <a:pathLst>
              <a:path w="371475" h="419100">
                <a:moveTo>
                  <a:pt x="52898" y="54881"/>
                </a:moveTo>
                <a:lnTo>
                  <a:pt x="48123" y="59114"/>
                </a:lnTo>
                <a:lnTo>
                  <a:pt x="366649" y="418934"/>
                </a:lnTo>
                <a:lnTo>
                  <a:pt x="371475" y="414718"/>
                </a:lnTo>
                <a:lnTo>
                  <a:pt x="52898" y="54881"/>
                </a:lnTo>
                <a:close/>
              </a:path>
              <a:path w="371475" h="419100">
                <a:moveTo>
                  <a:pt x="0" y="0"/>
                </a:moveTo>
                <a:lnTo>
                  <a:pt x="21971" y="82296"/>
                </a:lnTo>
                <a:lnTo>
                  <a:pt x="48123" y="59114"/>
                </a:lnTo>
                <a:lnTo>
                  <a:pt x="39751" y="49657"/>
                </a:lnTo>
                <a:lnTo>
                  <a:pt x="44450" y="45339"/>
                </a:lnTo>
                <a:lnTo>
                  <a:pt x="63663" y="45339"/>
                </a:lnTo>
                <a:lnTo>
                  <a:pt x="78993" y="31750"/>
                </a:lnTo>
                <a:lnTo>
                  <a:pt x="0" y="0"/>
                </a:lnTo>
                <a:close/>
              </a:path>
              <a:path w="371475" h="419100">
                <a:moveTo>
                  <a:pt x="44450" y="45339"/>
                </a:moveTo>
                <a:lnTo>
                  <a:pt x="39751" y="49657"/>
                </a:lnTo>
                <a:lnTo>
                  <a:pt x="48123" y="59114"/>
                </a:lnTo>
                <a:lnTo>
                  <a:pt x="52898" y="54881"/>
                </a:lnTo>
                <a:lnTo>
                  <a:pt x="44450" y="45339"/>
                </a:lnTo>
                <a:close/>
              </a:path>
              <a:path w="371475" h="419100">
                <a:moveTo>
                  <a:pt x="63663" y="45339"/>
                </a:moveTo>
                <a:lnTo>
                  <a:pt x="44450" y="45339"/>
                </a:lnTo>
                <a:lnTo>
                  <a:pt x="52898" y="54881"/>
                </a:lnTo>
                <a:lnTo>
                  <a:pt x="63663" y="453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0844" y="2939288"/>
            <a:ext cx="739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096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Aresta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ou </a:t>
            </a:r>
            <a:r>
              <a:rPr sz="1200" spc="-10" dirty="0">
                <a:latin typeface="Calibri"/>
                <a:cs typeface="Calibri"/>
              </a:rPr>
              <a:t>ramificação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48079" y="3173095"/>
            <a:ext cx="586740" cy="267970"/>
          </a:xfrm>
          <a:custGeom>
            <a:avLst/>
            <a:gdLst/>
            <a:ahLst/>
            <a:cxnLst/>
            <a:rect l="l" t="t" r="r" b="b"/>
            <a:pathLst>
              <a:path w="586739" h="267970">
                <a:moveTo>
                  <a:pt x="515346" y="236126"/>
                </a:moveTo>
                <a:lnTo>
                  <a:pt x="501141" y="267969"/>
                </a:lnTo>
                <a:lnTo>
                  <a:pt x="586232" y="264287"/>
                </a:lnTo>
                <a:lnTo>
                  <a:pt x="567327" y="241300"/>
                </a:lnTo>
                <a:lnTo>
                  <a:pt x="526922" y="241300"/>
                </a:lnTo>
                <a:lnTo>
                  <a:pt x="515346" y="236126"/>
                </a:lnTo>
                <a:close/>
              </a:path>
              <a:path w="586739" h="267970">
                <a:moveTo>
                  <a:pt x="517941" y="230309"/>
                </a:moveTo>
                <a:lnTo>
                  <a:pt x="515346" y="236126"/>
                </a:lnTo>
                <a:lnTo>
                  <a:pt x="526922" y="241300"/>
                </a:lnTo>
                <a:lnTo>
                  <a:pt x="529463" y="235457"/>
                </a:lnTo>
                <a:lnTo>
                  <a:pt x="517941" y="230309"/>
                </a:lnTo>
                <a:close/>
              </a:path>
              <a:path w="586739" h="267970">
                <a:moveTo>
                  <a:pt x="532129" y="198500"/>
                </a:moveTo>
                <a:lnTo>
                  <a:pt x="517941" y="230309"/>
                </a:lnTo>
                <a:lnTo>
                  <a:pt x="529463" y="235457"/>
                </a:lnTo>
                <a:lnTo>
                  <a:pt x="526922" y="241300"/>
                </a:lnTo>
                <a:lnTo>
                  <a:pt x="567327" y="241300"/>
                </a:lnTo>
                <a:lnTo>
                  <a:pt x="532129" y="198500"/>
                </a:lnTo>
                <a:close/>
              </a:path>
              <a:path w="586739" h="267970">
                <a:moveTo>
                  <a:pt x="2539" y="0"/>
                </a:moveTo>
                <a:lnTo>
                  <a:pt x="0" y="5841"/>
                </a:lnTo>
                <a:lnTo>
                  <a:pt x="515346" y="236126"/>
                </a:lnTo>
                <a:lnTo>
                  <a:pt x="517941" y="230309"/>
                </a:lnTo>
                <a:lnTo>
                  <a:pt x="25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Árvores</a:t>
            </a:r>
            <a:r>
              <a:rPr spc="-6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5247" y="1793493"/>
            <a:ext cx="6904355" cy="250063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40132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árvore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possui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nó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raiz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parte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spc="-50" dirty="0">
                <a:latin typeface="Calibri"/>
                <a:cs typeface="Calibri"/>
              </a:rPr>
              <a:t>o </a:t>
            </a:r>
            <a:r>
              <a:rPr sz="2800" b="1" i="1" dirty="0">
                <a:latin typeface="Calibri"/>
                <a:cs typeface="Calibri"/>
              </a:rPr>
              <a:t>processo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decisão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Nesse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processo,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valores</a:t>
            </a:r>
            <a:r>
              <a:rPr sz="2800" b="1" i="1" spc="-10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distintos</a:t>
            </a:r>
            <a:r>
              <a:rPr sz="2800" b="1" i="1" spc="-11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EC7C30"/>
                </a:solidFill>
                <a:latin typeface="Calibri"/>
                <a:cs typeface="Calibri"/>
              </a:rPr>
              <a:t>dos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atributos</a:t>
            </a:r>
            <a:r>
              <a:rPr sz="2800" b="1" i="1" spc="-11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geram</a:t>
            </a:r>
            <a:r>
              <a:rPr sz="2800" b="1" i="1" spc="-10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arestas</a:t>
            </a:r>
            <a:r>
              <a:rPr sz="2800" b="1" i="1" spc="-9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ramificações</a:t>
            </a:r>
            <a:r>
              <a:rPr sz="2800" spc="-10" dirty="0">
                <a:latin typeface="Calibri"/>
                <a:cs typeface="Calibri"/>
              </a:rPr>
              <a:t>)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e,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chega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nó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folha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ocorre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uma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atribuição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uma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classe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ou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valor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5801" y="2505747"/>
            <a:ext cx="2959481" cy="25281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06016" y="2055621"/>
            <a:ext cx="1510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Classificação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animais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13075" y="5628843"/>
            <a:ext cx="850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Vértice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ou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nó </a:t>
            </a:r>
            <a:r>
              <a:rPr sz="1200" spc="-10" dirty="0">
                <a:latin typeface="Calibri"/>
                <a:cs typeface="Calibri"/>
              </a:rPr>
              <a:t>folha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69970" y="5186807"/>
            <a:ext cx="371475" cy="419100"/>
          </a:xfrm>
          <a:custGeom>
            <a:avLst/>
            <a:gdLst/>
            <a:ahLst/>
            <a:cxnLst/>
            <a:rect l="l" t="t" r="r" b="b"/>
            <a:pathLst>
              <a:path w="371475" h="419100">
                <a:moveTo>
                  <a:pt x="52898" y="54881"/>
                </a:moveTo>
                <a:lnTo>
                  <a:pt x="48123" y="59114"/>
                </a:lnTo>
                <a:lnTo>
                  <a:pt x="366649" y="418934"/>
                </a:lnTo>
                <a:lnTo>
                  <a:pt x="371475" y="414718"/>
                </a:lnTo>
                <a:lnTo>
                  <a:pt x="52898" y="54881"/>
                </a:lnTo>
                <a:close/>
              </a:path>
              <a:path w="371475" h="419100">
                <a:moveTo>
                  <a:pt x="0" y="0"/>
                </a:moveTo>
                <a:lnTo>
                  <a:pt x="21971" y="82296"/>
                </a:lnTo>
                <a:lnTo>
                  <a:pt x="48123" y="59114"/>
                </a:lnTo>
                <a:lnTo>
                  <a:pt x="39751" y="49657"/>
                </a:lnTo>
                <a:lnTo>
                  <a:pt x="44450" y="45339"/>
                </a:lnTo>
                <a:lnTo>
                  <a:pt x="63663" y="45339"/>
                </a:lnTo>
                <a:lnTo>
                  <a:pt x="78993" y="31750"/>
                </a:lnTo>
                <a:lnTo>
                  <a:pt x="0" y="0"/>
                </a:lnTo>
                <a:close/>
              </a:path>
              <a:path w="371475" h="419100">
                <a:moveTo>
                  <a:pt x="44450" y="45339"/>
                </a:moveTo>
                <a:lnTo>
                  <a:pt x="39751" y="49657"/>
                </a:lnTo>
                <a:lnTo>
                  <a:pt x="48123" y="59114"/>
                </a:lnTo>
                <a:lnTo>
                  <a:pt x="52898" y="54881"/>
                </a:lnTo>
                <a:lnTo>
                  <a:pt x="44450" y="45339"/>
                </a:lnTo>
                <a:close/>
              </a:path>
              <a:path w="371475" h="419100">
                <a:moveTo>
                  <a:pt x="63663" y="45339"/>
                </a:moveTo>
                <a:lnTo>
                  <a:pt x="44450" y="45339"/>
                </a:lnTo>
                <a:lnTo>
                  <a:pt x="52898" y="54881"/>
                </a:lnTo>
                <a:lnTo>
                  <a:pt x="63663" y="453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0844" y="2939288"/>
            <a:ext cx="739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096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Aresta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ou </a:t>
            </a:r>
            <a:r>
              <a:rPr sz="1200" spc="-10" dirty="0">
                <a:latin typeface="Calibri"/>
                <a:cs typeface="Calibri"/>
              </a:rPr>
              <a:t>ramificação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48079" y="2486024"/>
            <a:ext cx="657860" cy="955040"/>
          </a:xfrm>
          <a:custGeom>
            <a:avLst/>
            <a:gdLst/>
            <a:ahLst/>
            <a:cxnLst/>
            <a:rect l="l" t="t" r="r" b="b"/>
            <a:pathLst>
              <a:path w="657860" h="955039">
                <a:moveTo>
                  <a:pt x="586232" y="951357"/>
                </a:moveTo>
                <a:lnTo>
                  <a:pt x="567321" y="928370"/>
                </a:lnTo>
                <a:lnTo>
                  <a:pt x="532130" y="885571"/>
                </a:lnTo>
                <a:lnTo>
                  <a:pt x="517931" y="917384"/>
                </a:lnTo>
                <a:lnTo>
                  <a:pt x="2540" y="687070"/>
                </a:lnTo>
                <a:lnTo>
                  <a:pt x="0" y="692912"/>
                </a:lnTo>
                <a:lnTo>
                  <a:pt x="515340" y="923201"/>
                </a:lnTo>
                <a:lnTo>
                  <a:pt x="501142" y="955040"/>
                </a:lnTo>
                <a:lnTo>
                  <a:pt x="586232" y="951357"/>
                </a:lnTo>
                <a:close/>
              </a:path>
              <a:path w="657860" h="955039">
                <a:moveTo>
                  <a:pt x="657352" y="264287"/>
                </a:moveTo>
                <a:lnTo>
                  <a:pt x="638441" y="241300"/>
                </a:lnTo>
                <a:lnTo>
                  <a:pt x="603250" y="198501"/>
                </a:lnTo>
                <a:lnTo>
                  <a:pt x="589026" y="230428"/>
                </a:lnTo>
                <a:lnTo>
                  <a:pt x="73660" y="0"/>
                </a:lnTo>
                <a:lnTo>
                  <a:pt x="71120" y="5842"/>
                </a:lnTo>
                <a:lnTo>
                  <a:pt x="586486" y="236143"/>
                </a:lnTo>
                <a:lnTo>
                  <a:pt x="572262" y="268097"/>
                </a:lnTo>
                <a:lnTo>
                  <a:pt x="657352" y="26428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070" y="2251964"/>
            <a:ext cx="4591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Nó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raíz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Árvores</a:t>
            </a:r>
            <a:r>
              <a:rPr spc="-6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6350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b="1" i="1" dirty="0">
                <a:latin typeface="Calibri"/>
                <a:cs typeface="Calibri"/>
              </a:rPr>
              <a:t>Árvores</a:t>
            </a:r>
            <a:r>
              <a:rPr b="1" i="1" spc="-5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de</a:t>
            </a:r>
            <a:r>
              <a:rPr b="1" i="1" spc="-7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decisão</a:t>
            </a:r>
            <a:r>
              <a:rPr b="1" i="1" spc="-60" dirty="0">
                <a:latin typeface="Calibri"/>
                <a:cs typeface="Calibri"/>
              </a:rPr>
              <a:t> </a:t>
            </a:r>
            <a:r>
              <a:rPr dirty="0"/>
              <a:t>são</a:t>
            </a:r>
            <a:r>
              <a:rPr spc="-65" dirty="0"/>
              <a:t> </a:t>
            </a:r>
            <a:r>
              <a:rPr dirty="0"/>
              <a:t>modelos</a:t>
            </a:r>
            <a:r>
              <a:rPr spc="-55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b="1" i="1" spc="-10" dirty="0">
                <a:solidFill>
                  <a:srgbClr val="00AF50"/>
                </a:solidFill>
                <a:latin typeface="Calibri"/>
                <a:cs typeface="Calibri"/>
              </a:rPr>
              <a:t>caixa </a:t>
            </a:r>
            <a:r>
              <a:rPr b="1" i="1" dirty="0">
                <a:solidFill>
                  <a:srgbClr val="00AF50"/>
                </a:solidFill>
                <a:latin typeface="Calibri"/>
                <a:cs typeface="Calibri"/>
              </a:rPr>
              <a:t>branca</a:t>
            </a:r>
            <a:r>
              <a:rPr dirty="0"/>
              <a:t>,</a:t>
            </a:r>
            <a:r>
              <a:rPr spc="-75" dirty="0"/>
              <a:t> </a:t>
            </a:r>
            <a:r>
              <a:rPr dirty="0"/>
              <a:t>ou</a:t>
            </a:r>
            <a:r>
              <a:rPr spc="-60" dirty="0"/>
              <a:t> </a:t>
            </a:r>
            <a:r>
              <a:rPr dirty="0"/>
              <a:t>seja,</a:t>
            </a:r>
            <a:r>
              <a:rPr spc="-55" dirty="0"/>
              <a:t> </a:t>
            </a:r>
            <a:r>
              <a:rPr dirty="0"/>
              <a:t>é</a:t>
            </a:r>
            <a:r>
              <a:rPr spc="-75" dirty="0"/>
              <a:t> </a:t>
            </a:r>
            <a:r>
              <a:rPr dirty="0"/>
              <a:t>possível</a:t>
            </a:r>
            <a:r>
              <a:rPr spc="-55" dirty="0"/>
              <a:t> </a:t>
            </a:r>
            <a:r>
              <a:rPr spc="-10" dirty="0"/>
              <a:t>entender</a:t>
            </a:r>
            <a:r>
              <a:rPr spc="-65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b="1" i="1" spc="-10" dirty="0">
                <a:solidFill>
                  <a:srgbClr val="EC7C30"/>
                </a:solidFill>
                <a:latin typeface="Calibri"/>
                <a:cs typeface="Calibri"/>
              </a:rPr>
              <a:t>explicar facilmente</a:t>
            </a:r>
            <a:r>
              <a:rPr b="1" i="1" spc="-8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EC7C30"/>
                </a:solidFill>
                <a:latin typeface="Calibri"/>
                <a:cs typeface="Calibri"/>
              </a:rPr>
              <a:t>como</a:t>
            </a:r>
            <a:r>
              <a:rPr b="1" i="1" spc="-9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EC7C30"/>
                </a:solidFill>
                <a:latin typeface="Calibri"/>
                <a:cs typeface="Calibri"/>
              </a:rPr>
              <a:t>o</a:t>
            </a:r>
            <a:r>
              <a:rPr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EC7C30"/>
                </a:solidFill>
                <a:latin typeface="Calibri"/>
                <a:cs typeface="Calibri"/>
              </a:rPr>
              <a:t>modelo</a:t>
            </a:r>
            <a:r>
              <a:rPr b="1" i="1" spc="-9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EC7C30"/>
                </a:solidFill>
                <a:latin typeface="Calibri"/>
                <a:cs typeface="Calibri"/>
              </a:rPr>
              <a:t>realiza</a:t>
            </a:r>
            <a:r>
              <a:rPr b="1" i="1" spc="-8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b="1" i="1" spc="-50" dirty="0">
                <a:solidFill>
                  <a:srgbClr val="EC7C30"/>
                </a:solidFill>
                <a:latin typeface="Calibri"/>
                <a:cs typeface="Calibri"/>
              </a:rPr>
              <a:t>a </a:t>
            </a:r>
            <a:r>
              <a:rPr b="1" i="1" spc="-10" dirty="0">
                <a:solidFill>
                  <a:srgbClr val="EC7C30"/>
                </a:solidFill>
                <a:latin typeface="Calibri"/>
                <a:cs typeface="Calibri"/>
              </a:rPr>
              <a:t>classificação</a:t>
            </a:r>
            <a:r>
              <a:rPr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EC7C30"/>
                </a:solidFill>
                <a:latin typeface="Calibri"/>
                <a:cs typeface="Calibri"/>
              </a:rPr>
              <a:t>ou</a:t>
            </a:r>
            <a:r>
              <a:rPr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EC7C30"/>
                </a:solidFill>
                <a:latin typeface="Calibri"/>
                <a:cs typeface="Calibri"/>
              </a:rPr>
              <a:t>regressão</a:t>
            </a:r>
            <a:r>
              <a:rPr b="1" i="1" spc="-3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pc="-25" dirty="0"/>
              <a:t>baseando-</a:t>
            </a:r>
            <a:r>
              <a:rPr dirty="0"/>
              <a:t>se</a:t>
            </a:r>
            <a:r>
              <a:rPr spc="-20" dirty="0"/>
              <a:t> </a:t>
            </a:r>
            <a:r>
              <a:rPr spc="-25" dirty="0"/>
              <a:t>nos </a:t>
            </a:r>
            <a:r>
              <a:rPr spc="-10" dirty="0"/>
              <a:t>atributos.</a:t>
            </a:r>
          </a:p>
          <a:p>
            <a:pPr marL="241300" marR="50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Elas</a:t>
            </a:r>
            <a:r>
              <a:rPr spc="-85" dirty="0"/>
              <a:t> </a:t>
            </a:r>
            <a:r>
              <a:rPr dirty="0"/>
              <a:t>são</a:t>
            </a:r>
            <a:r>
              <a:rPr spc="-75" dirty="0"/>
              <a:t> </a:t>
            </a:r>
            <a:r>
              <a:rPr dirty="0"/>
              <a:t>o</a:t>
            </a:r>
            <a:r>
              <a:rPr spc="-70" dirty="0"/>
              <a:t> </a:t>
            </a:r>
            <a:r>
              <a:rPr dirty="0"/>
              <a:t>oposto</a:t>
            </a:r>
            <a:r>
              <a:rPr spc="-65" dirty="0"/>
              <a:t> </a:t>
            </a:r>
            <a:r>
              <a:rPr dirty="0"/>
              <a:t>dos</a:t>
            </a:r>
            <a:r>
              <a:rPr spc="-70" dirty="0"/>
              <a:t> </a:t>
            </a:r>
            <a:r>
              <a:rPr dirty="0"/>
              <a:t>modelos</a:t>
            </a:r>
            <a:r>
              <a:rPr spc="-6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b="1" i="1" dirty="0">
                <a:solidFill>
                  <a:srgbClr val="6F2F9F"/>
                </a:solidFill>
                <a:latin typeface="Calibri"/>
                <a:cs typeface="Calibri"/>
              </a:rPr>
              <a:t>caixa</a:t>
            </a:r>
            <a:r>
              <a:rPr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spc="-10" dirty="0">
                <a:solidFill>
                  <a:srgbClr val="6F2F9F"/>
                </a:solidFill>
                <a:latin typeface="Calibri"/>
                <a:cs typeface="Calibri"/>
              </a:rPr>
              <a:t>preta</a:t>
            </a:r>
            <a:r>
              <a:rPr spc="-10" dirty="0"/>
              <a:t>, </a:t>
            </a:r>
            <a:r>
              <a:rPr dirty="0"/>
              <a:t>onde</a:t>
            </a:r>
            <a:r>
              <a:rPr spc="-80" dirty="0"/>
              <a:t> </a:t>
            </a:r>
            <a:r>
              <a:rPr dirty="0"/>
              <a:t>os</a:t>
            </a:r>
            <a:r>
              <a:rPr spc="-60" dirty="0"/>
              <a:t> </a:t>
            </a:r>
            <a:r>
              <a:rPr spc="-10" dirty="0"/>
              <a:t>resultados</a:t>
            </a:r>
            <a:r>
              <a:rPr spc="-45" dirty="0"/>
              <a:t> </a:t>
            </a:r>
            <a:r>
              <a:rPr dirty="0"/>
              <a:t>são</a:t>
            </a:r>
            <a:r>
              <a:rPr spc="-65" dirty="0"/>
              <a:t> </a:t>
            </a:r>
            <a:r>
              <a:rPr dirty="0"/>
              <a:t>difíceis</a:t>
            </a:r>
            <a:r>
              <a:rPr spc="-5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20" dirty="0"/>
              <a:t>interpretar</a:t>
            </a:r>
            <a:r>
              <a:rPr spc="-60" dirty="0"/>
              <a:t> </a:t>
            </a:r>
            <a:r>
              <a:rPr spc="-50" dirty="0"/>
              <a:t>e </a:t>
            </a:r>
            <a:r>
              <a:rPr b="1" i="1" dirty="0">
                <a:solidFill>
                  <a:srgbClr val="6F2F9F"/>
                </a:solidFill>
                <a:latin typeface="Calibri"/>
                <a:cs typeface="Calibri"/>
              </a:rPr>
              <a:t>não</a:t>
            </a:r>
            <a:r>
              <a:rPr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6F2F9F"/>
                </a:solidFill>
                <a:latin typeface="Calibri"/>
                <a:cs typeface="Calibri"/>
              </a:rPr>
              <a:t>é</a:t>
            </a:r>
            <a:r>
              <a:rPr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6F2F9F"/>
                </a:solidFill>
                <a:latin typeface="Calibri"/>
                <a:cs typeface="Calibri"/>
              </a:rPr>
              <a:t>fácil</a:t>
            </a:r>
            <a:r>
              <a:rPr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spc="-10" dirty="0">
                <a:solidFill>
                  <a:srgbClr val="6F2F9F"/>
                </a:solidFill>
                <a:latin typeface="Calibri"/>
                <a:cs typeface="Calibri"/>
              </a:rPr>
              <a:t>entender</a:t>
            </a:r>
            <a:r>
              <a:rPr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6F2F9F"/>
                </a:solidFill>
                <a:latin typeface="Calibri"/>
                <a:cs typeface="Calibri"/>
              </a:rPr>
              <a:t>como</a:t>
            </a:r>
            <a:r>
              <a:rPr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6F2F9F"/>
                </a:solidFill>
                <a:latin typeface="Calibri"/>
                <a:cs typeface="Calibri"/>
              </a:rPr>
              <a:t>os</a:t>
            </a:r>
            <a:r>
              <a:rPr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spc="-10" dirty="0">
                <a:solidFill>
                  <a:srgbClr val="6F2F9F"/>
                </a:solidFill>
                <a:latin typeface="Calibri"/>
                <a:cs typeface="Calibri"/>
              </a:rPr>
              <a:t>diferentes </a:t>
            </a:r>
            <a:r>
              <a:rPr b="1" i="1" dirty="0">
                <a:solidFill>
                  <a:srgbClr val="6F2F9F"/>
                </a:solidFill>
                <a:latin typeface="Calibri"/>
                <a:cs typeface="Calibri"/>
              </a:rPr>
              <a:t>atributos</a:t>
            </a:r>
            <a:r>
              <a:rPr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spc="-10" dirty="0">
                <a:solidFill>
                  <a:srgbClr val="6F2F9F"/>
                </a:solidFill>
                <a:latin typeface="Calibri"/>
                <a:cs typeface="Calibri"/>
              </a:rPr>
              <a:t>interagem</a:t>
            </a:r>
            <a:r>
              <a:rPr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6F2F9F"/>
                </a:solidFill>
                <a:latin typeface="Calibri"/>
                <a:cs typeface="Calibri"/>
              </a:rPr>
              <a:t>entre</a:t>
            </a:r>
            <a:r>
              <a:rPr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6F2F9F"/>
                </a:solidFill>
                <a:latin typeface="Calibri"/>
                <a:cs typeface="Calibri"/>
              </a:rPr>
              <a:t>si</a:t>
            </a:r>
            <a:r>
              <a:rPr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6F2F9F"/>
                </a:solidFill>
                <a:latin typeface="Calibri"/>
                <a:cs typeface="Calibri"/>
              </a:rPr>
              <a:t>para</a:t>
            </a:r>
            <a:r>
              <a:rPr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6F2F9F"/>
                </a:solidFill>
                <a:latin typeface="Calibri"/>
                <a:cs typeface="Calibri"/>
              </a:rPr>
              <a:t>gerar</a:t>
            </a:r>
            <a:r>
              <a:rPr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spc="-50" dirty="0">
                <a:solidFill>
                  <a:srgbClr val="6F2F9F"/>
                </a:solidFill>
                <a:latin typeface="Calibri"/>
                <a:cs typeface="Calibri"/>
              </a:rPr>
              <a:t>a </a:t>
            </a:r>
            <a:r>
              <a:rPr b="1" i="1" dirty="0">
                <a:solidFill>
                  <a:srgbClr val="6F2F9F"/>
                </a:solidFill>
                <a:latin typeface="Calibri"/>
                <a:cs typeface="Calibri"/>
              </a:rPr>
              <a:t>saída</a:t>
            </a:r>
            <a:r>
              <a:rPr b="1" i="1" spc="-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/>
              <a:t>(e.g.,</a:t>
            </a:r>
            <a:r>
              <a:rPr spc="-95" dirty="0"/>
              <a:t> </a:t>
            </a:r>
            <a:r>
              <a:rPr dirty="0"/>
              <a:t>redes</a:t>
            </a:r>
            <a:r>
              <a:rPr spc="-80" dirty="0"/>
              <a:t> </a:t>
            </a:r>
            <a:r>
              <a:rPr dirty="0"/>
              <a:t>neurais</a:t>
            </a:r>
            <a:r>
              <a:rPr spc="-80" dirty="0"/>
              <a:t> </a:t>
            </a:r>
            <a:r>
              <a:rPr spc="-10" dirty="0"/>
              <a:t>artificiais).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5801" y="2505747"/>
            <a:ext cx="2959481" cy="25281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06016" y="2055621"/>
            <a:ext cx="1510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Classificação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animais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13075" y="5628843"/>
            <a:ext cx="850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Vértice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ou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nó </a:t>
            </a:r>
            <a:r>
              <a:rPr sz="1200" spc="-10" dirty="0">
                <a:latin typeface="Calibri"/>
                <a:cs typeface="Calibri"/>
              </a:rPr>
              <a:t>folha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69970" y="5186807"/>
            <a:ext cx="371475" cy="419100"/>
          </a:xfrm>
          <a:custGeom>
            <a:avLst/>
            <a:gdLst/>
            <a:ahLst/>
            <a:cxnLst/>
            <a:rect l="l" t="t" r="r" b="b"/>
            <a:pathLst>
              <a:path w="371475" h="419100">
                <a:moveTo>
                  <a:pt x="52898" y="54881"/>
                </a:moveTo>
                <a:lnTo>
                  <a:pt x="48123" y="59114"/>
                </a:lnTo>
                <a:lnTo>
                  <a:pt x="366649" y="418934"/>
                </a:lnTo>
                <a:lnTo>
                  <a:pt x="371475" y="414718"/>
                </a:lnTo>
                <a:lnTo>
                  <a:pt x="52898" y="54881"/>
                </a:lnTo>
                <a:close/>
              </a:path>
              <a:path w="371475" h="419100">
                <a:moveTo>
                  <a:pt x="0" y="0"/>
                </a:moveTo>
                <a:lnTo>
                  <a:pt x="21971" y="82296"/>
                </a:lnTo>
                <a:lnTo>
                  <a:pt x="48123" y="59114"/>
                </a:lnTo>
                <a:lnTo>
                  <a:pt x="39751" y="49657"/>
                </a:lnTo>
                <a:lnTo>
                  <a:pt x="44450" y="45339"/>
                </a:lnTo>
                <a:lnTo>
                  <a:pt x="63663" y="45339"/>
                </a:lnTo>
                <a:lnTo>
                  <a:pt x="78993" y="31750"/>
                </a:lnTo>
                <a:lnTo>
                  <a:pt x="0" y="0"/>
                </a:lnTo>
                <a:close/>
              </a:path>
              <a:path w="371475" h="419100">
                <a:moveTo>
                  <a:pt x="44450" y="45339"/>
                </a:moveTo>
                <a:lnTo>
                  <a:pt x="39751" y="49657"/>
                </a:lnTo>
                <a:lnTo>
                  <a:pt x="48123" y="59114"/>
                </a:lnTo>
                <a:lnTo>
                  <a:pt x="52898" y="54881"/>
                </a:lnTo>
                <a:lnTo>
                  <a:pt x="44450" y="45339"/>
                </a:lnTo>
                <a:close/>
              </a:path>
              <a:path w="371475" h="419100">
                <a:moveTo>
                  <a:pt x="63663" y="45339"/>
                </a:moveTo>
                <a:lnTo>
                  <a:pt x="44450" y="45339"/>
                </a:lnTo>
                <a:lnTo>
                  <a:pt x="52898" y="54881"/>
                </a:lnTo>
                <a:lnTo>
                  <a:pt x="63663" y="453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0844" y="2939288"/>
            <a:ext cx="739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096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Aresta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ou </a:t>
            </a:r>
            <a:r>
              <a:rPr sz="1200" spc="-10" dirty="0">
                <a:latin typeface="Calibri"/>
                <a:cs typeface="Calibri"/>
              </a:rPr>
              <a:t>ramificação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48079" y="2486024"/>
            <a:ext cx="657860" cy="955040"/>
          </a:xfrm>
          <a:custGeom>
            <a:avLst/>
            <a:gdLst/>
            <a:ahLst/>
            <a:cxnLst/>
            <a:rect l="l" t="t" r="r" b="b"/>
            <a:pathLst>
              <a:path w="657860" h="955039">
                <a:moveTo>
                  <a:pt x="586232" y="951357"/>
                </a:moveTo>
                <a:lnTo>
                  <a:pt x="567321" y="928370"/>
                </a:lnTo>
                <a:lnTo>
                  <a:pt x="532130" y="885571"/>
                </a:lnTo>
                <a:lnTo>
                  <a:pt x="517931" y="917384"/>
                </a:lnTo>
                <a:lnTo>
                  <a:pt x="2540" y="687070"/>
                </a:lnTo>
                <a:lnTo>
                  <a:pt x="0" y="692912"/>
                </a:lnTo>
                <a:lnTo>
                  <a:pt x="515340" y="923201"/>
                </a:lnTo>
                <a:lnTo>
                  <a:pt x="501142" y="955040"/>
                </a:lnTo>
                <a:lnTo>
                  <a:pt x="586232" y="951357"/>
                </a:lnTo>
                <a:close/>
              </a:path>
              <a:path w="657860" h="955039">
                <a:moveTo>
                  <a:pt x="657352" y="264287"/>
                </a:moveTo>
                <a:lnTo>
                  <a:pt x="638441" y="241300"/>
                </a:lnTo>
                <a:lnTo>
                  <a:pt x="603250" y="198501"/>
                </a:lnTo>
                <a:lnTo>
                  <a:pt x="589026" y="230428"/>
                </a:lnTo>
                <a:lnTo>
                  <a:pt x="73660" y="0"/>
                </a:lnTo>
                <a:lnTo>
                  <a:pt x="71120" y="5842"/>
                </a:lnTo>
                <a:lnTo>
                  <a:pt x="586486" y="236143"/>
                </a:lnTo>
                <a:lnTo>
                  <a:pt x="572262" y="268097"/>
                </a:lnTo>
                <a:lnTo>
                  <a:pt x="657352" y="26428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070" y="2251964"/>
            <a:ext cx="4591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Nó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raíz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Árvores</a:t>
            </a:r>
            <a:r>
              <a:rPr spc="-6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808970" cy="250063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22479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abaixo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mostra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árvore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decisão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criada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informações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jogadores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jogarão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tênis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dependendo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Clima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Humidade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Vento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Cada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nó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árvore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atua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como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um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caso</a:t>
            </a:r>
            <a:r>
              <a:rPr sz="2800" b="1" i="1" spc="-7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teste</a:t>
            </a:r>
            <a:r>
              <a:rPr sz="2800" b="1" i="1" spc="-8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extremidade,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terminação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folha,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corresponde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uma </a:t>
            </a:r>
            <a:r>
              <a:rPr sz="2800" spc="-10" dirty="0">
                <a:latin typeface="Calibri"/>
                <a:cs typeface="Calibri"/>
              </a:rPr>
              <a:t>classe.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9960" y="4124921"/>
            <a:ext cx="7900895" cy="24547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Árvores</a:t>
            </a:r>
            <a:r>
              <a:rPr spc="-6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518775" cy="211645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leva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ramificação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até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atinja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nó </a:t>
            </a:r>
            <a:r>
              <a:rPr sz="2800" dirty="0">
                <a:latin typeface="Calibri"/>
                <a:cs typeface="Calibri"/>
              </a:rPr>
              <a:t>folha,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decide-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sobre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jogar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não.</a:t>
            </a:r>
            <a:endParaRPr sz="2800" dirty="0">
              <a:latin typeface="Calibri"/>
              <a:cs typeface="Calibri"/>
            </a:endParaRPr>
          </a:p>
          <a:p>
            <a:pPr marL="241300" marR="45085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uso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árvore</a:t>
            </a:r>
            <a:r>
              <a:rPr sz="28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para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classificar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padrões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direto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preciso </a:t>
            </a:r>
            <a:r>
              <a:rPr sz="2800" dirty="0">
                <a:latin typeface="Calibri"/>
                <a:cs typeface="Calibri"/>
              </a:rPr>
              <a:t>responder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questão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crucial: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como</a:t>
            </a:r>
            <a:r>
              <a:rPr sz="2800" b="1" i="1" spc="-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induzir</a:t>
            </a:r>
            <a:r>
              <a:rPr sz="2800" b="1" i="1" spc="-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uma</a:t>
            </a:r>
            <a:r>
              <a:rPr sz="2800" b="1" i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árvore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decisão</a:t>
            </a:r>
            <a:r>
              <a:rPr sz="2800" b="1" i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a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partir</a:t>
            </a:r>
            <a:r>
              <a:rPr sz="28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dos</a:t>
            </a:r>
            <a:r>
              <a:rPr sz="2800" b="1" i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dados</a:t>
            </a:r>
            <a:r>
              <a:rPr sz="28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treinamento</a:t>
            </a:r>
            <a:r>
              <a:rPr sz="2800" spc="-10" dirty="0">
                <a:solidFill>
                  <a:srgbClr val="6F2F9F"/>
                </a:solidFill>
                <a:latin typeface="Calibri"/>
                <a:cs typeface="Calibri"/>
              </a:rPr>
              <a:t>?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9960" y="4124921"/>
            <a:ext cx="7900895" cy="24547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O</a:t>
            </a:r>
            <a:r>
              <a:rPr spc="-35" dirty="0"/>
              <a:t> </a:t>
            </a:r>
            <a:r>
              <a:rPr dirty="0"/>
              <a:t>processo</a:t>
            </a:r>
            <a:r>
              <a:rPr spc="-3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indução</a:t>
            </a:r>
            <a:r>
              <a:rPr spc="-3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uma</a:t>
            </a:r>
            <a:r>
              <a:rPr spc="-25" dirty="0"/>
              <a:t> </a:t>
            </a:r>
            <a:r>
              <a:rPr dirty="0"/>
              <a:t>árvore</a:t>
            </a:r>
            <a:r>
              <a:rPr spc="-40" dirty="0"/>
              <a:t> </a:t>
            </a:r>
            <a:r>
              <a:rPr spc="-25" dirty="0"/>
              <a:t>de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1011535" cy="211645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35179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Uma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primeira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abordagem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induzir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árvore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poderia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1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construir,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maneira</a:t>
            </a:r>
            <a:r>
              <a:rPr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EC7C30"/>
                </a:solidFill>
                <a:latin typeface="Calibri"/>
                <a:cs typeface="Calibri"/>
              </a:rPr>
              <a:t>exaustiva</a:t>
            </a:r>
            <a:r>
              <a:rPr sz="2800" spc="-2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árvores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capazes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resolver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problema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classificação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regressão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selecionar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mais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simples</a:t>
            </a:r>
            <a:r>
              <a:rPr sz="28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(menos complexa)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utilizando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regra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Navalha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Occam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Entretanto,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abordagem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computacionalmente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custosa.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9960" y="4124921"/>
            <a:ext cx="7900895" cy="24547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O</a:t>
            </a:r>
            <a:r>
              <a:rPr spc="-35" dirty="0"/>
              <a:t> </a:t>
            </a:r>
            <a:r>
              <a:rPr dirty="0"/>
              <a:t>processo</a:t>
            </a:r>
            <a:r>
              <a:rPr spc="-3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indução</a:t>
            </a:r>
            <a:r>
              <a:rPr spc="-3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uma</a:t>
            </a:r>
            <a:r>
              <a:rPr spc="-25" dirty="0"/>
              <a:t> </a:t>
            </a:r>
            <a:r>
              <a:rPr dirty="0"/>
              <a:t>árvore</a:t>
            </a:r>
            <a:r>
              <a:rPr spc="-40" dirty="0"/>
              <a:t> </a:t>
            </a:r>
            <a:r>
              <a:rPr spc="-25" dirty="0"/>
              <a:t>de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4239" y="1793493"/>
            <a:ext cx="11070590" cy="397954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54000" marR="147955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54000" algn="l"/>
              </a:tabLst>
            </a:pP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árvore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decisão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ótima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problema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tempo</a:t>
            </a:r>
            <a:r>
              <a:rPr sz="28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polinomial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não-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determinístico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completo</a:t>
            </a:r>
            <a:r>
              <a:rPr sz="2800" b="1" i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(NP-</a:t>
            </a:r>
            <a:r>
              <a:rPr sz="2800" spc="-10" dirty="0">
                <a:latin typeface="Calibri"/>
                <a:cs typeface="Calibri"/>
              </a:rPr>
              <a:t>completo).</a:t>
            </a:r>
            <a:endParaRPr sz="2800" dirty="0">
              <a:latin typeface="Calibri"/>
              <a:cs typeface="Calibri"/>
            </a:endParaRPr>
          </a:p>
          <a:p>
            <a:pPr marL="2540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54000" algn="l"/>
              </a:tabLst>
            </a:pPr>
            <a:r>
              <a:rPr sz="2800" dirty="0">
                <a:latin typeface="Calibri"/>
                <a:cs typeface="Calibri"/>
              </a:rPr>
              <a:t>São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problemas:</a:t>
            </a:r>
            <a:endParaRPr sz="2800" dirty="0">
              <a:latin typeface="Calibri"/>
              <a:cs typeface="Calibri"/>
            </a:endParaRPr>
          </a:p>
          <a:p>
            <a:pPr marL="711200" lvl="1" indent="-22923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711835" algn="l"/>
              </a:tabLst>
            </a:pPr>
            <a:r>
              <a:rPr sz="2400" dirty="0">
                <a:latin typeface="Calibri"/>
                <a:cs typeface="Calibri"/>
              </a:rPr>
              <a:t>Cuja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solução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verificada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tempo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polinomial.</a:t>
            </a:r>
            <a:endParaRPr sz="2400" dirty="0">
              <a:latin typeface="Calibri"/>
              <a:cs typeface="Calibri"/>
            </a:endParaRPr>
          </a:p>
          <a:p>
            <a:pPr marL="1168400" lvl="2" indent="-229235">
              <a:lnSpc>
                <a:spcPts val="2280"/>
              </a:lnSpc>
              <a:spcBef>
                <a:spcPts val="295"/>
              </a:spcBef>
              <a:buFont typeface="Courier New"/>
              <a:buChar char="o"/>
              <a:tabLst>
                <a:tab pos="1169035" algn="l"/>
              </a:tabLst>
            </a:pPr>
            <a:r>
              <a:rPr sz="2000" dirty="0">
                <a:latin typeface="Calibri"/>
                <a:cs typeface="Calibri"/>
              </a:rPr>
              <a:t>Um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algoritmo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roda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tempo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polinomial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tempo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necessário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resolver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problema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de</a:t>
            </a:r>
            <a:endParaRPr sz="2000" dirty="0">
              <a:latin typeface="Calibri"/>
              <a:cs typeface="Calibri"/>
            </a:endParaRPr>
          </a:p>
          <a:p>
            <a:pPr marL="1168400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tamanho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𝑛</a:t>
            </a:r>
            <a:r>
              <a:rPr sz="2000" spc="35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é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limitado por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função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polinomial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𝑛</a:t>
            </a:r>
            <a:r>
              <a:rPr sz="2000" spc="-2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1168400" lvl="2" indent="-229235">
              <a:lnSpc>
                <a:spcPct val="100000"/>
              </a:lnSpc>
              <a:spcBef>
                <a:spcPts val="275"/>
              </a:spcBef>
              <a:buFont typeface="Courier New"/>
              <a:buChar char="o"/>
              <a:tabLst>
                <a:tab pos="1169035" algn="l"/>
              </a:tabLst>
            </a:pPr>
            <a:r>
              <a:rPr sz="2000" dirty="0">
                <a:latin typeface="Calibri"/>
                <a:cs typeface="Calibri"/>
              </a:rPr>
              <a:t>Por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exemplo,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inversa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matriz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𝑛</a:t>
            </a:r>
            <a:r>
              <a:rPr sz="2000" spc="1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×</a:t>
            </a:r>
            <a:r>
              <a:rPr sz="2000" spc="-3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𝑛</a:t>
            </a:r>
            <a:r>
              <a:rPr sz="2000" spc="20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pode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calculada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25" dirty="0">
                <a:latin typeface="Cambria Math"/>
                <a:cs typeface="Cambria Math"/>
              </a:rPr>
              <a:t>𝑛</a:t>
            </a:r>
            <a:r>
              <a:rPr sz="2175" spc="37" baseline="28735" dirty="0">
                <a:latin typeface="Cambria Math"/>
                <a:cs typeface="Cambria Math"/>
              </a:rPr>
              <a:t>3</a:t>
            </a:r>
            <a:r>
              <a:rPr sz="2000" spc="2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711200" lvl="1" indent="-229235">
              <a:lnSpc>
                <a:spcPct val="100000"/>
              </a:lnSpc>
              <a:spcBef>
                <a:spcPts val="165"/>
              </a:spcBef>
              <a:buFont typeface="Wingdings"/>
              <a:buChar char=""/>
              <a:tabLst>
                <a:tab pos="711835" algn="l"/>
              </a:tabLst>
            </a:pPr>
            <a:r>
              <a:rPr sz="2400" dirty="0">
                <a:latin typeface="Calibri"/>
                <a:cs typeface="Calibri"/>
              </a:rPr>
              <a:t>Não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sabe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existe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algoritmo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eficiente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(polinomial)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resolver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problema.</a:t>
            </a:r>
            <a:endParaRPr sz="2400" dirty="0">
              <a:latin typeface="Calibri"/>
              <a:cs typeface="Calibri"/>
            </a:endParaRPr>
          </a:p>
          <a:p>
            <a:pPr marL="254000" marR="60960" indent="-228600">
              <a:lnSpc>
                <a:spcPts val="3020"/>
              </a:lnSpc>
              <a:spcBef>
                <a:spcPts val="1030"/>
              </a:spcBef>
              <a:buFont typeface="Arial"/>
              <a:buChar char="•"/>
              <a:tabLst>
                <a:tab pos="254000" algn="l"/>
              </a:tabLst>
            </a:pPr>
            <a:r>
              <a:rPr sz="2800" spc="-10" dirty="0">
                <a:latin typeface="Calibri"/>
                <a:cs typeface="Calibri"/>
              </a:rPr>
              <a:t>Exemplos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incluem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clássicos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Satisfatibilidade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Booleana, </a:t>
            </a:r>
            <a:r>
              <a:rPr sz="2800" spc="-20" dirty="0">
                <a:latin typeface="Calibri"/>
                <a:cs typeface="Calibri"/>
              </a:rPr>
              <a:t>Caixeiro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Viajante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Caminho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Hamiltoniano.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O</a:t>
            </a:r>
            <a:r>
              <a:rPr spc="-35" dirty="0"/>
              <a:t> </a:t>
            </a:r>
            <a:r>
              <a:rPr dirty="0"/>
              <a:t>processo</a:t>
            </a:r>
            <a:r>
              <a:rPr spc="-3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indução</a:t>
            </a:r>
            <a:r>
              <a:rPr spc="-3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uma</a:t>
            </a:r>
            <a:r>
              <a:rPr spc="-25" dirty="0"/>
              <a:t> </a:t>
            </a:r>
            <a:r>
              <a:rPr dirty="0"/>
              <a:t>árvore</a:t>
            </a:r>
            <a:r>
              <a:rPr spc="-40" dirty="0"/>
              <a:t> </a:t>
            </a:r>
            <a:r>
              <a:rPr spc="-25" dirty="0"/>
              <a:t>de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99248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19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indução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árvores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problemas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NP-</a:t>
            </a:r>
            <a:r>
              <a:rPr sz="2800" spc="-10" dirty="0">
                <a:latin typeface="Calibri"/>
                <a:cs typeface="Calibri"/>
              </a:rPr>
              <a:t>completos,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geral,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usa-</a:t>
            </a:r>
            <a:r>
              <a:rPr sz="2800" spc="-25" dirty="0">
                <a:latin typeface="Calibri"/>
                <a:cs typeface="Calibri"/>
              </a:rPr>
              <a:t>se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b="1" i="1" dirty="0">
                <a:latin typeface="Calibri"/>
                <a:cs typeface="Calibri"/>
              </a:rPr>
              <a:t>abordagens</a:t>
            </a:r>
            <a:r>
              <a:rPr sz="2800" b="1" i="1" spc="-10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heurísticas</a:t>
            </a:r>
            <a:r>
              <a:rPr sz="2800" b="1" i="1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induzir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árvores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decisão.</a:t>
            </a:r>
            <a:endParaRPr sz="2800" dirty="0">
              <a:latin typeface="Calibri"/>
              <a:cs typeface="Calibri"/>
            </a:endParaRPr>
          </a:p>
          <a:p>
            <a:pPr marL="241300" marR="245110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Dentre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conhecidos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citar: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EF"/>
                </a:solidFill>
                <a:latin typeface="Calibri"/>
                <a:cs typeface="Calibri"/>
              </a:rPr>
              <a:t>ID3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C4.5,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C5.0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6F2F9F"/>
                </a:solidFill>
                <a:latin typeface="Calibri"/>
                <a:cs typeface="Calibri"/>
              </a:rPr>
              <a:t>CART</a:t>
            </a:r>
            <a:r>
              <a:rPr sz="28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6F2F9F"/>
                </a:solidFill>
                <a:latin typeface="Calibri"/>
                <a:cs typeface="Calibri"/>
              </a:rPr>
              <a:t>(scikit- learn)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9960" y="4124921"/>
            <a:ext cx="7900895" cy="24547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O</a:t>
            </a:r>
            <a:r>
              <a:rPr spc="-35" dirty="0"/>
              <a:t> </a:t>
            </a:r>
            <a:r>
              <a:rPr dirty="0"/>
              <a:t>processo</a:t>
            </a:r>
            <a:r>
              <a:rPr spc="-3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indução</a:t>
            </a:r>
            <a:r>
              <a:rPr spc="-3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uma</a:t>
            </a:r>
            <a:r>
              <a:rPr spc="-25" dirty="0"/>
              <a:t> </a:t>
            </a:r>
            <a:r>
              <a:rPr dirty="0"/>
              <a:t>árvore</a:t>
            </a:r>
            <a:r>
              <a:rPr spc="-40" dirty="0"/>
              <a:t> </a:t>
            </a:r>
            <a:r>
              <a:rPr spc="-25" dirty="0"/>
              <a:t>de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1036935" cy="323088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1015365" indent="-228600" algn="just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métodos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heurísticos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indução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árvores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decisão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mais </a:t>
            </a:r>
            <a:r>
              <a:rPr sz="2800" dirty="0">
                <a:latin typeface="Calibri"/>
                <a:cs typeface="Calibri"/>
              </a:rPr>
              <a:t>utilizados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ID3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inglês,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Iterative</a:t>
            </a:r>
            <a:r>
              <a:rPr sz="2800" b="1" i="1" spc="-3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Dichotomiser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3</a:t>
            </a:r>
            <a:r>
              <a:rPr sz="2800" spc="-25" dirty="0">
                <a:latin typeface="Calibri"/>
                <a:cs typeface="Calibri"/>
              </a:rPr>
              <a:t>).</a:t>
            </a:r>
            <a:endParaRPr sz="2800" dirty="0">
              <a:latin typeface="Calibri"/>
              <a:cs typeface="Calibri"/>
            </a:endParaRPr>
          </a:p>
          <a:p>
            <a:pPr marL="698500" lvl="1" indent="-229235" algn="just">
              <a:lnSpc>
                <a:spcPct val="100000"/>
              </a:lnSpc>
              <a:spcBef>
                <a:spcPts val="19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Heurística:</a:t>
            </a:r>
            <a:r>
              <a:rPr sz="24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estratégia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prática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encontrar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solução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rápida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aproximada.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 algn="just">
              <a:lnSpc>
                <a:spcPts val="2590"/>
              </a:lnSpc>
              <a:spcBef>
                <a:spcPts val="5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Dicotomização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iterativa</a:t>
            </a:r>
            <a:r>
              <a:rPr sz="24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significa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EC7C30"/>
                </a:solidFill>
                <a:latin typeface="Calibri"/>
                <a:cs typeface="Calibri"/>
              </a:rPr>
              <a:t>dividir-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se</a:t>
            </a:r>
            <a:r>
              <a:rPr sz="2400" b="1" i="1" spc="-3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repetidamente</a:t>
            </a:r>
            <a:r>
              <a:rPr sz="24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os</a:t>
            </a:r>
            <a:r>
              <a:rPr sz="2400" b="1" i="1" spc="-3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atributos</a:t>
            </a:r>
            <a:r>
              <a:rPr sz="2400" b="1" i="1" spc="-2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em</a:t>
            </a:r>
            <a:r>
              <a:rPr sz="2400" b="1" i="1" spc="-3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duas</a:t>
            </a:r>
            <a:r>
              <a:rPr sz="24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spc="-25" dirty="0">
                <a:solidFill>
                  <a:srgbClr val="EC7C30"/>
                </a:solidFill>
                <a:latin typeface="Calibri"/>
                <a:cs typeface="Calibri"/>
              </a:rPr>
              <a:t>ou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mais</a:t>
            </a:r>
            <a:r>
              <a:rPr sz="2400" b="1" i="1" spc="-4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classes</a:t>
            </a:r>
            <a:r>
              <a:rPr sz="24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iteração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(ou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passo).</a:t>
            </a:r>
            <a:endParaRPr sz="2400" dirty="0">
              <a:latin typeface="Calibri"/>
              <a:cs typeface="Calibri"/>
            </a:endParaRPr>
          </a:p>
          <a:p>
            <a:pPr marL="241300" marR="354965" indent="-228600" algn="just">
              <a:lnSpc>
                <a:spcPts val="302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método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ID3</a:t>
            </a:r>
            <a:r>
              <a:rPr sz="2800" b="1" i="1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abordagem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não</a:t>
            </a:r>
            <a:r>
              <a:rPr sz="2800" b="1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garante</a:t>
            </a:r>
            <a:r>
              <a:rPr sz="2800" b="1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obtenção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menor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árvore</a:t>
            </a:r>
            <a:r>
              <a:rPr sz="2800" b="1" i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possível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busca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obter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árvores</a:t>
            </a:r>
            <a:r>
              <a:rPr sz="2800" b="1" i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apropriadas</a:t>
            </a:r>
            <a:r>
              <a:rPr sz="2800" b="1" i="1" spc="-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num</a:t>
            </a:r>
            <a:r>
              <a:rPr sz="2800" b="1" i="1" spc="-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intervalo</a:t>
            </a:r>
            <a:r>
              <a:rPr sz="2800" b="1" i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6FC0"/>
                </a:solidFill>
                <a:latin typeface="Calibri"/>
                <a:cs typeface="Calibri"/>
              </a:rPr>
              <a:t>de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tempo</a:t>
            </a:r>
            <a:r>
              <a:rPr sz="2800" b="1" i="1" spc="-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relativamente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curto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O</a:t>
            </a:r>
            <a:r>
              <a:rPr spc="-35" dirty="0"/>
              <a:t> </a:t>
            </a:r>
            <a:r>
              <a:rPr dirty="0"/>
              <a:t>processo</a:t>
            </a:r>
            <a:r>
              <a:rPr spc="-3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indução</a:t>
            </a:r>
            <a:r>
              <a:rPr spc="-3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uma</a:t>
            </a:r>
            <a:r>
              <a:rPr spc="-25" dirty="0"/>
              <a:t> </a:t>
            </a:r>
            <a:r>
              <a:rPr dirty="0"/>
              <a:t>árvore</a:t>
            </a:r>
            <a:r>
              <a:rPr spc="-40" dirty="0"/>
              <a:t> </a:t>
            </a:r>
            <a:r>
              <a:rPr spc="-25" dirty="0"/>
              <a:t>de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10986770" cy="373634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Ele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estratégia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gananciosa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30" dirty="0">
                <a:solidFill>
                  <a:srgbClr val="EC7C30"/>
                </a:solidFill>
                <a:latin typeface="Calibri"/>
                <a:cs typeface="Calibri"/>
              </a:rPr>
              <a:t>top-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down</a:t>
            </a:r>
            <a:r>
              <a:rPr sz="2800" b="1" i="1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1065530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Ou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árvore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criada</a:t>
            </a:r>
            <a:r>
              <a:rPr sz="28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cima</a:t>
            </a:r>
            <a:r>
              <a:rPr sz="2800" b="1" i="1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para</a:t>
            </a:r>
            <a:r>
              <a:rPr sz="28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baixo</a:t>
            </a:r>
            <a:r>
              <a:rPr sz="28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nó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escolhido </a:t>
            </a:r>
            <a:r>
              <a:rPr sz="2800" spc="-25" dirty="0">
                <a:latin typeface="Calibri"/>
                <a:cs typeface="Calibri"/>
              </a:rPr>
              <a:t>selecionando-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atributo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melhor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divide</a:t>
            </a:r>
            <a:r>
              <a:rPr sz="28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conjunto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dados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naquele</a:t>
            </a:r>
            <a:r>
              <a:rPr sz="2800" b="1" i="1" spc="-1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momento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Mas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melhor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atributo?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Qual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métrica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usada?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3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método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ID3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baseia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teoria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informação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selecionar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melhor </a:t>
            </a:r>
            <a:r>
              <a:rPr sz="2800" dirty="0">
                <a:latin typeface="Calibri"/>
                <a:cs typeface="Calibri"/>
              </a:rPr>
              <a:t>atributo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árvore.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O</a:t>
            </a:r>
            <a:r>
              <a:rPr spc="-35" dirty="0"/>
              <a:t> </a:t>
            </a:r>
            <a:r>
              <a:rPr dirty="0"/>
              <a:t>processo</a:t>
            </a:r>
            <a:r>
              <a:rPr spc="-3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indução</a:t>
            </a:r>
            <a:r>
              <a:rPr spc="-3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uma</a:t>
            </a:r>
            <a:r>
              <a:rPr spc="-25" dirty="0"/>
              <a:t> </a:t>
            </a:r>
            <a:r>
              <a:rPr dirty="0"/>
              <a:t>árvore</a:t>
            </a:r>
            <a:r>
              <a:rPr spc="-40" dirty="0"/>
              <a:t> </a:t>
            </a:r>
            <a:r>
              <a:rPr spc="-25" dirty="0"/>
              <a:t>de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94782" y="1793493"/>
            <a:ext cx="6396355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19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ideia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método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ID3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escolher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nó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atributo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que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for</a:t>
            </a:r>
            <a:r>
              <a:rPr sz="28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o</a:t>
            </a:r>
            <a:r>
              <a:rPr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mais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 err="1">
                <a:solidFill>
                  <a:srgbClr val="EC7C30"/>
                </a:solidFill>
                <a:latin typeface="Calibri"/>
                <a:cs typeface="Calibri"/>
              </a:rPr>
              <a:t>longe</a:t>
            </a:r>
            <a:r>
              <a:rPr sz="28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 err="1">
                <a:solidFill>
                  <a:srgbClr val="EC7C30"/>
                </a:solidFill>
                <a:latin typeface="Calibri"/>
                <a:cs typeface="Calibri"/>
              </a:rPr>
              <a:t>possível</a:t>
            </a:r>
            <a:r>
              <a:rPr lang="pt-BR"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EC7C30"/>
                </a:solidFill>
                <a:latin typeface="Calibri"/>
                <a:cs typeface="Calibri"/>
              </a:rPr>
              <a:t>em</a:t>
            </a:r>
            <a:r>
              <a:rPr lang="pt-BR"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EC7C30"/>
                </a:solidFill>
                <a:latin typeface="Calibri"/>
                <a:cs typeface="Calibri"/>
              </a:rPr>
              <a:t>dividir</a:t>
            </a:r>
            <a:r>
              <a:rPr lang="pt-BR" sz="2800" b="1" i="1" spc="-3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EC7C30"/>
                </a:solidFill>
                <a:latin typeface="Calibri"/>
                <a:cs typeface="Calibri"/>
              </a:rPr>
              <a:t>os</a:t>
            </a:r>
            <a:r>
              <a:rPr lang="pt-BR"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lang="pt-BR"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exemplos</a:t>
            </a:r>
            <a:r>
              <a:rPr lang="pt-BR" sz="2800" spc="-10" dirty="0">
                <a:latin typeface="Calibri"/>
                <a:cs typeface="Calibri"/>
              </a:rPr>
              <a:t>.</a:t>
            </a:r>
            <a:endParaRPr lang="pt-BR" sz="2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94782" y="3074035"/>
            <a:ext cx="6398895" cy="300990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atributo</a:t>
            </a:r>
            <a:r>
              <a:rPr sz="2800" b="1" i="1" spc="-1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perfeito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divide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perfeitamente </a:t>
            </a:r>
            <a:r>
              <a:rPr sz="2800" dirty="0">
                <a:latin typeface="Calibri"/>
                <a:cs typeface="Calibri"/>
              </a:rPr>
              <a:t>todos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grupos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(ou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classes).</a:t>
            </a:r>
            <a:endParaRPr sz="2800" dirty="0">
              <a:latin typeface="Calibri"/>
              <a:cs typeface="Calibri"/>
            </a:endParaRPr>
          </a:p>
          <a:p>
            <a:pPr marL="241300" marR="73660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consegue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explicar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perfeitamente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conjunto</a:t>
            </a:r>
            <a:r>
              <a:rPr sz="2800" b="1" i="1" spc="-1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dados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161290" indent="-228600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exemplo,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Windy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divido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as </a:t>
            </a:r>
            <a:r>
              <a:rPr sz="2800" spc="-20" dirty="0">
                <a:latin typeface="Calibri"/>
                <a:cs typeface="Calibri"/>
              </a:rPr>
              <a:t>exemplos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perfeitamente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classes.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5641" y="2699511"/>
            <a:ext cx="3162465" cy="145834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311400" y="2811017"/>
            <a:ext cx="624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Windy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50822" y="3397122"/>
            <a:ext cx="3295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Calibri"/>
                <a:cs typeface="Calibri"/>
              </a:rPr>
              <a:t>true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89553" y="3397122"/>
            <a:ext cx="3625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false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10280" y="3804030"/>
            <a:ext cx="1051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Positive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(P)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10183" y="3804030"/>
            <a:ext cx="1180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Negative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(N)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O</a:t>
            </a:r>
            <a:r>
              <a:rPr spc="-35" dirty="0"/>
              <a:t> </a:t>
            </a:r>
            <a:r>
              <a:rPr dirty="0"/>
              <a:t>processo</a:t>
            </a:r>
            <a:r>
              <a:rPr spc="-3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indução</a:t>
            </a:r>
            <a:r>
              <a:rPr spc="-3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uma</a:t>
            </a:r>
            <a:r>
              <a:rPr spc="-25" dirty="0"/>
              <a:t> </a:t>
            </a:r>
            <a:r>
              <a:rPr dirty="0"/>
              <a:t>árvore</a:t>
            </a:r>
            <a:r>
              <a:rPr spc="-40" dirty="0"/>
              <a:t> </a:t>
            </a:r>
            <a:r>
              <a:rPr spc="-25" dirty="0"/>
              <a:t>de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8575" y="1793493"/>
            <a:ext cx="6686550" cy="121443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Então,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tudo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precisamos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medida </a:t>
            </a:r>
            <a:r>
              <a:rPr sz="2800" dirty="0">
                <a:latin typeface="Calibri"/>
                <a:cs typeface="Calibri"/>
              </a:rPr>
              <a:t>formal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atributo</a:t>
            </a:r>
            <a:r>
              <a:rPr sz="2800" b="1" i="1" spc="-1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razoavelmente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 err="1">
                <a:solidFill>
                  <a:srgbClr val="00AF50"/>
                </a:solidFill>
                <a:latin typeface="Calibri"/>
                <a:cs typeface="Calibri"/>
              </a:rPr>
              <a:t>bom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25" dirty="0" err="1">
                <a:latin typeface="Calibri"/>
                <a:cs typeface="Calibri"/>
              </a:rPr>
              <a:t>ou</a:t>
            </a:r>
            <a:r>
              <a:rPr lang="pt-BR" sz="2800" spc="-25" dirty="0">
                <a:latin typeface="Calibri"/>
                <a:cs typeface="Calibri"/>
              </a:rPr>
              <a:t> </a:t>
            </a:r>
            <a:r>
              <a:rPr lang="pt-BR"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realmente</a:t>
            </a:r>
            <a:r>
              <a:rPr lang="pt-BR"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inútil</a:t>
            </a:r>
            <a:r>
              <a:rPr lang="pt-BR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08575" y="3074035"/>
            <a:ext cx="6768465" cy="288290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106045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método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ID3</a:t>
            </a:r>
            <a:r>
              <a:rPr sz="2800" b="1" i="1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utiliza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ganho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EC7C30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informação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definido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em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termos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da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entropia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quantidade fundamental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teoria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informação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seguir,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veremos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alguns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conceitos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úteis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para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possamos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método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ID3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inferir </a:t>
            </a:r>
            <a:r>
              <a:rPr sz="2800" dirty="0">
                <a:latin typeface="Calibri"/>
                <a:cs typeface="Calibri"/>
              </a:rPr>
              <a:t>árvores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decisão.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5641" y="2699511"/>
            <a:ext cx="3162465" cy="145834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311400" y="2811017"/>
            <a:ext cx="624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Windy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50822" y="3397122"/>
            <a:ext cx="3295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Calibri"/>
                <a:cs typeface="Calibri"/>
              </a:rPr>
              <a:t>true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89553" y="3397122"/>
            <a:ext cx="3625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false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10280" y="3804030"/>
            <a:ext cx="1051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Positive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(P)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10183" y="3804030"/>
            <a:ext cx="1180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Negative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(N)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Ganho</a:t>
            </a:r>
            <a:r>
              <a:rPr spc="-20" dirty="0"/>
              <a:t> </a:t>
            </a:r>
            <a:r>
              <a:rPr dirty="0"/>
              <a:t>de</a:t>
            </a:r>
            <a:r>
              <a:rPr spc="15" dirty="0"/>
              <a:t> </a:t>
            </a:r>
            <a:r>
              <a:rPr spc="-10" dirty="0"/>
              <a:t>informação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6400" y="2057400"/>
            <a:ext cx="6484620" cy="326897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6515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É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propriedade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estatística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mede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50" dirty="0">
                <a:solidFill>
                  <a:srgbClr val="EC7C30"/>
                </a:solidFill>
                <a:latin typeface="Calibri"/>
                <a:cs typeface="Calibri"/>
              </a:rPr>
              <a:t>o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quão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bem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um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determinado</a:t>
            </a:r>
            <a:r>
              <a:rPr sz="2800" b="1" i="1" spc="-3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atributo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separa</a:t>
            </a:r>
            <a:r>
              <a:rPr sz="2800" b="1" i="1" spc="-10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os</a:t>
            </a:r>
            <a:r>
              <a:rPr sz="2800" b="1" i="1" spc="-9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exemplos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acordo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classes.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Portanto,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construir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árvore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decisão </a:t>
            </a:r>
            <a:r>
              <a:rPr sz="2800" dirty="0">
                <a:latin typeface="Calibri"/>
                <a:cs typeface="Calibri"/>
              </a:rPr>
              <a:t>tem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tudo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encontrar,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cada </a:t>
            </a:r>
            <a:r>
              <a:rPr sz="2800" spc="-10" dirty="0">
                <a:latin typeface="Calibri"/>
                <a:cs typeface="Calibri"/>
              </a:rPr>
              <a:t>momento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nó),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atributo</a:t>
            </a:r>
            <a:r>
              <a:rPr sz="2800" b="1" i="1" spc="7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retorne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ganho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informação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149" y="2397760"/>
            <a:ext cx="4462145" cy="345503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9208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Entropia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4302" y="1793493"/>
            <a:ext cx="6488430" cy="390588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medida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quantidade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incerteza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ou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aleatoriedade</a:t>
            </a:r>
            <a:r>
              <a:rPr sz="28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variável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aleatória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dados).</a:t>
            </a:r>
            <a:endParaRPr sz="2800" dirty="0">
              <a:latin typeface="Calibri"/>
              <a:cs typeface="Calibri"/>
            </a:endParaRPr>
          </a:p>
          <a:p>
            <a:pPr marL="241300" indent="-228600" algn="just">
              <a:lnSpc>
                <a:spcPts val="319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Portanto,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um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ganho</a:t>
            </a:r>
            <a:r>
              <a:rPr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informação</a:t>
            </a:r>
            <a:endParaRPr sz="2800" dirty="0">
              <a:latin typeface="Calibri"/>
              <a:cs typeface="Calibri"/>
            </a:endParaRPr>
          </a:p>
          <a:p>
            <a:pPr marL="241300" algn="just">
              <a:lnSpc>
                <a:spcPts val="3190"/>
              </a:lnSpc>
            </a:pPr>
            <a:r>
              <a:rPr sz="2800" spc="-10" dirty="0">
                <a:latin typeface="Calibri"/>
                <a:cs typeface="Calibri"/>
              </a:rPr>
              <a:t>corresponde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redução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na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entropia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2070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ganhamos</a:t>
            </a:r>
            <a:r>
              <a:rPr sz="2800" b="1" i="1" spc="-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informação</a:t>
            </a:r>
            <a:r>
              <a:rPr sz="2800" b="1" i="1" spc="-1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sobre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spc="-10" dirty="0">
                <a:latin typeface="Calibri"/>
                <a:cs typeface="Calibri"/>
              </a:rPr>
              <a:t>conjunto,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incerteza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diminui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233679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ganho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conseguimos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explicar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aquele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149" y="2397760"/>
            <a:ext cx="4462145" cy="345503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9208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Entropia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90440" y="1793493"/>
            <a:ext cx="7651115" cy="32226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62865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ganho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informação</a:t>
            </a:r>
            <a:r>
              <a:rPr sz="28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dá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diferença</a:t>
            </a:r>
            <a:r>
              <a:rPr sz="28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entre</a:t>
            </a:r>
            <a:r>
              <a:rPr sz="28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entropia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antes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após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divisão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conjunto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de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dados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determinado atributo.</a:t>
            </a:r>
            <a:endParaRPr sz="2800" dirty="0">
              <a:latin typeface="Calibri"/>
              <a:cs typeface="Calibri"/>
            </a:endParaRPr>
          </a:p>
          <a:p>
            <a:pPr marL="241300" marR="1370330" indent="-228600">
              <a:lnSpc>
                <a:spcPts val="303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Assim,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escrever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ganho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EC7C30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informação</a:t>
            </a:r>
            <a:r>
              <a:rPr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por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50" dirty="0">
              <a:latin typeface="Calibri"/>
              <a:cs typeface="Calibri"/>
            </a:endParaRPr>
          </a:p>
          <a:p>
            <a:pPr marL="40005">
              <a:lnSpc>
                <a:spcPct val="100000"/>
              </a:lnSpc>
              <a:tabLst>
                <a:tab pos="4404995" algn="l"/>
              </a:tabLst>
            </a:pPr>
            <a:r>
              <a:rPr sz="2300" dirty="0">
                <a:latin typeface="Cambria Math"/>
                <a:cs typeface="Cambria Math"/>
              </a:rPr>
              <a:t>𝐺𝑎𝑖𝑛</a:t>
            </a:r>
            <a:r>
              <a:rPr sz="2300" spc="16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=</a:t>
            </a:r>
            <a:r>
              <a:rPr sz="2300" spc="120" dirty="0">
                <a:latin typeface="Cambria Math"/>
                <a:cs typeface="Cambria Math"/>
              </a:rPr>
              <a:t> </a:t>
            </a:r>
            <a:r>
              <a:rPr sz="2300" spc="-10" dirty="0">
                <a:latin typeface="Cambria Math"/>
                <a:cs typeface="Cambria Math"/>
              </a:rPr>
              <a:t>𝑒𝑛𝑡𝑟𝑜𝑝𝑖𝑎𝐴𝑛𝑡𝑒𝑠𝐷𝑎𝐷𝑖𝑣𝑖𝑠ã𝑜</a:t>
            </a:r>
            <a:r>
              <a:rPr sz="2300" dirty="0">
                <a:latin typeface="Cambria Math"/>
                <a:cs typeface="Cambria Math"/>
              </a:rPr>
              <a:t>	−</a:t>
            </a:r>
            <a:r>
              <a:rPr sz="2300" spc="-20" dirty="0">
                <a:latin typeface="Cambria Math"/>
                <a:cs typeface="Cambria Math"/>
              </a:rPr>
              <a:t> </a:t>
            </a:r>
            <a:r>
              <a:rPr sz="2300" spc="-10" dirty="0">
                <a:latin typeface="Cambria Math"/>
                <a:cs typeface="Cambria Math"/>
              </a:rPr>
              <a:t>𝑒𝑛𝑡𝑟𝑜𝑝𝑖𝑎𝐴𝑝ó𝑠𝐴𝐷𝑖𝑣𝑖𝑠ã𝑜</a:t>
            </a:r>
            <a:endParaRPr sz="2300" dirty="0">
              <a:latin typeface="Cambria Math"/>
              <a:cs typeface="Cambria Math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269" y="2466467"/>
            <a:ext cx="3845052" cy="297726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</a:t>
            </a:r>
            <a:r>
              <a:rPr spc="-8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entropia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6400" y="1923415"/>
            <a:ext cx="6216015" cy="30111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62865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variável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único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 </a:t>
            </a:r>
            <a:r>
              <a:rPr sz="2800" dirty="0">
                <a:latin typeface="Calibri"/>
                <a:cs typeface="Calibri"/>
              </a:rPr>
              <a:t>(e.g.,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arremesso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moeda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com </a:t>
            </a:r>
            <a:r>
              <a:rPr sz="2800" b="1" i="1" dirty="0">
                <a:latin typeface="Calibri"/>
                <a:cs typeface="Calibri"/>
              </a:rPr>
              <a:t>cara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ambos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lados)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tem </a:t>
            </a:r>
            <a:r>
              <a:rPr sz="2800" dirty="0">
                <a:latin typeface="Calibri"/>
                <a:cs typeface="Calibri"/>
              </a:rPr>
              <a:t>nenhuma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incerteza</a:t>
            </a:r>
            <a:r>
              <a:rPr sz="2800" b="1" i="1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associada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Portanto,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entropia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é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igual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zero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Isso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significa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não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ganha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nenhuma informação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nova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observar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valor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149" y="2397760"/>
            <a:ext cx="4462145" cy="345503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</a:t>
            </a:r>
            <a:r>
              <a:rPr spc="-8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entropia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43586" y="1905000"/>
            <a:ext cx="6301740" cy="365315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22225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lado,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resultado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 </a:t>
            </a:r>
            <a:r>
              <a:rPr sz="2800" spc="-10" dirty="0">
                <a:latin typeface="Calibri"/>
                <a:cs typeface="Calibri"/>
              </a:rPr>
              <a:t>arremessar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moeda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honesta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é </a:t>
            </a:r>
            <a:r>
              <a:rPr sz="2800" spc="-10" dirty="0">
                <a:latin typeface="Calibri"/>
                <a:cs typeface="Calibri"/>
              </a:rPr>
              <a:t>igualmente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provável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resultar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cara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coroa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associados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aos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respectivamente.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Neste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variável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1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bit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dirty="0">
                <a:latin typeface="Calibri"/>
                <a:cs typeface="Calibri"/>
              </a:rPr>
              <a:t>entropia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significando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necessita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representar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possíveis resultados.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149" y="2397760"/>
            <a:ext cx="4462145" cy="345503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</a:t>
            </a:r>
            <a:r>
              <a:rPr spc="-8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entropia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4302" y="1793493"/>
            <a:ext cx="6470650" cy="45478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32004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Dessa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variável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aleatória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que </a:t>
            </a:r>
            <a:r>
              <a:rPr sz="2800" spc="-20" dirty="0">
                <a:latin typeface="Calibri"/>
                <a:cs typeface="Calibri"/>
              </a:rPr>
              <a:t>representa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resultado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rolar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dado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honesto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4</a:t>
            </a:r>
            <a:r>
              <a:rPr sz="28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lados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tem</a:t>
            </a:r>
            <a:r>
              <a:rPr sz="28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28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de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entropia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necessita-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bits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para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representar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possíveis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Agora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imaginem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moeda</a:t>
            </a:r>
            <a:r>
              <a:rPr sz="2800" b="1" i="1" spc="-9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desonesta</a:t>
            </a:r>
            <a:r>
              <a:rPr sz="2800" b="1" i="1" spc="-10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que </a:t>
            </a:r>
            <a:r>
              <a:rPr sz="2800" dirty="0">
                <a:latin typeface="Calibri"/>
                <a:cs typeface="Calibri"/>
              </a:rPr>
              <a:t>tenha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probabilidade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resultar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em </a:t>
            </a:r>
            <a:r>
              <a:rPr sz="2800" b="1" i="1" dirty="0">
                <a:latin typeface="Calibri"/>
                <a:cs typeface="Calibri"/>
              </a:rPr>
              <a:t>cara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99%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arremessos.</a:t>
            </a:r>
            <a:endParaRPr sz="2800" dirty="0">
              <a:latin typeface="Calibri"/>
              <a:cs typeface="Calibri"/>
            </a:endParaRPr>
          </a:p>
          <a:p>
            <a:pPr marL="241300" marR="278130" indent="-228600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Nesse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entropia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valor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positivo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muito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próximo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zero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spc="-20" dirty="0">
                <a:latin typeface="Calibri"/>
                <a:cs typeface="Calibri"/>
              </a:rPr>
              <a:t>incerteza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resultado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baixa.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149" y="2397760"/>
            <a:ext cx="4462145" cy="345503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Cálculo</a:t>
            </a:r>
            <a:r>
              <a:rPr spc="-5" dirty="0"/>
              <a:t> </a:t>
            </a:r>
            <a:r>
              <a:rPr dirty="0"/>
              <a:t>da </a:t>
            </a:r>
            <a:r>
              <a:rPr spc="-10" dirty="0"/>
              <a:t>entropia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26202" y="1793493"/>
            <a:ext cx="6569075" cy="1606337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79400" marR="431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79400" algn="l"/>
              </a:tabLst>
            </a:pPr>
            <a:r>
              <a:rPr sz="2800" dirty="0">
                <a:latin typeface="Calibri"/>
                <a:cs typeface="Calibri"/>
              </a:rPr>
              <a:t>Assim,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entropia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variável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aleatória discreta,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𝑉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65" dirty="0">
                <a:latin typeface="Cambria Math"/>
                <a:cs typeface="Cambria Math"/>
              </a:rPr>
              <a:t>𝑣</a:t>
            </a:r>
            <a:r>
              <a:rPr sz="3075" spc="97" baseline="-16260" dirty="0">
                <a:latin typeface="Cambria Math"/>
                <a:cs typeface="Cambria Math"/>
              </a:rPr>
              <a:t>𝑖</a:t>
            </a:r>
            <a:r>
              <a:rPr sz="2800" spc="65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10" dirty="0">
                <a:latin typeface="Calibri"/>
                <a:cs typeface="Calibri"/>
              </a:rPr>
              <a:t> valores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probabilidade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𝑃(𝑣</a:t>
            </a:r>
            <a:r>
              <a:rPr sz="3075" baseline="-16260" dirty="0">
                <a:latin typeface="Cambria Math"/>
                <a:cs typeface="Cambria Math"/>
              </a:rPr>
              <a:t>𝑖</a:t>
            </a:r>
            <a:r>
              <a:rPr sz="2800" dirty="0">
                <a:latin typeface="Cambria Math"/>
                <a:cs typeface="Cambria Math"/>
              </a:rPr>
              <a:t>)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é </a:t>
            </a:r>
            <a:r>
              <a:rPr sz="2800" dirty="0" err="1">
                <a:latin typeface="Calibri"/>
                <a:cs typeface="Calibri"/>
              </a:rPr>
              <a:t>definida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spc="-20" dirty="0" err="1">
                <a:latin typeface="Calibri"/>
                <a:cs typeface="Calibri"/>
              </a:rPr>
              <a:t>como</a:t>
            </a:r>
            <a:r>
              <a:rPr sz="2800" spc="-5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149" y="2397760"/>
            <a:ext cx="4462145" cy="34550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A84D7842-5D2B-3F55-32CF-F2914C42BE15}"/>
                  </a:ext>
                </a:extLst>
              </p:cNvPr>
              <p:cNvSpPr txBox="1"/>
              <p:nvPr/>
            </p:nvSpPr>
            <p:spPr>
              <a:xfrm>
                <a:off x="6812687" y="3399830"/>
                <a:ext cx="4202241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2400" spc="-50" dirty="0" smtClean="0">
                          <a:latin typeface="Cambria Math"/>
                          <a:cs typeface="Cambria Math"/>
                        </a:rPr>
                        <m:t>𝐻</m:t>
                      </m:r>
                      <m:r>
                        <m:rPr>
                          <m:nor/>
                        </m:rPr>
                        <a:rPr lang="pt-BR" sz="2400" dirty="0" smtClean="0">
                          <a:latin typeface="Cambria Math"/>
                          <a:cs typeface="Cambria Math"/>
                        </a:rPr>
                        <m:t>	</m:t>
                      </m:r>
                      <m:r>
                        <m:rPr>
                          <m:nor/>
                        </m:rPr>
                        <a:rPr lang="pt-BR" sz="2400" b="0" i="0" dirty="0" smtClean="0">
                          <a:latin typeface="Cambria Math"/>
                          <a:cs typeface="Cambria Math"/>
                        </a:rPr>
                        <m:t>(</m:t>
                      </m:r>
                      <m:r>
                        <m:rPr>
                          <m:nor/>
                        </m:rPr>
                        <a:rPr lang="pt-BR" sz="2400" spc="-50" dirty="0" smtClean="0">
                          <a:latin typeface="Cambria Math"/>
                          <a:cs typeface="Cambria Math"/>
                        </a:rPr>
                        <m:t>𝑉</m:t>
                      </m:r>
                      <m:r>
                        <m:rPr>
                          <m:nor/>
                        </m:rPr>
                        <a:rPr lang="pt-BR" sz="2400" b="0" i="0" spc="-50" dirty="0" smtClean="0">
                          <a:latin typeface="Cambria Math"/>
                          <a:cs typeface="Cambria Math"/>
                        </a:rPr>
                        <m:t>)</m:t>
                      </m:r>
                      <m:r>
                        <m:rPr>
                          <m:nor/>
                        </m:rPr>
                        <a:rPr lang="pt-BR" sz="2400" dirty="0" smtClean="0">
                          <a:latin typeface="Cambria Math"/>
                          <a:cs typeface="Cambria Math"/>
                        </a:rPr>
                        <m:t>	=</m:t>
                      </m:r>
                      <m:r>
                        <m:rPr>
                          <m:nor/>
                        </m:rPr>
                        <a:rPr lang="pt-BR" sz="2400" spc="240" dirty="0" smtClean="0">
                          <a:latin typeface="Cambria Math"/>
                          <a:cs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400" spc="-30" dirty="0" smtClean="0">
                          <a:latin typeface="Cambria Math"/>
                          <a:cs typeface="Cambria Math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pt-BR" sz="2400" i="1" spc="-30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BR" sz="2400" b="0" i="1" spc="-30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pt-BR" sz="2400" dirty="0" smtClean="0">
                              <a:latin typeface="Cambria Math"/>
                              <a:cs typeface="Cambria Math"/>
                            </a:rPr>
                            <m:t>𝑃</m:t>
                          </m:r>
                          <m:r>
                            <m:rPr>
                              <m:nor/>
                            </m:rPr>
                            <a:rPr lang="pt-BR" sz="2400" dirty="0" smtClean="0">
                              <a:latin typeface="Cambria Math"/>
                              <a:cs typeface="Cambria Math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pt-BR" sz="2400" dirty="0" smtClean="0">
                              <a:latin typeface="Cambria Math"/>
                              <a:cs typeface="Cambria Math"/>
                            </a:rPr>
                            <m:t>𝑣</m:t>
                          </m:r>
                          <m:r>
                            <m:rPr>
                              <m:nor/>
                            </m:rPr>
                            <a:rPr lang="pt-BR" sz="2800" baseline="-16260" dirty="0" smtClean="0">
                              <a:latin typeface="Cambria Math"/>
                              <a:cs typeface="Cambria Math"/>
                            </a:rPr>
                            <m:t>𝑖</m:t>
                          </m:r>
                          <m:r>
                            <m:rPr>
                              <m:nor/>
                            </m:rPr>
                            <a:rPr lang="pt-BR" sz="2400" dirty="0" smtClean="0">
                              <a:latin typeface="Cambria Math"/>
                              <a:cs typeface="Cambria Math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pt-BR" sz="2400" spc="-110" dirty="0" smtClean="0">
                              <a:latin typeface="Cambria Math"/>
                              <a:cs typeface="Cambria Math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pt-BR" sz="2400" spc="-20" dirty="0" smtClean="0">
                              <a:latin typeface="Cambria Math"/>
                              <a:cs typeface="Cambria Math"/>
                            </a:rPr>
                            <m:t>log</m:t>
                          </m:r>
                          <m:r>
                            <m:rPr>
                              <m:nor/>
                            </m:rPr>
                            <a:rPr lang="pt-BR" sz="2800" spc="-30" baseline="-16260" dirty="0" smtClean="0">
                              <a:latin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pt-BR" sz="2800" baseline="-16260" dirty="0" smtClean="0">
                              <a:latin typeface="Cambria Math"/>
                              <a:cs typeface="Cambria Math"/>
                            </a:rPr>
                            <m:t>	</m:t>
                          </m:r>
                          <m:r>
                            <m:rPr>
                              <m:nor/>
                            </m:rPr>
                            <a:rPr lang="pt-BR" sz="2400" dirty="0" smtClean="0">
                              <a:latin typeface="Cambria Math"/>
                              <a:cs typeface="Cambria Math"/>
                            </a:rPr>
                            <m:t>	</m:t>
                          </m:r>
                        </m:e>
                      </m:nary>
                      <m:d>
                        <m:dPr>
                          <m:ctrlPr>
                            <a:rPr lang="pt-BR" sz="2400" i="1" spc="-3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pc="-30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400" b="0" i="1" spc="-30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400" b="0" i="1" spc="-3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pc="-30" dirty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pt-BR" sz="2400" b="0" i="1" spc="-30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A84D7842-5D2B-3F55-32CF-F2914C42B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687" y="3399830"/>
                <a:ext cx="4202241" cy="8962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Indução</a:t>
            </a:r>
            <a:r>
              <a:rPr spc="-3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uma</a:t>
            </a:r>
            <a:r>
              <a:rPr spc="-15" dirty="0"/>
              <a:t> </a:t>
            </a:r>
            <a:r>
              <a:rPr dirty="0"/>
              <a:t>árvore</a:t>
            </a:r>
            <a:r>
              <a:rPr spc="-2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1015980" cy="198818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Retornando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problema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indução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árvores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decisão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que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conjunto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treinamento,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𝐸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contém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𝑝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pertencentes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à </a:t>
            </a:r>
            <a:r>
              <a:rPr sz="2800" dirty="0">
                <a:latin typeface="Calibri"/>
                <a:cs typeface="Calibri"/>
              </a:rPr>
              <a:t>classe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positiva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i="1" dirty="0">
                <a:latin typeface="Calibri"/>
                <a:cs typeface="Calibri"/>
              </a:rPr>
              <a:t>P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𝑛 </a:t>
            </a:r>
            <a:r>
              <a:rPr sz="2800" spc="-20" dirty="0">
                <a:latin typeface="Calibri"/>
                <a:cs typeface="Calibri"/>
              </a:rPr>
              <a:t>exemplos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pertencentes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negativa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i="1" dirty="0">
                <a:latin typeface="Calibri"/>
                <a:cs typeface="Calibri"/>
              </a:rPr>
              <a:t>N</a:t>
            </a:r>
            <a:r>
              <a:rPr sz="2800" dirty="0">
                <a:latin typeface="Calibri"/>
                <a:cs typeface="Calibri"/>
              </a:rPr>
              <a:t>),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então</a:t>
            </a:r>
            <a:r>
              <a:rPr sz="2800" spc="7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entropia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objetivo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rótulo)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dada</a:t>
            </a:r>
            <a:r>
              <a:rPr sz="2800" spc="-25" dirty="0">
                <a:latin typeface="Calibri"/>
                <a:cs typeface="Calibri"/>
              </a:rPr>
              <a:t> por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21585" y="5546597"/>
            <a:ext cx="434340" cy="329565"/>
          </a:xfrm>
          <a:custGeom>
            <a:avLst/>
            <a:gdLst/>
            <a:ahLst/>
            <a:cxnLst/>
            <a:rect l="l" t="t" r="r" b="b"/>
            <a:pathLst>
              <a:path w="434339" h="329564">
                <a:moveTo>
                  <a:pt x="329056" y="0"/>
                </a:moveTo>
                <a:lnTo>
                  <a:pt x="324357" y="13334"/>
                </a:lnTo>
                <a:lnTo>
                  <a:pt x="343407" y="21597"/>
                </a:lnTo>
                <a:lnTo>
                  <a:pt x="359790" y="33045"/>
                </a:lnTo>
                <a:lnTo>
                  <a:pt x="384556" y="65481"/>
                </a:lnTo>
                <a:lnTo>
                  <a:pt x="399129" y="109193"/>
                </a:lnTo>
                <a:lnTo>
                  <a:pt x="403987" y="162839"/>
                </a:lnTo>
                <a:lnTo>
                  <a:pt x="402752" y="191845"/>
                </a:lnTo>
                <a:lnTo>
                  <a:pt x="392949" y="241865"/>
                </a:lnTo>
                <a:lnTo>
                  <a:pt x="373407" y="280931"/>
                </a:lnTo>
                <a:lnTo>
                  <a:pt x="343602" y="307291"/>
                </a:lnTo>
                <a:lnTo>
                  <a:pt x="324865" y="315594"/>
                </a:lnTo>
                <a:lnTo>
                  <a:pt x="329056" y="328942"/>
                </a:lnTo>
                <a:lnTo>
                  <a:pt x="373888" y="307894"/>
                </a:lnTo>
                <a:lnTo>
                  <a:pt x="406907" y="271462"/>
                </a:lnTo>
                <a:lnTo>
                  <a:pt x="427196" y="222677"/>
                </a:lnTo>
                <a:lnTo>
                  <a:pt x="433958" y="164566"/>
                </a:lnTo>
                <a:lnTo>
                  <a:pt x="432248" y="134417"/>
                </a:lnTo>
                <a:lnTo>
                  <a:pt x="418635" y="80974"/>
                </a:lnTo>
                <a:lnTo>
                  <a:pt x="391761" y="37479"/>
                </a:lnTo>
                <a:lnTo>
                  <a:pt x="352863" y="8616"/>
                </a:lnTo>
                <a:lnTo>
                  <a:pt x="329056" y="0"/>
                </a:lnTo>
                <a:close/>
              </a:path>
              <a:path w="434339" h="329564">
                <a:moveTo>
                  <a:pt x="104901" y="0"/>
                </a:moveTo>
                <a:lnTo>
                  <a:pt x="60118" y="21116"/>
                </a:lnTo>
                <a:lnTo>
                  <a:pt x="27050" y="57683"/>
                </a:lnTo>
                <a:lnTo>
                  <a:pt x="6762" y="106553"/>
                </a:lnTo>
                <a:lnTo>
                  <a:pt x="0" y="164566"/>
                </a:lnTo>
                <a:lnTo>
                  <a:pt x="1690" y="194786"/>
                </a:lnTo>
                <a:lnTo>
                  <a:pt x="15216" y="248235"/>
                </a:lnTo>
                <a:lnTo>
                  <a:pt x="42054" y="291600"/>
                </a:lnTo>
                <a:lnTo>
                  <a:pt x="80968" y="320341"/>
                </a:lnTo>
                <a:lnTo>
                  <a:pt x="104901" y="328942"/>
                </a:lnTo>
                <a:lnTo>
                  <a:pt x="108965" y="315594"/>
                </a:lnTo>
                <a:lnTo>
                  <a:pt x="90249" y="307291"/>
                </a:lnTo>
                <a:lnTo>
                  <a:pt x="74104" y="295736"/>
                </a:lnTo>
                <a:lnTo>
                  <a:pt x="49530" y="262877"/>
                </a:lnTo>
                <a:lnTo>
                  <a:pt x="34845" y="218187"/>
                </a:lnTo>
                <a:lnTo>
                  <a:pt x="29971" y="162839"/>
                </a:lnTo>
                <a:lnTo>
                  <a:pt x="31188" y="134773"/>
                </a:lnTo>
                <a:lnTo>
                  <a:pt x="40955" y="86095"/>
                </a:lnTo>
                <a:lnTo>
                  <a:pt x="60577" y="47675"/>
                </a:lnTo>
                <a:lnTo>
                  <a:pt x="90624" y="21597"/>
                </a:lnTo>
                <a:lnTo>
                  <a:pt x="109600" y="13334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04239" y="5445963"/>
            <a:ext cx="10638790" cy="830997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5400" marR="17780">
              <a:lnSpc>
                <a:spcPts val="3020"/>
              </a:lnSpc>
              <a:spcBef>
                <a:spcPts val="480"/>
              </a:spcBef>
              <a:tabLst>
                <a:tab pos="1233805" algn="l"/>
                <a:tab pos="1666875" algn="l"/>
              </a:tabLst>
            </a:pPr>
            <a:r>
              <a:rPr sz="2800" dirty="0">
                <a:latin typeface="Calibri"/>
                <a:cs typeface="Calibri"/>
              </a:rPr>
              <a:t>onde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𝐵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𝑞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entropia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uma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variável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booleana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que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é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verdadeira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com </a:t>
            </a:r>
            <a:r>
              <a:rPr sz="2800" b="1" i="1" spc="-10" dirty="0">
                <a:latin typeface="Calibri"/>
                <a:cs typeface="Calibri"/>
              </a:rPr>
              <a:t>probabilidade</a:t>
            </a:r>
            <a:r>
              <a:rPr sz="2800" b="1" i="1" spc="-1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igual</a:t>
            </a:r>
            <a:r>
              <a:rPr sz="2800" b="1" i="1" spc="-1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1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𝑞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 err="1">
                <a:latin typeface="Calibri"/>
                <a:cs typeface="Calibri"/>
              </a:rPr>
              <a:t>ou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 err="1">
                <a:latin typeface="Calibri"/>
                <a:cs typeface="Calibri"/>
              </a:rPr>
              <a:t>seja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55CEB611-F1E5-47B4-3287-EC564E00D297}"/>
                  </a:ext>
                </a:extLst>
              </p:cNvPr>
              <p:cNvSpPr txBox="1"/>
              <p:nvPr/>
            </p:nvSpPr>
            <p:spPr>
              <a:xfrm>
                <a:off x="1174242" y="3429000"/>
                <a:ext cx="9843517" cy="19362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𝐺𝑜𝑎𝑙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 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func>
                            <m:func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8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num>
                                    <m:den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num>
                                    <m:den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  <m:func>
                                <m:func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BR" sz="2800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f>
                                        <m:f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num>
                                        <m:den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func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55CEB611-F1E5-47B4-3287-EC564E00D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242" y="3429000"/>
                <a:ext cx="9843517" cy="19362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345681FC-D56C-3BD8-766B-4D82862708F4}"/>
                  </a:ext>
                </a:extLst>
              </p:cNvPr>
              <p:cNvSpPr txBox="1"/>
              <p:nvPr/>
            </p:nvSpPr>
            <p:spPr>
              <a:xfrm>
                <a:off x="3078828" y="6283451"/>
                <a:ext cx="6034344" cy="7693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2800" spc="-50" dirty="0" smtClean="0">
                          <a:latin typeface="Cambria Math"/>
                          <a:cs typeface="Cambria Math"/>
                        </a:rPr>
                        <m:t>𝐵</m:t>
                      </m:r>
                      <m:r>
                        <m:rPr>
                          <m:nor/>
                        </m:rPr>
                        <a:rPr lang="pt-BR" sz="2800" dirty="0" smtClean="0">
                          <a:latin typeface="Cambria Math"/>
                          <a:cs typeface="Cambria Math"/>
                        </a:rPr>
                        <m:t>	</m:t>
                      </m:r>
                      <m:r>
                        <m:rPr>
                          <m:nor/>
                        </m:rPr>
                        <a:rPr lang="pt-BR" sz="2800" b="0" i="0" dirty="0" smtClean="0">
                          <a:latin typeface="Cambria Math"/>
                          <a:cs typeface="Cambria Math"/>
                        </a:rPr>
                        <m:t>(</m:t>
                      </m:r>
                      <m:r>
                        <m:rPr>
                          <m:nor/>
                        </m:rPr>
                        <a:rPr lang="pt-BR" sz="2800" spc="-50" dirty="0" smtClean="0">
                          <a:latin typeface="Cambria Math"/>
                          <a:cs typeface="Cambria Math"/>
                        </a:rPr>
                        <m:t>𝑞</m:t>
                      </m:r>
                      <m:r>
                        <m:rPr>
                          <m:nor/>
                        </m:rPr>
                        <a:rPr lang="pt-BR" sz="2800" b="0" i="0" spc="-50" dirty="0" smtClean="0">
                          <a:latin typeface="Cambria Math"/>
                          <a:cs typeface="Cambria Math"/>
                        </a:rPr>
                        <m:t>)</m:t>
                      </m:r>
                      <m:r>
                        <m:rPr>
                          <m:nor/>
                        </m:rPr>
                        <a:rPr lang="pt-BR" sz="2800" dirty="0" smtClean="0">
                          <a:latin typeface="Cambria Math"/>
                          <a:cs typeface="Cambria Math"/>
                        </a:rPr>
                        <m:t>	=</m:t>
                      </m:r>
                      <m:r>
                        <m:rPr>
                          <m:nor/>
                        </m:rPr>
                        <a:rPr lang="pt-BR" sz="2800" spc="130" dirty="0" smtClean="0">
                          <a:latin typeface="Cambria Math"/>
                          <a:cs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 spc="-50" dirty="0" smtClean="0">
                          <a:latin typeface="Cambria Math"/>
                          <a:cs typeface="Cambria Math"/>
                        </a:rPr>
                        <m:t>−</m:t>
                      </m:r>
                      <m:r>
                        <m:rPr>
                          <m:nor/>
                        </m:rPr>
                        <a:rPr lang="pt-BR" sz="2800" dirty="0" smtClean="0">
                          <a:latin typeface="Cambria Math"/>
                          <a:cs typeface="Cambria Math"/>
                        </a:rPr>
                        <m:t>	</m:t>
                      </m:r>
                      <m:r>
                        <m:rPr>
                          <m:nor/>
                        </m:rPr>
                        <a:rPr lang="pt-BR" sz="2800" spc="-10" dirty="0" smtClean="0">
                          <a:latin typeface="Cambria Math"/>
                          <a:cs typeface="Cambria Math"/>
                        </a:rPr>
                        <m:t>𝑞</m:t>
                      </m:r>
                      <m:r>
                        <m:rPr>
                          <m:nor/>
                        </m:rPr>
                        <a:rPr lang="pt-BR" sz="2800" b="0" i="0" spc="-10" dirty="0" smtClean="0">
                          <a:latin typeface="Cambria Math"/>
                          <a:cs typeface="Cambria Math"/>
                        </a:rPr>
                        <m:t>(</m:t>
                      </m:r>
                      <m:r>
                        <m:rPr>
                          <m:nor/>
                        </m:rPr>
                        <a:rPr lang="pt-BR" sz="2800" spc="-10" dirty="0" smtClean="0">
                          <a:latin typeface="Cambria Math"/>
                          <a:cs typeface="Cambria Math"/>
                        </a:rPr>
                        <m:t>log</m:t>
                      </m:r>
                      <m:r>
                        <m:rPr>
                          <m:nor/>
                        </m:rPr>
                        <a:rPr lang="pt-BR" sz="3200" spc="-15" baseline="-16081" dirty="0" smtClean="0">
                          <a:latin typeface="Cambria Math"/>
                          <a:cs typeface="Cambria Math"/>
                        </a:rPr>
                        <m:t>2</m:t>
                      </m:r>
                      <m:r>
                        <m:rPr>
                          <m:nor/>
                        </m:rPr>
                        <a:rPr lang="pt-BR" sz="3200" baseline="-16081" dirty="0" smtClean="0">
                          <a:latin typeface="Cambria Math"/>
                          <a:cs typeface="Cambria Math"/>
                        </a:rPr>
                        <m:t>	</m:t>
                      </m:r>
                      <m:r>
                        <m:rPr>
                          <m:nor/>
                        </m:rPr>
                        <a:rPr lang="pt-BR" sz="3200" b="0" i="0" dirty="0" smtClean="0">
                          <a:latin typeface="Cambria Math"/>
                          <a:cs typeface="Cambria Math"/>
                        </a:rPr>
                        <m:t>(</m:t>
                      </m:r>
                      <m:r>
                        <m:rPr>
                          <m:nor/>
                        </m:rPr>
                        <a:rPr lang="pt-BR" sz="2800" spc="-50" dirty="0" smtClean="0">
                          <a:latin typeface="Cambria Math"/>
                          <a:cs typeface="Cambria Math"/>
                        </a:rPr>
                        <m:t>𝑞</m:t>
                      </m:r>
                      <m:r>
                        <m:rPr>
                          <m:nor/>
                        </m:rPr>
                        <a:rPr lang="pt-BR" sz="2800" b="0" i="0" spc="-50" dirty="0" smtClean="0">
                          <a:latin typeface="Cambria Math"/>
                          <a:cs typeface="Cambria Math"/>
                        </a:rPr>
                        <m:t>)</m:t>
                      </m:r>
                      <m:r>
                        <m:rPr>
                          <m:nor/>
                        </m:rPr>
                        <a:rPr lang="pt-BR" sz="2800" dirty="0" smtClean="0">
                          <a:latin typeface="Cambria Math"/>
                          <a:cs typeface="Cambria Math"/>
                        </a:rPr>
                        <m:t>	</m:t>
                      </m:r>
                      <m:r>
                        <m:rPr>
                          <m:nor/>
                        </m:rPr>
                        <a:rPr lang="pt-BR" sz="2800" spc="-50" dirty="0" smtClean="0">
                          <a:latin typeface="Cambria Math"/>
                          <a:cs typeface="Cambria Math"/>
                        </a:rPr>
                        <m:t>+</m:t>
                      </m:r>
                      <m:r>
                        <m:rPr>
                          <m:nor/>
                        </m:rPr>
                        <a:rPr lang="pt-BR" sz="2800" b="0" i="0" spc="-50" dirty="0" smtClean="0">
                          <a:latin typeface="Cambria Math"/>
                          <a:cs typeface="Cambria Math"/>
                        </a:rPr>
                        <m:t>(</m:t>
                      </m:r>
                      <m:r>
                        <m:rPr>
                          <m:nor/>
                        </m:rPr>
                        <a:rPr lang="pt-BR" sz="2800" dirty="0" smtClean="0">
                          <a:latin typeface="Cambria Math"/>
                          <a:cs typeface="Cambria Math"/>
                        </a:rPr>
                        <m:t>	1</m:t>
                      </m:r>
                      <m:r>
                        <m:rPr>
                          <m:nor/>
                        </m:rPr>
                        <a:rPr lang="pt-BR" sz="2800" spc="-15" dirty="0" smtClean="0">
                          <a:latin typeface="Cambria Math"/>
                          <a:cs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 dirty="0" smtClean="0">
                          <a:latin typeface="Cambria Math"/>
                          <a:cs typeface="Cambria Math"/>
                        </a:rPr>
                        <m:t>− </m:t>
                      </m:r>
                      <m:r>
                        <m:rPr>
                          <m:nor/>
                        </m:rPr>
                        <a:rPr lang="pt-BR" sz="2800" spc="-50" dirty="0" smtClean="0">
                          <a:latin typeface="Cambria Math"/>
                          <a:cs typeface="Cambria Math"/>
                        </a:rPr>
                        <m:t>𝑞</m:t>
                      </m:r>
                      <m:r>
                        <m:rPr>
                          <m:nor/>
                        </m:rPr>
                        <a:rPr lang="pt-BR" sz="2800" b="0" i="0" spc="-50" dirty="0" smtClean="0">
                          <a:latin typeface="Cambria Math"/>
                          <a:cs typeface="Cambria Math"/>
                        </a:rPr>
                        <m:t>)</m:t>
                      </m:r>
                      <m:r>
                        <m:rPr>
                          <m:nor/>
                        </m:rPr>
                        <a:rPr lang="pt-BR" sz="2800" dirty="0" smtClean="0">
                          <a:latin typeface="Cambria Math"/>
                          <a:cs typeface="Cambria Math"/>
                        </a:rPr>
                        <m:t>	</m:t>
                      </m:r>
                      <m:r>
                        <m:rPr>
                          <m:nor/>
                        </m:rPr>
                        <a:rPr lang="pt-BR" sz="2800" spc="-20" dirty="0" smtClean="0">
                          <a:latin typeface="Cambria Math"/>
                          <a:cs typeface="Cambria Math"/>
                        </a:rPr>
                        <m:t>log</m:t>
                      </m:r>
                      <m:r>
                        <m:rPr>
                          <m:nor/>
                        </m:rPr>
                        <a:rPr lang="pt-BR" sz="3200" spc="-30" baseline="-16081" dirty="0" smtClean="0">
                          <a:latin typeface="Cambria Math"/>
                          <a:cs typeface="Cambria Math"/>
                        </a:rPr>
                        <m:t>2</m:t>
                      </m:r>
                      <m:r>
                        <m:rPr>
                          <m:nor/>
                        </m:rPr>
                        <a:rPr lang="pt-BR" sz="3200" b="0" i="0" spc="-30" dirty="0" smtClean="0">
                          <a:latin typeface="Cambria Math"/>
                          <a:cs typeface="Cambria Math"/>
                        </a:rPr>
                        <m:t>(</m:t>
                      </m:r>
                      <m:r>
                        <m:rPr>
                          <m:nor/>
                        </m:rPr>
                        <a:rPr lang="pt-BR" sz="3200" baseline="-16081" dirty="0" smtClean="0">
                          <a:latin typeface="Cambria Math"/>
                          <a:cs typeface="Cambria Math"/>
                        </a:rPr>
                        <m:t>	</m:t>
                      </m:r>
                      <m:r>
                        <m:rPr>
                          <m:nor/>
                        </m:rPr>
                        <a:rPr lang="pt-BR" sz="2800" dirty="0" smtClean="0">
                          <a:latin typeface="Cambria Math"/>
                          <a:cs typeface="Cambria Math"/>
                        </a:rPr>
                        <m:t>1</m:t>
                      </m:r>
                      <m:r>
                        <m:rPr>
                          <m:nor/>
                        </m:rPr>
                        <a:rPr lang="pt-BR" sz="2800" spc="-15" dirty="0" smtClean="0">
                          <a:latin typeface="Cambria Math"/>
                          <a:cs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 dirty="0" smtClean="0">
                          <a:latin typeface="Cambria Math"/>
                          <a:cs typeface="Cambria Math"/>
                        </a:rPr>
                        <m:t>−</m:t>
                      </m:r>
                      <m:r>
                        <m:rPr>
                          <m:nor/>
                        </m:rPr>
                        <a:rPr lang="pt-BR" sz="2800" spc="5" dirty="0" smtClean="0">
                          <a:latin typeface="Cambria Math"/>
                          <a:cs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 spc="-50" dirty="0" smtClean="0">
                          <a:latin typeface="Cambria Math"/>
                          <a:cs typeface="Cambria Math"/>
                        </a:rPr>
                        <m:t>𝑞</m:t>
                      </m:r>
                      <m:r>
                        <m:rPr>
                          <m:nor/>
                        </m:rPr>
                        <a:rPr lang="pt-BR" sz="2800" b="0" i="0" spc="-50" dirty="0" smtClean="0">
                          <a:latin typeface="Cambria Math"/>
                          <a:cs typeface="Cambria Math"/>
                        </a:rPr>
                        <m:t>)</m:t>
                      </m:r>
                      <m:r>
                        <m:rPr>
                          <m:nor/>
                        </m:rPr>
                        <a:rPr lang="pt-BR" sz="2800" dirty="0" smtClean="0">
                          <a:latin typeface="Cambria Math"/>
                          <a:cs typeface="Cambria Math"/>
                        </a:rPr>
                        <m:t>	</m:t>
                      </m:r>
                      <m:r>
                        <m:rPr>
                          <m:nor/>
                        </m:rPr>
                        <a:rPr lang="pt-BR" sz="2800" spc="-50" dirty="0" smtClean="0">
                          <a:latin typeface="Cambria Math"/>
                          <a:cs typeface="Cambria Math"/>
                        </a:rPr>
                        <m:t>.</m:t>
                      </m:r>
                    </m:oMath>
                  </m:oMathPara>
                </a14:m>
                <a:endParaRPr lang="pt-BR" sz="2800" dirty="0">
                  <a:latin typeface="Cambria Math"/>
                  <a:cs typeface="Cambria Math"/>
                </a:endParaRPr>
              </a:p>
              <a:p>
                <a:endParaRPr lang="pt-BR" dirty="0"/>
              </a:p>
            </p:txBody>
          </p:sp>
        </mc:Choice>
        <mc:Fallback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345681FC-D56C-3BD8-766B-4D8286270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8828" y="6283451"/>
                <a:ext cx="6034344" cy="7693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Indução</a:t>
            </a:r>
            <a:r>
              <a:rPr spc="-3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uma</a:t>
            </a:r>
            <a:r>
              <a:rPr spc="-15" dirty="0"/>
              <a:t> </a:t>
            </a:r>
            <a:r>
              <a:rPr dirty="0"/>
              <a:t>árvore</a:t>
            </a:r>
            <a:r>
              <a:rPr spc="-2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spc="-10" dirty="0"/>
              <a:t>decisão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8805" y="1809115"/>
            <a:ext cx="10994390" cy="390588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66700" marR="359410" indent="-228600" algn="just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Um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teste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único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atributo,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75" dirty="0">
                <a:latin typeface="Cambria Math"/>
                <a:cs typeface="Cambria Math"/>
              </a:rPr>
              <a:t>𝑥</a:t>
            </a:r>
            <a:r>
              <a:rPr sz="3075" spc="112" baseline="-16260" dirty="0">
                <a:latin typeface="Cambria Math"/>
                <a:cs typeface="Cambria Math"/>
              </a:rPr>
              <a:t>𝑘</a:t>
            </a:r>
            <a:r>
              <a:rPr sz="2800" spc="75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toda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ou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apenas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parte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entropia</a:t>
            </a:r>
            <a:r>
              <a:rPr sz="28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do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objetivo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𝐻</a:t>
            </a:r>
            <a:r>
              <a:rPr lang="pt-BR" sz="2800" spc="515" dirty="0">
                <a:latin typeface="Cambria Math"/>
                <a:cs typeface="Cambria Math"/>
              </a:rPr>
              <a:t>(</a:t>
            </a:r>
            <a:r>
              <a:rPr sz="2800" dirty="0">
                <a:latin typeface="Cambria Math"/>
                <a:cs typeface="Cambria Math"/>
              </a:rPr>
              <a:t>𝐺𝑜𝑎𝑙</a:t>
            </a:r>
            <a:r>
              <a:rPr lang="pt-BR" sz="2800" dirty="0">
                <a:latin typeface="Cambria Math"/>
                <a:cs typeface="Cambria Math"/>
              </a:rPr>
              <a:t>)</a:t>
            </a:r>
            <a:r>
              <a:rPr sz="2800" spc="535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marR="104139" indent="-228600" algn="just">
              <a:lnSpc>
                <a:spcPts val="3020"/>
              </a:lnSpc>
              <a:spcBef>
                <a:spcPts val="994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Nós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medir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exatamente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quanto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cada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atributo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contribui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para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spc="-50" dirty="0">
                <a:latin typeface="Calibri"/>
                <a:cs typeface="Calibri"/>
              </a:rPr>
              <a:t>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entropia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objetivo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através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cálculo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entropia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restante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após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o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teste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do</a:t>
            </a:r>
            <a:r>
              <a:rPr sz="2800" b="1" i="1" spc="-2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atributo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indent="-228600">
              <a:lnSpc>
                <a:spcPts val="3190"/>
              </a:lnSpc>
              <a:spcBef>
                <a:spcPts val="640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Um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atributo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𝑘</a:t>
            </a:r>
            <a:r>
              <a:rPr sz="3075" spc="419" baseline="-16260" dirty="0">
                <a:latin typeface="Cambria Math"/>
                <a:cs typeface="Cambria Math"/>
              </a:rPr>
              <a:t> </a:t>
            </a:r>
            <a:r>
              <a:rPr sz="2800" b="1" i="1" dirty="0">
                <a:latin typeface="Calibri"/>
                <a:cs typeface="Calibri"/>
              </a:rPr>
              <a:t>com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𝑑</a:t>
            </a:r>
            <a:r>
              <a:rPr sz="2800" spc="45" dirty="0">
                <a:latin typeface="Cambria Math"/>
                <a:cs typeface="Cambria Math"/>
              </a:rPr>
              <a:t> </a:t>
            </a:r>
            <a:r>
              <a:rPr sz="2800" b="1" i="1" dirty="0">
                <a:latin typeface="Calibri"/>
                <a:cs typeface="Calibri"/>
              </a:rPr>
              <a:t>valores</a:t>
            </a:r>
            <a:r>
              <a:rPr sz="2800" b="1" i="1" spc="-3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distintos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divide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conjunto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treinamento</a:t>
            </a:r>
            <a:endParaRPr sz="2800" dirty="0">
              <a:latin typeface="Calibri"/>
              <a:cs typeface="Calibri"/>
            </a:endParaRPr>
          </a:p>
          <a:p>
            <a:pPr marL="266700">
              <a:lnSpc>
                <a:spcPts val="3190"/>
              </a:lnSpc>
            </a:pPr>
            <a:r>
              <a:rPr sz="2800" dirty="0">
                <a:latin typeface="Cambria Math"/>
                <a:cs typeface="Cambria Math"/>
              </a:rPr>
              <a:t>𝐸</a:t>
            </a:r>
            <a:r>
              <a:rPr sz="2800" spc="114" dirty="0">
                <a:latin typeface="Cambria Math"/>
                <a:cs typeface="Cambria Math"/>
              </a:rPr>
              <a:t> </a:t>
            </a:r>
            <a:r>
              <a:rPr sz="2800" b="1" i="1" dirty="0">
                <a:latin typeface="Calibri"/>
                <a:cs typeface="Calibri"/>
              </a:rPr>
              <a:t>em</a:t>
            </a:r>
            <a:r>
              <a:rPr sz="2800" b="1" i="1" spc="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𝑑</a:t>
            </a:r>
            <a:r>
              <a:rPr sz="2800" spc="85" dirty="0">
                <a:latin typeface="Cambria Math"/>
                <a:cs typeface="Cambria Math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subconjuntos</a:t>
            </a:r>
            <a:r>
              <a:rPr sz="2800" spc="-20" dirty="0">
                <a:latin typeface="Calibri"/>
                <a:cs typeface="Calibri"/>
              </a:rPr>
              <a:t>: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35" dirty="0">
                <a:latin typeface="Cambria Math"/>
                <a:cs typeface="Cambria Math"/>
              </a:rPr>
              <a:t>𝐸</a:t>
            </a:r>
            <a:r>
              <a:rPr sz="3075" spc="-52" baseline="-16260" dirty="0">
                <a:latin typeface="Cambria Math"/>
                <a:cs typeface="Cambria Math"/>
              </a:rPr>
              <a:t>1</a:t>
            </a:r>
            <a:r>
              <a:rPr sz="2800" spc="-35" dirty="0">
                <a:latin typeface="Cambria Math"/>
                <a:cs typeface="Cambria Math"/>
              </a:rPr>
              <a:t>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30" dirty="0">
                <a:latin typeface="Cambria Math"/>
                <a:cs typeface="Cambria Math"/>
              </a:rPr>
              <a:t>…</a:t>
            </a:r>
            <a:r>
              <a:rPr sz="2800" spc="-16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𝐸</a:t>
            </a:r>
            <a:r>
              <a:rPr sz="3075" spc="-37" baseline="-16260" dirty="0">
                <a:latin typeface="Cambria Math"/>
                <a:cs typeface="Cambria Math"/>
              </a:rPr>
              <a:t>𝑑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marR="62357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Cada</a:t>
            </a:r>
            <a:r>
              <a:rPr sz="2800" spc="-10" dirty="0">
                <a:latin typeface="Calibri"/>
                <a:cs typeface="Calibri"/>
              </a:rPr>
              <a:t> subconjunto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𝐸</a:t>
            </a:r>
            <a:r>
              <a:rPr sz="3075" baseline="-16260" dirty="0">
                <a:latin typeface="Cambria Math"/>
                <a:cs typeface="Cambria Math"/>
              </a:rPr>
              <a:t>𝑖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𝑖</a:t>
            </a:r>
            <a:r>
              <a:rPr sz="2800" spc="24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∈</a:t>
            </a:r>
            <a:r>
              <a:rPr sz="2800" spc="170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{1,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spc="-30" dirty="0">
                <a:latin typeface="Cambria Math"/>
                <a:cs typeface="Cambria Math"/>
              </a:rPr>
              <a:t>…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𝑑}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possui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𝑝</a:t>
            </a:r>
            <a:r>
              <a:rPr sz="3075" baseline="-16260" dirty="0">
                <a:latin typeface="Cambria Math"/>
                <a:cs typeface="Cambria Math"/>
              </a:rPr>
              <a:t>𝑖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𝑖</a:t>
            </a:r>
            <a:r>
              <a:rPr sz="2800" spc="24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∈</a:t>
            </a:r>
            <a:r>
              <a:rPr sz="2800" spc="170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{1,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…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𝑑}</a:t>
            </a:r>
            <a:r>
              <a:rPr sz="2800" dirty="0">
                <a:latin typeface="Calibri"/>
                <a:cs typeface="Calibri"/>
              </a:rPr>
              <a:t>, </a:t>
            </a:r>
            <a:r>
              <a:rPr sz="2800" spc="-20" dirty="0">
                <a:latin typeface="Calibri"/>
                <a:cs typeface="Calibri"/>
              </a:rPr>
              <a:t>exemplos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 </a:t>
            </a:r>
            <a:r>
              <a:rPr sz="2800" dirty="0">
                <a:latin typeface="Calibri"/>
                <a:cs typeface="Calibri"/>
              </a:rPr>
              <a:t>classe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positiva,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P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75" dirty="0">
                <a:latin typeface="Cambria Math"/>
                <a:cs typeface="Cambria Math"/>
              </a:rPr>
              <a:t>𝑛</a:t>
            </a:r>
            <a:r>
              <a:rPr sz="3075" spc="112" baseline="-16260" dirty="0">
                <a:latin typeface="Cambria Math"/>
                <a:cs typeface="Cambria Math"/>
              </a:rPr>
              <a:t>𝑖</a:t>
            </a:r>
            <a:r>
              <a:rPr sz="2800" spc="75" dirty="0">
                <a:latin typeface="Cambria Math"/>
                <a:cs typeface="Cambria Math"/>
              </a:rPr>
              <a:t>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𝑖</a:t>
            </a:r>
            <a:r>
              <a:rPr sz="2800" spc="204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∈</a:t>
            </a:r>
            <a:r>
              <a:rPr sz="2800" spc="135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{1,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30" dirty="0">
                <a:latin typeface="Cambria Math"/>
                <a:cs typeface="Cambria Math"/>
              </a:rPr>
              <a:t>…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𝑑}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exemplos</a:t>
            </a:r>
            <a:r>
              <a:rPr sz="2800" dirty="0">
                <a:latin typeface="Calibri"/>
                <a:cs typeface="Calibri"/>
              </a:rPr>
              <a:t> da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negativa,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i="1" spc="-25" dirty="0">
                <a:latin typeface="Calibri"/>
                <a:cs typeface="Calibri"/>
              </a:rPr>
              <a:t>N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Indução</a:t>
            </a:r>
            <a:r>
              <a:rPr spc="-3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uma</a:t>
            </a:r>
            <a:r>
              <a:rPr spc="-15" dirty="0"/>
              <a:t> </a:t>
            </a:r>
            <a:r>
              <a:rPr dirty="0"/>
              <a:t>árvore</a:t>
            </a:r>
            <a:r>
              <a:rPr spc="-2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793493"/>
            <a:ext cx="10717530" cy="17322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79400" marR="43180" indent="-228600">
              <a:lnSpc>
                <a:spcPct val="90200"/>
              </a:lnSpc>
              <a:spcBef>
                <a:spcPts val="425"/>
              </a:spcBef>
              <a:buFont typeface="Arial"/>
              <a:buChar char="•"/>
              <a:tabLst>
                <a:tab pos="279400" algn="l"/>
              </a:tabLst>
            </a:pPr>
            <a:r>
              <a:rPr sz="2800" dirty="0">
                <a:latin typeface="Calibri"/>
                <a:cs typeface="Calibri"/>
              </a:rPr>
              <a:t>Um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exemplo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escolhido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aleatoriamente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conjunto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tem </a:t>
            </a:r>
            <a:r>
              <a:rPr sz="2800" spc="-10" dirty="0">
                <a:latin typeface="Calibri"/>
                <a:cs typeface="Calibri"/>
              </a:rPr>
              <a:t>probabilidade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igual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(𝑝</a:t>
            </a:r>
            <a:r>
              <a:rPr sz="3075" baseline="-16260" dirty="0">
                <a:latin typeface="Cambria Math"/>
                <a:cs typeface="Cambria Math"/>
              </a:rPr>
              <a:t>𝑖</a:t>
            </a:r>
            <a:r>
              <a:rPr sz="3075" spc="494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+</a:t>
            </a:r>
            <a:r>
              <a:rPr sz="2800" spc="-1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𝑛</a:t>
            </a:r>
            <a:r>
              <a:rPr sz="3075" baseline="-16260" dirty="0">
                <a:latin typeface="Cambria Math"/>
                <a:cs typeface="Cambria Math"/>
              </a:rPr>
              <a:t>𝑖</a:t>
            </a:r>
            <a:r>
              <a:rPr sz="2800" dirty="0">
                <a:latin typeface="Cambria Math"/>
                <a:cs typeface="Cambria Math"/>
              </a:rPr>
              <a:t>)/(𝑝</a:t>
            </a:r>
            <a:r>
              <a:rPr sz="2800" spc="2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+</a:t>
            </a:r>
            <a:r>
              <a:rPr sz="2800" spc="-1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𝑛)</a:t>
            </a:r>
            <a:r>
              <a:rPr sz="2800" spc="2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pertencer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𝑖</a:t>
            </a:r>
            <a:r>
              <a:rPr sz="2800" dirty="0">
                <a:latin typeface="Calibri"/>
                <a:cs typeface="Calibri"/>
              </a:rPr>
              <a:t>-</a:t>
            </a:r>
            <a:r>
              <a:rPr sz="2800" spc="-10" dirty="0">
                <a:latin typeface="Calibri"/>
                <a:cs typeface="Calibri"/>
              </a:rPr>
              <a:t>ésimo subconjunto,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𝐸</a:t>
            </a:r>
            <a:r>
              <a:rPr sz="3075" baseline="-16260" dirty="0">
                <a:latin typeface="Cambria Math"/>
                <a:cs typeface="Cambria Math"/>
              </a:rPr>
              <a:t>𝑖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45" dirty="0">
                <a:latin typeface="Cambria Math"/>
                <a:cs typeface="Cambria Math"/>
              </a:rPr>
              <a:t>𝑥</a:t>
            </a:r>
            <a:r>
              <a:rPr sz="3075" spc="67" baseline="-16260" dirty="0">
                <a:latin typeface="Cambria Math"/>
                <a:cs typeface="Cambria Math"/>
              </a:rPr>
              <a:t>𝑘</a:t>
            </a:r>
            <a:r>
              <a:rPr sz="2800" spc="4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794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79400" algn="l"/>
              </a:tabLst>
            </a:pPr>
            <a:r>
              <a:rPr sz="2800" dirty="0">
                <a:latin typeface="Calibri"/>
                <a:cs typeface="Calibri"/>
              </a:rPr>
              <a:t>Assim,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entropia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restante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após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teste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𝑘</a:t>
            </a:r>
            <a:r>
              <a:rPr sz="3075" spc="397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por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3024248" y="3429000"/>
                <a:ext cx="6348352" cy="11459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  <a:tabLst>
                    <a:tab pos="179895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2600" spc="-10" dirty="0" smtClean="0">
                          <a:latin typeface="Cambria Math"/>
                          <a:cs typeface="Cambria Math"/>
                        </a:rPr>
                        <m:t>𝑅𝑒𝑚𝑎𝑖𝑛𝑑𝑒𝑟</m:t>
                      </m:r>
                      <m:r>
                        <m:rPr>
                          <m:nor/>
                        </m:rPr>
                        <a:rPr lang="pt-BR" sz="2600" dirty="0" smtClean="0">
                          <a:latin typeface="Cambria Math"/>
                          <a:cs typeface="Cambria Math"/>
                        </a:rPr>
                        <m:t>	(</m:t>
                      </m:r>
                      <m:sSub>
                        <m:sSubPr>
                          <m:ctrlPr>
                            <a:rPr lang="pt-BR" sz="2600" b="0" i="1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mbria Math"/>
                            </a:rPr>
                            <m:t>𝑘</m:t>
                          </m:r>
                        </m:sub>
                      </m:sSub>
                      <m:r>
                        <a:rPr lang="pt-BR" sz="2600" b="0" i="1" smtClean="0">
                          <a:latin typeface="Cambria Math" panose="02040503050406030204" pitchFamily="18" charset="0"/>
                          <a:cs typeface="Cambria Math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pt-BR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f>
                            <m:fPr>
                              <m:ctrlP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6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pt-BR" sz="2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6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pt-BR" sz="2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  <m:r>
                        <a:rPr lang="pt-BR" sz="26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pt-BR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6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pt-BR" sz="2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pt-BR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6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pt-BR" sz="2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6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pt-BR" sz="2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sz="26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248" y="3429000"/>
                <a:ext cx="6348352" cy="11459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3"/>
          <p:cNvSpPr txBox="1"/>
          <p:nvPr/>
        </p:nvSpPr>
        <p:spPr>
          <a:xfrm>
            <a:off x="891539" y="4596460"/>
            <a:ext cx="10465435" cy="83502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66700" marR="30480" indent="-228600">
              <a:lnSpc>
                <a:spcPts val="3010"/>
              </a:lnSpc>
              <a:spcBef>
                <a:spcPts val="490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ganho</a:t>
            </a:r>
            <a:r>
              <a:rPr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informação</a:t>
            </a:r>
            <a:r>
              <a:rPr sz="28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𝑘</a:t>
            </a:r>
            <a:r>
              <a:rPr sz="3075" spc="419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redução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na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entropia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do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objetivo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por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3C1AA44C-CECD-B612-7CBE-321DCB8B61AF}"/>
                  </a:ext>
                </a:extLst>
              </p:cNvPr>
              <p:cNvSpPr txBox="1"/>
              <p:nvPr/>
            </p:nvSpPr>
            <p:spPr>
              <a:xfrm>
                <a:off x="3022755" y="5621908"/>
                <a:ext cx="6146491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𝑅𝑒𝑚𝑎𝑖𝑛𝑑𝑒𝑟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≥0.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3C1AA44C-CECD-B612-7CBE-321DCB8B6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755" y="5621908"/>
                <a:ext cx="6146491" cy="8298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Método</a:t>
            </a:r>
            <a:r>
              <a:rPr spc="-65" dirty="0"/>
              <a:t> </a:t>
            </a:r>
            <a:r>
              <a:rPr spc="-25" dirty="0"/>
              <a:t>ID3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57900" y="1793493"/>
            <a:ext cx="5860415" cy="403732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66700" marR="30480" indent="-228600">
              <a:lnSpc>
                <a:spcPts val="3040"/>
              </a:lnSpc>
              <a:spcBef>
                <a:spcPts val="459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ideia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trás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método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ID3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é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atributo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EC7C30"/>
                </a:solidFill>
                <a:latin typeface="Cambria Math"/>
                <a:cs typeface="Cambria Math"/>
              </a:rPr>
              <a:t>𝒙</a:t>
            </a:r>
            <a:r>
              <a:rPr sz="3075" baseline="-16260" dirty="0">
                <a:solidFill>
                  <a:srgbClr val="EC7C30"/>
                </a:solidFill>
                <a:latin typeface="Cambria Math"/>
                <a:cs typeface="Cambria Math"/>
              </a:rPr>
              <a:t>𝒌</a:t>
            </a:r>
            <a:r>
              <a:rPr sz="3075" spc="330" baseline="-16260" dirty="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que</a:t>
            </a:r>
            <a:r>
              <a:rPr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maximiza</a:t>
            </a:r>
            <a:endParaRPr sz="2800" dirty="0">
              <a:latin typeface="Calibri"/>
              <a:cs typeface="Calibri"/>
            </a:endParaRPr>
          </a:p>
          <a:p>
            <a:pPr marL="266700">
              <a:lnSpc>
                <a:spcPts val="2795"/>
              </a:lnSpc>
            </a:pP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o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ganho</a:t>
            </a:r>
            <a:r>
              <a:rPr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informação</a:t>
            </a:r>
            <a:r>
              <a:rPr sz="2800" b="1" i="1" spc="-3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então,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usar</a:t>
            </a:r>
            <a:endParaRPr sz="2800" dirty="0">
              <a:latin typeface="Calibri"/>
              <a:cs typeface="Calibri"/>
            </a:endParaRPr>
          </a:p>
          <a:p>
            <a:pPr marL="266700" marR="224790">
              <a:lnSpc>
                <a:spcPts val="3020"/>
              </a:lnSpc>
              <a:spcBef>
                <a:spcPts val="219"/>
              </a:spcBef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procedimento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recursivamente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com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demais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atributos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marR="321945" indent="-228600">
              <a:lnSpc>
                <a:spcPct val="90000"/>
              </a:lnSpc>
              <a:spcBef>
                <a:spcPts val="970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Ou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escolhe-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que </a:t>
            </a:r>
            <a:r>
              <a:rPr sz="2800" dirty="0">
                <a:latin typeface="Calibri"/>
                <a:cs typeface="Calibri"/>
              </a:rPr>
              <a:t>gera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primeira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ramificação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então,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repete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usando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os </a:t>
            </a:r>
            <a:r>
              <a:rPr sz="2800" dirty="0">
                <a:latin typeface="Calibri"/>
                <a:cs typeface="Calibri"/>
              </a:rPr>
              <a:t>demais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construir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spc="-20" dirty="0">
                <a:latin typeface="Calibri"/>
                <a:cs typeface="Calibri"/>
              </a:rPr>
              <a:t>restante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árvore.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450" y="2511365"/>
            <a:ext cx="5308052" cy="292558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Sequência</a:t>
            </a:r>
            <a:r>
              <a:rPr spc="-1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passos</a:t>
            </a:r>
            <a:r>
              <a:rPr spc="-15" dirty="0"/>
              <a:t> </a:t>
            </a:r>
            <a:r>
              <a:rPr dirty="0"/>
              <a:t>do</a:t>
            </a:r>
            <a:r>
              <a:rPr spc="-20" dirty="0"/>
              <a:t> </a:t>
            </a:r>
            <a:r>
              <a:rPr dirty="0"/>
              <a:t>método</a:t>
            </a:r>
            <a:r>
              <a:rPr spc="5" dirty="0"/>
              <a:t> </a:t>
            </a:r>
            <a:r>
              <a:rPr spc="-25" dirty="0"/>
              <a:t>ID3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3439" y="1766062"/>
            <a:ext cx="11107420" cy="4701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33400" indent="-457834">
              <a:lnSpc>
                <a:spcPts val="2810"/>
              </a:lnSpc>
              <a:spcBef>
                <a:spcPts val="105"/>
              </a:spcBef>
              <a:buAutoNum type="alphaLcParenR"/>
              <a:tabLst>
                <a:tab pos="533400" algn="l"/>
                <a:tab pos="534035" algn="l"/>
              </a:tabLst>
            </a:pPr>
            <a:r>
              <a:rPr sz="2600" dirty="0">
                <a:latin typeface="Calibri"/>
                <a:cs typeface="Calibri"/>
              </a:rPr>
              <a:t>Cálculo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entropia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objetivo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(sub)conjunto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treinamento</a:t>
            </a:r>
            <a:endParaRPr sz="2600" dirty="0">
              <a:latin typeface="Calibri"/>
              <a:cs typeface="Calibri"/>
            </a:endParaRPr>
          </a:p>
          <a:p>
            <a:pPr marL="533400">
              <a:lnSpc>
                <a:spcPts val="2805"/>
              </a:lnSpc>
            </a:pPr>
            <a:r>
              <a:rPr sz="2600" b="1" i="1" spc="-10" dirty="0">
                <a:latin typeface="Calibri"/>
                <a:cs typeface="Calibri"/>
              </a:rPr>
              <a:t>corrente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762000" marR="732790" lvl="1" indent="-228600">
              <a:lnSpc>
                <a:spcPct val="80000"/>
              </a:lnSpc>
              <a:spcBef>
                <a:spcPts val="525"/>
              </a:spcBef>
              <a:buFont typeface="Wingdings"/>
              <a:buChar char=""/>
              <a:tabLst>
                <a:tab pos="762635" algn="l"/>
              </a:tabLst>
            </a:pPr>
            <a:r>
              <a:rPr sz="2200" b="1" dirty="0">
                <a:latin typeface="Calibri"/>
                <a:cs typeface="Calibri"/>
              </a:rPr>
              <a:t>OBS</a:t>
            </a:r>
            <a:r>
              <a:rPr sz="2200" dirty="0">
                <a:latin typeface="Calibri"/>
                <a:cs typeface="Calibri"/>
              </a:rPr>
              <a:t>.: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(sub)conjunto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alterado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cada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nova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iteração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método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acordo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o(s) </a:t>
            </a:r>
            <a:r>
              <a:rPr sz="2200" spc="-10" dirty="0">
                <a:latin typeface="Calibri"/>
                <a:cs typeface="Calibri"/>
              </a:rPr>
              <a:t>atributo(s)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sendo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testado(s).</a:t>
            </a:r>
            <a:endParaRPr sz="2200" dirty="0">
              <a:latin typeface="Calibri"/>
              <a:cs typeface="Calibri"/>
            </a:endParaRPr>
          </a:p>
          <a:p>
            <a:pPr marL="533400" marR="68580" indent="-457834">
              <a:lnSpc>
                <a:spcPct val="80000"/>
              </a:lnSpc>
              <a:spcBef>
                <a:spcPts val="980"/>
              </a:spcBef>
              <a:buAutoNum type="alphaLcParenR" startAt="2"/>
              <a:tabLst>
                <a:tab pos="533400" algn="l"/>
                <a:tab pos="534035" algn="l"/>
              </a:tabLst>
            </a:pPr>
            <a:r>
              <a:rPr sz="2600" dirty="0">
                <a:latin typeface="Calibri"/>
                <a:cs typeface="Calibri"/>
              </a:rPr>
              <a:t>Cálculo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ganho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informação</a:t>
            </a:r>
            <a:r>
              <a:rPr sz="2600" b="1" i="1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cada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atributo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80" dirty="0">
                <a:latin typeface="Cambria Math"/>
                <a:cs typeface="Cambria Math"/>
              </a:rPr>
              <a:t>𝑥</a:t>
            </a:r>
            <a:r>
              <a:rPr sz="2850" spc="120" baseline="-16081" dirty="0">
                <a:latin typeface="Cambria Math"/>
                <a:cs typeface="Cambria Math"/>
              </a:rPr>
              <a:t>𝑘</a:t>
            </a:r>
            <a:r>
              <a:rPr sz="2600" spc="80" dirty="0">
                <a:latin typeface="Cambria Math"/>
                <a:cs typeface="Cambria Math"/>
              </a:rPr>
              <a:t>,</a:t>
            </a:r>
            <a:r>
              <a:rPr sz="2600" spc="-15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𝑘</a:t>
            </a:r>
            <a:r>
              <a:rPr sz="2600" spc="22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=</a:t>
            </a:r>
            <a:r>
              <a:rPr sz="2600" spc="114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1,</a:t>
            </a:r>
            <a:r>
              <a:rPr sz="2600" spc="-14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…</a:t>
            </a:r>
            <a:r>
              <a:rPr sz="2600" spc="-14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,</a:t>
            </a:r>
            <a:r>
              <a:rPr sz="2600" spc="-15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𝐾</a:t>
            </a:r>
            <a:r>
              <a:rPr sz="2600" spc="80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conjunto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treinamento,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25" dirty="0">
                <a:latin typeface="Cambria Math"/>
                <a:cs typeface="Cambria Math"/>
              </a:rPr>
              <a:t>𝐸</a:t>
            </a:r>
            <a:r>
              <a:rPr sz="2600" spc="2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533400" indent="-457834">
              <a:lnSpc>
                <a:spcPct val="100000"/>
              </a:lnSpc>
              <a:spcBef>
                <a:spcPts val="370"/>
              </a:spcBef>
              <a:buAutoNum type="alphaLcParenR" startAt="2"/>
              <a:tabLst>
                <a:tab pos="533400" algn="l"/>
                <a:tab pos="534035" algn="l"/>
              </a:tabLst>
            </a:pPr>
            <a:r>
              <a:rPr sz="2600" dirty="0">
                <a:latin typeface="Calibri"/>
                <a:cs typeface="Calibri"/>
              </a:rPr>
              <a:t>Criação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nó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atributo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maximizou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ganho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informação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533400" indent="-457834">
              <a:lnSpc>
                <a:spcPts val="2810"/>
              </a:lnSpc>
              <a:spcBef>
                <a:spcPts val="385"/>
              </a:spcBef>
              <a:buAutoNum type="alphaLcParenR" startAt="2"/>
              <a:tabLst>
                <a:tab pos="533400" algn="l"/>
                <a:tab pos="534035" algn="l"/>
              </a:tabLst>
            </a:pPr>
            <a:r>
              <a:rPr sz="2600" b="1" i="1" dirty="0">
                <a:latin typeface="Calibri"/>
                <a:cs typeface="Calibri"/>
              </a:rPr>
              <a:t>Particionamento</a:t>
            </a:r>
            <a:r>
              <a:rPr sz="2600" b="1" i="1" spc="-7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(sub)conjunto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em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subconjuntos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usando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atributo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5" dirty="0">
                <a:latin typeface="Cambria Math"/>
                <a:cs typeface="Cambria Math"/>
              </a:rPr>
              <a:t>𝑥</a:t>
            </a:r>
            <a:r>
              <a:rPr sz="2850" spc="-37" baseline="-16081" dirty="0">
                <a:latin typeface="Cambria Math"/>
                <a:cs typeface="Cambria Math"/>
              </a:rPr>
              <a:t>𝑘</a:t>
            </a:r>
            <a:endParaRPr sz="2850" baseline="-16081" dirty="0">
              <a:latin typeface="Cambria Math"/>
              <a:cs typeface="Cambria Math"/>
            </a:endParaRPr>
          </a:p>
          <a:p>
            <a:pPr marL="533400">
              <a:lnSpc>
                <a:spcPts val="2810"/>
              </a:lnSpc>
            </a:pP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ganho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informação</a:t>
            </a:r>
            <a:r>
              <a:rPr sz="2600" b="1" i="1" spc="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resultante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após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divisão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maximizado.</a:t>
            </a:r>
            <a:endParaRPr sz="2600" dirty="0">
              <a:latin typeface="Calibri"/>
              <a:cs typeface="Calibri"/>
            </a:endParaRPr>
          </a:p>
          <a:p>
            <a:pPr marL="533400" marR="766445" indent="-457834">
              <a:lnSpc>
                <a:spcPct val="80000"/>
              </a:lnSpc>
              <a:spcBef>
                <a:spcPts val="1000"/>
              </a:spcBef>
              <a:buAutoNum type="alphaLcParenR" startAt="5"/>
              <a:tabLst>
                <a:tab pos="533400" algn="l"/>
                <a:tab pos="534035" algn="l"/>
              </a:tabLst>
            </a:pPr>
            <a:r>
              <a:rPr sz="2600" dirty="0">
                <a:latin typeface="Calibri"/>
                <a:cs typeface="Calibri"/>
              </a:rPr>
              <a:t>Repetir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itens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a)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até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d)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subconjuntos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treinamento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usando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os </a:t>
            </a:r>
            <a:r>
              <a:rPr sz="2600" dirty="0">
                <a:latin typeface="Calibri"/>
                <a:cs typeface="Calibri"/>
              </a:rPr>
              <a:t>atributos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restantes.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Essa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sequência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continua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até</a:t>
            </a:r>
            <a:r>
              <a:rPr sz="26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6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árvore</a:t>
            </a:r>
            <a:r>
              <a:rPr sz="26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classifique perfeitamente</a:t>
            </a:r>
            <a:r>
              <a:rPr sz="26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todos</a:t>
            </a:r>
            <a:r>
              <a:rPr sz="26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os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exemplos</a:t>
            </a:r>
            <a:r>
              <a:rPr sz="26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treinamento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EC7C30"/>
                </a:solidFill>
                <a:latin typeface="Calibri"/>
                <a:cs typeface="Calibri"/>
              </a:rPr>
              <a:t>até</a:t>
            </a:r>
            <a:r>
              <a:rPr sz="2600" b="1" i="1" spc="-4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EC7C30"/>
                </a:solidFill>
                <a:latin typeface="Calibri"/>
                <a:cs typeface="Calibri"/>
              </a:rPr>
              <a:t>que</a:t>
            </a:r>
            <a:r>
              <a:rPr sz="2600" b="1" i="1" spc="-4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EC7C30"/>
                </a:solidFill>
                <a:latin typeface="Calibri"/>
                <a:cs typeface="Calibri"/>
              </a:rPr>
              <a:t>todos</a:t>
            </a:r>
            <a:r>
              <a:rPr sz="2600" b="1" i="1" spc="-25" dirty="0">
                <a:solidFill>
                  <a:srgbClr val="EC7C30"/>
                </a:solidFill>
                <a:latin typeface="Calibri"/>
                <a:cs typeface="Calibri"/>
              </a:rPr>
              <a:t> os </a:t>
            </a:r>
            <a:r>
              <a:rPr sz="2600" b="1" i="1" dirty="0">
                <a:solidFill>
                  <a:srgbClr val="EC7C30"/>
                </a:solidFill>
                <a:latin typeface="Calibri"/>
                <a:cs typeface="Calibri"/>
              </a:rPr>
              <a:t>atributos</a:t>
            </a:r>
            <a:r>
              <a:rPr sz="26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EC7C30"/>
                </a:solidFill>
                <a:latin typeface="Calibri"/>
                <a:cs typeface="Calibri"/>
              </a:rPr>
              <a:t>tenham</a:t>
            </a:r>
            <a:r>
              <a:rPr sz="26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EC7C30"/>
                </a:solidFill>
                <a:latin typeface="Calibri"/>
                <a:cs typeface="Calibri"/>
              </a:rPr>
              <a:t>sido</a:t>
            </a:r>
            <a:r>
              <a:rPr sz="2600" b="1" i="1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EC7C30"/>
                </a:solidFill>
                <a:latin typeface="Calibri"/>
                <a:cs typeface="Calibri"/>
              </a:rPr>
              <a:t>utilizados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Sequência</a:t>
            </a:r>
            <a:r>
              <a:rPr spc="-1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passos</a:t>
            </a:r>
            <a:r>
              <a:rPr spc="-15" dirty="0"/>
              <a:t> </a:t>
            </a:r>
            <a:r>
              <a:rPr dirty="0"/>
              <a:t>do</a:t>
            </a:r>
            <a:r>
              <a:rPr spc="-20" dirty="0"/>
              <a:t> </a:t>
            </a:r>
            <a:r>
              <a:rPr dirty="0"/>
              <a:t>método</a:t>
            </a:r>
            <a:r>
              <a:rPr spc="5" dirty="0"/>
              <a:t> </a:t>
            </a:r>
            <a:r>
              <a:rPr spc="-25" dirty="0"/>
              <a:t>ID3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50229" y="1793493"/>
            <a:ext cx="6199505" cy="250063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189865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ID3</a:t>
            </a:r>
            <a:r>
              <a:rPr sz="2800" b="1" i="1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segue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regra: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ramo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uma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entropia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igual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zero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folha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ramo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entropia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maior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do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que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6F2F9F"/>
                </a:solidFill>
                <a:latin typeface="Calibri"/>
                <a:cs typeface="Calibri"/>
              </a:rPr>
              <a:t>zero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precisa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partição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adicional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3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método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ID3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será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exemplificado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através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apresentado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breve.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149" y="2397760"/>
            <a:ext cx="4462145" cy="345503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Características</a:t>
            </a:r>
            <a:r>
              <a:rPr spc="-75" dirty="0"/>
              <a:t> </a:t>
            </a:r>
            <a:r>
              <a:rPr dirty="0"/>
              <a:t>do</a:t>
            </a:r>
            <a:r>
              <a:rPr spc="-45" dirty="0"/>
              <a:t> </a:t>
            </a:r>
            <a:r>
              <a:rPr dirty="0"/>
              <a:t>método</a:t>
            </a:r>
            <a:r>
              <a:rPr spc="-55" dirty="0"/>
              <a:t> </a:t>
            </a:r>
            <a:r>
              <a:rPr spc="-25" dirty="0"/>
              <a:t>ID3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678795" cy="4754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19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abordagem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baseada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heurística</a:t>
            </a:r>
            <a:r>
              <a:rPr sz="2800" b="1" i="1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gananciosa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ID3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não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garante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uma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solução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ideal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185420" algn="l"/>
              </a:tabLst>
            </a:pPr>
            <a:r>
              <a:rPr sz="2800" dirty="0">
                <a:latin typeface="Calibri"/>
                <a:cs typeface="Calibri"/>
              </a:rPr>
              <a:t>Pode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sobreajustar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endParaRPr sz="2800" dirty="0">
              <a:latin typeface="Calibri"/>
              <a:cs typeface="Calibri"/>
            </a:endParaRPr>
          </a:p>
          <a:p>
            <a:pPr marL="698500" marR="252729" lvl="1" indent="-228600">
              <a:lnSpc>
                <a:spcPts val="2590"/>
              </a:lnSpc>
              <a:spcBef>
                <a:spcPts val="56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Para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evitar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sobreajuste,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árvores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decisão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menores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preferidas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ao </a:t>
            </a:r>
            <a:r>
              <a:rPr sz="2400" dirty="0">
                <a:latin typeface="Calibri"/>
                <a:cs typeface="Calibri"/>
              </a:rPr>
              <a:t>invés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maiores.</a:t>
            </a:r>
            <a:endParaRPr sz="2400" dirty="0">
              <a:latin typeface="Calibri"/>
              <a:cs typeface="Calibri"/>
            </a:endParaRPr>
          </a:p>
          <a:p>
            <a:pPr marL="184785" indent="-172720" algn="just">
              <a:lnSpc>
                <a:spcPts val="3190"/>
              </a:lnSpc>
              <a:spcBef>
                <a:spcPts val="610"/>
              </a:spcBef>
              <a:buFont typeface="Arial"/>
              <a:buChar char="•"/>
              <a:tabLst>
                <a:tab pos="18542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método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ID3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geralmente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produz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árvores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pequenas,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1F5F"/>
                </a:solidFill>
                <a:latin typeface="Calibri"/>
                <a:cs typeface="Calibri"/>
              </a:rPr>
              <a:t>mas</a:t>
            </a:r>
            <a:r>
              <a:rPr sz="2800" b="1" i="1" spc="-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1F5F"/>
                </a:solidFill>
                <a:latin typeface="Calibri"/>
                <a:cs typeface="Calibri"/>
              </a:rPr>
              <a:t>nem</a:t>
            </a:r>
            <a:r>
              <a:rPr sz="2800" b="1" i="1" spc="-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1F5F"/>
                </a:solidFill>
                <a:latin typeface="Calibri"/>
                <a:cs typeface="Calibri"/>
              </a:rPr>
              <a:t>sempre</a:t>
            </a:r>
            <a:endParaRPr sz="2800" dirty="0">
              <a:latin typeface="Calibri"/>
              <a:cs typeface="Calibri"/>
            </a:endParaRPr>
          </a:p>
          <a:p>
            <a:pPr marL="184785" algn="just">
              <a:lnSpc>
                <a:spcPts val="3190"/>
              </a:lnSpc>
            </a:pPr>
            <a:r>
              <a:rPr sz="2800" dirty="0">
                <a:latin typeface="Calibri"/>
                <a:cs typeface="Calibri"/>
              </a:rPr>
              <a:t>produz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2800" b="1" i="1" spc="-8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1F5F"/>
                </a:solidFill>
                <a:latin typeface="Calibri"/>
                <a:cs typeface="Calibri"/>
              </a:rPr>
              <a:t>menor</a:t>
            </a:r>
            <a:r>
              <a:rPr sz="2800" b="1" i="1" spc="-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1F5F"/>
                </a:solidFill>
                <a:latin typeface="Calibri"/>
                <a:cs typeface="Calibri"/>
              </a:rPr>
              <a:t>árvore</a:t>
            </a:r>
            <a:r>
              <a:rPr sz="2800" b="1" i="1" spc="-6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1F5F"/>
                </a:solidFill>
                <a:latin typeface="Calibri"/>
                <a:cs typeface="Calibri"/>
              </a:rPr>
              <a:t>possível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184785" indent="-172720" algn="just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185420" algn="l"/>
              </a:tabLst>
            </a:pPr>
            <a:r>
              <a:rPr sz="2800" dirty="0">
                <a:latin typeface="Calibri"/>
                <a:cs typeface="Calibri"/>
              </a:rPr>
              <a:t>É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difícil</a:t>
            </a:r>
            <a:r>
              <a:rPr sz="2800" b="1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2800" b="1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usar</a:t>
            </a:r>
            <a:r>
              <a:rPr sz="2800" b="1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com</a:t>
            </a:r>
            <a:r>
              <a:rPr sz="2800" b="1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dados</a:t>
            </a:r>
            <a:r>
              <a:rPr sz="2800"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contínuos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184785" marR="5080" indent="-172720" algn="just">
              <a:lnSpc>
                <a:spcPts val="3020"/>
              </a:lnSpc>
              <a:spcBef>
                <a:spcPts val="1050"/>
              </a:spcBef>
              <a:buFont typeface="Arial"/>
              <a:buChar char="•"/>
              <a:tabLst>
                <a:tab pos="18542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valores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contínuos,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haverá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pontos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dividir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busca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melhor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dividido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tornar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demorada.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Observações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9111" y="1658188"/>
            <a:ext cx="7266305" cy="446786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297180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Além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ganho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informação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existem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outras </a:t>
            </a:r>
            <a:r>
              <a:rPr sz="2800" dirty="0">
                <a:latin typeface="Calibri"/>
                <a:cs typeface="Calibri"/>
              </a:rPr>
              <a:t>métricas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usadas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indução.</a:t>
            </a:r>
            <a:endParaRPr sz="2800" dirty="0">
              <a:latin typeface="Calibri"/>
              <a:cs typeface="Calibri"/>
            </a:endParaRPr>
          </a:p>
          <a:p>
            <a:pPr marL="241300" marR="1036319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possibilidade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métrica</a:t>
            </a:r>
            <a:r>
              <a:rPr sz="28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impureza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índice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Gini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9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Usado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método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10" dirty="0">
                <a:latin typeface="Calibri"/>
                <a:cs typeface="Calibri"/>
              </a:rPr>
              <a:t> SciKit-Learn.</a:t>
            </a:r>
            <a:endParaRPr sz="2400" dirty="0">
              <a:latin typeface="Calibri"/>
              <a:cs typeface="Calibri"/>
            </a:endParaRPr>
          </a:p>
          <a:p>
            <a:pPr marL="241300" marR="663575" indent="-228600">
              <a:lnSpc>
                <a:spcPts val="302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Mede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bagunçado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impuro)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dados.</a:t>
            </a:r>
            <a:endParaRPr sz="28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2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Valor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1: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conjunto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puro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todas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amostras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pertencem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mesma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classe.</a:t>
            </a:r>
            <a:endParaRPr sz="2400" dirty="0">
              <a:latin typeface="Calibri"/>
              <a:cs typeface="Calibri"/>
            </a:endParaRPr>
          </a:p>
          <a:p>
            <a:pPr marL="698500" marR="438150" lvl="1" indent="-228600">
              <a:lnSpc>
                <a:spcPts val="2590"/>
              </a:lnSpc>
              <a:spcBef>
                <a:spcPts val="50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Valor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0: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conjunto</a:t>
            </a:r>
            <a:r>
              <a:rPr sz="24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totalmente</a:t>
            </a:r>
            <a:r>
              <a:rPr sz="2400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impuro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amostras </a:t>
            </a:r>
            <a:r>
              <a:rPr sz="2400" dirty="0">
                <a:latin typeface="Calibri"/>
                <a:cs typeface="Calibri"/>
              </a:rPr>
              <a:t>pertencem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diferentes.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546" y="2426779"/>
            <a:ext cx="4233164" cy="36950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Observações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2634" y="1658188"/>
            <a:ext cx="6581775" cy="252158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288925" indent="-228600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Outro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ponto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importante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caso, </a:t>
            </a:r>
            <a:r>
              <a:rPr sz="2800" spc="-30" dirty="0">
                <a:latin typeface="Calibri"/>
                <a:cs typeface="Calibri"/>
              </a:rPr>
              <a:t>deve-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buscar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metodologias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lidar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faltantes.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Existem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várias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soluções,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exemplo: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3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Remover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exemplo.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Atribuir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atributo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média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seus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valores.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6745" y="2426779"/>
            <a:ext cx="4233164" cy="36950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Observações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697230" marR="370205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697230" algn="l"/>
              </a:tabLst>
            </a:pPr>
            <a:r>
              <a:rPr dirty="0"/>
              <a:t>O</a:t>
            </a:r>
            <a:r>
              <a:rPr spc="-65" dirty="0"/>
              <a:t> </a:t>
            </a:r>
            <a:r>
              <a:rPr spc="-10" dirty="0"/>
              <a:t>conjunto</a:t>
            </a:r>
            <a:r>
              <a:rPr spc="-3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treinamento</a:t>
            </a:r>
            <a:r>
              <a:rPr spc="-50" dirty="0"/>
              <a:t> </a:t>
            </a:r>
            <a:r>
              <a:rPr dirty="0"/>
              <a:t>é</a:t>
            </a:r>
            <a:r>
              <a:rPr spc="-60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base</a:t>
            </a:r>
            <a:r>
              <a:rPr spc="-45" dirty="0"/>
              <a:t> </a:t>
            </a:r>
            <a:r>
              <a:rPr spc="-20" dirty="0"/>
              <a:t>para </a:t>
            </a:r>
            <a:r>
              <a:rPr dirty="0"/>
              <a:t>definirmos</a:t>
            </a:r>
            <a:r>
              <a:rPr spc="-50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b="1" i="1" dirty="0">
                <a:latin typeface="Calibri"/>
                <a:cs typeface="Calibri"/>
              </a:rPr>
              <a:t>árvore</a:t>
            </a:r>
            <a:r>
              <a:rPr b="1" i="1" spc="-7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de</a:t>
            </a:r>
            <a:r>
              <a:rPr b="1" i="1" spc="-75" dirty="0">
                <a:latin typeface="Calibri"/>
                <a:cs typeface="Calibri"/>
              </a:rPr>
              <a:t> </a:t>
            </a:r>
            <a:r>
              <a:rPr b="1" i="1" spc="-10" dirty="0">
                <a:latin typeface="Calibri"/>
                <a:cs typeface="Calibri"/>
              </a:rPr>
              <a:t>decisão</a:t>
            </a:r>
            <a:r>
              <a:rPr spc="-10" dirty="0"/>
              <a:t>.</a:t>
            </a:r>
          </a:p>
          <a:p>
            <a:pPr marL="697230" marR="5080" indent="-228600">
              <a:lnSpc>
                <a:spcPct val="90000"/>
              </a:lnSpc>
              <a:spcBef>
                <a:spcPts val="960"/>
              </a:spcBef>
              <a:buFont typeface="Arial"/>
              <a:buChar char="•"/>
              <a:tabLst>
                <a:tab pos="697230" algn="l"/>
              </a:tabLst>
            </a:pPr>
            <a:r>
              <a:rPr dirty="0"/>
              <a:t>Um</a:t>
            </a:r>
            <a:r>
              <a:rPr spc="-75" dirty="0"/>
              <a:t> </a:t>
            </a:r>
            <a:r>
              <a:rPr spc="-10" dirty="0"/>
              <a:t>conjunto</a:t>
            </a:r>
            <a:r>
              <a:rPr spc="-65" dirty="0"/>
              <a:t> </a:t>
            </a:r>
            <a:r>
              <a:rPr dirty="0"/>
              <a:t>que</a:t>
            </a:r>
            <a:r>
              <a:rPr spc="-70" dirty="0"/>
              <a:t> </a:t>
            </a:r>
            <a:r>
              <a:rPr spc="-10" dirty="0"/>
              <a:t>contenha</a:t>
            </a:r>
            <a:r>
              <a:rPr spc="-75" dirty="0"/>
              <a:t> </a:t>
            </a:r>
            <a:r>
              <a:rPr spc="-10" dirty="0"/>
              <a:t>inconsistências, </a:t>
            </a:r>
            <a:r>
              <a:rPr dirty="0"/>
              <a:t>como,</a:t>
            </a:r>
            <a:r>
              <a:rPr spc="-80" dirty="0"/>
              <a:t> </a:t>
            </a:r>
            <a:r>
              <a:rPr dirty="0"/>
              <a:t>por</a:t>
            </a:r>
            <a:r>
              <a:rPr spc="-85" dirty="0"/>
              <a:t> </a:t>
            </a:r>
            <a:r>
              <a:rPr spc="-25" dirty="0"/>
              <a:t>exemplo,</a:t>
            </a:r>
            <a:r>
              <a:rPr spc="-70" dirty="0"/>
              <a:t> </a:t>
            </a:r>
            <a:r>
              <a:rPr b="1" i="1" dirty="0">
                <a:latin typeface="Calibri"/>
                <a:cs typeface="Calibri"/>
              </a:rPr>
              <a:t>dois</a:t>
            </a:r>
            <a:r>
              <a:rPr b="1" i="1" spc="-90" dirty="0">
                <a:latin typeface="Calibri"/>
                <a:cs typeface="Calibri"/>
              </a:rPr>
              <a:t> </a:t>
            </a:r>
            <a:r>
              <a:rPr b="1" i="1" spc="-20" dirty="0">
                <a:latin typeface="Calibri"/>
                <a:cs typeface="Calibri"/>
              </a:rPr>
              <a:t>exemplos</a:t>
            </a:r>
            <a:r>
              <a:rPr b="1" i="1" spc="-6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com</a:t>
            </a:r>
            <a:r>
              <a:rPr b="1" i="1" spc="-95" dirty="0">
                <a:latin typeface="Calibri"/>
                <a:cs typeface="Calibri"/>
              </a:rPr>
              <a:t> </a:t>
            </a:r>
            <a:r>
              <a:rPr b="1" i="1" spc="-25" dirty="0">
                <a:latin typeface="Calibri"/>
                <a:cs typeface="Calibri"/>
              </a:rPr>
              <a:t>os </a:t>
            </a:r>
            <a:r>
              <a:rPr b="1" i="1" dirty="0">
                <a:latin typeface="Calibri"/>
                <a:cs typeface="Calibri"/>
              </a:rPr>
              <a:t>mesmos</a:t>
            </a:r>
            <a:r>
              <a:rPr b="1" i="1" spc="-10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valores</a:t>
            </a:r>
            <a:r>
              <a:rPr b="1" i="1" spc="-10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de</a:t>
            </a:r>
            <a:r>
              <a:rPr b="1" i="1" spc="-10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atributos,</a:t>
            </a:r>
            <a:r>
              <a:rPr b="1" i="1" spc="-110" dirty="0">
                <a:latin typeface="Calibri"/>
                <a:cs typeface="Calibri"/>
              </a:rPr>
              <a:t> </a:t>
            </a:r>
            <a:r>
              <a:rPr b="1" i="1" spc="-10" dirty="0">
                <a:latin typeface="Calibri"/>
                <a:cs typeface="Calibri"/>
              </a:rPr>
              <a:t>porém </a:t>
            </a:r>
            <a:r>
              <a:rPr b="1" i="1" dirty="0">
                <a:latin typeface="Calibri"/>
                <a:cs typeface="Calibri"/>
              </a:rPr>
              <a:t>classes</a:t>
            </a:r>
            <a:r>
              <a:rPr b="1" i="1" spc="-125" dirty="0">
                <a:latin typeface="Calibri"/>
                <a:cs typeface="Calibri"/>
              </a:rPr>
              <a:t> </a:t>
            </a:r>
            <a:r>
              <a:rPr b="1" i="1" spc="-10" dirty="0">
                <a:latin typeface="Calibri"/>
                <a:cs typeface="Calibri"/>
              </a:rPr>
              <a:t>diferentes</a:t>
            </a:r>
            <a:r>
              <a:rPr spc="-10" dirty="0"/>
              <a:t>,</a:t>
            </a:r>
            <a:r>
              <a:rPr spc="-105" dirty="0"/>
              <a:t> </a:t>
            </a:r>
            <a:r>
              <a:rPr spc="-10" dirty="0"/>
              <a:t>precisará</a:t>
            </a:r>
            <a:r>
              <a:rPr spc="-105" dirty="0"/>
              <a:t> </a:t>
            </a:r>
            <a:r>
              <a:rPr spc="-25" dirty="0"/>
              <a:t>ser </a:t>
            </a:r>
            <a:r>
              <a:rPr spc="-20" dirty="0"/>
              <a:t>reconsiderado,</a:t>
            </a:r>
            <a:r>
              <a:rPr spc="-70" dirty="0"/>
              <a:t> </a:t>
            </a:r>
            <a:r>
              <a:rPr dirty="0"/>
              <a:t>pois</a:t>
            </a:r>
            <a:r>
              <a:rPr spc="-75" dirty="0"/>
              <a:t> </a:t>
            </a:r>
            <a:r>
              <a:rPr dirty="0"/>
              <a:t>os</a:t>
            </a:r>
            <a:r>
              <a:rPr spc="-95" dirty="0"/>
              <a:t> </a:t>
            </a:r>
            <a:r>
              <a:rPr dirty="0"/>
              <a:t>atributos</a:t>
            </a:r>
            <a:r>
              <a:rPr spc="-65" dirty="0"/>
              <a:t> </a:t>
            </a:r>
            <a:r>
              <a:rPr spc="-10" dirty="0"/>
              <a:t>atuais </a:t>
            </a:r>
            <a:r>
              <a:rPr dirty="0"/>
              <a:t>podem</a:t>
            </a:r>
            <a:r>
              <a:rPr spc="-55" dirty="0"/>
              <a:t> </a:t>
            </a:r>
            <a:r>
              <a:rPr dirty="0"/>
              <a:t>não</a:t>
            </a:r>
            <a:r>
              <a:rPr spc="-70" dirty="0"/>
              <a:t> </a:t>
            </a:r>
            <a:r>
              <a:rPr dirty="0"/>
              <a:t>ser</a:t>
            </a:r>
            <a:r>
              <a:rPr spc="-65" dirty="0"/>
              <a:t> </a:t>
            </a:r>
            <a:r>
              <a:rPr spc="-10" dirty="0"/>
              <a:t>suficientes,</a:t>
            </a:r>
            <a:r>
              <a:rPr spc="-55" dirty="0"/>
              <a:t> </a:t>
            </a:r>
            <a:r>
              <a:rPr dirty="0"/>
              <a:t>por</a:t>
            </a:r>
            <a:r>
              <a:rPr spc="-55" dirty="0"/>
              <a:t> </a:t>
            </a:r>
            <a:r>
              <a:rPr spc="-10" dirty="0"/>
              <a:t>exemplo, </a:t>
            </a:r>
            <a:r>
              <a:rPr b="1" i="1" dirty="0">
                <a:latin typeface="Calibri"/>
                <a:cs typeface="Calibri"/>
              </a:rPr>
              <a:t>precisando</a:t>
            </a:r>
            <a:r>
              <a:rPr b="1" i="1" spc="-8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de</a:t>
            </a:r>
            <a:r>
              <a:rPr b="1" i="1" spc="-7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mais</a:t>
            </a:r>
            <a:r>
              <a:rPr b="1" i="1" spc="-75" dirty="0">
                <a:latin typeface="Calibri"/>
                <a:cs typeface="Calibri"/>
              </a:rPr>
              <a:t> </a:t>
            </a:r>
            <a:r>
              <a:rPr b="1" i="1" spc="-10" dirty="0">
                <a:latin typeface="Calibri"/>
                <a:cs typeface="Calibri"/>
              </a:rPr>
              <a:t>atributos</a:t>
            </a:r>
            <a:r>
              <a:rPr spc="-10" dirty="0"/>
              <a:t>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149" y="2397760"/>
            <a:ext cx="4462145" cy="345503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Observações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16778" y="1793493"/>
            <a:ext cx="6556375" cy="328930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problema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árvores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dirty="0">
                <a:latin typeface="Calibri"/>
                <a:cs typeface="Calibri"/>
              </a:rPr>
              <a:t>decisão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especialmente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grande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b="1" i="1" spc="-10" dirty="0">
                <a:latin typeface="Calibri"/>
                <a:cs typeface="Calibri"/>
              </a:rPr>
              <a:t>sobreajuste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(alta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variância)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12065" indent="-228600">
              <a:lnSpc>
                <a:spcPts val="303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Existem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minimizar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este </a:t>
            </a:r>
            <a:r>
              <a:rPr sz="2800" spc="-10" dirty="0">
                <a:latin typeface="Calibri"/>
                <a:cs typeface="Calibri"/>
              </a:rPr>
              <a:t>problema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8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Podar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árvores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decisão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b="1" i="1" dirty="0">
                <a:latin typeface="Calibri"/>
                <a:cs typeface="Calibri"/>
              </a:rPr>
              <a:t>tree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prunning</a:t>
            </a:r>
            <a:r>
              <a:rPr sz="2400" spc="-10" dirty="0">
                <a:latin typeface="Calibri"/>
                <a:cs typeface="Calibri"/>
              </a:rPr>
              <a:t>).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Ou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utilizar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florestas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aleatórias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149" y="2397760"/>
            <a:ext cx="4462145" cy="345503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7924"/>
            <a:ext cx="8648065" cy="130111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Exemplo</a:t>
            </a:r>
            <a:r>
              <a:rPr spc="-4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indução</a:t>
            </a:r>
            <a:r>
              <a:rPr spc="-30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uma</a:t>
            </a:r>
            <a:r>
              <a:rPr spc="-35" dirty="0"/>
              <a:t> </a:t>
            </a:r>
            <a:r>
              <a:rPr dirty="0"/>
              <a:t>árvore</a:t>
            </a:r>
            <a:r>
              <a:rPr spc="-40" dirty="0"/>
              <a:t> </a:t>
            </a:r>
            <a:r>
              <a:rPr spc="-25" dirty="0"/>
              <a:t>de </a:t>
            </a:r>
            <a:r>
              <a:rPr dirty="0"/>
              <a:t>decisão</a:t>
            </a:r>
            <a:r>
              <a:rPr spc="-30" dirty="0"/>
              <a:t> </a:t>
            </a:r>
            <a:r>
              <a:rPr dirty="0"/>
              <a:t>com</a:t>
            </a:r>
            <a:r>
              <a:rPr spc="-30" dirty="0"/>
              <a:t> </a:t>
            </a:r>
            <a:r>
              <a:rPr dirty="0"/>
              <a:t>o</a:t>
            </a:r>
            <a:r>
              <a:rPr spc="-20" dirty="0"/>
              <a:t> </a:t>
            </a:r>
            <a:r>
              <a:rPr dirty="0"/>
              <a:t>método</a:t>
            </a:r>
            <a:r>
              <a:rPr spc="-10" dirty="0"/>
              <a:t> </a:t>
            </a:r>
            <a:r>
              <a:rPr spc="-25" dirty="0"/>
              <a:t>ID3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5647" y="1687781"/>
            <a:ext cx="6522720" cy="4606261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79400" marR="431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79400" algn="l"/>
              </a:tabLst>
            </a:pPr>
            <a:r>
              <a:rPr sz="2800" spc="-20" dirty="0">
                <a:latin typeface="Calibri"/>
                <a:cs typeface="Calibri"/>
              </a:rPr>
              <a:t>Vamos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construir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árvore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decisão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predizer</a:t>
            </a:r>
            <a:r>
              <a:rPr sz="2800" b="1" i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se</a:t>
            </a:r>
            <a:r>
              <a:rPr sz="2800" b="1" i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jogadores</a:t>
            </a:r>
            <a:r>
              <a:rPr sz="2800" b="1" i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irão</a:t>
            </a:r>
            <a:r>
              <a:rPr sz="2800" b="1" i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ou</a:t>
            </a:r>
            <a:r>
              <a:rPr sz="2800" b="1" i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FF0000"/>
                </a:solidFill>
                <a:latin typeface="Calibri"/>
                <a:cs typeface="Calibri"/>
              </a:rPr>
              <a:t>não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praticar</a:t>
            </a:r>
            <a:r>
              <a:rPr sz="2800" b="1" i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um</a:t>
            </a:r>
            <a:r>
              <a:rPr sz="2800" b="1" i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determinado</a:t>
            </a:r>
            <a:r>
              <a:rPr sz="2800" b="1" i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esporte</a:t>
            </a:r>
            <a:r>
              <a:rPr sz="2800" b="1" i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baseado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algumas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condições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meteorológicas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79400" marR="12827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79400" algn="l"/>
                <a:tab pos="1812289" algn="l"/>
                <a:tab pos="2731770" algn="l"/>
              </a:tabLst>
            </a:pPr>
            <a:r>
              <a:rPr sz="2800" spc="-20" dirty="0">
                <a:latin typeface="Calibri"/>
                <a:cs typeface="Calibri"/>
              </a:rPr>
              <a:t>Vamos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considerar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dados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</a:t>
            </a:r>
            <a:r>
              <a:rPr lang="pt-BR" sz="2800" spc="-10" dirty="0">
                <a:latin typeface="Calibri"/>
                <a:cs typeface="Calibri"/>
              </a:rPr>
              <a:t>(</a:t>
            </a:r>
            <a:r>
              <a:rPr sz="2800" spc="75" dirty="0">
                <a:latin typeface="Cambria Math"/>
                <a:cs typeface="Cambria Math"/>
              </a:rPr>
              <a:t>𝒙</a:t>
            </a:r>
            <a:r>
              <a:rPr sz="3075" spc="112" baseline="-16260" dirty="0">
                <a:latin typeface="Cambria Math"/>
                <a:cs typeface="Cambria Math"/>
              </a:rPr>
              <a:t>𝑖</a:t>
            </a:r>
            <a:r>
              <a:rPr sz="2800" spc="75" dirty="0">
                <a:latin typeface="Cambria Math"/>
                <a:cs typeface="Cambria Math"/>
              </a:rPr>
              <a:t>,</a:t>
            </a:r>
            <a:r>
              <a:rPr sz="2800" spc="-16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𝑑</a:t>
            </a:r>
            <a:r>
              <a:rPr sz="3075" spc="-37" baseline="-16260" dirty="0">
                <a:latin typeface="Cambria Math"/>
                <a:cs typeface="Cambria Math"/>
              </a:rPr>
              <a:t>𝑖</a:t>
            </a:r>
            <a:r>
              <a:rPr lang="pt-BR" sz="3075" dirty="0">
                <a:latin typeface="Cambria Math"/>
                <a:cs typeface="Cambria Math"/>
              </a:rPr>
              <a:t>)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𝒙</a:t>
            </a:r>
            <a:r>
              <a:rPr sz="3075" baseline="-16260" dirty="0">
                <a:latin typeface="Cambria Math"/>
                <a:cs typeface="Cambria Math"/>
              </a:rPr>
              <a:t>𝑖</a:t>
            </a:r>
            <a:r>
              <a:rPr sz="3075" spc="480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atributos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𝑑</a:t>
            </a:r>
            <a:r>
              <a:rPr sz="3075" baseline="-16260" dirty="0">
                <a:latin typeface="Cambria Math"/>
                <a:cs typeface="Cambria Math"/>
              </a:rPr>
              <a:t>𝑖</a:t>
            </a:r>
            <a:r>
              <a:rPr sz="3075" spc="472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rótulo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correspondente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atributos.</a:t>
            </a:r>
            <a:endParaRPr sz="2800" dirty="0">
              <a:latin typeface="Calibri"/>
              <a:cs typeface="Calibri"/>
            </a:endParaRPr>
          </a:p>
          <a:p>
            <a:pPr marL="279400" marR="219075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79400" algn="l"/>
              </a:tabLst>
            </a:pPr>
            <a:r>
              <a:rPr sz="2800" dirty="0">
                <a:latin typeface="Calibri"/>
                <a:cs typeface="Calibri"/>
              </a:rPr>
              <a:t>Nesse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entrada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diz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respeito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condição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meteorológica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jogadores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jogaram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não.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828" y="3184525"/>
            <a:ext cx="5190819" cy="161277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7924"/>
            <a:ext cx="8648065" cy="130111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Exemplo</a:t>
            </a:r>
            <a:r>
              <a:rPr spc="-4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indução</a:t>
            </a:r>
            <a:r>
              <a:rPr spc="-30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uma</a:t>
            </a:r>
            <a:r>
              <a:rPr spc="-35" dirty="0"/>
              <a:t> </a:t>
            </a:r>
            <a:r>
              <a:rPr dirty="0"/>
              <a:t>árvore</a:t>
            </a:r>
            <a:r>
              <a:rPr spc="-40" dirty="0"/>
              <a:t> </a:t>
            </a:r>
            <a:r>
              <a:rPr spc="-25" dirty="0"/>
              <a:t>de </a:t>
            </a:r>
            <a:r>
              <a:rPr dirty="0"/>
              <a:t>decisão</a:t>
            </a:r>
            <a:r>
              <a:rPr spc="-30" dirty="0"/>
              <a:t> </a:t>
            </a:r>
            <a:r>
              <a:rPr dirty="0"/>
              <a:t>com</a:t>
            </a:r>
            <a:r>
              <a:rPr spc="-30" dirty="0"/>
              <a:t> </a:t>
            </a:r>
            <a:r>
              <a:rPr dirty="0"/>
              <a:t>o</a:t>
            </a:r>
            <a:r>
              <a:rPr spc="-20" dirty="0"/>
              <a:t> </a:t>
            </a:r>
            <a:r>
              <a:rPr dirty="0"/>
              <a:t>método</a:t>
            </a:r>
            <a:r>
              <a:rPr spc="-10" dirty="0"/>
              <a:t> </a:t>
            </a:r>
            <a:r>
              <a:rPr spc="-25" dirty="0"/>
              <a:t>ID3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3440" y="1759966"/>
            <a:ext cx="6500495" cy="4648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329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Existem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quatro</a:t>
            </a:r>
            <a:r>
              <a:rPr sz="2800" b="1" i="1" spc="-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atributos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categóricos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ts val="2810"/>
              </a:lnSpc>
              <a:buFont typeface="Wingdings"/>
              <a:buChar char=""/>
              <a:tabLst>
                <a:tab pos="698500" algn="l"/>
              </a:tabLst>
            </a:pPr>
            <a:r>
              <a:rPr sz="2400" b="1" spc="-25" dirty="0">
                <a:latin typeface="Calibri"/>
                <a:cs typeface="Calibri"/>
              </a:rPr>
              <a:t>Tempo</a:t>
            </a:r>
            <a:r>
              <a:rPr sz="2400" spc="-25" dirty="0">
                <a:latin typeface="Calibri"/>
                <a:cs typeface="Calibri"/>
              </a:rPr>
              <a:t>: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{ensolarado,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nublado,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chuvoso}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lnSpc>
                <a:spcPts val="2805"/>
              </a:lnSpc>
              <a:buFont typeface="Wingdings"/>
              <a:buChar char=""/>
              <a:tabLst>
                <a:tab pos="698500" algn="l"/>
              </a:tabLst>
            </a:pPr>
            <a:r>
              <a:rPr sz="2400" b="1" spc="-25" dirty="0">
                <a:latin typeface="Calibri"/>
                <a:cs typeface="Calibri"/>
              </a:rPr>
              <a:t>Temperatura</a:t>
            </a:r>
            <a:r>
              <a:rPr sz="2400" spc="-25" dirty="0">
                <a:latin typeface="Calibri"/>
                <a:cs typeface="Calibri"/>
              </a:rPr>
              <a:t>: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{frio,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agradável,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quente}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lnSpc>
                <a:spcPts val="2810"/>
              </a:lnSpc>
              <a:buFont typeface="Wingdings"/>
              <a:buChar char=""/>
              <a:tabLst>
                <a:tab pos="698500" algn="l"/>
              </a:tabLst>
            </a:pPr>
            <a:r>
              <a:rPr sz="2400" b="1" dirty="0">
                <a:latin typeface="Calibri"/>
                <a:cs typeface="Calibri"/>
              </a:rPr>
              <a:t>Umidade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{alta,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normal}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lnSpc>
                <a:spcPts val="2845"/>
              </a:lnSpc>
              <a:buFont typeface="Wingdings"/>
              <a:buChar char=""/>
              <a:tabLst>
                <a:tab pos="698500" algn="l"/>
              </a:tabLst>
            </a:pPr>
            <a:r>
              <a:rPr sz="2400" b="1" spc="-20" dirty="0">
                <a:latin typeface="Calibri"/>
                <a:cs typeface="Calibri"/>
              </a:rPr>
              <a:t>Vento</a:t>
            </a:r>
            <a:r>
              <a:rPr sz="2400" spc="-20" dirty="0">
                <a:latin typeface="Calibri"/>
                <a:cs typeface="Calibri"/>
              </a:rPr>
              <a:t>: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{presente,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ausente}</a:t>
            </a:r>
            <a:endParaRPr sz="2400" dirty="0">
              <a:latin typeface="Calibri"/>
              <a:cs typeface="Calibri"/>
            </a:endParaRPr>
          </a:p>
          <a:p>
            <a:pPr marL="241300" marR="182245" indent="-228600">
              <a:lnSpc>
                <a:spcPct val="800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rótulos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(problema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binário): </a:t>
            </a:r>
            <a:r>
              <a:rPr sz="2800" b="1" i="1" dirty="0">
                <a:latin typeface="Calibri"/>
                <a:cs typeface="Calibri"/>
              </a:rPr>
              <a:t>positivo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i="1" dirty="0">
                <a:latin typeface="Calibri"/>
                <a:cs typeface="Calibri"/>
              </a:rPr>
              <a:t>P</a:t>
            </a:r>
            <a:r>
              <a:rPr sz="2800" dirty="0">
                <a:latin typeface="Calibri"/>
                <a:cs typeface="Calibri"/>
              </a:rPr>
              <a:t>),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i.e.,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jogar,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negativo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i="1" dirty="0">
                <a:latin typeface="Calibri"/>
                <a:cs typeface="Calibri"/>
              </a:rPr>
              <a:t>N</a:t>
            </a:r>
            <a:r>
              <a:rPr sz="2800" dirty="0">
                <a:latin typeface="Calibri"/>
                <a:cs typeface="Calibri"/>
              </a:rPr>
              <a:t>),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i.e.,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jogar.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condição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meteorológica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determinado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poderia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descrito </a:t>
            </a:r>
            <a:r>
              <a:rPr sz="2800" spc="-20" dirty="0">
                <a:latin typeface="Calibri"/>
                <a:cs typeface="Calibri"/>
              </a:rPr>
              <a:t>por:</a:t>
            </a:r>
            <a:endParaRPr sz="2800" dirty="0">
              <a:latin typeface="Calibri"/>
              <a:cs typeface="Calibri"/>
            </a:endParaRPr>
          </a:p>
          <a:p>
            <a:pPr marL="990600">
              <a:lnSpc>
                <a:spcPct val="100000"/>
              </a:lnSpc>
              <a:spcBef>
                <a:spcPts val="340"/>
              </a:spcBef>
            </a:pPr>
            <a:r>
              <a:rPr sz="2800" spc="-10" dirty="0">
                <a:latin typeface="Calibri"/>
                <a:cs typeface="Calibri"/>
              </a:rPr>
              <a:t>{nublado,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frio,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normal,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ausente}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761" y="3184525"/>
            <a:ext cx="5190819" cy="161277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Indução</a:t>
            </a:r>
            <a:r>
              <a:rPr spc="-2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uma</a:t>
            </a:r>
            <a:r>
              <a:rPr spc="-20" dirty="0"/>
              <a:t> </a:t>
            </a:r>
            <a:r>
              <a:rPr dirty="0"/>
              <a:t>árvore</a:t>
            </a:r>
            <a:r>
              <a:rPr spc="-2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decisão</a:t>
            </a:r>
            <a:r>
              <a:rPr spc="-25" dirty="0"/>
              <a:t> </a:t>
            </a:r>
            <a:r>
              <a:rPr dirty="0"/>
              <a:t>com</a:t>
            </a:r>
            <a:r>
              <a:rPr spc="-15" dirty="0"/>
              <a:t> </a:t>
            </a:r>
            <a:r>
              <a:rPr spc="-50" dirty="0"/>
              <a:t>o </a:t>
            </a:r>
            <a:r>
              <a:rPr dirty="0"/>
              <a:t>método</a:t>
            </a:r>
            <a:r>
              <a:rPr spc="-55" dirty="0"/>
              <a:t> </a:t>
            </a:r>
            <a:r>
              <a:rPr spc="-25" dirty="0"/>
              <a:t>ID3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7106"/>
            <a:ext cx="913257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conjunto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treinamento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exemplo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pela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tabela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abaixo.</a:t>
            </a:r>
            <a:endParaRPr sz="26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649979" y="2239391"/>
          <a:ext cx="4714875" cy="4346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6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54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54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781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200" b="1" spc="-25" dirty="0">
                          <a:latin typeface="Calibri"/>
                          <a:cs typeface="Calibri"/>
                        </a:rPr>
                        <a:t>Day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Attributes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Class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(y)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Outlook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Temperature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Humidity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Windy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8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sunny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hot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high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false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8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sunny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hot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high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true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hot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high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false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rain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mild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high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false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8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rain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cool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normal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false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8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rain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cool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normal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true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cool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normal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true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8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sunny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mild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high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false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sunny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cool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normal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false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rain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mild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normal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false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78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sunny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mild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normal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true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mild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high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true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</a:t>
                      </a: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78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hot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normal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false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</a:t>
                      </a: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rain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mild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high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true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</a:t>
                      </a: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1536806" y="6572504"/>
            <a:ext cx="5994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planilha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" y="55575"/>
            <a:ext cx="12039599" cy="705962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Indução</a:t>
            </a:r>
            <a:r>
              <a:rPr spc="-2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uma</a:t>
            </a:r>
            <a:r>
              <a:rPr spc="-20" dirty="0"/>
              <a:t> </a:t>
            </a:r>
            <a:r>
              <a:rPr dirty="0"/>
              <a:t>árvore</a:t>
            </a:r>
            <a:r>
              <a:rPr spc="-2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decisão</a:t>
            </a:r>
            <a:r>
              <a:rPr spc="-25" dirty="0"/>
              <a:t> </a:t>
            </a:r>
            <a:r>
              <a:rPr dirty="0"/>
              <a:t>com</a:t>
            </a:r>
            <a:r>
              <a:rPr spc="-15" dirty="0"/>
              <a:t> </a:t>
            </a:r>
            <a:r>
              <a:rPr spc="-50" dirty="0"/>
              <a:t>o </a:t>
            </a:r>
            <a:r>
              <a:rPr dirty="0"/>
              <a:t>método</a:t>
            </a:r>
            <a:r>
              <a:rPr spc="-55" dirty="0"/>
              <a:t> </a:t>
            </a:r>
            <a:r>
              <a:rPr spc="-25" dirty="0"/>
              <a:t>ID3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838200"/>
            <a:ext cx="81426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entropia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do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objetivo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i.e.,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𝑦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todo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conjunto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treinamento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é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6939" y="2128773"/>
            <a:ext cx="95053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latin typeface="Calibri"/>
                <a:cs typeface="Calibri"/>
              </a:rPr>
              <a:t>Encontrando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nó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raiz: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ganho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informação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cada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atributo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calculado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como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553200" y="4350829"/>
            <a:ext cx="607695" cy="309059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70"/>
              </a:spcBef>
            </a:pPr>
            <a:endParaRPr sz="1700" dirty="0">
              <a:latin typeface="Cambria Math"/>
              <a:cs typeface="Cambria Math"/>
            </a:endParaRPr>
          </a:p>
        </p:txBody>
      </p: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975334" y="2573718"/>
          <a:ext cx="2426334" cy="1508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4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1460"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Jogar?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406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Outlook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sunny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rain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3633279" y="2573718"/>
          <a:ext cx="2653030" cy="1508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8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1460"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Jogar?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Temperature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hot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mild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cool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14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4" name="object 54"/>
          <p:cNvGraphicFramePr>
            <a:graphicFrameLocks noGrp="1"/>
          </p:cNvGraphicFramePr>
          <p:nvPr/>
        </p:nvGraphicFramePr>
        <p:xfrm>
          <a:off x="6523672" y="2573718"/>
          <a:ext cx="2365375" cy="1256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1460"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Jogar?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 rowSpan="2"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Humidity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high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normal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5" name="object 55"/>
          <p:cNvGraphicFramePr>
            <a:graphicFrameLocks noGrp="1"/>
          </p:cNvGraphicFramePr>
          <p:nvPr/>
        </p:nvGraphicFramePr>
        <p:xfrm>
          <a:off x="9126283" y="2573718"/>
          <a:ext cx="2400935" cy="1256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8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5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1460"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Jogar?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 rowSpan="2"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Windy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true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128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false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128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6" name="object 56"/>
          <p:cNvSpPr txBox="1"/>
          <p:nvPr/>
        </p:nvSpPr>
        <p:spPr>
          <a:xfrm>
            <a:off x="8081391" y="3989654"/>
            <a:ext cx="3900804" cy="120078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2075" marR="235585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/>
                <a:cs typeface="Calibri"/>
              </a:rPr>
              <a:t>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ganho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informação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é</a:t>
            </a:r>
            <a:r>
              <a:rPr sz="1800" spc="-10" dirty="0">
                <a:latin typeface="Calibri"/>
                <a:cs typeface="Calibri"/>
              </a:rPr>
              <a:t> maximizado </a:t>
            </a:r>
            <a:r>
              <a:rPr sz="1800" dirty="0">
                <a:latin typeface="Calibri"/>
                <a:cs typeface="Calibri"/>
              </a:rPr>
              <a:t>com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atributo </a:t>
            </a:r>
            <a:r>
              <a:rPr sz="1800" b="1" i="1" dirty="0">
                <a:latin typeface="Calibri"/>
                <a:cs typeface="Calibri"/>
              </a:rPr>
              <a:t>outlook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é, </a:t>
            </a:r>
            <a:r>
              <a:rPr sz="1800" spc="-10" dirty="0">
                <a:latin typeface="Calibri"/>
                <a:cs typeface="Calibri"/>
              </a:rPr>
              <a:t>portanto,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escolhido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nó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raíz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da </a:t>
            </a:r>
            <a:r>
              <a:rPr sz="1800" spc="-10" dirty="0">
                <a:latin typeface="Calibri"/>
                <a:cs typeface="Calibri"/>
              </a:rPr>
              <a:t>árvore.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57" name="object 5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7572" y="5497105"/>
            <a:ext cx="4218228" cy="106518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8" name="CaixaDeTexto 57">
                <a:extLst>
                  <a:ext uri="{FF2B5EF4-FFF2-40B4-BE49-F238E27FC236}">
                    <a16:creationId xmlns:a16="http://schemas.microsoft.com/office/drawing/2014/main" id="{2D244574-EB34-1448-E46B-CF3426F970A0}"/>
                  </a:ext>
                </a:extLst>
              </p:cNvPr>
              <p:cNvSpPr txBox="1"/>
              <p:nvPr/>
            </p:nvSpPr>
            <p:spPr>
              <a:xfrm>
                <a:off x="3535234" y="1435050"/>
                <a:ext cx="6183680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=− 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  <m:func>
                            <m:func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num>
                                    <m:den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14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num>
                                    <m:den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14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func>
                            <m:func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num>
                                    <m:den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14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=0.9403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58" name="CaixaDeTexto 57">
                <a:extLst>
                  <a:ext uri="{FF2B5EF4-FFF2-40B4-BE49-F238E27FC236}">
                    <a16:creationId xmlns:a16="http://schemas.microsoft.com/office/drawing/2014/main" id="{2D244574-EB34-1448-E46B-CF3426F97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5234" y="1435050"/>
                <a:ext cx="6183680" cy="62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CaixaDeTexto 58">
                <a:extLst>
                  <a:ext uri="{FF2B5EF4-FFF2-40B4-BE49-F238E27FC236}">
                    <a16:creationId xmlns:a16="http://schemas.microsoft.com/office/drawing/2014/main" id="{10C4A141-113E-23D3-B43B-56543C11DEBC}"/>
                  </a:ext>
                </a:extLst>
              </p:cNvPr>
              <p:cNvSpPr txBox="1"/>
              <p:nvPr/>
            </p:nvSpPr>
            <p:spPr>
              <a:xfrm>
                <a:off x="878371" y="4244985"/>
                <a:ext cx="6208229" cy="5532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600" b="1" i="0" smtClean="0">
                          <a:latin typeface="Cambria Math" panose="02040503050406030204" pitchFamily="18" charset="0"/>
                        </a:rPr>
                        <m:t>𝐨𝐮𝐭𝐥𝐨𝐨𝐤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) =0.9403− 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  <m:func>
                            <m:func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den>
                              </m:f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=0.247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>
          <p:sp>
            <p:nvSpPr>
              <p:cNvPr id="59" name="CaixaDeTexto 58">
                <a:extLst>
                  <a:ext uri="{FF2B5EF4-FFF2-40B4-BE49-F238E27FC236}">
                    <a16:creationId xmlns:a16="http://schemas.microsoft.com/office/drawing/2014/main" id="{10C4A141-113E-23D3-B43B-56543C11D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71" y="4244985"/>
                <a:ext cx="6208229" cy="5532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CaixaDeTexto 59">
                <a:extLst>
                  <a:ext uri="{FF2B5EF4-FFF2-40B4-BE49-F238E27FC236}">
                    <a16:creationId xmlns:a16="http://schemas.microsoft.com/office/drawing/2014/main" id="{BAE2CF29-B36B-0C48-2942-431888239FBE}"/>
                  </a:ext>
                </a:extLst>
              </p:cNvPr>
              <p:cNvSpPr txBox="1"/>
              <p:nvPr/>
            </p:nvSpPr>
            <p:spPr>
              <a:xfrm>
                <a:off x="878371" y="4869722"/>
                <a:ext cx="6741629" cy="5532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600" b="1" i="0" smtClean="0">
                          <a:latin typeface="Cambria Math" panose="02040503050406030204" pitchFamily="18" charset="0"/>
                        </a:rPr>
                        <m:t>𝐭𝐞𝐦𝐩𝐞𝐫𝐚𝐭𝐮𝐫𝐞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) =0.9403− 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  <m:func>
                            <m:func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den>
                              </m:f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=0.029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>
          <p:sp>
            <p:nvSpPr>
              <p:cNvPr id="60" name="CaixaDeTexto 59">
                <a:extLst>
                  <a:ext uri="{FF2B5EF4-FFF2-40B4-BE49-F238E27FC236}">
                    <a16:creationId xmlns:a16="http://schemas.microsoft.com/office/drawing/2014/main" id="{BAE2CF29-B36B-0C48-2942-431888239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71" y="4869722"/>
                <a:ext cx="6741629" cy="5532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FAC95DD3-0854-1A5E-483C-4ED1A3FE7D86}"/>
                  </a:ext>
                </a:extLst>
              </p:cNvPr>
              <p:cNvSpPr txBox="1"/>
              <p:nvPr/>
            </p:nvSpPr>
            <p:spPr>
              <a:xfrm>
                <a:off x="878371" y="5466572"/>
                <a:ext cx="5530533" cy="5532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600" b="1" i="0" smtClean="0">
                          <a:latin typeface="Cambria Math" panose="02040503050406030204" pitchFamily="18" charset="0"/>
                        </a:rPr>
                        <m:t>𝐡𝐮𝐦𝐢𝐝𝐢𝐭𝐲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) =0.9403− 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  <m:func>
                            <m:func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den>
                              </m:f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num>
                                    <m:den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=0.1518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FAC95DD3-0854-1A5E-483C-4ED1A3FE7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71" y="5466572"/>
                <a:ext cx="5530533" cy="5532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CaixaDeTexto 61">
                <a:extLst>
                  <a:ext uri="{FF2B5EF4-FFF2-40B4-BE49-F238E27FC236}">
                    <a16:creationId xmlns:a16="http://schemas.microsoft.com/office/drawing/2014/main" id="{9892148B-2507-361E-8A0A-235FC00CD9C2}"/>
                  </a:ext>
                </a:extLst>
              </p:cNvPr>
              <p:cNvSpPr txBox="1"/>
              <p:nvPr/>
            </p:nvSpPr>
            <p:spPr>
              <a:xfrm>
                <a:off x="878372" y="6076172"/>
                <a:ext cx="5407938" cy="5532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600" b="1" i="0" smtClean="0">
                          <a:latin typeface="Cambria Math" panose="02040503050406030204" pitchFamily="18" charset="0"/>
                        </a:rPr>
                        <m:t>𝐰𝐢𝐧𝐝𝐲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) =0.9403− 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  <m:func>
                            <m:func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den>
                              </m:f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num>
                                    <m:den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=0.04813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>
          <p:sp>
            <p:nvSpPr>
              <p:cNvPr id="62" name="CaixaDeTexto 61">
                <a:extLst>
                  <a:ext uri="{FF2B5EF4-FFF2-40B4-BE49-F238E27FC236}">
                    <a16:creationId xmlns:a16="http://schemas.microsoft.com/office/drawing/2014/main" id="{9892148B-2507-361E-8A0A-235FC00CD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72" y="6076172"/>
                <a:ext cx="5407938" cy="5532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Indução</a:t>
            </a:r>
            <a:r>
              <a:rPr spc="-2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uma</a:t>
            </a:r>
            <a:r>
              <a:rPr spc="-20" dirty="0"/>
              <a:t> </a:t>
            </a:r>
            <a:r>
              <a:rPr dirty="0"/>
              <a:t>árvore</a:t>
            </a:r>
            <a:r>
              <a:rPr spc="-2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decisão</a:t>
            </a:r>
            <a:r>
              <a:rPr spc="-25" dirty="0"/>
              <a:t> </a:t>
            </a:r>
            <a:r>
              <a:rPr dirty="0"/>
              <a:t>com</a:t>
            </a:r>
            <a:r>
              <a:rPr spc="-15" dirty="0"/>
              <a:t> </a:t>
            </a:r>
            <a:r>
              <a:rPr spc="-50" dirty="0"/>
              <a:t>o </a:t>
            </a:r>
            <a:r>
              <a:rPr dirty="0"/>
              <a:t>método</a:t>
            </a:r>
            <a:r>
              <a:rPr spc="-55" dirty="0"/>
              <a:t> </a:t>
            </a:r>
            <a:r>
              <a:rPr spc="-25" dirty="0"/>
              <a:t>ID3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62760"/>
            <a:ext cx="10941685" cy="330136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226695" indent="-228600">
              <a:lnSpc>
                <a:spcPts val="2810"/>
              </a:lnSpc>
              <a:spcBef>
                <a:spcPts val="4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Agora,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criamos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subconjuntos</a:t>
            </a:r>
            <a:r>
              <a:rPr sz="26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para</a:t>
            </a:r>
            <a:r>
              <a:rPr sz="26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cada</a:t>
            </a:r>
            <a:r>
              <a:rPr sz="26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um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6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valores</a:t>
            </a:r>
            <a:r>
              <a:rPr sz="26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atributo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Outlook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e </a:t>
            </a:r>
            <a:r>
              <a:rPr sz="2600" spc="-10" dirty="0">
                <a:latin typeface="Calibri"/>
                <a:cs typeface="Calibri"/>
              </a:rPr>
              <a:t>refazemos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cálculos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ganho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informação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deles.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Quando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Outlook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=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overcast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subconjunto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abaixo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mostra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valores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dos </a:t>
            </a:r>
            <a:r>
              <a:rPr sz="2600" dirty="0">
                <a:latin typeface="Calibri"/>
                <a:cs typeface="Calibri"/>
              </a:rPr>
              <a:t>outros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atributos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importam,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sendo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escolhida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sempre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Positiva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</a:t>
            </a:r>
            <a:r>
              <a:rPr sz="2600" i="1" spc="-20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),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seja,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decisão</a:t>
            </a:r>
            <a:r>
              <a:rPr sz="26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será</a:t>
            </a:r>
            <a:r>
              <a:rPr sz="26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sempre</a:t>
            </a:r>
            <a:r>
              <a:rPr sz="26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pela</a:t>
            </a:r>
            <a:r>
              <a:rPr sz="26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classe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Positiva</a:t>
            </a:r>
            <a:r>
              <a:rPr sz="26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se</a:t>
            </a:r>
            <a:r>
              <a:rPr sz="26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tempo</a:t>
            </a:r>
            <a:r>
              <a:rPr sz="26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estiver</a:t>
            </a:r>
            <a:r>
              <a:rPr sz="26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nublado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965"/>
              </a:lnSpc>
              <a:spcBef>
                <a:spcPts val="7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entropia</a:t>
            </a:r>
            <a:r>
              <a:rPr sz="26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nessa</a:t>
            </a:r>
            <a:r>
              <a:rPr sz="26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caso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igual</a:t>
            </a:r>
            <a:r>
              <a:rPr sz="26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zero</a:t>
            </a:r>
            <a:r>
              <a:rPr sz="26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(pois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há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incerteza),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indicando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uma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965"/>
              </a:lnSpc>
            </a:pPr>
            <a:r>
              <a:rPr sz="2600" b="1" i="1" dirty="0">
                <a:latin typeface="Calibri"/>
                <a:cs typeface="Calibri"/>
              </a:rPr>
              <a:t>folha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árvore.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Portanto,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encontramos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folha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deste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ramo.</a:t>
            </a:r>
            <a:endParaRPr sz="26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40536" y="5085270"/>
          <a:ext cx="6115050" cy="1567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242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Day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Attributes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413384" marR="316865" indent="-889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0" dirty="0">
                          <a:latin typeface="Calibri"/>
                          <a:cs typeface="Calibri"/>
                        </a:rPr>
                        <a:t>Class 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(y)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969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Outlook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Temperature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Humidity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Windy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96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hot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high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false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cool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normal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true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mild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high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true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hot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normal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false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9897" y="5077091"/>
            <a:ext cx="4514990" cy="129357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" y="307924"/>
            <a:ext cx="12115800" cy="705962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Indução</a:t>
            </a:r>
            <a:r>
              <a:rPr spc="-2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uma</a:t>
            </a:r>
            <a:r>
              <a:rPr spc="-20" dirty="0"/>
              <a:t> </a:t>
            </a:r>
            <a:r>
              <a:rPr dirty="0"/>
              <a:t>árvore</a:t>
            </a:r>
            <a:r>
              <a:rPr spc="-2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decisão</a:t>
            </a:r>
            <a:r>
              <a:rPr spc="-25" dirty="0"/>
              <a:t> </a:t>
            </a:r>
            <a:r>
              <a:rPr dirty="0"/>
              <a:t>com</a:t>
            </a:r>
            <a:r>
              <a:rPr spc="-15" dirty="0"/>
              <a:t> </a:t>
            </a:r>
            <a:r>
              <a:rPr spc="-50" dirty="0"/>
              <a:t>o </a:t>
            </a:r>
            <a:r>
              <a:rPr dirty="0"/>
              <a:t>método</a:t>
            </a:r>
            <a:r>
              <a:rPr spc="-55" dirty="0"/>
              <a:t> </a:t>
            </a:r>
            <a:r>
              <a:rPr spc="-25" dirty="0"/>
              <a:t>ID3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990600"/>
            <a:ext cx="28803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Quando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Outlook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=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spc="-20" dirty="0">
                <a:latin typeface="Calibri"/>
                <a:cs typeface="Calibri"/>
              </a:rPr>
              <a:t>rain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3048000"/>
            <a:ext cx="8989061" cy="3045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i="1" dirty="0">
                <a:latin typeface="Calibri"/>
                <a:cs typeface="Calibri"/>
              </a:rPr>
              <a:t>Entropia</a:t>
            </a:r>
            <a:r>
              <a:rPr sz="1900" b="1" i="1" spc="-4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do</a:t>
            </a:r>
            <a:r>
              <a:rPr sz="1900" b="1" i="1" spc="-5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objetivo</a:t>
            </a:r>
            <a:r>
              <a:rPr sz="1900" b="1" i="1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para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subconjunto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b="1" dirty="0">
                <a:latin typeface="Cambria Math"/>
                <a:cs typeface="Cambria Math"/>
              </a:rPr>
              <a:t>Outlook</a:t>
            </a:r>
            <a:r>
              <a:rPr sz="1900" b="1" spc="-55" dirty="0">
                <a:latin typeface="Cambria Math"/>
                <a:cs typeface="Cambria Math"/>
              </a:rPr>
              <a:t> </a:t>
            </a:r>
            <a:r>
              <a:rPr sz="1900" b="1" dirty="0">
                <a:latin typeface="Cambria Math"/>
                <a:cs typeface="Cambria Math"/>
              </a:rPr>
              <a:t>=</a:t>
            </a:r>
            <a:r>
              <a:rPr sz="1900" b="1" spc="-70" dirty="0">
                <a:latin typeface="Cambria Math"/>
                <a:cs typeface="Cambria Math"/>
              </a:rPr>
              <a:t> </a:t>
            </a:r>
            <a:r>
              <a:rPr sz="1900" b="1" dirty="0">
                <a:latin typeface="Cambria Math"/>
                <a:cs typeface="Cambria Math"/>
              </a:rPr>
              <a:t>rain</a:t>
            </a:r>
            <a:r>
              <a:rPr sz="1900" dirty="0">
                <a:latin typeface="Calibri"/>
                <a:cs typeface="Calibri"/>
              </a:rPr>
              <a:t>: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𝐻</a:t>
            </a:r>
            <a:r>
              <a:rPr lang="pt-BR" sz="1900" spc="335" dirty="0">
                <a:latin typeface="Cambria Math"/>
                <a:cs typeface="Cambria Math"/>
              </a:rPr>
              <a:t>(</a:t>
            </a:r>
            <a:r>
              <a:rPr sz="1900" spc="-50" dirty="0">
                <a:latin typeface="Cambria Math"/>
                <a:cs typeface="Cambria Math"/>
              </a:rPr>
              <a:t>𝑦</a:t>
            </a:r>
            <a:r>
              <a:rPr lang="pt-BR" sz="1900" spc="-50" dirty="0">
                <a:latin typeface="Cambria Math"/>
                <a:cs typeface="Cambria Math"/>
              </a:rPr>
              <a:t> | Outlook=</a:t>
            </a:r>
            <a:r>
              <a:rPr lang="pt-BR" sz="1900" spc="-50" dirty="0" err="1">
                <a:latin typeface="Cambria Math"/>
                <a:cs typeface="Cambria Math"/>
              </a:rPr>
              <a:t>rain</a:t>
            </a:r>
            <a:r>
              <a:rPr lang="pt-BR" sz="1900" spc="-50" dirty="0">
                <a:latin typeface="Cambria Math"/>
                <a:cs typeface="Cambria Math"/>
              </a:rPr>
              <a:t>) =</a:t>
            </a:r>
            <a:r>
              <a:rPr lang="pt-BR" sz="1900" spc="-10" dirty="0">
                <a:latin typeface="Cambria Math"/>
                <a:cs typeface="Cambria Math"/>
              </a:rPr>
              <a:t> 0.971</a:t>
            </a:r>
            <a:r>
              <a:rPr lang="pt-BR" sz="1900" spc="-50" dirty="0">
                <a:latin typeface="Cambria Math"/>
                <a:cs typeface="Cambria Math"/>
              </a:rPr>
              <a:t> </a:t>
            </a:r>
            <a:endParaRPr sz="1900" dirty="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16939" y="5344159"/>
            <a:ext cx="9698355" cy="95631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1300" marR="170180" indent="-228600">
              <a:lnSpc>
                <a:spcPct val="70000"/>
              </a:lnSpc>
              <a:spcBef>
                <a:spcPts val="88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Aqui,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atributo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windy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resulta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valor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ganho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informação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alto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quando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tempo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estiver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chuvoso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(i.e.,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Outlook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=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rain</a:t>
            </a:r>
            <a:r>
              <a:rPr sz="2200" spc="-10" dirty="0">
                <a:latin typeface="Calibri"/>
                <a:cs typeface="Calibri"/>
              </a:rPr>
              <a:t>).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Por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isso,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atributo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windy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será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nó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2º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nível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árvore,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ramo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rain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Outlook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graphicFrame>
        <p:nvGraphicFramePr>
          <p:cNvPr id="42" name="object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211855"/>
              </p:ext>
            </p:extLst>
          </p:nvPr>
        </p:nvGraphicFramePr>
        <p:xfrm>
          <a:off x="1119682" y="1490408"/>
          <a:ext cx="2583176" cy="1507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9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4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0825">
                <a:tc rowSpan="2" gridSpan="2">
                  <a:txBody>
                    <a:bodyPr/>
                    <a:lstStyle/>
                    <a:p>
                      <a:pPr marL="325755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Outlook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rain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Jogar?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4127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Temperature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hot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mild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cool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3" name="object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485168"/>
              </p:ext>
            </p:extLst>
          </p:nvPr>
        </p:nvGraphicFramePr>
        <p:xfrm>
          <a:off x="4049458" y="1490408"/>
          <a:ext cx="2453003" cy="1256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6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0825">
                <a:tc rowSpan="2" gridSpan="2">
                  <a:txBody>
                    <a:bodyPr/>
                    <a:lstStyle/>
                    <a:p>
                      <a:pPr marL="285115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Outlook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rain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Jogar?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 rowSpan="2"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Humidity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high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normal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4" name="object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999953"/>
              </p:ext>
            </p:extLst>
          </p:nvPr>
        </p:nvGraphicFramePr>
        <p:xfrm>
          <a:off x="6853110" y="1490408"/>
          <a:ext cx="2439670" cy="1256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0825">
                <a:tc rowSpan="2" gridSpan="2"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Outlook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rain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Jogar?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 rowSpan="2"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Windy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true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false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5" name="object 4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0" y="4080598"/>
            <a:ext cx="4267200" cy="151599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C59F6D15-610B-633B-0914-1B57CB4BFFB8}"/>
                  </a:ext>
                </a:extLst>
              </p:cNvPr>
              <p:cNvSpPr txBox="1"/>
              <p:nvPr/>
            </p:nvSpPr>
            <p:spPr>
              <a:xfrm>
                <a:off x="896387" y="3429000"/>
                <a:ext cx="6266414" cy="5532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600" b="1" i="0" smtClean="0">
                          <a:latin typeface="Cambria Math" panose="02040503050406030204" pitchFamily="18" charset="0"/>
                        </a:rPr>
                        <m:t>𝐭𝐞𝐦𝐩𝐞𝐫𝐚𝐭𝐮𝐫𝐞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) =0.971− 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func>
                            <m:func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num>
                                    <m:den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=0.02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C59F6D15-610B-633B-0914-1B57CB4BF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87" y="3429000"/>
                <a:ext cx="6266414" cy="553228"/>
              </a:xfrm>
              <a:prstGeom prst="rect">
                <a:avLst/>
              </a:prstGeom>
              <a:blipFill>
                <a:blip r:embed="rId3"/>
                <a:stretch>
                  <a:fillRect b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6F381367-7688-C8DD-A554-CE6971A521B1}"/>
                  </a:ext>
                </a:extLst>
              </p:cNvPr>
              <p:cNvSpPr txBox="1"/>
              <p:nvPr/>
            </p:nvSpPr>
            <p:spPr>
              <a:xfrm>
                <a:off x="896387" y="4087502"/>
                <a:ext cx="4971015" cy="5532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600" b="1" i="0" smtClean="0">
                          <a:latin typeface="Cambria Math" panose="02040503050406030204" pitchFamily="18" charset="0"/>
                        </a:rPr>
                        <m:t>𝐡𝐮𝐦𝐢𝐝𝐢𝐭𝐲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) =0.971− 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func>
                            <m:func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=0.02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6F381367-7688-C8DD-A554-CE6971A52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87" y="4087502"/>
                <a:ext cx="4971015" cy="553228"/>
              </a:xfrm>
              <a:prstGeom prst="rect">
                <a:avLst/>
              </a:prstGeom>
              <a:blipFill>
                <a:blip r:embed="rId4"/>
                <a:stretch>
                  <a:fillRect b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2F4B3B4A-DC20-8794-B57A-F46C7BEC5B58}"/>
                  </a:ext>
                </a:extLst>
              </p:cNvPr>
              <p:cNvSpPr txBox="1"/>
              <p:nvPr/>
            </p:nvSpPr>
            <p:spPr>
              <a:xfrm>
                <a:off x="916939" y="4755398"/>
                <a:ext cx="5105400" cy="5532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600" b="1" i="0" smtClean="0">
                          <a:latin typeface="Cambria Math" panose="02040503050406030204" pitchFamily="18" charset="0"/>
                        </a:rPr>
                        <m:t>𝐡𝐮𝐦𝐢𝐝𝐢𝐭𝐲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) =0.971− 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func>
                            <m:func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num>
                                    <m:den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=0.971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2F4B3B4A-DC20-8794-B57A-F46C7BEC5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4755398"/>
                <a:ext cx="5105400" cy="5532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object 30">
            <a:extLst>
              <a:ext uri="{FF2B5EF4-FFF2-40B4-BE49-F238E27FC236}">
                <a16:creationId xmlns:a16="http://schemas.microsoft.com/office/drawing/2014/main" id="{6A79FBCC-A466-33B6-7765-69DEA6D079BB}"/>
              </a:ext>
            </a:extLst>
          </p:cNvPr>
          <p:cNvSpPr txBox="1"/>
          <p:nvPr/>
        </p:nvSpPr>
        <p:spPr>
          <a:xfrm>
            <a:off x="5450205" y="4877482"/>
            <a:ext cx="607695" cy="309059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70"/>
              </a:spcBef>
            </a:pPr>
            <a:endParaRPr sz="17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06756"/>
            <a:ext cx="9260840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Indução</a:t>
            </a:r>
            <a:r>
              <a:rPr spc="-2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uma</a:t>
            </a:r>
            <a:r>
              <a:rPr spc="-20" dirty="0"/>
              <a:t> </a:t>
            </a:r>
            <a:r>
              <a:rPr dirty="0"/>
              <a:t>árvore</a:t>
            </a:r>
            <a:r>
              <a:rPr spc="-20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decisão com</a:t>
            </a:r>
            <a:r>
              <a:rPr spc="-15" dirty="0"/>
              <a:t> </a:t>
            </a:r>
            <a:r>
              <a:rPr spc="-50" dirty="0"/>
              <a:t>o </a:t>
            </a:r>
            <a:r>
              <a:rPr dirty="0"/>
              <a:t>método</a:t>
            </a:r>
            <a:r>
              <a:rPr spc="-75" dirty="0"/>
              <a:t> </a:t>
            </a:r>
            <a:r>
              <a:rPr spc="-25" dirty="0"/>
              <a:t>ID3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06473"/>
            <a:ext cx="9923780" cy="12217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5080" indent="-228600">
              <a:lnSpc>
                <a:spcPct val="9020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analisarmos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subconjunto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Outlook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=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rain</a:t>
            </a:r>
            <a:r>
              <a:rPr sz="2800" b="1" i="1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windy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=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false</a:t>
            </a:r>
            <a:r>
              <a:rPr sz="2800" spc="-10" dirty="0">
                <a:latin typeface="Calibri"/>
                <a:cs typeface="Calibri"/>
              </a:rPr>
              <a:t>, percebemos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decisão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será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sempre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</a:t>
            </a:r>
            <a:r>
              <a:rPr sz="2800" spc="-1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Positiva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i="1" dirty="0">
                <a:latin typeface="Calibri"/>
                <a:cs typeface="Calibri"/>
              </a:rPr>
              <a:t>P</a:t>
            </a:r>
            <a:r>
              <a:rPr sz="2800" dirty="0">
                <a:latin typeface="Calibri"/>
                <a:cs typeface="Calibri"/>
              </a:rPr>
              <a:t>).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entropia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H(</a:t>
            </a:r>
            <a:r>
              <a:rPr sz="2800" dirty="0">
                <a:latin typeface="Cambria Math"/>
                <a:cs typeface="Cambria Math"/>
              </a:rPr>
              <a:t>𝑦</a:t>
            </a:r>
            <a:r>
              <a:rPr sz="2800" dirty="0">
                <a:latin typeface="Calibri"/>
                <a:cs typeface="Calibri"/>
              </a:rPr>
              <a:t>|Outlook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rain,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windy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false)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0.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808222"/>
            <a:ext cx="10587355" cy="837565"/>
          </a:xfrm>
          <a:prstGeom prst="rect">
            <a:avLst/>
          </a:prstGeom>
        </p:spPr>
        <p:txBody>
          <a:bodyPr vert="horz" wrap="square" lIns="0" tIns="59054" rIns="0" bIns="0" rtlCol="0">
            <a:spAutoFit/>
          </a:bodyPr>
          <a:lstStyle/>
          <a:p>
            <a:pPr marL="241300" marR="5080" indent="-228600">
              <a:lnSpc>
                <a:spcPts val="3040"/>
              </a:lnSpc>
              <a:spcBef>
                <a:spcPts val="46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Além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disso,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decisão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sempre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será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Negativa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i="1" dirty="0">
                <a:latin typeface="Calibri"/>
                <a:cs typeface="Calibri"/>
              </a:rPr>
              <a:t>N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Outlook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50" dirty="0">
                <a:latin typeface="Calibri"/>
                <a:cs typeface="Calibri"/>
              </a:rPr>
              <a:t>= </a:t>
            </a:r>
            <a:r>
              <a:rPr sz="2800" b="1" i="1" dirty="0">
                <a:latin typeface="Calibri"/>
                <a:cs typeface="Calibri"/>
              </a:rPr>
              <a:t>rain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windy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=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true</a:t>
            </a:r>
            <a:r>
              <a:rPr sz="2800" dirty="0">
                <a:latin typeface="Calibri"/>
                <a:cs typeface="Calibri"/>
              </a:rPr>
              <a:t>.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entropia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H(</a:t>
            </a:r>
            <a:r>
              <a:rPr sz="2800" dirty="0">
                <a:latin typeface="Cambria Math"/>
                <a:cs typeface="Cambria Math"/>
              </a:rPr>
              <a:t>𝑦</a:t>
            </a:r>
            <a:r>
              <a:rPr sz="2800" dirty="0">
                <a:latin typeface="Calibri"/>
                <a:cs typeface="Calibri"/>
              </a:rPr>
              <a:t>|Outlook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rain,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windy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false)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0.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143673" y="4704524"/>
          <a:ext cx="6065516" cy="8832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0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0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0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0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0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0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0979">
                <a:tc row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200" b="1" spc="-25" dirty="0">
                          <a:latin typeface="Calibri"/>
                          <a:cs typeface="Calibri"/>
                        </a:rPr>
                        <a:t>Day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12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Attributes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347980" marR="33909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Class 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(y)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12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Outlook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Temperature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Humidity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Windy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98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46672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rain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cool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normal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true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rain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mild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high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true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</a:t>
                      </a: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143673" y="2743644"/>
          <a:ext cx="6122666" cy="11029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0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4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04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04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0345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200" b="1" spc="-25" dirty="0">
                          <a:latin typeface="Calibri"/>
                          <a:cs typeface="Calibri"/>
                        </a:rPr>
                        <a:t>Day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Attributes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353060" marR="34417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Class 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(y)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Outlook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Temperature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Humidity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Windy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47117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rain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mild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high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false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47117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rain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cool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normal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false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4311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rain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mild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normal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false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</a:t>
                      </a: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94192" y="4850409"/>
            <a:ext cx="3714994" cy="144437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16939" y="5801969"/>
            <a:ext cx="784415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800" spc="-25" dirty="0">
                <a:latin typeface="Calibri"/>
                <a:cs typeface="Calibri"/>
              </a:rPr>
              <a:t>Portanto,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folhas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ramos,</a:t>
            </a:r>
            <a:endParaRPr sz="2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2800" b="1" i="1" dirty="0">
                <a:latin typeface="Calibri"/>
                <a:cs typeface="Calibri"/>
              </a:rPr>
              <a:t>true</a:t>
            </a:r>
            <a:r>
              <a:rPr sz="2800" b="1" i="1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false</a:t>
            </a:r>
            <a:r>
              <a:rPr sz="2800" b="1" i="1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windy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" y="307924"/>
            <a:ext cx="12067919" cy="705962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Indução</a:t>
            </a:r>
            <a:r>
              <a:rPr spc="-2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uma</a:t>
            </a:r>
            <a:r>
              <a:rPr spc="-20" dirty="0"/>
              <a:t> </a:t>
            </a:r>
            <a:r>
              <a:rPr dirty="0"/>
              <a:t>árvore</a:t>
            </a:r>
            <a:r>
              <a:rPr spc="-2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decisão</a:t>
            </a:r>
            <a:r>
              <a:rPr spc="-25" dirty="0"/>
              <a:t> </a:t>
            </a:r>
            <a:r>
              <a:rPr dirty="0"/>
              <a:t>com</a:t>
            </a:r>
            <a:r>
              <a:rPr spc="-15" dirty="0"/>
              <a:t> </a:t>
            </a:r>
            <a:r>
              <a:rPr spc="-50" dirty="0"/>
              <a:t>o </a:t>
            </a:r>
            <a:r>
              <a:rPr dirty="0"/>
              <a:t>método</a:t>
            </a:r>
            <a:r>
              <a:rPr spc="-55" dirty="0"/>
              <a:t> </a:t>
            </a:r>
            <a:r>
              <a:rPr spc="-25" dirty="0"/>
              <a:t>ID3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914400"/>
            <a:ext cx="361950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Quando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Outlook =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sunny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8" y="3048000"/>
            <a:ext cx="10360662" cy="3045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900" b="1" i="1" dirty="0">
                <a:latin typeface="Calibri"/>
                <a:cs typeface="Calibri"/>
              </a:rPr>
              <a:t>Entropia</a:t>
            </a:r>
            <a:r>
              <a:rPr sz="1900" b="1" i="1" spc="-4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do</a:t>
            </a:r>
            <a:r>
              <a:rPr sz="1900" b="1" i="1" spc="-50" dirty="0">
                <a:latin typeface="Calibri"/>
                <a:cs typeface="Calibri"/>
              </a:rPr>
              <a:t> </a:t>
            </a:r>
            <a:r>
              <a:rPr sz="1900" b="1" i="1" spc="-10" dirty="0">
                <a:latin typeface="Calibri"/>
                <a:cs typeface="Calibri"/>
              </a:rPr>
              <a:t>objetivo</a:t>
            </a:r>
            <a:r>
              <a:rPr sz="1900" b="1" i="1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subconjunto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dado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Outlook=sunny</a:t>
            </a:r>
            <a:r>
              <a:rPr sz="1900" spc="-10" dirty="0">
                <a:latin typeface="Calibri"/>
                <a:cs typeface="Calibri"/>
              </a:rPr>
              <a:t>: </a:t>
            </a:r>
            <a:r>
              <a:rPr sz="1900" dirty="0">
                <a:latin typeface="Cambria Math"/>
                <a:cs typeface="Cambria Math"/>
              </a:rPr>
              <a:t>𝐻</a:t>
            </a:r>
            <a:r>
              <a:rPr lang="pt-BR" sz="1900" spc="335" dirty="0">
                <a:latin typeface="Cambria Math"/>
                <a:cs typeface="Cambria Math"/>
              </a:rPr>
              <a:t>(</a:t>
            </a:r>
            <a:r>
              <a:rPr sz="1900" spc="-50" dirty="0">
                <a:latin typeface="Cambria Math"/>
                <a:cs typeface="Cambria Math"/>
              </a:rPr>
              <a:t>𝑦</a:t>
            </a:r>
            <a:r>
              <a:rPr lang="pt-BR" sz="1900" spc="-50" dirty="0">
                <a:latin typeface="Cambria Math"/>
                <a:cs typeface="Cambria Math"/>
              </a:rPr>
              <a:t> | </a:t>
            </a:r>
            <a:r>
              <a:rPr lang="pt-BR" sz="1900" b="1" dirty="0">
                <a:latin typeface="Cambria Math"/>
                <a:cs typeface="Cambria Math"/>
              </a:rPr>
              <a:t>Outlook</a:t>
            </a:r>
            <a:r>
              <a:rPr lang="pt-BR" sz="1900" b="1" spc="-50" dirty="0">
                <a:latin typeface="Cambria Math"/>
                <a:cs typeface="Cambria Math"/>
              </a:rPr>
              <a:t> </a:t>
            </a:r>
            <a:r>
              <a:rPr lang="pt-BR" sz="1900" b="1" dirty="0">
                <a:latin typeface="Cambria Math"/>
                <a:cs typeface="Cambria Math"/>
              </a:rPr>
              <a:t>=</a:t>
            </a:r>
            <a:r>
              <a:rPr lang="pt-BR" sz="1900" b="1" spc="-55" dirty="0">
                <a:latin typeface="Cambria Math"/>
                <a:cs typeface="Cambria Math"/>
              </a:rPr>
              <a:t> </a:t>
            </a:r>
            <a:r>
              <a:rPr lang="pt-BR" sz="1900" b="1" spc="-20" dirty="0" err="1">
                <a:latin typeface="Cambria Math"/>
                <a:cs typeface="Cambria Math"/>
              </a:rPr>
              <a:t>sunny</a:t>
            </a:r>
            <a:r>
              <a:rPr lang="pt-BR" sz="1900" spc="-50" dirty="0">
                <a:latin typeface="Cambria Math"/>
                <a:cs typeface="Cambria Math"/>
              </a:rPr>
              <a:t>) = 0.971</a:t>
            </a:r>
            <a:endParaRPr sz="1900" dirty="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16939" y="5484977"/>
            <a:ext cx="10721340" cy="118300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Aqui,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atributo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humidity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resulta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ganho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informação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alto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o </a:t>
            </a:r>
            <a:r>
              <a:rPr sz="2600" dirty="0">
                <a:latin typeface="Calibri"/>
                <a:cs typeface="Calibri"/>
              </a:rPr>
              <a:t>tempo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estiver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ensolarado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(i.e.,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Outlook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=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sunny</a:t>
            </a:r>
            <a:r>
              <a:rPr sz="2600" spc="-10" dirty="0">
                <a:latin typeface="Calibri"/>
                <a:cs typeface="Calibri"/>
              </a:rPr>
              <a:t>).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isso,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atributo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humidity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será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nó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2º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nível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árvore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ramo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sunny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</p:txBody>
      </p:sp>
      <p:graphicFrame>
        <p:nvGraphicFramePr>
          <p:cNvPr id="48" name="object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724291"/>
              </p:ext>
            </p:extLst>
          </p:nvPr>
        </p:nvGraphicFramePr>
        <p:xfrm>
          <a:off x="1186992" y="1380427"/>
          <a:ext cx="2524125" cy="1508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7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1460">
                <a:tc rowSpan="2" gridSpan="2">
                  <a:txBody>
                    <a:bodyPr/>
                    <a:lstStyle/>
                    <a:p>
                      <a:pPr marL="231140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Outlook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sunny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Jogar?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30480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Temperature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hot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mild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cool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9" name="object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99157"/>
              </p:ext>
            </p:extLst>
          </p:nvPr>
        </p:nvGraphicFramePr>
        <p:xfrm>
          <a:off x="4106227" y="1380427"/>
          <a:ext cx="2463162" cy="1256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2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1460">
                <a:tc rowSpan="2" gridSpan="2">
                  <a:txBody>
                    <a:bodyPr/>
                    <a:lstStyle/>
                    <a:p>
                      <a:pPr marL="212090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Outlook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sunny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Jogar?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 rowSpan="2"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Humidity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high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normal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0" name="object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511397"/>
              </p:ext>
            </p:extLst>
          </p:nvPr>
        </p:nvGraphicFramePr>
        <p:xfrm>
          <a:off x="6965505" y="1380427"/>
          <a:ext cx="2447922" cy="1256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5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55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1460">
                <a:tc rowSpan="2" gridSpan="2"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Outlook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sunny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Jogar?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 rowSpan="2"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Windy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true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false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1" name="object 5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12664" y="4134739"/>
            <a:ext cx="3831455" cy="130177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2B336A26-08C8-E4E1-FA38-33398BEE2C1C}"/>
                  </a:ext>
                </a:extLst>
              </p:cNvPr>
              <p:cNvSpPr txBox="1"/>
              <p:nvPr/>
            </p:nvSpPr>
            <p:spPr>
              <a:xfrm>
                <a:off x="896386" y="3429000"/>
                <a:ext cx="6342613" cy="5532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600" b="1" i="0" smtClean="0">
                          <a:latin typeface="Cambria Math" panose="02040503050406030204" pitchFamily="18" charset="0"/>
                        </a:rPr>
                        <m:t>𝐭𝐞𝐦𝐩𝐞𝐫𝐚𝐭𝐮𝐫𝐞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) =0.971− 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func>
                            <m:func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num>
                                    <m:den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=0.570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2B336A26-08C8-E4E1-FA38-33398BEE2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86" y="3429000"/>
                <a:ext cx="6342613" cy="553228"/>
              </a:xfrm>
              <a:prstGeom prst="rect">
                <a:avLst/>
              </a:prstGeom>
              <a:blipFill>
                <a:blip r:embed="rId3"/>
                <a:stretch>
                  <a:fillRect b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5FFE6C3D-B268-FDFA-D7C3-02ABD9BE4A5C}"/>
                  </a:ext>
                </a:extLst>
              </p:cNvPr>
              <p:cNvSpPr txBox="1"/>
              <p:nvPr/>
            </p:nvSpPr>
            <p:spPr>
              <a:xfrm>
                <a:off x="896387" y="4087502"/>
                <a:ext cx="5047213" cy="5532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600" b="1" i="0" smtClean="0">
                          <a:latin typeface="Cambria Math" panose="02040503050406030204" pitchFamily="18" charset="0"/>
                        </a:rPr>
                        <m:t>𝐡𝐮𝐦𝐢𝐝𝐢𝐭𝐲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) =0.971− 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func>
                            <m:func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num>
                                    <m:den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=0.971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5FFE6C3D-B268-FDFA-D7C3-02ABD9BE4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87" y="4087502"/>
                <a:ext cx="5047213" cy="553228"/>
              </a:xfrm>
              <a:prstGeom prst="rect">
                <a:avLst/>
              </a:prstGeom>
              <a:blipFill>
                <a:blip r:embed="rId4"/>
                <a:stretch>
                  <a:fillRect b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6217FAC8-DB11-F63A-7865-2F5114C8683A}"/>
                  </a:ext>
                </a:extLst>
              </p:cNvPr>
              <p:cNvSpPr txBox="1"/>
              <p:nvPr/>
            </p:nvSpPr>
            <p:spPr>
              <a:xfrm>
                <a:off x="916939" y="4755398"/>
                <a:ext cx="4950461" cy="5532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600" b="1" i="0" smtClean="0">
                          <a:latin typeface="Cambria Math" panose="02040503050406030204" pitchFamily="18" charset="0"/>
                        </a:rPr>
                        <m:t>𝐡𝐮𝐦𝐢𝐝𝐢𝐭𝐲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) =0.971− 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func>
                            <m:func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pt-BR" sz="1600" b="0" i="0" smtClean="0">
                          <a:latin typeface="Cambria Math" panose="02040503050406030204" pitchFamily="18" charset="0"/>
                        </a:rPr>
                        <m:t>02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6217FAC8-DB11-F63A-7865-2F5114C86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4755398"/>
                <a:ext cx="4950461" cy="5532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object 30">
            <a:extLst>
              <a:ext uri="{FF2B5EF4-FFF2-40B4-BE49-F238E27FC236}">
                <a16:creationId xmlns:a16="http://schemas.microsoft.com/office/drawing/2014/main" id="{28B278F9-2B86-0979-A70E-0BD1AFAB9856}"/>
              </a:ext>
            </a:extLst>
          </p:cNvPr>
          <p:cNvSpPr txBox="1"/>
          <p:nvPr/>
        </p:nvSpPr>
        <p:spPr>
          <a:xfrm>
            <a:off x="5410200" y="4203700"/>
            <a:ext cx="607695" cy="309059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70"/>
              </a:spcBef>
            </a:pPr>
            <a:endParaRPr sz="17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3461"/>
            <a:ext cx="10127615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/>
              <a:t>Indução</a:t>
            </a:r>
            <a:r>
              <a:rPr sz="4000" spc="-85" dirty="0"/>
              <a:t> </a:t>
            </a:r>
            <a:r>
              <a:rPr sz="4000" dirty="0"/>
              <a:t>de</a:t>
            </a:r>
            <a:r>
              <a:rPr sz="4000" spc="-95" dirty="0"/>
              <a:t> </a:t>
            </a:r>
            <a:r>
              <a:rPr sz="4000" dirty="0"/>
              <a:t>uma</a:t>
            </a:r>
            <a:r>
              <a:rPr sz="4000" spc="-90" dirty="0"/>
              <a:t> </a:t>
            </a:r>
            <a:r>
              <a:rPr sz="4000" dirty="0"/>
              <a:t>árvore</a:t>
            </a:r>
            <a:r>
              <a:rPr sz="4000" spc="-90" dirty="0"/>
              <a:t> </a:t>
            </a:r>
            <a:r>
              <a:rPr sz="4000" dirty="0"/>
              <a:t>de</a:t>
            </a:r>
            <a:r>
              <a:rPr sz="4000" spc="-95" dirty="0"/>
              <a:t> </a:t>
            </a:r>
            <a:r>
              <a:rPr sz="4000" dirty="0"/>
              <a:t>decisão</a:t>
            </a:r>
            <a:r>
              <a:rPr sz="4000" spc="-95" dirty="0"/>
              <a:t> </a:t>
            </a:r>
            <a:r>
              <a:rPr sz="4000" dirty="0"/>
              <a:t>com</a:t>
            </a:r>
            <a:r>
              <a:rPr sz="4000" spc="-90" dirty="0"/>
              <a:t> </a:t>
            </a:r>
            <a:r>
              <a:rPr sz="4000" dirty="0"/>
              <a:t>o</a:t>
            </a:r>
            <a:r>
              <a:rPr sz="4000" spc="-95" dirty="0"/>
              <a:t> </a:t>
            </a:r>
            <a:r>
              <a:rPr sz="4000" spc="-10" dirty="0"/>
              <a:t>método </a:t>
            </a:r>
            <a:r>
              <a:rPr sz="4000" spc="-25" dirty="0"/>
              <a:t>ID3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6939" y="1152525"/>
            <a:ext cx="10678160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45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decisão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sempre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será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pela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Positiva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i="1" dirty="0">
                <a:latin typeface="Calibri"/>
                <a:cs typeface="Calibri"/>
              </a:rPr>
              <a:t>P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quando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Outlook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=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sunny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humidity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=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450"/>
              </a:lnSpc>
            </a:pPr>
            <a:r>
              <a:rPr sz="2400" b="1" i="1" dirty="0">
                <a:latin typeface="Calibri"/>
                <a:cs typeface="Calibri"/>
              </a:rPr>
              <a:t>normal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entropia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H(</a:t>
            </a:r>
            <a:r>
              <a:rPr sz="2400" dirty="0">
                <a:latin typeface="Cambria Math"/>
                <a:cs typeface="Cambria Math"/>
              </a:rPr>
              <a:t>𝑦</a:t>
            </a:r>
            <a:r>
              <a:rPr sz="2400" dirty="0">
                <a:latin typeface="Calibri"/>
                <a:cs typeface="Calibri"/>
              </a:rPr>
              <a:t>|Outlook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sunny,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humidity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normal)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0.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2940811"/>
            <a:ext cx="10850245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45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decisão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sempre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será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pela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Negativa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i="1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quando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Outlook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=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sunny</a:t>
            </a:r>
            <a:r>
              <a:rPr sz="2400" b="1" i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humidity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=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450"/>
              </a:lnSpc>
            </a:pPr>
            <a:r>
              <a:rPr sz="2400" b="1" i="1" dirty="0">
                <a:latin typeface="Calibri"/>
                <a:cs typeface="Calibri"/>
              </a:rPr>
              <a:t>high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entropia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H(</a:t>
            </a:r>
            <a:r>
              <a:rPr sz="2400" dirty="0">
                <a:latin typeface="Cambria Math"/>
                <a:cs typeface="Cambria Math"/>
              </a:rPr>
              <a:t>𝑦</a:t>
            </a:r>
            <a:r>
              <a:rPr sz="2400" spc="10" dirty="0">
                <a:latin typeface="Cambria Math"/>
                <a:cs typeface="Cambria Math"/>
              </a:rPr>
              <a:t> </a:t>
            </a:r>
            <a:r>
              <a:rPr lang="pt-BR" sz="2400" spc="10" dirty="0">
                <a:latin typeface="Cambria Math"/>
                <a:cs typeface="Cambria Math"/>
              </a:rPr>
              <a:t>| </a:t>
            </a:r>
            <a:r>
              <a:rPr sz="2400" dirty="0">
                <a:latin typeface="Calibri"/>
                <a:cs typeface="Calibri"/>
              </a:rPr>
              <a:t>Outlook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sunny,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humidity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high)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0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5112766"/>
            <a:ext cx="11052175" cy="1670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Portanto,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encontramos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folhas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ramos,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normal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high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nó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humidity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ts val="2450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Com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isso,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construção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árvore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decisão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encerra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podemos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regras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450"/>
              </a:lnSpc>
            </a:pPr>
            <a:r>
              <a:rPr sz="2400" dirty="0">
                <a:latin typeface="Calibri"/>
                <a:cs typeface="Calibri"/>
              </a:rPr>
              <a:t>encontradas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classificar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novos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exemplos.</a:t>
            </a:r>
            <a:endParaRPr sz="240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00AFEF"/>
                </a:solidFill>
                <a:latin typeface="Calibri"/>
                <a:cs typeface="Calibri"/>
              </a:rPr>
              <a:t>Algum</a:t>
            </a:r>
            <a:r>
              <a:rPr sz="2400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EF"/>
                </a:solidFill>
                <a:latin typeface="Calibri"/>
                <a:cs typeface="Calibri"/>
              </a:rPr>
              <a:t>atributo</a:t>
            </a:r>
            <a:r>
              <a:rPr sz="2400" spc="-4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EF"/>
                </a:solidFill>
                <a:latin typeface="Calibri"/>
                <a:cs typeface="Calibri"/>
              </a:rPr>
              <a:t>ficou</a:t>
            </a:r>
            <a:r>
              <a:rPr sz="2400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EF"/>
                </a:solidFill>
                <a:latin typeface="Calibri"/>
                <a:cs typeface="Calibri"/>
              </a:rPr>
              <a:t>de</a:t>
            </a:r>
            <a:r>
              <a:rPr sz="2400" spc="-2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EF"/>
                </a:solidFill>
                <a:latin typeface="Calibri"/>
                <a:cs typeface="Calibri"/>
              </a:rPr>
              <a:t>fora?</a:t>
            </a:r>
            <a:r>
              <a:rPr sz="2400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Temperature</a:t>
            </a:r>
            <a:r>
              <a:rPr sz="2400" spc="-25" dirty="0">
                <a:latin typeface="Calibri"/>
                <a:cs typeface="Calibri"/>
              </a:rPr>
              <a:t>, </a:t>
            </a:r>
            <a:r>
              <a:rPr sz="2400" dirty="0">
                <a:latin typeface="Calibri"/>
                <a:cs typeface="Calibri"/>
              </a:rPr>
              <a:t>indicando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traz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informação </a:t>
            </a:r>
            <a:r>
              <a:rPr sz="2400" dirty="0">
                <a:latin typeface="Calibri"/>
                <a:cs typeface="Calibri"/>
              </a:rPr>
              <a:t>útil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10" dirty="0">
                <a:latin typeface="Calibri"/>
                <a:cs typeface="Calibri"/>
              </a:rPr>
              <a:t> problema.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131887" y="1864931"/>
          <a:ext cx="6153150" cy="1005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0825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Day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4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Attributes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415925" marR="320675" indent="-889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spc="-20" dirty="0">
                          <a:latin typeface="Calibri"/>
                          <a:cs typeface="Calibri"/>
                        </a:rPr>
                        <a:t>Class 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(y)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4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Outlook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Temperature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Humidity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Windy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sunny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cool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normal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false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57834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sunny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mild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normal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true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57834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</a:t>
                      </a: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166367" y="3750119"/>
          <a:ext cx="6084566" cy="1256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4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4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40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4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146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Day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Attributes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410845" marR="314325" indent="-8890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b="1" spc="-20" dirty="0">
                          <a:latin typeface="Calibri"/>
                          <a:cs typeface="Calibri"/>
                        </a:rPr>
                        <a:t>Class 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(y)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5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Outlook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Temperature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Humidity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Windy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sunny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hot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high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false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sunny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hot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high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true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sunny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mild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high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false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96236" y="3677792"/>
            <a:ext cx="4180286" cy="129881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Para</a:t>
            </a:r>
            <a:r>
              <a:rPr spc="-195" dirty="0"/>
              <a:t> </a:t>
            </a:r>
            <a:r>
              <a:rPr spc="-20" dirty="0"/>
              <a:t>casa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9399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Façam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exercícios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#1,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#4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#6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lista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#7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-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Árvores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Decisão.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Considerações</a:t>
            </a:r>
            <a:r>
              <a:rPr spc="-55" dirty="0"/>
              <a:t> </a:t>
            </a:r>
            <a:r>
              <a:rPr dirty="0"/>
              <a:t>sobre</a:t>
            </a:r>
            <a:r>
              <a:rPr spc="-65" dirty="0"/>
              <a:t> </a:t>
            </a:r>
            <a:r>
              <a:rPr dirty="0"/>
              <a:t>as</a:t>
            </a:r>
            <a:r>
              <a:rPr spc="-50" dirty="0"/>
              <a:t> </a:t>
            </a:r>
            <a:r>
              <a:rPr dirty="0"/>
              <a:t>árvores</a:t>
            </a:r>
            <a:r>
              <a:rPr spc="-7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7965" y="1793493"/>
            <a:ext cx="10543540" cy="45605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24130" indent="-229235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Embora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árvores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decisão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poderosos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b="1" i="1" spc="-10" dirty="0">
                <a:latin typeface="Calibri"/>
                <a:cs typeface="Calibri"/>
              </a:rPr>
              <a:t>classificação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apresentar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longo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tempo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treinamento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, principalmente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quando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os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atributos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são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contínuos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9235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Árvores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decisão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precisam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muito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pouco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pré-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processamento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dos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dados</a:t>
            </a:r>
            <a:r>
              <a:rPr sz="2800" dirty="0">
                <a:latin typeface="Calibri"/>
                <a:cs typeface="Calibri"/>
              </a:rPr>
              <a:t>.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particular,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não</a:t>
            </a:r>
            <a:r>
              <a:rPr sz="2800" b="1" i="1" spc="-7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4471C4"/>
                </a:solidFill>
                <a:latin typeface="Calibri"/>
                <a:cs typeface="Calibri"/>
              </a:rPr>
              <a:t>necessitam</a:t>
            </a:r>
            <a:r>
              <a:rPr sz="2800" b="1" i="1" spc="-5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4471C4"/>
                </a:solidFill>
                <a:latin typeface="Calibri"/>
                <a:cs typeface="Calibri"/>
              </a:rPr>
              <a:t>escalonamento</a:t>
            </a:r>
            <a:r>
              <a:rPr sz="2800" b="1" i="1" spc="-6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4471C4"/>
                </a:solidFill>
                <a:latin typeface="Calibri"/>
                <a:cs typeface="Calibri"/>
              </a:rPr>
              <a:t>dos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atributos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valores</a:t>
            </a:r>
            <a:r>
              <a:rPr sz="2800" b="1" i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faltantes</a:t>
            </a:r>
            <a:r>
              <a:rPr sz="2800" b="1" i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devem</a:t>
            </a:r>
            <a:r>
              <a:rPr sz="2800" b="1" i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ser</a:t>
            </a:r>
            <a:r>
              <a:rPr sz="2800" b="1" i="1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tratados</a:t>
            </a:r>
            <a:r>
              <a:rPr sz="2800" b="1" i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2800" b="1" i="1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alguma</a:t>
            </a:r>
            <a:r>
              <a:rPr sz="2800" b="1" i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forma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76835" indent="-229235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separadas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fronteiras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decisão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não- </a:t>
            </a:r>
            <a:r>
              <a:rPr sz="2800" b="1" i="1" dirty="0">
                <a:latin typeface="Calibri"/>
                <a:cs typeface="Calibri"/>
              </a:rPr>
              <a:t>lineares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árvores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decisão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apresentam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desempenho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classificação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superior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apresentado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4471C4"/>
                </a:solidFill>
                <a:latin typeface="Calibri"/>
                <a:cs typeface="Calibri"/>
              </a:rPr>
              <a:t>classificadores</a:t>
            </a:r>
            <a:r>
              <a:rPr sz="2800" b="1" i="1" spc="-7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4471C4"/>
                </a:solidFill>
                <a:latin typeface="Calibri"/>
                <a:cs typeface="Calibri"/>
              </a:rPr>
              <a:t>com </a:t>
            </a:r>
            <a:r>
              <a:rPr sz="2800" b="1" i="1" spc="-10" dirty="0">
                <a:solidFill>
                  <a:srgbClr val="4471C4"/>
                </a:solidFill>
                <a:latin typeface="Calibri"/>
                <a:cs typeface="Calibri"/>
              </a:rPr>
              <a:t>fronteiras</a:t>
            </a:r>
            <a:r>
              <a:rPr sz="2800" b="1" i="1" spc="-6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decisão</a:t>
            </a:r>
            <a:r>
              <a:rPr sz="2800" b="1" i="1" spc="-7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4471C4"/>
                </a:solidFill>
                <a:latin typeface="Calibri"/>
                <a:cs typeface="Calibri"/>
              </a:rPr>
              <a:t>formadas</a:t>
            </a:r>
            <a:r>
              <a:rPr sz="2800" b="1" i="1" spc="-7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por</a:t>
            </a:r>
            <a:r>
              <a:rPr sz="2800" b="1" i="1" spc="-6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4471C4"/>
                </a:solidFill>
                <a:latin typeface="Calibri"/>
                <a:cs typeface="Calibri"/>
              </a:rPr>
              <a:t>hiperplanos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767080" lvl="1" indent="-297815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766445" algn="l"/>
                <a:tab pos="767715" algn="l"/>
              </a:tabLst>
            </a:pPr>
            <a:r>
              <a:rPr sz="2400" b="1" i="1" dirty="0">
                <a:latin typeface="Calibri"/>
                <a:cs typeface="Calibri"/>
              </a:rPr>
              <a:t>Exemplo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DTTwoConcentricClassesClassification.ipynb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Considerações</a:t>
            </a:r>
            <a:r>
              <a:rPr spc="-55" dirty="0"/>
              <a:t> </a:t>
            </a:r>
            <a:r>
              <a:rPr dirty="0"/>
              <a:t>sobre</a:t>
            </a:r>
            <a:r>
              <a:rPr spc="-65" dirty="0"/>
              <a:t> </a:t>
            </a:r>
            <a:r>
              <a:rPr dirty="0"/>
              <a:t>as</a:t>
            </a:r>
            <a:r>
              <a:rPr spc="-50" dirty="0"/>
              <a:t> </a:t>
            </a:r>
            <a:r>
              <a:rPr dirty="0"/>
              <a:t>árvores</a:t>
            </a:r>
            <a:r>
              <a:rPr spc="-7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58188"/>
            <a:ext cx="10875645" cy="407098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classes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são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bem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separadas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sobrepõem),</a:t>
            </a:r>
            <a:r>
              <a:rPr sz="2800" spc="70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árvores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são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suscetíveis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sobreajustar</a:t>
            </a:r>
            <a:r>
              <a:rPr sz="2800" b="1" i="1" spc="-1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treinamento,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modo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fronteira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decisão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linear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classificadores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lineares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separa </a:t>
            </a:r>
            <a:r>
              <a:rPr sz="2800" dirty="0">
                <a:latin typeface="Calibri"/>
                <a:cs typeface="Calibri"/>
              </a:rPr>
              <a:t>melhor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apresentando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melhor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desempenho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classificação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evitar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sobreajuste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existem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duas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maneiras:</a:t>
            </a:r>
            <a:endParaRPr sz="2800" dirty="0">
              <a:latin typeface="Calibri"/>
              <a:cs typeface="Calibri"/>
            </a:endParaRPr>
          </a:p>
          <a:p>
            <a:pPr marL="984885" marR="347980" lvl="1" indent="-515620">
              <a:lnSpc>
                <a:spcPts val="2590"/>
              </a:lnSpc>
              <a:spcBef>
                <a:spcPts val="560"/>
              </a:spcBef>
              <a:buAutoNum type="arabicPeriod"/>
              <a:tabLst>
                <a:tab pos="984885" algn="l"/>
                <a:tab pos="985519" algn="l"/>
              </a:tabLst>
            </a:pPr>
            <a:r>
              <a:rPr sz="2400" dirty="0">
                <a:latin typeface="Calibri"/>
                <a:cs typeface="Calibri"/>
              </a:rPr>
              <a:t>Limitamos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profundidade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e/ou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número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mínimo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amostras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necessárias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nó</a:t>
            </a:r>
            <a:r>
              <a:rPr sz="2400" spc="-10" dirty="0">
                <a:latin typeface="Calibri"/>
                <a:cs typeface="Calibri"/>
              </a:rPr>
              <a:t> folha.</a:t>
            </a:r>
            <a:endParaRPr sz="2400" dirty="0">
              <a:latin typeface="Calibri"/>
              <a:cs typeface="Calibri"/>
            </a:endParaRPr>
          </a:p>
          <a:p>
            <a:pPr marL="984885" lvl="1" indent="-515620">
              <a:lnSpc>
                <a:spcPts val="2735"/>
              </a:lnSpc>
              <a:spcBef>
                <a:spcPts val="180"/>
              </a:spcBef>
              <a:buAutoNum type="arabicPeriod"/>
              <a:tabLst>
                <a:tab pos="984885" algn="l"/>
                <a:tab pos="985519" algn="l"/>
              </a:tabLst>
            </a:pPr>
            <a:r>
              <a:rPr sz="2400" dirty="0">
                <a:latin typeface="Calibri"/>
                <a:cs typeface="Calibri"/>
              </a:rPr>
              <a:t>Geramos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primeiro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árvore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seguida,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eliminamos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alguns</a:t>
            </a:r>
            <a:endParaRPr sz="2400" dirty="0">
              <a:latin typeface="Calibri"/>
              <a:cs typeface="Calibri"/>
            </a:endParaRPr>
          </a:p>
          <a:p>
            <a:pPr marL="984885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ramos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podamos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árvore).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spc="-10" dirty="0">
                <a:latin typeface="Calibri"/>
                <a:cs typeface="Calibri"/>
              </a:rPr>
              <a:t>Exemplo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DTTwoOverlappingClassesClassification.ipynb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Considerações</a:t>
            </a:r>
            <a:r>
              <a:rPr spc="-55" dirty="0"/>
              <a:t> </a:t>
            </a:r>
            <a:r>
              <a:rPr dirty="0"/>
              <a:t>sobre</a:t>
            </a:r>
            <a:r>
              <a:rPr spc="-65" dirty="0"/>
              <a:t> </a:t>
            </a:r>
            <a:r>
              <a:rPr dirty="0"/>
              <a:t>as</a:t>
            </a:r>
            <a:r>
              <a:rPr spc="-50" dirty="0"/>
              <a:t> </a:t>
            </a:r>
            <a:r>
              <a:rPr dirty="0"/>
              <a:t>árvores</a:t>
            </a:r>
            <a:r>
              <a:rPr spc="-7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862945" cy="429006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109474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principal</a:t>
            </a:r>
            <a:r>
              <a:rPr sz="2800" b="1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problema</a:t>
            </a:r>
            <a:r>
              <a:rPr sz="2800"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árvores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decisão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muito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sensíveis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pequenas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variações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nos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dados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treinamento</a:t>
            </a:r>
            <a:r>
              <a:rPr sz="2800" b="1" i="1" spc="-1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(e.g., rotação).</a:t>
            </a:r>
            <a:endParaRPr sz="2800" dirty="0">
              <a:latin typeface="Calibri"/>
              <a:cs typeface="Calibri"/>
            </a:endParaRPr>
          </a:p>
          <a:p>
            <a:pPr marL="241300" marR="434975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Árvores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decisão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criam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fronteiras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decisão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6F2F9F"/>
                </a:solidFill>
                <a:latin typeface="Calibri"/>
                <a:cs typeface="Calibri"/>
              </a:rPr>
              <a:t>compostas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por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trechos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perpendiculares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aos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eixos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torna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sensíveis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à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rotação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do </a:t>
            </a:r>
            <a:r>
              <a:rPr sz="2800" b="1" i="1" spc="-10" dirty="0">
                <a:latin typeface="Calibri"/>
                <a:cs typeface="Calibri"/>
              </a:rPr>
              <a:t>conjunto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treinamento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spc="-10" dirty="0">
                <a:latin typeface="Calibri"/>
                <a:cs typeface="Calibri"/>
              </a:rPr>
              <a:t>Exemplo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DTSensitivityToTrainingSetRotation.ipynb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maneira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minimizar</a:t>
            </a:r>
            <a:r>
              <a:rPr sz="2800" b="1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sensibilidade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rotação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é </a:t>
            </a:r>
            <a:r>
              <a:rPr sz="2800" dirty="0">
                <a:latin typeface="Calibri"/>
                <a:cs typeface="Calibri"/>
              </a:rPr>
              <a:t>usar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técnica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conhecida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Análise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Componentes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Principais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(PCA)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rotaciona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dimensiona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linearmente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matriz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Considerações</a:t>
            </a:r>
            <a:r>
              <a:rPr spc="-55" dirty="0"/>
              <a:t> </a:t>
            </a:r>
            <a:r>
              <a:rPr dirty="0"/>
              <a:t>sobre</a:t>
            </a:r>
            <a:r>
              <a:rPr spc="-65" dirty="0"/>
              <a:t> </a:t>
            </a:r>
            <a:r>
              <a:rPr dirty="0"/>
              <a:t>as</a:t>
            </a:r>
            <a:r>
              <a:rPr spc="-50" dirty="0"/>
              <a:t> </a:t>
            </a:r>
            <a:r>
              <a:rPr dirty="0"/>
              <a:t>árvores</a:t>
            </a:r>
            <a:r>
              <a:rPr spc="-7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1022330" cy="48025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Alguns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algoritmos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para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inferência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árvores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decisão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são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estocásticos </a:t>
            </a:r>
            <a:r>
              <a:rPr sz="2800" dirty="0">
                <a:latin typeface="Calibri"/>
                <a:cs typeface="Calibri"/>
              </a:rPr>
              <a:t>e,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portanto,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podem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gerar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árvores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completamente</a:t>
            </a:r>
            <a:r>
              <a:rPr sz="2800" b="1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diferentes</a:t>
            </a:r>
            <a:r>
              <a:rPr sz="2800" b="1" i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com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o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mesmo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modelo</a:t>
            </a:r>
            <a:r>
              <a:rPr sz="2800" b="1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sz="2800" b="1" i="1" spc="-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conjunto</a:t>
            </a:r>
            <a:r>
              <a:rPr sz="2800" b="1" i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de</a:t>
            </a:r>
            <a:r>
              <a:rPr sz="2800" b="1" i="1" spc="-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dados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mas</a:t>
            </a:r>
            <a:r>
              <a:rPr sz="2800" b="1" i="1" spc="-8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sementes</a:t>
            </a:r>
            <a:r>
              <a:rPr sz="2800" b="1" i="1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aleatórias</a:t>
            </a:r>
            <a:r>
              <a:rPr sz="2800" b="1" i="1" spc="-7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diferentes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438784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CART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permuta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aleatoriamente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conjunto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divisão,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podendo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gerar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diferentes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divisões.</a:t>
            </a:r>
            <a:endParaRPr sz="2800" dirty="0">
              <a:latin typeface="Calibri"/>
              <a:cs typeface="Calibri"/>
            </a:endParaRPr>
          </a:p>
          <a:p>
            <a:pPr marL="241300" marR="1002665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melhoria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critério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divisão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idêntica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várias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divisões, </a:t>
            </a:r>
            <a:r>
              <a:rPr sz="2800" spc="-25" dirty="0">
                <a:latin typeface="Calibri"/>
                <a:cs typeface="Calibri"/>
              </a:rPr>
              <a:t>escolhe-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divisão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aleatória.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spc="-10" dirty="0">
                <a:latin typeface="Calibri"/>
                <a:cs typeface="Calibri"/>
              </a:rPr>
              <a:t>Exemplo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DTSensitivityToTrainingSetDetails.ipynb</a:t>
            </a:r>
            <a:endParaRPr sz="2800" dirty="0">
              <a:latin typeface="Calibri"/>
              <a:cs typeface="Calibri"/>
            </a:endParaRPr>
          </a:p>
          <a:p>
            <a:pPr marL="241300" marR="617855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florestas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aleatórias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limitar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instabilidade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calculando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média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voto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majoritário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predições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feitas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diversas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árvores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spc="-10" dirty="0">
                <a:latin typeface="Calibri"/>
                <a:cs typeface="Calibri"/>
              </a:rPr>
              <a:t>decisão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Considerações</a:t>
            </a:r>
            <a:r>
              <a:rPr spc="-55" dirty="0"/>
              <a:t> </a:t>
            </a:r>
            <a:r>
              <a:rPr dirty="0"/>
              <a:t>sobre</a:t>
            </a:r>
            <a:r>
              <a:rPr spc="-65" dirty="0"/>
              <a:t> </a:t>
            </a:r>
            <a:r>
              <a:rPr dirty="0"/>
              <a:t>as</a:t>
            </a:r>
            <a:r>
              <a:rPr spc="-50" dirty="0"/>
              <a:t> </a:t>
            </a:r>
            <a:r>
              <a:rPr dirty="0"/>
              <a:t>árvores</a:t>
            </a:r>
            <a:r>
              <a:rPr spc="-7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73995" cy="429958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281305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restringida,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árvore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decisão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adaptará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20" dirty="0">
                <a:latin typeface="Calibri"/>
                <a:cs typeface="Calibri"/>
              </a:rPr>
              <a:t>treinamento,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ajustando-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provavelmente,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sobreajustando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eles.</a:t>
            </a:r>
            <a:endParaRPr sz="2800" dirty="0">
              <a:latin typeface="Calibri"/>
              <a:cs typeface="Calibri"/>
            </a:endParaRPr>
          </a:p>
          <a:p>
            <a:pPr marL="241300" marR="328930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evitar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sobreajuste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precisamos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restringir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a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liberdade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crescer</a:t>
            </a:r>
            <a:r>
              <a:rPr sz="2800" b="1" i="1" spc="-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árvore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decisão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durante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seu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9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Essa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restrição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visto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Calibri"/>
                <a:cs typeface="Calibri"/>
              </a:rPr>
              <a:t>regularização</a:t>
            </a:r>
            <a:r>
              <a:rPr sz="2400" b="1" i="1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Scikit-</a:t>
            </a:r>
            <a:r>
              <a:rPr sz="2800" dirty="0">
                <a:latin typeface="Calibri"/>
                <a:cs typeface="Calibri"/>
              </a:rPr>
              <a:t>Learn,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regularização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controlada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pelos </a:t>
            </a:r>
            <a:r>
              <a:rPr sz="2800" spc="-20" dirty="0">
                <a:latin typeface="Calibri"/>
                <a:cs typeface="Calibri"/>
              </a:rPr>
              <a:t>hiperparâmetros: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max_depth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min_samples_split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min_samples_leaf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b="1" i="1" spc="-10" dirty="0">
                <a:latin typeface="Calibri"/>
                <a:cs typeface="Calibri"/>
              </a:rPr>
              <a:t>min_weight_fraction_leaf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max_leaf_nodes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max_features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spc="-10" dirty="0">
                <a:latin typeface="Calibri"/>
                <a:cs typeface="Calibri"/>
              </a:rPr>
              <a:t>Exemplo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DTRegularizationHyperparameters.ipynb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Considerações</a:t>
            </a:r>
            <a:r>
              <a:rPr spc="-55" dirty="0"/>
              <a:t> </a:t>
            </a:r>
            <a:r>
              <a:rPr dirty="0"/>
              <a:t>sobre</a:t>
            </a:r>
            <a:r>
              <a:rPr spc="-65" dirty="0"/>
              <a:t> </a:t>
            </a:r>
            <a:r>
              <a:rPr dirty="0"/>
              <a:t>as</a:t>
            </a:r>
            <a:r>
              <a:rPr spc="-50" dirty="0"/>
              <a:t> </a:t>
            </a:r>
            <a:r>
              <a:rPr dirty="0"/>
              <a:t>árvores</a:t>
            </a:r>
            <a:r>
              <a:rPr spc="-7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decisão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87315" y="1793493"/>
            <a:ext cx="7212965" cy="450977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1273175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dirty="0">
                <a:latin typeface="Calibri"/>
                <a:cs typeface="Calibri"/>
              </a:rPr>
              <a:t>Árvores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decisão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também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ser </a:t>
            </a:r>
            <a:r>
              <a:rPr sz="2800" spc="-10" dirty="0">
                <a:latin typeface="Calibri"/>
                <a:cs typeface="Calibri"/>
              </a:rPr>
              <a:t>utilizadas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regressão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19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árvores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decisão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também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tendem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se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b="1" i="1" dirty="0">
                <a:latin typeface="Calibri"/>
                <a:cs typeface="Calibri"/>
              </a:rPr>
              <a:t>sobreajustar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lidar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tarefas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regressão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dirty="0">
                <a:latin typeface="Calibri"/>
                <a:cs typeface="Calibri"/>
              </a:rPr>
              <a:t>Exemplo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u="sng" spc="-10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2"/>
              </a:rPr>
              <a:t>DTNoisyQuadraticDatasetRegression.ipynb</a:t>
            </a:r>
            <a:endParaRPr sz="2400" dirty="0">
              <a:latin typeface="Calibri"/>
              <a:cs typeface="Calibri"/>
            </a:endParaRPr>
          </a:p>
          <a:p>
            <a:pPr marL="241300" marR="61594" indent="-228600">
              <a:lnSpc>
                <a:spcPct val="90000"/>
              </a:lnSpc>
              <a:spcBef>
                <a:spcPts val="96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Predições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feitas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árvores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decisão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não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são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suaves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nem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contínuas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aproximações </a:t>
            </a:r>
            <a:r>
              <a:rPr sz="2800" b="1" i="1" spc="-20" dirty="0">
                <a:solidFill>
                  <a:srgbClr val="EC7C30"/>
                </a:solidFill>
                <a:latin typeface="Calibri"/>
                <a:cs typeface="Calibri"/>
              </a:rPr>
              <a:t>constantes</a:t>
            </a:r>
            <a:r>
              <a:rPr sz="2800" b="1" i="1" spc="-10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por</a:t>
            </a:r>
            <a:r>
              <a:rPr sz="2800" b="1" i="1" spc="-9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partes/trechos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conforme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visto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lado.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19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previsto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trecho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sempre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valor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médio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nesse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trecho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370" y="2362893"/>
            <a:ext cx="4176665" cy="320099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Avisos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57485" cy="1858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19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Nossa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próxima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aula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será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estudo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dirigido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sobre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florestas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aleatórias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dirty="0">
                <a:latin typeface="Calibri"/>
                <a:cs typeface="Calibri"/>
              </a:rPr>
              <a:t>(Lista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#8)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k-</a:t>
            </a:r>
            <a:r>
              <a:rPr sz="2800" b="1" i="1" dirty="0">
                <a:latin typeface="Calibri"/>
                <a:cs typeface="Calibri"/>
              </a:rPr>
              <a:t>Means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(Lista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#9).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presença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será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validada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através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entrega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listas.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Material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github.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2292" y="3958162"/>
            <a:ext cx="5592826" cy="279402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3267" y="2616530"/>
            <a:ext cx="340296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Obrigado!</a:t>
            </a:r>
            <a:endParaRPr sz="66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8651" y="291591"/>
            <a:ext cx="7477125" cy="6162675"/>
            <a:chOff x="418651" y="291591"/>
            <a:chExt cx="7477125" cy="616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8651" y="291591"/>
              <a:ext cx="4225878" cy="273354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23717" y="3025114"/>
              <a:ext cx="4572000" cy="34290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80375" y="291465"/>
            <a:ext cx="3255263" cy="4952237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3900" y="2462529"/>
            <a:ext cx="9203055" cy="158940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746885" marR="5080" indent="-1734820">
              <a:lnSpc>
                <a:spcPts val="5830"/>
              </a:lnSpc>
              <a:spcBef>
                <a:spcPts val="835"/>
              </a:spcBef>
            </a:pPr>
            <a:r>
              <a:rPr sz="5400" b="0" dirty="0">
                <a:latin typeface="Calibri"/>
                <a:cs typeface="Calibri"/>
              </a:rPr>
              <a:t>Anexo</a:t>
            </a:r>
            <a:r>
              <a:rPr sz="5400" b="0" spc="-85" dirty="0">
                <a:latin typeface="Calibri"/>
                <a:cs typeface="Calibri"/>
              </a:rPr>
              <a:t> </a:t>
            </a:r>
            <a:r>
              <a:rPr sz="5400" b="0" dirty="0">
                <a:latin typeface="Calibri"/>
                <a:cs typeface="Calibri"/>
              </a:rPr>
              <a:t>I:</a:t>
            </a:r>
            <a:r>
              <a:rPr sz="5400" b="0" spc="-65" dirty="0">
                <a:latin typeface="Calibri"/>
                <a:cs typeface="Calibri"/>
              </a:rPr>
              <a:t> </a:t>
            </a:r>
            <a:r>
              <a:rPr sz="5400" b="0" dirty="0">
                <a:latin typeface="Calibri"/>
                <a:cs typeface="Calibri"/>
              </a:rPr>
              <a:t>Cálculo</a:t>
            </a:r>
            <a:r>
              <a:rPr sz="5400" b="0" spc="-85" dirty="0">
                <a:latin typeface="Calibri"/>
                <a:cs typeface="Calibri"/>
              </a:rPr>
              <a:t> </a:t>
            </a:r>
            <a:r>
              <a:rPr sz="5400" b="0" dirty="0">
                <a:latin typeface="Calibri"/>
                <a:cs typeface="Calibri"/>
              </a:rPr>
              <a:t>da</a:t>
            </a:r>
            <a:r>
              <a:rPr sz="5400" b="0" spc="-85" dirty="0">
                <a:latin typeface="Calibri"/>
                <a:cs typeface="Calibri"/>
              </a:rPr>
              <a:t> </a:t>
            </a:r>
            <a:r>
              <a:rPr sz="5400" b="0" dirty="0">
                <a:latin typeface="Calibri"/>
                <a:cs typeface="Calibri"/>
              </a:rPr>
              <a:t>entropia</a:t>
            </a:r>
            <a:r>
              <a:rPr sz="5400" b="0" spc="-80" dirty="0">
                <a:latin typeface="Calibri"/>
                <a:cs typeface="Calibri"/>
              </a:rPr>
              <a:t> </a:t>
            </a:r>
            <a:r>
              <a:rPr sz="5400" b="0" spc="-25" dirty="0">
                <a:latin typeface="Calibri"/>
                <a:cs typeface="Calibri"/>
              </a:rPr>
              <a:t>para </a:t>
            </a:r>
            <a:r>
              <a:rPr sz="5400" b="0" dirty="0">
                <a:latin typeface="Calibri"/>
                <a:cs typeface="Calibri"/>
              </a:rPr>
              <a:t>mais</a:t>
            </a:r>
            <a:r>
              <a:rPr sz="5400" b="0" spc="-20" dirty="0">
                <a:latin typeface="Calibri"/>
                <a:cs typeface="Calibri"/>
              </a:rPr>
              <a:t> </a:t>
            </a:r>
            <a:r>
              <a:rPr sz="5400" b="0" dirty="0">
                <a:latin typeface="Calibri"/>
                <a:cs typeface="Calibri"/>
              </a:rPr>
              <a:t>de</a:t>
            </a:r>
            <a:r>
              <a:rPr sz="5400" b="0" spc="-5" dirty="0">
                <a:latin typeface="Calibri"/>
                <a:cs typeface="Calibri"/>
              </a:rPr>
              <a:t> </a:t>
            </a:r>
            <a:r>
              <a:rPr sz="5400" b="0" dirty="0">
                <a:latin typeface="Calibri"/>
                <a:cs typeface="Calibri"/>
              </a:rPr>
              <a:t>duas</a:t>
            </a:r>
            <a:r>
              <a:rPr sz="5400" b="0" spc="5" dirty="0">
                <a:latin typeface="Calibri"/>
                <a:cs typeface="Calibri"/>
              </a:rPr>
              <a:t> </a:t>
            </a:r>
            <a:r>
              <a:rPr sz="5400" b="0" spc="-10" dirty="0">
                <a:latin typeface="Calibri"/>
                <a:cs typeface="Calibri"/>
              </a:rPr>
              <a:t>classes</a:t>
            </a:r>
            <a:endParaRPr sz="5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201848" y="1647507"/>
          <a:ext cx="2857500" cy="1507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825">
                <a:tc gridSpan="2">
                  <a:txBody>
                    <a:bodyPr/>
                    <a:lstStyle/>
                    <a:p>
                      <a:pPr marL="6070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Atributos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Rótulos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x1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x2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Classe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(y)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892555" y="1066800"/>
            <a:ext cx="8168640" cy="850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Veja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tabela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lado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exemplos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treinamento.</a:t>
            </a:r>
            <a:endParaRPr sz="18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Problema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três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classes: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2.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Portanto,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cálculo da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entropia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terá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três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termos.</a:t>
            </a:r>
            <a:endParaRPr sz="18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1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entropia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objetivo,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i.e.,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𝑦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conjunto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treinamento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é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92555" y="2816478"/>
            <a:ext cx="520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Separando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atributos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tabelas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separadas,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temos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92555" y="4736668"/>
            <a:ext cx="58496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ganho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informação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cada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atributo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é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calculado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como: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2563367" y="3174745"/>
          <a:ext cx="1892298" cy="1506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7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Classes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(y)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x1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4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7041260" y="3174745"/>
          <a:ext cx="1637665" cy="1255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8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9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Classes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(y)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 rowSpan="2"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x2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5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4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916939" y="357886"/>
            <a:ext cx="102222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Cálculo</a:t>
            </a:r>
            <a:r>
              <a:rPr spc="-20" dirty="0"/>
              <a:t> </a:t>
            </a:r>
            <a:r>
              <a:rPr dirty="0"/>
              <a:t>da</a:t>
            </a:r>
            <a:r>
              <a:rPr spc="-30" dirty="0"/>
              <a:t> </a:t>
            </a:r>
            <a:r>
              <a:rPr dirty="0"/>
              <a:t>entropia</a:t>
            </a:r>
            <a:r>
              <a:rPr spc="-25" dirty="0"/>
              <a:t> </a:t>
            </a:r>
            <a:r>
              <a:rPr dirty="0"/>
              <a:t>para</a:t>
            </a:r>
            <a:r>
              <a:rPr spc="-50" dirty="0"/>
              <a:t> </a:t>
            </a:r>
            <a:r>
              <a:rPr dirty="0"/>
              <a:t>mais</a:t>
            </a:r>
            <a:r>
              <a:rPr spc="-25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duas</a:t>
            </a:r>
            <a:r>
              <a:rPr spc="-25" dirty="0"/>
              <a:t> </a:t>
            </a:r>
            <a:r>
              <a:rPr spc="-10" dirty="0"/>
              <a:t>classes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8526E5BA-73AE-B0D8-8876-766AFA868C9F}"/>
                  </a:ext>
                </a:extLst>
              </p:cNvPr>
              <p:cNvSpPr txBox="1"/>
              <p:nvPr/>
            </p:nvSpPr>
            <p:spPr>
              <a:xfrm>
                <a:off x="1855977" y="2055367"/>
                <a:ext cx="5980099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func>
                            <m:func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  <m:func>
                                <m:func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BR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den>
                                      </m:f>
                                    </m:e>
                                  </m:d>
                                  <m:func>
                                    <m:func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pt-BR" b="0" i="0" smtClean="0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</m:e>
                          </m:func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=1.5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8526E5BA-73AE-B0D8-8876-766AFA868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5977" y="2055367"/>
                <a:ext cx="5980099" cy="622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16033C51-0E92-BE99-ED53-B61B89CCF9B0}"/>
                  </a:ext>
                </a:extLst>
              </p:cNvPr>
              <p:cNvSpPr txBox="1"/>
              <p:nvPr/>
            </p:nvSpPr>
            <p:spPr>
              <a:xfrm>
                <a:off x="1066800" y="5356836"/>
                <a:ext cx="6400800" cy="5283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1=0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1=1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1=2)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16033C51-0E92-BE99-ED53-B61B89CCF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5356836"/>
                <a:ext cx="6400800" cy="528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84C66EB3-2614-1B3A-A881-438B675826AF}"/>
                  </a:ext>
                </a:extLst>
              </p:cNvPr>
              <p:cNvSpPr txBox="1"/>
              <p:nvPr/>
            </p:nvSpPr>
            <p:spPr>
              <a:xfrm>
                <a:off x="1046860" y="6037895"/>
                <a:ext cx="4972772" cy="528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2=0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2=1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84C66EB3-2614-1B3A-A881-438B67582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860" y="6037895"/>
                <a:ext cx="4972772" cy="5283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57886"/>
            <a:ext cx="102222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Cálculo</a:t>
            </a:r>
            <a:r>
              <a:rPr spc="-20" dirty="0"/>
              <a:t> </a:t>
            </a:r>
            <a:r>
              <a:rPr dirty="0"/>
              <a:t>da</a:t>
            </a:r>
            <a:r>
              <a:rPr spc="-30" dirty="0"/>
              <a:t> </a:t>
            </a:r>
            <a:r>
              <a:rPr dirty="0"/>
              <a:t>entropia</a:t>
            </a:r>
            <a:r>
              <a:rPr spc="-25" dirty="0"/>
              <a:t> </a:t>
            </a:r>
            <a:r>
              <a:rPr dirty="0"/>
              <a:t>para</a:t>
            </a:r>
            <a:r>
              <a:rPr spc="-50" dirty="0"/>
              <a:t> </a:t>
            </a:r>
            <a:r>
              <a:rPr dirty="0"/>
              <a:t>mais</a:t>
            </a:r>
            <a:r>
              <a:rPr spc="-25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duas</a:t>
            </a:r>
            <a:r>
              <a:rPr spc="-25" dirty="0"/>
              <a:t> </a:t>
            </a:r>
            <a:r>
              <a:rPr spc="-10" dirty="0"/>
              <a:t>classes</a:t>
            </a:r>
          </a:p>
        </p:txBody>
      </p:sp>
      <p:sp>
        <p:nvSpPr>
          <p:cNvPr id="3" name="object 3"/>
          <p:cNvSpPr/>
          <p:nvPr/>
        </p:nvSpPr>
        <p:spPr>
          <a:xfrm>
            <a:off x="6135878" y="1649857"/>
            <a:ext cx="824865" cy="212090"/>
          </a:xfrm>
          <a:custGeom>
            <a:avLst/>
            <a:gdLst/>
            <a:ahLst/>
            <a:cxnLst/>
            <a:rect l="l" t="t" r="r" b="b"/>
            <a:pathLst>
              <a:path w="824865" h="212089">
                <a:moveTo>
                  <a:pt x="756793" y="0"/>
                </a:moveTo>
                <a:lnTo>
                  <a:pt x="753745" y="8635"/>
                </a:lnTo>
                <a:lnTo>
                  <a:pt x="766030" y="13946"/>
                </a:lnTo>
                <a:lnTo>
                  <a:pt x="776589" y="21304"/>
                </a:lnTo>
                <a:lnTo>
                  <a:pt x="797980" y="55431"/>
                </a:lnTo>
                <a:lnTo>
                  <a:pt x="805052" y="104901"/>
                </a:lnTo>
                <a:lnTo>
                  <a:pt x="804267" y="123571"/>
                </a:lnTo>
                <a:lnTo>
                  <a:pt x="792479" y="169290"/>
                </a:lnTo>
                <a:lnTo>
                  <a:pt x="766173" y="197865"/>
                </a:lnTo>
                <a:lnTo>
                  <a:pt x="754126" y="203200"/>
                </a:lnTo>
                <a:lnTo>
                  <a:pt x="756793" y="211835"/>
                </a:lnTo>
                <a:lnTo>
                  <a:pt x="797262" y="187707"/>
                </a:lnTo>
                <a:lnTo>
                  <a:pt x="819991" y="143335"/>
                </a:lnTo>
                <a:lnTo>
                  <a:pt x="824356" y="105917"/>
                </a:lnTo>
                <a:lnTo>
                  <a:pt x="823261" y="86536"/>
                </a:lnTo>
                <a:lnTo>
                  <a:pt x="806830" y="37083"/>
                </a:lnTo>
                <a:lnTo>
                  <a:pt x="772148" y="5544"/>
                </a:lnTo>
                <a:lnTo>
                  <a:pt x="756793" y="0"/>
                </a:lnTo>
                <a:close/>
              </a:path>
              <a:path w="824865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238"/>
                </a:lnTo>
                <a:lnTo>
                  <a:pt x="67563" y="211835"/>
                </a:lnTo>
                <a:lnTo>
                  <a:pt x="70231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04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2" y="8635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6939" y="1579626"/>
            <a:ext cx="7897495" cy="484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05"/>
              </a:lnSpc>
              <a:spcBef>
                <a:spcPts val="100"/>
              </a:spcBef>
              <a:tabLst>
                <a:tab pos="6116955" algn="l"/>
              </a:tabLst>
            </a:pPr>
            <a:r>
              <a:rPr sz="1800" dirty="0">
                <a:latin typeface="Calibri"/>
                <a:cs typeface="Calibri"/>
              </a:rPr>
              <a:t>Como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exemplo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cálculo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entropia,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vejamos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como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𝐻</a:t>
            </a:r>
            <a:r>
              <a:rPr sz="1800" spc="37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𝑥1</a:t>
            </a:r>
            <a:r>
              <a:rPr sz="1800" spc="8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0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dirty="0">
                <a:latin typeface="Calibri"/>
                <a:cs typeface="Calibri"/>
              </a:rPr>
              <a:t>deve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calculado.</a:t>
            </a:r>
            <a:endParaRPr sz="1800" dirty="0">
              <a:latin typeface="Calibri"/>
              <a:cs typeface="Calibri"/>
            </a:endParaRPr>
          </a:p>
          <a:p>
            <a:pPr marL="1659889">
              <a:lnSpc>
                <a:spcPts val="1505"/>
              </a:lnSpc>
            </a:pPr>
            <a:endParaRPr sz="1300" dirty="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6939" y="2821643"/>
            <a:ext cx="6247765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lang="pt-BR" sz="19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00" dirty="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Assim,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ganhos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informação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 </a:t>
            </a:r>
            <a:r>
              <a:rPr sz="1800" dirty="0">
                <a:latin typeface="Cambria Math"/>
                <a:cs typeface="Cambria Math"/>
              </a:rPr>
              <a:t>𝑥1 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𝑥2 </a:t>
            </a:r>
            <a:r>
              <a:rPr sz="1800" dirty="0">
                <a:latin typeface="Calibri"/>
                <a:cs typeface="Calibri"/>
              </a:rPr>
              <a:t>são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calculados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como</a:t>
            </a:r>
            <a:endParaRPr sz="1800" dirty="0">
              <a:latin typeface="Calibri"/>
              <a:cs typeface="Calibri"/>
            </a:endParaRPr>
          </a:p>
        </p:txBody>
      </p:sp>
      <p:graphicFrame>
        <p:nvGraphicFramePr>
          <p:cNvPr id="56" name="object 56"/>
          <p:cNvGraphicFramePr>
            <a:graphicFrameLocks noGrp="1"/>
          </p:cNvGraphicFramePr>
          <p:nvPr/>
        </p:nvGraphicFramePr>
        <p:xfrm>
          <a:off x="10208259" y="3725036"/>
          <a:ext cx="1889124" cy="1506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Classes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(y)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x1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10208259" y="5518150"/>
          <a:ext cx="1668778" cy="1254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1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4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Classes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(y)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 row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x2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5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8" name="object 58"/>
          <p:cNvSpPr txBox="1"/>
          <p:nvPr/>
        </p:nvSpPr>
        <p:spPr>
          <a:xfrm>
            <a:off x="10192893" y="1269619"/>
            <a:ext cx="517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Obs.: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object 62"/>
              <p:cNvSpPr txBox="1"/>
              <p:nvPr/>
            </p:nvSpPr>
            <p:spPr>
              <a:xfrm>
                <a:off x="10164954" y="1649857"/>
                <a:ext cx="2329307" cy="866904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24485" indent="-287020">
                  <a:lnSpc>
                    <a:spcPct val="100000"/>
                  </a:lnSpc>
                  <a:spcBef>
                    <a:spcPts val="100"/>
                  </a:spcBef>
                  <a:buFont typeface="Arial"/>
                  <a:buChar char="•"/>
                  <a:tabLst>
                    <a:tab pos="324485" algn="l"/>
                    <a:tab pos="325120" algn="l"/>
                    <a:tab pos="877569" algn="l"/>
                  </a:tabLst>
                </a:pP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Cambria Math"/>
                      </a:rPr>
                      <m:t>𝐻</m:t>
                    </m:r>
                    <m:r>
                      <a:rPr lang="pt-BR" sz="1800" b="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1800" i="1" spc="-60" dirty="0" smtClean="0">
                        <a:latin typeface="Cambria Math" panose="02040503050406030204" pitchFamily="18" charset="0"/>
                        <a:cs typeface="Cambria Math"/>
                      </a:rPr>
                      <m:t>0)</m:t>
                    </m:r>
                    <m:r>
                      <a:rPr lang="pt-BR" sz="1800" i="1" dirty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1800" i="1" spc="-50" dirty="0">
                        <a:latin typeface="Cambria Math" panose="02040503050406030204" pitchFamily="18" charset="0"/>
                        <a:cs typeface="Cambria Math"/>
                      </a:rPr>
                      <m:t>0</m:t>
                    </m:r>
                  </m:oMath>
                </a14:m>
                <a:endParaRPr lang="pt-BR" sz="1800" dirty="0">
                  <a:latin typeface="Cambria Math"/>
                  <a:cs typeface="Cambria Math"/>
                </a:endParaRPr>
              </a:p>
              <a:p>
                <a:pPr marL="324485" indent="-287020">
                  <a:lnSpc>
                    <a:spcPct val="100000"/>
                  </a:lnSpc>
                  <a:buFont typeface="Arial"/>
                  <a:buChar char="•"/>
                  <a:tabLst>
                    <a:tab pos="324485" algn="l"/>
                    <a:tab pos="325120" algn="l"/>
                    <a:tab pos="877569" algn="l"/>
                  </a:tabLst>
                </a:pP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Cambria Math"/>
                      </a:rPr>
                      <m:t>𝐻</m:t>
                    </m:r>
                    <m:r>
                      <a:rPr lang="pt-BR" sz="1800" b="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1800" i="1" spc="-60" dirty="0" smtClean="0">
                        <a:latin typeface="Cambria Math" panose="02040503050406030204" pitchFamily="18" charset="0"/>
                        <a:cs typeface="Cambria Math"/>
                      </a:rPr>
                      <m:t>1)</m:t>
                    </m:r>
                    <m:r>
                      <a:rPr lang="pt-BR" sz="1800" i="1" dirty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1800" i="1" spc="-50" dirty="0">
                        <a:latin typeface="Cambria Math" panose="02040503050406030204" pitchFamily="18" charset="0"/>
                        <a:cs typeface="Cambria Math"/>
                      </a:rPr>
                      <m:t>0</m:t>
                    </m:r>
                  </m:oMath>
                </a14:m>
                <a:endParaRPr lang="pt-BR" sz="1800" dirty="0">
                  <a:latin typeface="Cambria Math"/>
                  <a:cs typeface="Cambria Math"/>
                </a:endParaRPr>
              </a:p>
              <a:p>
                <a:pPr marL="324485" indent="-287020">
                  <a:lnSpc>
                    <a:spcPct val="100000"/>
                  </a:lnSpc>
                  <a:buFont typeface="Arial"/>
                  <a:buChar char="•"/>
                  <a:tabLst>
                    <a:tab pos="324485" algn="l"/>
                    <a:tab pos="325120" algn="l"/>
                    <a:tab pos="1454150" algn="l"/>
                  </a:tabLst>
                </a:pP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Cambria Math"/>
                      </a:rPr>
                      <m:t>0</m:t>
                    </m:r>
                    <m:r>
                      <a:rPr lang="pt-BR" sz="1800" i="1" dirty="0">
                        <a:latin typeface="Cambria Math" panose="02040503050406030204" pitchFamily="18" charset="0"/>
                        <a:cs typeface="Cambria Math"/>
                      </a:rPr>
                      <m:t>∗</m:t>
                    </m:r>
                    <m:r>
                      <m:rPr>
                        <m:sty m:val="p"/>
                      </m:rPr>
                      <a:rPr lang="pt-BR" sz="1800" i="1" dirty="0">
                        <a:latin typeface="Cambria Math" panose="02040503050406030204" pitchFamily="18" charset="0"/>
                        <a:cs typeface="Cambria Math"/>
                      </a:rPr>
                      <m:t>log</m:t>
                    </m:r>
                    <m:r>
                      <a:rPr lang="pt-BR" sz="1950" i="1" baseline="-14957" dirty="0">
                        <a:latin typeface="Cambria Math" panose="02040503050406030204" pitchFamily="18" charset="0"/>
                        <a:cs typeface="Cambria Math"/>
                      </a:rPr>
                      <m:t>2</m:t>
                    </m:r>
                    <m:r>
                      <a:rPr lang="pt-BR" sz="1950" i="1" spc="225" baseline="-14957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1950" b="0" i="1" spc="225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1800" i="1" spc="-50" dirty="0" smtClean="0">
                        <a:latin typeface="Cambria Math" panose="02040503050406030204" pitchFamily="18" charset="0"/>
                        <a:cs typeface="Cambria Math"/>
                      </a:rPr>
                      <m:t>0)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1800" i="1" spc="95" dirty="0" smtClean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1800" i="1" spc="-50" dirty="0">
                        <a:latin typeface="Cambria Math" panose="02040503050406030204" pitchFamily="18" charset="0"/>
                        <a:cs typeface="Cambria Math"/>
                      </a:rPr>
                      <m:t>0</m:t>
                    </m:r>
                  </m:oMath>
                </a14:m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62" name="object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4954" y="1649857"/>
                <a:ext cx="2329307" cy="866904"/>
              </a:xfrm>
              <a:prstGeom prst="rect">
                <a:avLst/>
              </a:prstGeom>
              <a:blipFill>
                <a:blip r:embed="rId2"/>
                <a:stretch>
                  <a:fillRect l="-3916" t="-4930" b="-105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CaixaDeTexto 62">
                <a:extLst>
                  <a:ext uri="{FF2B5EF4-FFF2-40B4-BE49-F238E27FC236}">
                    <a16:creationId xmlns:a16="http://schemas.microsoft.com/office/drawing/2014/main" id="{D153A2DE-34D5-3F32-F0A2-C8F34FDF1FE9}"/>
                  </a:ext>
                </a:extLst>
              </p:cNvPr>
              <p:cNvSpPr txBox="1"/>
              <p:nvPr/>
            </p:nvSpPr>
            <p:spPr>
              <a:xfrm>
                <a:off x="832206" y="1811993"/>
                <a:ext cx="5858527" cy="778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1=0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1=0</m:t>
                              </m:r>
                            </m:e>
                          </m:d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1=0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63" name="CaixaDeTexto 62">
                <a:extLst>
                  <a:ext uri="{FF2B5EF4-FFF2-40B4-BE49-F238E27FC236}">
                    <a16:creationId xmlns:a16="http://schemas.microsoft.com/office/drawing/2014/main" id="{D153A2DE-34D5-3F32-F0A2-C8F34FDF1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206" y="1811993"/>
                <a:ext cx="5858527" cy="778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CaixaDeTexto 63">
                <a:extLst>
                  <a:ext uri="{FF2B5EF4-FFF2-40B4-BE49-F238E27FC236}">
                    <a16:creationId xmlns:a16="http://schemas.microsoft.com/office/drawing/2014/main" id="{E41CFED0-A23A-6393-D573-C7ECD1D29CD1}"/>
                  </a:ext>
                </a:extLst>
              </p:cNvPr>
              <p:cNvSpPr txBox="1"/>
              <p:nvPr/>
            </p:nvSpPr>
            <p:spPr>
              <a:xfrm>
                <a:off x="1009220" y="2703897"/>
                <a:ext cx="8972980" cy="6252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=0|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1=0</m:t>
                              </m:r>
                            </m:e>
                          </m:d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1=0</m:t>
                                  </m:r>
                                </m:e>
                              </m:d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1=0</m:t>
                              </m:r>
                            </m:e>
                          </m:d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1=0</m:t>
                                  </m:r>
                                </m:e>
                              </m:d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pt-BR" smtClean="0"/>
                            <m:t>𝑝</m:t>
                          </m:r>
                          <m:r>
                            <m:rPr>
                              <m:nor/>
                            </m:rPr>
                            <a:rPr lang="pt-BR" smtClean="0"/>
                            <m:t>(</m:t>
                          </m:r>
                          <m:r>
                            <m:rPr>
                              <m:nor/>
                            </m:rPr>
                            <a:rPr lang="pt-BR" smtClean="0"/>
                            <m:t>𝑦</m:t>
                          </m:r>
                          <m:r>
                            <m:rPr>
                              <m:nor/>
                            </m:rPr>
                            <a:rPr lang="pt-BR" smtClean="0"/>
                            <m:t> = 2|</m:t>
                          </m:r>
                          <m:r>
                            <m:rPr>
                              <m:nor/>
                            </m:rPr>
                            <a:rPr lang="pt-BR" smtClean="0"/>
                            <m:t>𝑥</m:t>
                          </m:r>
                          <m:r>
                            <m:rPr>
                              <m:nor/>
                            </m:rPr>
                            <a:rPr lang="pt-BR" smtClean="0"/>
                            <m:t>1 = 0)</m:t>
                          </m:r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pt-BR" b="0" i="0" smtClean="0"/>
                            <m:t>(</m:t>
                          </m:r>
                          <m:r>
                            <m:rPr>
                              <m:nor/>
                            </m:rPr>
                            <a:rPr lang="pt-BR" smtClean="0"/>
                            <m:t>𝑝</m:t>
                          </m:r>
                          <m:r>
                            <m:rPr>
                              <m:nor/>
                            </m:rPr>
                            <a:rPr lang="pt-BR" smtClean="0"/>
                            <m:t>(</m:t>
                          </m:r>
                          <m:r>
                            <m:rPr>
                              <m:nor/>
                            </m:rPr>
                            <a:rPr lang="pt-BR" smtClean="0"/>
                            <m:t>𝑦</m:t>
                          </m:r>
                          <m:r>
                            <m:rPr>
                              <m:nor/>
                            </m:rPr>
                            <a:rPr lang="pt-BR" smtClean="0"/>
                            <m:t> = 2|</m:t>
                          </m:r>
                          <m:r>
                            <m:rPr>
                              <m:nor/>
                            </m:rPr>
                            <a:rPr lang="pt-BR" smtClean="0"/>
                            <m:t>𝑥</m:t>
                          </m:r>
                          <m:r>
                            <m:rPr>
                              <m:nor/>
                            </m:rPr>
                            <a:rPr lang="pt-BR" smtClean="0"/>
                            <m:t>1 = 0)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64" name="CaixaDeTexto 63">
                <a:extLst>
                  <a:ext uri="{FF2B5EF4-FFF2-40B4-BE49-F238E27FC236}">
                    <a16:creationId xmlns:a16="http://schemas.microsoft.com/office/drawing/2014/main" id="{E41CFED0-A23A-6393-D573-C7ECD1D29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220" y="2703897"/>
                <a:ext cx="8972980" cy="625299"/>
              </a:xfrm>
              <a:prstGeom prst="rect">
                <a:avLst/>
              </a:prstGeom>
              <a:blipFill>
                <a:blip r:embed="rId4"/>
                <a:stretch>
                  <a:fillRect t="-108824" b="-1578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5DB124B7-D719-00AD-6287-20A1E15F63AD}"/>
                  </a:ext>
                </a:extLst>
              </p:cNvPr>
              <p:cNvSpPr txBox="1"/>
              <p:nvPr/>
            </p:nvSpPr>
            <p:spPr>
              <a:xfrm>
                <a:off x="1009220" y="3679539"/>
                <a:ext cx="6400800" cy="5283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1=0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1=1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1=2)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5DB124B7-D719-00AD-6287-20A1E15F6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220" y="3679539"/>
                <a:ext cx="6400800" cy="5283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9285B5F7-9821-59C3-A151-4F6E09F045BC}"/>
                  </a:ext>
                </a:extLst>
              </p:cNvPr>
              <p:cNvSpPr txBox="1"/>
              <p:nvPr/>
            </p:nvSpPr>
            <p:spPr>
              <a:xfrm>
                <a:off x="1802511" y="4406850"/>
                <a:ext cx="7537463" cy="6223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d>
                            <m:dPr>
                              <m:begChr m:val="["/>
                              <m:endChr m:val="]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BR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d>
                            <m:dPr>
                              <m:begChr m:val="["/>
                              <m:endChr m:val="]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BR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d>
                            <m:dPr>
                              <m:begChr m:val="["/>
                              <m:endChr m:val="]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BR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func>
                                    <m:func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pt-BR" b="0" i="0" smtClean="0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</m:e>
                          </m:d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9285B5F7-9821-59C3-A151-4F6E09F04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511" y="4406850"/>
                <a:ext cx="7537463" cy="6223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94E47D8D-0180-D02F-C2E5-509C8C99ADDC}"/>
                  </a:ext>
                </a:extLst>
              </p:cNvPr>
              <p:cNvSpPr txBox="1"/>
              <p:nvPr/>
            </p:nvSpPr>
            <p:spPr>
              <a:xfrm>
                <a:off x="1009220" y="5278374"/>
                <a:ext cx="4929836" cy="5283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2=0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2=1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94E47D8D-0180-D02F-C2E5-509C8C99A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220" y="5278374"/>
                <a:ext cx="4929836" cy="5283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2B6C7D2D-A0A6-9F69-9983-49B83602747E}"/>
                  </a:ext>
                </a:extLst>
              </p:cNvPr>
              <p:cNvSpPr txBox="1"/>
              <p:nvPr/>
            </p:nvSpPr>
            <p:spPr>
              <a:xfrm>
                <a:off x="1852725" y="5943600"/>
                <a:ext cx="5856175" cy="6223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d>
                            <m:dPr>
                              <m:begChr m:val="["/>
                              <m:endChr m:val="]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BR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num>
                                        <m:den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d>
                            <m:dPr>
                              <m:begChr m:val="["/>
                              <m:endChr m:val="]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BR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func>
                                    <m:func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pt-BR" b="0" i="0" smtClean="0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</m:e>
                          </m:d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2B6C7D2D-A0A6-9F69-9983-49B836027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2725" y="5943600"/>
                <a:ext cx="5856175" cy="6223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3273" y="2462529"/>
            <a:ext cx="858266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latin typeface="Calibri"/>
                <a:cs typeface="Calibri"/>
              </a:rPr>
              <a:t>Anexo</a:t>
            </a:r>
            <a:r>
              <a:rPr sz="5400" b="0" spc="-75" dirty="0">
                <a:latin typeface="Calibri"/>
                <a:cs typeface="Calibri"/>
              </a:rPr>
              <a:t> </a:t>
            </a:r>
            <a:r>
              <a:rPr sz="5400" b="0" dirty="0">
                <a:latin typeface="Calibri"/>
                <a:cs typeface="Calibri"/>
              </a:rPr>
              <a:t>II:</a:t>
            </a:r>
            <a:r>
              <a:rPr sz="5400" b="0" spc="-50" dirty="0">
                <a:latin typeface="Calibri"/>
                <a:cs typeface="Calibri"/>
              </a:rPr>
              <a:t> </a:t>
            </a:r>
            <a:r>
              <a:rPr sz="5400" b="0" dirty="0">
                <a:latin typeface="Calibri"/>
                <a:cs typeface="Calibri"/>
              </a:rPr>
              <a:t>Qual</a:t>
            </a:r>
            <a:r>
              <a:rPr sz="5400" b="0" spc="-65" dirty="0">
                <a:latin typeface="Calibri"/>
                <a:cs typeface="Calibri"/>
              </a:rPr>
              <a:t> </a:t>
            </a:r>
            <a:r>
              <a:rPr sz="5400" b="0" dirty="0">
                <a:latin typeface="Calibri"/>
                <a:cs typeface="Calibri"/>
              </a:rPr>
              <a:t>a</a:t>
            </a:r>
            <a:r>
              <a:rPr sz="5400" b="0" spc="-55" dirty="0">
                <a:latin typeface="Calibri"/>
                <a:cs typeface="Calibri"/>
              </a:rPr>
              <a:t> </a:t>
            </a:r>
            <a:r>
              <a:rPr sz="5400" b="0" dirty="0">
                <a:latin typeface="Calibri"/>
                <a:cs typeface="Calibri"/>
              </a:rPr>
              <a:t>entropia</a:t>
            </a:r>
            <a:r>
              <a:rPr sz="5400" b="0" spc="-55" dirty="0">
                <a:latin typeface="Calibri"/>
                <a:cs typeface="Calibri"/>
              </a:rPr>
              <a:t> </a:t>
            </a:r>
            <a:r>
              <a:rPr sz="5400" b="0" dirty="0">
                <a:latin typeface="Calibri"/>
                <a:cs typeface="Calibri"/>
              </a:rPr>
              <a:t>de</a:t>
            </a:r>
            <a:r>
              <a:rPr sz="5400" b="0" spc="-65" dirty="0">
                <a:latin typeface="Calibri"/>
                <a:cs typeface="Calibri"/>
              </a:rPr>
              <a:t> </a:t>
            </a:r>
            <a:r>
              <a:rPr sz="5400" b="0" spc="-25" dirty="0">
                <a:latin typeface="Calibri"/>
                <a:cs typeface="Calibri"/>
              </a:rPr>
              <a:t>0?</a:t>
            </a:r>
            <a:endParaRPr sz="5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Qual</a:t>
            </a:r>
            <a:r>
              <a:rPr spc="-3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entropia</a:t>
            </a:r>
            <a:r>
              <a:rPr spc="-35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spc="-25" dirty="0"/>
              <a:t>0?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7454" y="1367325"/>
            <a:ext cx="11050905" cy="1174681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304800" marR="17780" indent="-228600" algn="just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304800" algn="l"/>
              </a:tabLst>
            </a:pPr>
            <a:r>
              <a:rPr sz="2800" dirty="0">
                <a:latin typeface="Calibri"/>
                <a:cs typeface="Calibri"/>
              </a:rPr>
              <a:t>À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primeira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vista,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parecer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−𝑥</a:t>
            </a:r>
            <a:r>
              <a:rPr sz="2800" spc="-10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log</a:t>
            </a:r>
            <a:r>
              <a:rPr sz="3075" baseline="-16260" dirty="0">
                <a:latin typeface="Cambria Math"/>
                <a:cs typeface="Cambria Math"/>
              </a:rPr>
              <a:t>2</a:t>
            </a:r>
            <a:r>
              <a:rPr sz="3075" spc="225" baseline="-16260" dirty="0">
                <a:latin typeface="Cambria Math"/>
                <a:cs typeface="Cambria Math"/>
              </a:rPr>
              <a:t> </a:t>
            </a:r>
            <a:r>
              <a:rPr lang="pt-BR" sz="3075" spc="225" dirty="0">
                <a:latin typeface="Cambria Math"/>
                <a:cs typeface="Cambria Math"/>
              </a:rPr>
              <a:t>(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lang="pt-BR" sz="2800" dirty="0">
                <a:latin typeface="Cambria Math"/>
                <a:cs typeface="Cambria Math"/>
              </a:rPr>
              <a:t>)</a:t>
            </a:r>
            <a:r>
              <a:rPr sz="2800" spc="24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indeterminado,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resulta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0</a:t>
            </a:r>
            <a:r>
              <a:rPr sz="2800" spc="-7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×</a:t>
            </a:r>
            <a:r>
              <a:rPr sz="2800" spc="-6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−∞</a:t>
            </a:r>
            <a:r>
              <a:rPr sz="2800" dirty="0">
                <a:latin typeface="Calibri"/>
                <a:cs typeface="Calibri"/>
              </a:rPr>
              <a:t>.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Porém,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fizermos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pequena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modificação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na </a:t>
            </a:r>
            <a:r>
              <a:rPr sz="2800" spc="-10" dirty="0" err="1">
                <a:latin typeface="Calibri"/>
                <a:cs typeface="Calibri"/>
              </a:rPr>
              <a:t>equação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lang="pt-BR" sz="2800" spc="-10" dirty="0">
                <a:latin typeface="Calibri"/>
                <a:cs typeface="Calibri"/>
              </a:rPr>
              <a:t>	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6939" y="3967353"/>
            <a:ext cx="106845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e,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sequência,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aplicarmos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L’Hôpital,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conseguimos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1539" y="4308728"/>
            <a:ext cx="83966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aproxima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zero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positivo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spc="-10" dirty="0">
                <a:latin typeface="Cambria Math"/>
                <a:cs typeface="Cambria Math"/>
              </a:rPr>
              <a:t>0</a:t>
            </a:r>
            <a:r>
              <a:rPr sz="3075" spc="-15" baseline="-16260" dirty="0">
                <a:latin typeface="Cambria Math"/>
                <a:cs typeface="Cambria Math"/>
              </a:rPr>
              <a:t>+</a:t>
            </a:r>
            <a:r>
              <a:rPr sz="2800" spc="-10" dirty="0">
                <a:latin typeface="Calibri"/>
                <a:cs typeface="Calibri"/>
              </a:rPr>
              <a:t>):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70025" y="6221019"/>
            <a:ext cx="25603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49705" algn="l"/>
                <a:tab pos="1896110" algn="l"/>
              </a:tabLst>
            </a:pPr>
            <a:r>
              <a:rPr sz="2800" dirty="0">
                <a:latin typeface="Calibri"/>
                <a:cs typeface="Calibri"/>
              </a:rPr>
              <a:t>Assim,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𝐻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𝑥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	=</a:t>
            </a:r>
            <a:r>
              <a:rPr sz="2800" spc="13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0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0E72466B-9343-4A63-3AE0-E0131403896E}"/>
                  </a:ext>
                </a:extLst>
              </p:cNvPr>
              <p:cNvSpPr txBox="1"/>
              <p:nvPr/>
            </p:nvSpPr>
            <p:spPr>
              <a:xfrm>
                <a:off x="3617597" y="2608055"/>
                <a:ext cx="4956806" cy="1183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28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BR" sz="2800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f>
                                <m:f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den>
                          </m:f>
                        </m:e>
                      </m:func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0E72466B-9343-4A63-3AE0-E01314038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597" y="2608055"/>
                <a:ext cx="4956806" cy="11836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FD84F10E-5636-7591-FDC1-6E37157B0F09}"/>
                  </a:ext>
                </a:extLst>
              </p:cNvPr>
              <p:cNvSpPr txBox="1"/>
              <p:nvPr/>
            </p:nvSpPr>
            <p:spPr>
              <a:xfrm>
                <a:off x="2250185" y="4708507"/>
                <a:ext cx="7353936" cy="15604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8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800" b="0" i="0" smtClean="0">
                                      <a:latin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func>
                                        <m:func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pt-BR" sz="2800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den>
                                  </m:f>
                                </m:num>
                                <m:den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den>
                              </m:f>
                            </m:e>
                          </m:func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800" b="0" i="0" smtClean="0">
                                      <a:latin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func>
                                    <m:func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pt-BR" sz="2800" b="0" i="0" smtClean="0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</m:e>
                                  </m:func>
                                </m:den>
                              </m:f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FD84F10E-5636-7591-FDC1-6E37157B0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185" y="4708507"/>
                <a:ext cx="7353936" cy="15604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5773" y="2616530"/>
            <a:ext cx="241744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Figuras</a:t>
            </a:r>
            <a:endParaRPr sz="66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6728" y="1422400"/>
            <a:ext cx="1400682" cy="55156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32196" y="1533525"/>
            <a:ext cx="769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-10" dirty="0">
                <a:latin typeface="Calibri"/>
                <a:cs typeface="Calibri"/>
              </a:rPr>
              <a:t>Outlook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01163" y="2636773"/>
            <a:ext cx="1400556" cy="55156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64560" y="2748153"/>
            <a:ext cx="873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Humidity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02854" y="2636773"/>
            <a:ext cx="1400555" cy="55156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491855" y="2748153"/>
            <a:ext cx="624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Windy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01440" y="1967610"/>
            <a:ext cx="5401945" cy="675640"/>
          </a:xfrm>
          <a:custGeom>
            <a:avLst/>
            <a:gdLst/>
            <a:ahLst/>
            <a:cxnLst/>
            <a:rect l="l" t="t" r="r" b="b"/>
            <a:pathLst>
              <a:path w="5401945" h="675639">
                <a:moveTo>
                  <a:pt x="2615692" y="0"/>
                </a:moveTo>
                <a:lnTo>
                  <a:pt x="0" y="675513"/>
                </a:lnTo>
              </a:path>
              <a:path w="5401945" h="675639">
                <a:moveTo>
                  <a:pt x="2615692" y="0"/>
                </a:moveTo>
                <a:lnTo>
                  <a:pt x="5401691" y="675513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98008" y="3721087"/>
            <a:ext cx="1238250" cy="369570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/>
                <a:cs typeface="Calibri"/>
              </a:rPr>
              <a:t>Positive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(P)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17133" y="1967610"/>
            <a:ext cx="0" cy="1753870"/>
          </a:xfrm>
          <a:custGeom>
            <a:avLst/>
            <a:gdLst/>
            <a:ahLst/>
            <a:cxnLst/>
            <a:rect l="l" t="t" r="r" b="b"/>
            <a:pathLst>
              <a:path h="1753870">
                <a:moveTo>
                  <a:pt x="0" y="0"/>
                </a:moveTo>
                <a:lnTo>
                  <a:pt x="0" y="1753489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300853" y="2269617"/>
            <a:ext cx="6337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overcast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3248" y="3721087"/>
            <a:ext cx="1238250" cy="369570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/>
                <a:cs typeface="Calibri"/>
              </a:rPr>
              <a:t>Positive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(P)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25422" y="3721087"/>
            <a:ext cx="1402080" cy="369570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/>
                <a:cs typeface="Calibri"/>
              </a:rPr>
              <a:t>Negative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(N)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26207" y="3181985"/>
            <a:ext cx="1836420" cy="539115"/>
          </a:xfrm>
          <a:custGeom>
            <a:avLst/>
            <a:gdLst/>
            <a:ahLst/>
            <a:cxnLst/>
            <a:rect l="l" t="t" r="r" b="b"/>
            <a:pathLst>
              <a:path w="1836420" h="539114">
                <a:moveTo>
                  <a:pt x="975232" y="0"/>
                </a:moveTo>
                <a:lnTo>
                  <a:pt x="1836166" y="539114"/>
                </a:lnTo>
              </a:path>
              <a:path w="1836420" h="539114">
                <a:moveTo>
                  <a:pt x="975232" y="0"/>
                </a:moveTo>
                <a:lnTo>
                  <a:pt x="0" y="53911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419350" y="3334638"/>
            <a:ext cx="3378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Calibri"/>
                <a:cs typeface="Calibri"/>
              </a:rPr>
              <a:t>high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87165" y="3334638"/>
            <a:ext cx="5435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normal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00678" y="2115693"/>
            <a:ext cx="4521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sunny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93330" y="2087372"/>
            <a:ext cx="3048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Calibri"/>
                <a:cs typeface="Calibri"/>
              </a:rPr>
              <a:t>rain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093707" y="3720706"/>
            <a:ext cx="1238250" cy="369570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/>
                <a:cs typeface="Calibri"/>
              </a:rPr>
              <a:t>Positive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(P)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75754" y="3720706"/>
            <a:ext cx="1402080" cy="369570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/>
                <a:cs typeface="Calibri"/>
              </a:rPr>
              <a:t>Negative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(N)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876540" y="3181604"/>
            <a:ext cx="1836420" cy="539115"/>
          </a:xfrm>
          <a:custGeom>
            <a:avLst/>
            <a:gdLst/>
            <a:ahLst/>
            <a:cxnLst/>
            <a:rect l="l" t="t" r="r" b="b"/>
            <a:pathLst>
              <a:path w="1836420" h="539114">
                <a:moveTo>
                  <a:pt x="975232" y="0"/>
                </a:moveTo>
                <a:lnTo>
                  <a:pt x="1836292" y="539115"/>
                </a:lnTo>
              </a:path>
              <a:path w="1836420" h="539114">
                <a:moveTo>
                  <a:pt x="975232" y="0"/>
                </a:moveTo>
                <a:lnTo>
                  <a:pt x="0" y="539115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887969" y="3334257"/>
            <a:ext cx="3295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Calibri"/>
                <a:cs typeface="Calibri"/>
              </a:rPr>
              <a:t>true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499218" y="3334257"/>
            <a:ext cx="3625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false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6728" y="1422400"/>
            <a:ext cx="1400682" cy="143827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632196" y="1533525"/>
            <a:ext cx="769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Outlook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01440" y="1967610"/>
            <a:ext cx="5401945" cy="675640"/>
          </a:xfrm>
          <a:custGeom>
            <a:avLst/>
            <a:gdLst/>
            <a:ahLst/>
            <a:cxnLst/>
            <a:rect l="l" t="t" r="r" b="b"/>
            <a:pathLst>
              <a:path w="5401945" h="675639">
                <a:moveTo>
                  <a:pt x="2615692" y="0"/>
                </a:moveTo>
                <a:lnTo>
                  <a:pt x="0" y="675513"/>
                </a:lnTo>
              </a:path>
              <a:path w="5401945" h="675639">
                <a:moveTo>
                  <a:pt x="2615692" y="0"/>
                </a:moveTo>
                <a:lnTo>
                  <a:pt x="5401691" y="675513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02300" y="2814066"/>
            <a:ext cx="6337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overcast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63723" y="2513787"/>
            <a:ext cx="45212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sunny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73743" y="2510789"/>
            <a:ext cx="3048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Calibri"/>
                <a:cs typeface="Calibri"/>
              </a:rPr>
              <a:t>rain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34460" y="2239517"/>
            <a:ext cx="5408295" cy="1438275"/>
            <a:chOff x="3434460" y="2239517"/>
            <a:chExt cx="5408295" cy="14382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2922" y="2239517"/>
              <a:ext cx="1400682" cy="143827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37635" y="2784728"/>
              <a:ext cx="5401945" cy="675640"/>
            </a:xfrm>
            <a:custGeom>
              <a:avLst/>
              <a:gdLst/>
              <a:ahLst/>
              <a:cxnLst/>
              <a:rect l="l" t="t" r="r" b="b"/>
              <a:pathLst>
                <a:path w="5401945" h="675639">
                  <a:moveTo>
                    <a:pt x="2615565" y="0"/>
                  </a:moveTo>
                  <a:lnTo>
                    <a:pt x="0" y="675513"/>
                  </a:lnTo>
                </a:path>
                <a:path w="5401945" h="675639">
                  <a:moveTo>
                    <a:pt x="2615565" y="0"/>
                  </a:moveTo>
                  <a:lnTo>
                    <a:pt x="5401691" y="675513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386832" y="2350465"/>
            <a:ext cx="1052195" cy="10045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400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Outlook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overcast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9664" y="3331590"/>
            <a:ext cx="4521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sunny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09684" y="3327907"/>
            <a:ext cx="3048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Calibri"/>
                <a:cs typeface="Calibri"/>
              </a:rPr>
              <a:t>rain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34076" y="3662159"/>
            <a:ext cx="1238250" cy="369570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/>
                <a:cs typeface="Calibri"/>
              </a:rPr>
              <a:t>Positive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(P)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2623" y="1879726"/>
            <a:ext cx="1400683" cy="143827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08219" y="1991105"/>
            <a:ext cx="769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Outlook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77336" y="2424938"/>
            <a:ext cx="5401945" cy="675640"/>
          </a:xfrm>
          <a:custGeom>
            <a:avLst/>
            <a:gdLst/>
            <a:ahLst/>
            <a:cxnLst/>
            <a:rect l="l" t="t" r="r" b="b"/>
            <a:pathLst>
              <a:path w="5401945" h="675639">
                <a:moveTo>
                  <a:pt x="2615691" y="0"/>
                </a:moveTo>
                <a:lnTo>
                  <a:pt x="0" y="675513"/>
                </a:lnTo>
              </a:path>
              <a:path w="5401945" h="675639">
                <a:moveTo>
                  <a:pt x="2615691" y="0"/>
                </a:moveTo>
                <a:lnTo>
                  <a:pt x="5401691" y="675513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26533" y="2755519"/>
            <a:ext cx="6337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overcast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75379" y="2542413"/>
            <a:ext cx="4521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sunny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73873" y="2545537"/>
            <a:ext cx="3054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Calibri"/>
                <a:cs typeface="Calibri"/>
              </a:rPr>
              <a:t>rain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73903" y="3302368"/>
            <a:ext cx="1238250" cy="369570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/>
                <a:cs typeface="Calibri"/>
              </a:rPr>
              <a:t>Positive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(P)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39355" y="3104642"/>
            <a:ext cx="1842516" cy="108712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157718" y="3216021"/>
            <a:ext cx="624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Windy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97520" y="3802126"/>
            <a:ext cx="3295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true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36126" y="3802126"/>
            <a:ext cx="3625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false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7373" y="2013076"/>
            <a:ext cx="1400683" cy="143827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212841" y="2124202"/>
            <a:ext cx="769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Outlook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2086" y="2558288"/>
            <a:ext cx="5401945" cy="675640"/>
          </a:xfrm>
          <a:custGeom>
            <a:avLst/>
            <a:gdLst/>
            <a:ahLst/>
            <a:cxnLst/>
            <a:rect l="l" t="t" r="r" b="b"/>
            <a:pathLst>
              <a:path w="5401945" h="675639">
                <a:moveTo>
                  <a:pt x="2615691" y="0"/>
                </a:moveTo>
                <a:lnTo>
                  <a:pt x="0" y="675513"/>
                </a:lnTo>
              </a:path>
              <a:path w="5401945" h="675639">
                <a:moveTo>
                  <a:pt x="2615691" y="0"/>
                </a:moveTo>
                <a:lnTo>
                  <a:pt x="5401691" y="675513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31409" y="2888995"/>
            <a:ext cx="6337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overcast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80257" y="2675636"/>
            <a:ext cx="4521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sunny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78751" y="2679319"/>
            <a:ext cx="3048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Calibri"/>
                <a:cs typeface="Calibri"/>
              </a:rPr>
              <a:t>rain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78653" y="3435718"/>
            <a:ext cx="1238250" cy="369570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/>
                <a:cs typeface="Calibri"/>
              </a:rPr>
              <a:t>Positive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(P)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46240" y="3237992"/>
            <a:ext cx="3162427" cy="145834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062721" y="3349497"/>
            <a:ext cx="624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Windy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02143" y="3935729"/>
            <a:ext cx="3295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true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40748" y="3935729"/>
            <a:ext cx="3625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false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61603" y="4342638"/>
            <a:ext cx="1051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Positive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(P)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61429" y="4342638"/>
            <a:ext cx="1180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Negative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(N)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7373" y="2013076"/>
            <a:ext cx="1400683" cy="14382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12841" y="2124202"/>
            <a:ext cx="769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-10" dirty="0">
                <a:latin typeface="Calibri"/>
                <a:cs typeface="Calibri"/>
              </a:rPr>
              <a:t>Outlook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2086" y="2558288"/>
            <a:ext cx="5401945" cy="675640"/>
          </a:xfrm>
          <a:custGeom>
            <a:avLst/>
            <a:gdLst/>
            <a:ahLst/>
            <a:cxnLst/>
            <a:rect l="l" t="t" r="r" b="b"/>
            <a:pathLst>
              <a:path w="5401945" h="675639">
                <a:moveTo>
                  <a:pt x="2615691" y="0"/>
                </a:moveTo>
                <a:lnTo>
                  <a:pt x="0" y="675513"/>
                </a:lnTo>
              </a:path>
              <a:path w="5401945" h="675639">
                <a:moveTo>
                  <a:pt x="2615691" y="0"/>
                </a:moveTo>
                <a:lnTo>
                  <a:pt x="5401691" y="675513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31409" y="2888995"/>
            <a:ext cx="6337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overcast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80257" y="2675636"/>
            <a:ext cx="4521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sunny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78751" y="2679319"/>
            <a:ext cx="3048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Calibri"/>
                <a:cs typeface="Calibri"/>
              </a:rPr>
              <a:t>rain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78653" y="3435718"/>
            <a:ext cx="1238250" cy="369570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/>
                <a:cs typeface="Calibri"/>
              </a:rPr>
              <a:t>Positive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(P)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46240" y="3237992"/>
            <a:ext cx="3162427" cy="145834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062721" y="3349497"/>
            <a:ext cx="624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Windy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02143" y="3935729"/>
            <a:ext cx="3295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true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40748" y="3935729"/>
            <a:ext cx="3625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false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61603" y="4342638"/>
            <a:ext cx="1051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Positive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(P)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61429" y="4342638"/>
            <a:ext cx="1180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Negative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(N)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04441" y="3238373"/>
            <a:ext cx="1842643" cy="108750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546095" y="3349878"/>
            <a:ext cx="873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Humidity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00757" y="3936238"/>
            <a:ext cx="3371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high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68700" y="3936238"/>
            <a:ext cx="543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normal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11007" y="2186089"/>
            <a:ext cx="1101090" cy="669290"/>
          </a:xfrm>
          <a:prstGeom prst="rect">
            <a:avLst/>
          </a:prstGeom>
          <a:solidFill>
            <a:srgbClr val="BCD6ED"/>
          </a:solidFill>
          <a:ln w="12700">
            <a:solidFill>
              <a:srgbClr val="00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55"/>
              </a:spcBef>
            </a:pPr>
            <a:r>
              <a:rPr sz="1800" spc="-10" dirty="0">
                <a:latin typeface="Calibri"/>
                <a:cs typeface="Calibri"/>
              </a:rPr>
              <a:t>Respira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Ar?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359267" y="2852673"/>
            <a:ext cx="1332865" cy="1308735"/>
          </a:xfrm>
          <a:custGeom>
            <a:avLst/>
            <a:gdLst/>
            <a:ahLst/>
            <a:cxnLst/>
            <a:rect l="l" t="t" r="r" b="b"/>
            <a:pathLst>
              <a:path w="1332865" h="1308735">
                <a:moveTo>
                  <a:pt x="1275684" y="1257177"/>
                </a:moveTo>
                <a:lnTo>
                  <a:pt x="1251203" y="1282064"/>
                </a:lnTo>
                <a:lnTo>
                  <a:pt x="1332356" y="1308353"/>
                </a:lnTo>
                <a:lnTo>
                  <a:pt x="1317838" y="1266063"/>
                </a:lnTo>
                <a:lnTo>
                  <a:pt x="1284731" y="1266063"/>
                </a:lnTo>
                <a:lnTo>
                  <a:pt x="1275684" y="1257177"/>
                </a:lnTo>
                <a:close/>
              </a:path>
              <a:path w="1332865" h="1308735">
                <a:moveTo>
                  <a:pt x="1280217" y="1252569"/>
                </a:moveTo>
                <a:lnTo>
                  <a:pt x="1275684" y="1257177"/>
                </a:lnTo>
                <a:lnTo>
                  <a:pt x="1284731" y="1266063"/>
                </a:lnTo>
                <a:lnTo>
                  <a:pt x="1289303" y="1261490"/>
                </a:lnTo>
                <a:lnTo>
                  <a:pt x="1280217" y="1252569"/>
                </a:lnTo>
                <a:close/>
              </a:path>
              <a:path w="1332865" h="1308735">
                <a:moveTo>
                  <a:pt x="1304671" y="1227708"/>
                </a:moveTo>
                <a:lnTo>
                  <a:pt x="1280217" y="1252569"/>
                </a:lnTo>
                <a:lnTo>
                  <a:pt x="1289303" y="1261490"/>
                </a:lnTo>
                <a:lnTo>
                  <a:pt x="1284731" y="1266063"/>
                </a:lnTo>
                <a:lnTo>
                  <a:pt x="1317838" y="1266063"/>
                </a:lnTo>
                <a:lnTo>
                  <a:pt x="1304671" y="1227708"/>
                </a:lnTo>
                <a:close/>
              </a:path>
              <a:path w="1332865" h="1308735">
                <a:moveTo>
                  <a:pt x="4444" y="0"/>
                </a:moveTo>
                <a:lnTo>
                  <a:pt x="0" y="4445"/>
                </a:lnTo>
                <a:lnTo>
                  <a:pt x="1275684" y="1257177"/>
                </a:lnTo>
                <a:lnTo>
                  <a:pt x="1280217" y="1252569"/>
                </a:lnTo>
                <a:lnTo>
                  <a:pt x="4444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76236" y="3841915"/>
            <a:ext cx="1101090" cy="669290"/>
          </a:xfrm>
          <a:prstGeom prst="rect">
            <a:avLst/>
          </a:prstGeom>
          <a:solidFill>
            <a:srgbClr val="BCD6ED"/>
          </a:solidFill>
          <a:ln w="12700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327025" marR="318135" indent="8890">
              <a:lnSpc>
                <a:spcPct val="100000"/>
              </a:lnSpc>
              <a:spcBef>
                <a:spcPts val="360"/>
              </a:spcBef>
            </a:pPr>
            <a:r>
              <a:rPr sz="1800" spc="-20" dirty="0">
                <a:latin typeface="Calibri"/>
                <a:cs typeface="Calibri"/>
              </a:rPr>
              <a:t>Bota ovo?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526781" y="2852801"/>
            <a:ext cx="2798445" cy="2002155"/>
            <a:chOff x="7526781" y="2852801"/>
            <a:chExt cx="2798445" cy="2002155"/>
          </a:xfrm>
        </p:grpSpPr>
        <p:sp>
          <p:nvSpPr>
            <p:cNvPr id="6" name="object 6"/>
            <p:cNvSpPr/>
            <p:nvPr/>
          </p:nvSpPr>
          <p:spPr>
            <a:xfrm>
              <a:off x="7526781" y="2852801"/>
              <a:ext cx="837565" cy="989330"/>
            </a:xfrm>
            <a:custGeom>
              <a:avLst/>
              <a:gdLst/>
              <a:ahLst/>
              <a:cxnLst/>
              <a:rect l="l" t="t" r="r" b="b"/>
              <a:pathLst>
                <a:path w="837565" h="989329">
                  <a:moveTo>
                    <a:pt x="20066" y="906272"/>
                  </a:moveTo>
                  <a:lnTo>
                    <a:pt x="0" y="989076"/>
                  </a:lnTo>
                  <a:lnTo>
                    <a:pt x="78232" y="955548"/>
                  </a:lnTo>
                  <a:lnTo>
                    <a:pt x="63090" y="942721"/>
                  </a:lnTo>
                  <a:lnTo>
                    <a:pt x="43434" y="942721"/>
                  </a:lnTo>
                  <a:lnTo>
                    <a:pt x="38481" y="938530"/>
                  </a:lnTo>
                  <a:lnTo>
                    <a:pt x="46689" y="928826"/>
                  </a:lnTo>
                  <a:lnTo>
                    <a:pt x="20066" y="906272"/>
                  </a:lnTo>
                  <a:close/>
                </a:path>
                <a:path w="837565" h="989329">
                  <a:moveTo>
                    <a:pt x="46689" y="928826"/>
                  </a:moveTo>
                  <a:lnTo>
                    <a:pt x="38481" y="938530"/>
                  </a:lnTo>
                  <a:lnTo>
                    <a:pt x="43434" y="942721"/>
                  </a:lnTo>
                  <a:lnTo>
                    <a:pt x="51638" y="933019"/>
                  </a:lnTo>
                  <a:lnTo>
                    <a:pt x="46689" y="928826"/>
                  </a:lnTo>
                  <a:close/>
                </a:path>
                <a:path w="837565" h="989329">
                  <a:moveTo>
                    <a:pt x="51638" y="933019"/>
                  </a:moveTo>
                  <a:lnTo>
                    <a:pt x="43434" y="942721"/>
                  </a:lnTo>
                  <a:lnTo>
                    <a:pt x="63090" y="942721"/>
                  </a:lnTo>
                  <a:lnTo>
                    <a:pt x="51638" y="933019"/>
                  </a:lnTo>
                  <a:close/>
                </a:path>
                <a:path w="837565" h="989329">
                  <a:moveTo>
                    <a:pt x="832358" y="0"/>
                  </a:moveTo>
                  <a:lnTo>
                    <a:pt x="46689" y="928826"/>
                  </a:lnTo>
                  <a:lnTo>
                    <a:pt x="51638" y="933019"/>
                  </a:lnTo>
                  <a:lnTo>
                    <a:pt x="837184" y="4190"/>
                  </a:lnTo>
                  <a:lnTo>
                    <a:pt x="83235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064751" y="4161028"/>
              <a:ext cx="1254125" cy="687705"/>
            </a:xfrm>
            <a:custGeom>
              <a:avLst/>
              <a:gdLst/>
              <a:ahLst/>
              <a:cxnLst/>
              <a:rect l="l" t="t" r="r" b="b"/>
              <a:pathLst>
                <a:path w="1254125" h="687704">
                  <a:moveTo>
                    <a:pt x="1139063" y="0"/>
                  </a:moveTo>
                  <a:lnTo>
                    <a:pt x="114553" y="0"/>
                  </a:lnTo>
                  <a:lnTo>
                    <a:pt x="69973" y="9005"/>
                  </a:lnTo>
                  <a:lnTo>
                    <a:pt x="33559" y="33559"/>
                  </a:lnTo>
                  <a:lnTo>
                    <a:pt x="9005" y="69973"/>
                  </a:lnTo>
                  <a:lnTo>
                    <a:pt x="0" y="114554"/>
                  </a:lnTo>
                  <a:lnTo>
                    <a:pt x="0" y="572770"/>
                  </a:lnTo>
                  <a:lnTo>
                    <a:pt x="9005" y="617350"/>
                  </a:lnTo>
                  <a:lnTo>
                    <a:pt x="33559" y="653764"/>
                  </a:lnTo>
                  <a:lnTo>
                    <a:pt x="69973" y="678318"/>
                  </a:lnTo>
                  <a:lnTo>
                    <a:pt x="114553" y="687324"/>
                  </a:lnTo>
                  <a:lnTo>
                    <a:pt x="1139063" y="687324"/>
                  </a:lnTo>
                  <a:lnTo>
                    <a:pt x="1183717" y="678318"/>
                  </a:lnTo>
                  <a:lnTo>
                    <a:pt x="1220168" y="653764"/>
                  </a:lnTo>
                  <a:lnTo>
                    <a:pt x="1244736" y="617350"/>
                  </a:lnTo>
                  <a:lnTo>
                    <a:pt x="1253744" y="572770"/>
                  </a:lnTo>
                  <a:lnTo>
                    <a:pt x="1253744" y="114554"/>
                  </a:lnTo>
                  <a:lnTo>
                    <a:pt x="1244736" y="69973"/>
                  </a:lnTo>
                  <a:lnTo>
                    <a:pt x="1220168" y="33559"/>
                  </a:lnTo>
                  <a:lnTo>
                    <a:pt x="1183717" y="9005"/>
                  </a:lnTo>
                  <a:lnTo>
                    <a:pt x="113906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064751" y="4161028"/>
              <a:ext cx="1254125" cy="687705"/>
            </a:xfrm>
            <a:custGeom>
              <a:avLst/>
              <a:gdLst/>
              <a:ahLst/>
              <a:cxnLst/>
              <a:rect l="l" t="t" r="r" b="b"/>
              <a:pathLst>
                <a:path w="1254125" h="687704">
                  <a:moveTo>
                    <a:pt x="0" y="114554"/>
                  </a:moveTo>
                  <a:lnTo>
                    <a:pt x="9005" y="69973"/>
                  </a:lnTo>
                  <a:lnTo>
                    <a:pt x="33559" y="33559"/>
                  </a:lnTo>
                  <a:lnTo>
                    <a:pt x="69973" y="9005"/>
                  </a:lnTo>
                  <a:lnTo>
                    <a:pt x="114553" y="0"/>
                  </a:lnTo>
                  <a:lnTo>
                    <a:pt x="1139063" y="0"/>
                  </a:lnTo>
                  <a:lnTo>
                    <a:pt x="1183717" y="9005"/>
                  </a:lnTo>
                  <a:lnTo>
                    <a:pt x="1220168" y="33559"/>
                  </a:lnTo>
                  <a:lnTo>
                    <a:pt x="1244736" y="69973"/>
                  </a:lnTo>
                  <a:lnTo>
                    <a:pt x="1253744" y="114554"/>
                  </a:lnTo>
                  <a:lnTo>
                    <a:pt x="1253744" y="572770"/>
                  </a:lnTo>
                  <a:lnTo>
                    <a:pt x="1244736" y="617350"/>
                  </a:lnTo>
                  <a:lnTo>
                    <a:pt x="1220168" y="653764"/>
                  </a:lnTo>
                  <a:lnTo>
                    <a:pt x="1183717" y="678318"/>
                  </a:lnTo>
                  <a:lnTo>
                    <a:pt x="1139063" y="687324"/>
                  </a:lnTo>
                  <a:lnTo>
                    <a:pt x="114553" y="687324"/>
                  </a:lnTo>
                  <a:lnTo>
                    <a:pt x="69973" y="678318"/>
                  </a:lnTo>
                  <a:lnTo>
                    <a:pt x="33559" y="653764"/>
                  </a:lnTo>
                  <a:lnTo>
                    <a:pt x="9005" y="617350"/>
                  </a:lnTo>
                  <a:lnTo>
                    <a:pt x="0" y="572770"/>
                  </a:lnTo>
                  <a:lnTo>
                    <a:pt x="0" y="11455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436100" y="4340732"/>
            <a:ext cx="511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Peixe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91478" y="5318886"/>
            <a:ext cx="1266825" cy="700405"/>
            <a:chOff x="5991478" y="5318886"/>
            <a:chExt cx="1266825" cy="700405"/>
          </a:xfrm>
        </p:grpSpPr>
        <p:sp>
          <p:nvSpPr>
            <p:cNvPr id="11" name="object 11"/>
            <p:cNvSpPr/>
            <p:nvPr/>
          </p:nvSpPr>
          <p:spPr>
            <a:xfrm>
              <a:off x="5997828" y="5325236"/>
              <a:ext cx="1254125" cy="687705"/>
            </a:xfrm>
            <a:custGeom>
              <a:avLst/>
              <a:gdLst/>
              <a:ahLst/>
              <a:cxnLst/>
              <a:rect l="l" t="t" r="r" b="b"/>
              <a:pathLst>
                <a:path w="1254125" h="687704">
                  <a:moveTo>
                    <a:pt x="1139063" y="0"/>
                  </a:moveTo>
                  <a:lnTo>
                    <a:pt x="114554" y="0"/>
                  </a:lnTo>
                  <a:lnTo>
                    <a:pt x="69973" y="8987"/>
                  </a:lnTo>
                  <a:lnTo>
                    <a:pt x="33559" y="33512"/>
                  </a:lnTo>
                  <a:lnTo>
                    <a:pt x="9005" y="69919"/>
                  </a:lnTo>
                  <a:lnTo>
                    <a:pt x="0" y="114553"/>
                  </a:lnTo>
                  <a:lnTo>
                    <a:pt x="0" y="572744"/>
                  </a:lnTo>
                  <a:lnTo>
                    <a:pt x="9005" y="617336"/>
                  </a:lnTo>
                  <a:lnTo>
                    <a:pt x="33559" y="653748"/>
                  </a:lnTo>
                  <a:lnTo>
                    <a:pt x="69973" y="678297"/>
                  </a:lnTo>
                  <a:lnTo>
                    <a:pt x="114554" y="687298"/>
                  </a:lnTo>
                  <a:lnTo>
                    <a:pt x="1139063" y="687298"/>
                  </a:lnTo>
                  <a:lnTo>
                    <a:pt x="1183697" y="678297"/>
                  </a:lnTo>
                  <a:lnTo>
                    <a:pt x="1220104" y="653748"/>
                  </a:lnTo>
                  <a:lnTo>
                    <a:pt x="1244629" y="617336"/>
                  </a:lnTo>
                  <a:lnTo>
                    <a:pt x="1253617" y="572744"/>
                  </a:lnTo>
                  <a:lnTo>
                    <a:pt x="1253617" y="114553"/>
                  </a:lnTo>
                  <a:lnTo>
                    <a:pt x="1244629" y="69919"/>
                  </a:lnTo>
                  <a:lnTo>
                    <a:pt x="1220104" y="33512"/>
                  </a:lnTo>
                  <a:lnTo>
                    <a:pt x="1183697" y="8987"/>
                  </a:lnTo>
                  <a:lnTo>
                    <a:pt x="113906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97828" y="5325236"/>
              <a:ext cx="1254125" cy="687705"/>
            </a:xfrm>
            <a:custGeom>
              <a:avLst/>
              <a:gdLst/>
              <a:ahLst/>
              <a:cxnLst/>
              <a:rect l="l" t="t" r="r" b="b"/>
              <a:pathLst>
                <a:path w="1254125" h="687704">
                  <a:moveTo>
                    <a:pt x="0" y="114553"/>
                  </a:moveTo>
                  <a:lnTo>
                    <a:pt x="9005" y="69919"/>
                  </a:lnTo>
                  <a:lnTo>
                    <a:pt x="33559" y="33512"/>
                  </a:lnTo>
                  <a:lnTo>
                    <a:pt x="69973" y="8987"/>
                  </a:lnTo>
                  <a:lnTo>
                    <a:pt x="114554" y="0"/>
                  </a:lnTo>
                  <a:lnTo>
                    <a:pt x="1139063" y="0"/>
                  </a:lnTo>
                  <a:lnTo>
                    <a:pt x="1183697" y="8987"/>
                  </a:lnTo>
                  <a:lnTo>
                    <a:pt x="1220104" y="33512"/>
                  </a:lnTo>
                  <a:lnTo>
                    <a:pt x="1244629" y="69919"/>
                  </a:lnTo>
                  <a:lnTo>
                    <a:pt x="1253617" y="114553"/>
                  </a:lnTo>
                  <a:lnTo>
                    <a:pt x="1253617" y="572744"/>
                  </a:lnTo>
                  <a:lnTo>
                    <a:pt x="1244629" y="617336"/>
                  </a:lnTo>
                  <a:lnTo>
                    <a:pt x="1220104" y="653748"/>
                  </a:lnTo>
                  <a:lnTo>
                    <a:pt x="1183697" y="678297"/>
                  </a:lnTo>
                  <a:lnTo>
                    <a:pt x="1139063" y="687298"/>
                  </a:lnTo>
                  <a:lnTo>
                    <a:pt x="114554" y="687298"/>
                  </a:lnTo>
                  <a:lnTo>
                    <a:pt x="69973" y="678297"/>
                  </a:lnTo>
                  <a:lnTo>
                    <a:pt x="33559" y="653748"/>
                  </a:lnTo>
                  <a:lnTo>
                    <a:pt x="9005" y="617336"/>
                  </a:lnTo>
                  <a:lnTo>
                    <a:pt x="0" y="572744"/>
                  </a:lnTo>
                  <a:lnTo>
                    <a:pt x="0" y="11455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257290" y="5505094"/>
            <a:ext cx="734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Pássaro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804657" y="5318886"/>
            <a:ext cx="1266825" cy="700405"/>
            <a:chOff x="7804657" y="5318886"/>
            <a:chExt cx="1266825" cy="700405"/>
          </a:xfrm>
        </p:grpSpPr>
        <p:sp>
          <p:nvSpPr>
            <p:cNvPr id="15" name="object 15"/>
            <p:cNvSpPr/>
            <p:nvPr/>
          </p:nvSpPr>
          <p:spPr>
            <a:xfrm>
              <a:off x="7811007" y="5325236"/>
              <a:ext cx="1254125" cy="687705"/>
            </a:xfrm>
            <a:custGeom>
              <a:avLst/>
              <a:gdLst/>
              <a:ahLst/>
              <a:cxnLst/>
              <a:rect l="l" t="t" r="r" b="b"/>
              <a:pathLst>
                <a:path w="1254125" h="687704">
                  <a:moveTo>
                    <a:pt x="1139190" y="0"/>
                  </a:moveTo>
                  <a:lnTo>
                    <a:pt x="114681" y="0"/>
                  </a:lnTo>
                  <a:lnTo>
                    <a:pt x="70026" y="8987"/>
                  </a:lnTo>
                  <a:lnTo>
                    <a:pt x="33575" y="33512"/>
                  </a:lnTo>
                  <a:lnTo>
                    <a:pt x="9007" y="69919"/>
                  </a:lnTo>
                  <a:lnTo>
                    <a:pt x="0" y="114553"/>
                  </a:lnTo>
                  <a:lnTo>
                    <a:pt x="0" y="572744"/>
                  </a:lnTo>
                  <a:lnTo>
                    <a:pt x="9007" y="617336"/>
                  </a:lnTo>
                  <a:lnTo>
                    <a:pt x="33575" y="653748"/>
                  </a:lnTo>
                  <a:lnTo>
                    <a:pt x="70026" y="678297"/>
                  </a:lnTo>
                  <a:lnTo>
                    <a:pt x="114681" y="687298"/>
                  </a:lnTo>
                  <a:lnTo>
                    <a:pt x="1139190" y="687298"/>
                  </a:lnTo>
                  <a:lnTo>
                    <a:pt x="1183770" y="678297"/>
                  </a:lnTo>
                  <a:lnTo>
                    <a:pt x="1220184" y="653748"/>
                  </a:lnTo>
                  <a:lnTo>
                    <a:pt x="1244738" y="617336"/>
                  </a:lnTo>
                  <a:lnTo>
                    <a:pt x="1253744" y="572744"/>
                  </a:lnTo>
                  <a:lnTo>
                    <a:pt x="1253744" y="114553"/>
                  </a:lnTo>
                  <a:lnTo>
                    <a:pt x="1244738" y="69919"/>
                  </a:lnTo>
                  <a:lnTo>
                    <a:pt x="1220184" y="33512"/>
                  </a:lnTo>
                  <a:lnTo>
                    <a:pt x="1183770" y="8987"/>
                  </a:lnTo>
                  <a:lnTo>
                    <a:pt x="113919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811007" y="5325236"/>
              <a:ext cx="1254125" cy="687705"/>
            </a:xfrm>
            <a:custGeom>
              <a:avLst/>
              <a:gdLst/>
              <a:ahLst/>
              <a:cxnLst/>
              <a:rect l="l" t="t" r="r" b="b"/>
              <a:pathLst>
                <a:path w="1254125" h="687704">
                  <a:moveTo>
                    <a:pt x="0" y="114553"/>
                  </a:moveTo>
                  <a:lnTo>
                    <a:pt x="9007" y="69919"/>
                  </a:lnTo>
                  <a:lnTo>
                    <a:pt x="33575" y="33512"/>
                  </a:lnTo>
                  <a:lnTo>
                    <a:pt x="70026" y="8987"/>
                  </a:lnTo>
                  <a:lnTo>
                    <a:pt x="114681" y="0"/>
                  </a:lnTo>
                  <a:lnTo>
                    <a:pt x="1139190" y="0"/>
                  </a:lnTo>
                  <a:lnTo>
                    <a:pt x="1183770" y="8987"/>
                  </a:lnTo>
                  <a:lnTo>
                    <a:pt x="1220184" y="33512"/>
                  </a:lnTo>
                  <a:lnTo>
                    <a:pt x="1244738" y="69919"/>
                  </a:lnTo>
                  <a:lnTo>
                    <a:pt x="1253744" y="114553"/>
                  </a:lnTo>
                  <a:lnTo>
                    <a:pt x="1253744" y="572744"/>
                  </a:lnTo>
                  <a:lnTo>
                    <a:pt x="1244738" y="617336"/>
                  </a:lnTo>
                  <a:lnTo>
                    <a:pt x="1220184" y="653748"/>
                  </a:lnTo>
                  <a:lnTo>
                    <a:pt x="1183770" y="678297"/>
                  </a:lnTo>
                  <a:lnTo>
                    <a:pt x="1139190" y="687298"/>
                  </a:lnTo>
                  <a:lnTo>
                    <a:pt x="114681" y="687298"/>
                  </a:lnTo>
                  <a:lnTo>
                    <a:pt x="70026" y="678297"/>
                  </a:lnTo>
                  <a:lnTo>
                    <a:pt x="33575" y="653748"/>
                  </a:lnTo>
                  <a:lnTo>
                    <a:pt x="9007" y="617336"/>
                  </a:lnTo>
                  <a:lnTo>
                    <a:pt x="0" y="572744"/>
                  </a:lnTo>
                  <a:lnTo>
                    <a:pt x="0" y="11455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968742" y="5505094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Mamífero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624701" y="4508245"/>
            <a:ext cx="1813560" cy="817244"/>
          </a:xfrm>
          <a:custGeom>
            <a:avLst/>
            <a:gdLst/>
            <a:ahLst/>
            <a:cxnLst/>
            <a:rect l="l" t="t" r="r" b="b"/>
            <a:pathLst>
              <a:path w="1813559" h="817245">
                <a:moveTo>
                  <a:pt x="1813179" y="816864"/>
                </a:moveTo>
                <a:lnTo>
                  <a:pt x="1797367" y="776986"/>
                </a:lnTo>
                <a:lnTo>
                  <a:pt x="1781810" y="737743"/>
                </a:lnTo>
                <a:lnTo>
                  <a:pt x="1758480" y="763816"/>
                </a:lnTo>
                <a:lnTo>
                  <a:pt x="904113" y="0"/>
                </a:lnTo>
                <a:lnTo>
                  <a:pt x="902017" y="2413"/>
                </a:lnTo>
                <a:lnTo>
                  <a:pt x="899922" y="0"/>
                </a:lnTo>
                <a:lnTo>
                  <a:pt x="54381" y="763524"/>
                </a:lnTo>
                <a:lnTo>
                  <a:pt x="30988" y="737616"/>
                </a:lnTo>
                <a:lnTo>
                  <a:pt x="0" y="816864"/>
                </a:lnTo>
                <a:lnTo>
                  <a:pt x="82042" y="794131"/>
                </a:lnTo>
                <a:lnTo>
                  <a:pt x="66319" y="776732"/>
                </a:lnTo>
                <a:lnTo>
                  <a:pt x="58661" y="768261"/>
                </a:lnTo>
                <a:lnTo>
                  <a:pt x="902017" y="6718"/>
                </a:lnTo>
                <a:lnTo>
                  <a:pt x="1754276" y="768502"/>
                </a:lnTo>
                <a:lnTo>
                  <a:pt x="1731010" y="794512"/>
                </a:lnTo>
                <a:lnTo>
                  <a:pt x="1813179" y="81686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083420" y="3270884"/>
            <a:ext cx="375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não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99731" y="3156965"/>
            <a:ext cx="349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sim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79818" y="4656835"/>
            <a:ext cx="349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sim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87994" y="4736338"/>
            <a:ext cx="375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não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5196</Words>
  <Application>Microsoft Office PowerPoint</Application>
  <PresentationFormat>Widescreen</PresentationFormat>
  <Paragraphs>867</Paragraphs>
  <Slides>68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68</vt:i4>
      </vt:variant>
    </vt:vector>
  </HeadingPairs>
  <TitlesOfParts>
    <vt:vector size="76" baseType="lpstr">
      <vt:lpstr>Arial</vt:lpstr>
      <vt:lpstr>Calibri</vt:lpstr>
      <vt:lpstr>Calibri Light</vt:lpstr>
      <vt:lpstr>Cambria Math</vt:lpstr>
      <vt:lpstr>Courier New</vt:lpstr>
      <vt:lpstr>Times New Roman</vt:lpstr>
      <vt:lpstr>Wingdings</vt:lpstr>
      <vt:lpstr>Office Theme</vt:lpstr>
      <vt:lpstr>TP555 - Inteligência Artificial e Machine Learning: Árvores de Decisão</vt:lpstr>
      <vt:lpstr>Árvores de decisão</vt:lpstr>
      <vt:lpstr>Árvores de decisão</vt:lpstr>
      <vt:lpstr>Árvores de decisão</vt:lpstr>
      <vt:lpstr>Árvores de decisão</vt:lpstr>
      <vt:lpstr>Árvores de decisão</vt:lpstr>
      <vt:lpstr>Árvores de decisão</vt:lpstr>
      <vt:lpstr>Árvores de decisão</vt:lpstr>
      <vt:lpstr>Árvores de decisão</vt:lpstr>
      <vt:lpstr>Árvores de decisão</vt:lpstr>
      <vt:lpstr>Árvores de decisão</vt:lpstr>
      <vt:lpstr>O processo de indução de uma árvore de decisão</vt:lpstr>
      <vt:lpstr>O processo de indução de uma árvore de decisão</vt:lpstr>
      <vt:lpstr>O processo de indução de uma árvore de decisão</vt:lpstr>
      <vt:lpstr>O processo de indução de uma árvore de decisão</vt:lpstr>
      <vt:lpstr>O processo de indução de uma árvore de decisão</vt:lpstr>
      <vt:lpstr>O processo de indução de uma árvore de decisão</vt:lpstr>
      <vt:lpstr>O processo de indução de uma árvore de decisão</vt:lpstr>
      <vt:lpstr>Ganho de informação</vt:lpstr>
      <vt:lpstr>Entropia</vt:lpstr>
      <vt:lpstr>Entropia</vt:lpstr>
      <vt:lpstr>Exemplo de entropia</vt:lpstr>
      <vt:lpstr>Exemplo de entropia</vt:lpstr>
      <vt:lpstr>Exemplo de entropia</vt:lpstr>
      <vt:lpstr>Cálculo da entropia</vt:lpstr>
      <vt:lpstr>Indução de uma árvore de decisão</vt:lpstr>
      <vt:lpstr>Indução de uma árvore de decisão</vt:lpstr>
      <vt:lpstr>Indução de uma árvore de decisão</vt:lpstr>
      <vt:lpstr>Método ID3</vt:lpstr>
      <vt:lpstr>Sequência de passos do método ID3</vt:lpstr>
      <vt:lpstr>Sequência de passos do método ID3</vt:lpstr>
      <vt:lpstr>Características do método ID3</vt:lpstr>
      <vt:lpstr>Observações</vt:lpstr>
      <vt:lpstr>Observações</vt:lpstr>
      <vt:lpstr>Observações</vt:lpstr>
      <vt:lpstr>Observações</vt:lpstr>
      <vt:lpstr>Exemplo de indução de uma árvore de decisão com o método ID3</vt:lpstr>
      <vt:lpstr>Exemplo de indução de uma árvore de decisão com o método ID3</vt:lpstr>
      <vt:lpstr>Indução de uma árvore de decisão com o método ID3</vt:lpstr>
      <vt:lpstr>Indução de uma árvore de decisão com o método ID3</vt:lpstr>
      <vt:lpstr>Indução de uma árvore de decisão com o método ID3</vt:lpstr>
      <vt:lpstr>Indução de uma árvore de decisão com o método ID3</vt:lpstr>
      <vt:lpstr>Indução de uma árvore de decisão com o método ID3</vt:lpstr>
      <vt:lpstr>Indução de uma árvore de decisão com o método ID3</vt:lpstr>
      <vt:lpstr>Indução de uma árvore de decisão com o método ID3</vt:lpstr>
      <vt:lpstr>Para casa</vt:lpstr>
      <vt:lpstr>Considerações sobre as árvores de decisão</vt:lpstr>
      <vt:lpstr>Considerações sobre as árvores de decisão</vt:lpstr>
      <vt:lpstr>Considerações sobre as árvores de decisão</vt:lpstr>
      <vt:lpstr>Considerações sobre as árvores de decisão</vt:lpstr>
      <vt:lpstr>Considerações sobre as árvores de decisão</vt:lpstr>
      <vt:lpstr>Considerações sobre as árvores de decisão</vt:lpstr>
      <vt:lpstr>Avisos</vt:lpstr>
      <vt:lpstr>Obrigado!</vt:lpstr>
      <vt:lpstr>Apresentação do PowerPoint</vt:lpstr>
      <vt:lpstr>Anexo I: Cálculo da entropia para mais de duas classes</vt:lpstr>
      <vt:lpstr>Cálculo da entropia para mais de duas classes</vt:lpstr>
      <vt:lpstr>Cálculo da entropia para mais de duas classes</vt:lpstr>
      <vt:lpstr>Anexo II: Qual a entropia de 0?</vt:lpstr>
      <vt:lpstr>Qual a entropia de 0?</vt:lpstr>
      <vt:lpstr>Figuras</vt:lpstr>
      <vt:lpstr>Outlook</vt:lpstr>
      <vt:lpstr>Apresentação do PowerPoint</vt:lpstr>
      <vt:lpstr>Apresentação do PowerPoint</vt:lpstr>
      <vt:lpstr>Apresentação do PowerPoint</vt:lpstr>
      <vt:lpstr>Apresentação do PowerPoint</vt:lpstr>
      <vt:lpstr>Outlook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Learning: Classificadores Lineares</dc:title>
  <dc:creator>Felipe Augusto Pereira de Figueiredo</dc:creator>
  <cp:lastModifiedBy>Luiz Augusto Melo Pereira</cp:lastModifiedBy>
  <cp:revision>1</cp:revision>
  <dcterms:created xsi:type="dcterms:W3CDTF">2025-01-25T00:43:52Z</dcterms:created>
  <dcterms:modified xsi:type="dcterms:W3CDTF">2025-01-27T18:34:20Z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2024-10-21T00:00:00Z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2025-01-25T00:00:00Z</vt:filetime>
  </property>
  <property fmtid="{D5CDD505-2E9C-101B-9397-08002B2CF9AE}" pid="5" name="Producer">
    <vt:lpwstr>Microsoft® PowerPoint® LTSC</vt:lpwstr>
  </property>
</Properties>
</file>