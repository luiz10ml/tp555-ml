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516" y="-2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4C51E0EE-EA66-4A23-A612-21CB3A93C93D}"/>
    <pc:docChg chg="undo custSel modSld">
      <pc:chgData name="Luiz Augusto Melo Pereira" userId="4bd5ce759a66f368" providerId="LiveId" clId="{4C51E0EE-EA66-4A23-A612-21CB3A93C93D}" dt="2025-01-27T17:12:13.455" v="7140" actId="478"/>
      <pc:docMkLst>
        <pc:docMk/>
      </pc:docMkLst>
      <pc:sldChg chg="modSp mod">
        <pc:chgData name="Luiz Augusto Melo Pereira" userId="4bd5ce759a66f368" providerId="LiveId" clId="{4C51E0EE-EA66-4A23-A612-21CB3A93C93D}" dt="2025-01-26T22:19:10.508" v="10" actId="1076"/>
        <pc:sldMkLst>
          <pc:docMk/>
          <pc:sldMk cId="0" sldId="258"/>
        </pc:sldMkLst>
        <pc:spChg chg="mod">
          <ac:chgData name="Luiz Augusto Melo Pereira" userId="4bd5ce759a66f368" providerId="LiveId" clId="{4C51E0EE-EA66-4A23-A612-21CB3A93C93D}" dt="2025-01-26T22:19:05.125" v="8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19:10.508" v="10" actId="1076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6T22:19:13.967" v="12" actId="1076"/>
        <pc:sldMkLst>
          <pc:docMk/>
          <pc:sldMk cId="0" sldId="259"/>
        </pc:sldMkLst>
        <pc:spChg chg="mod">
          <ac:chgData name="Luiz Augusto Melo Pereira" userId="4bd5ce759a66f368" providerId="LiveId" clId="{4C51E0EE-EA66-4A23-A612-21CB3A93C93D}" dt="2025-01-26T22:19:13.967" v="12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6T22:19:19.160" v="14" actId="1076"/>
        <pc:sldMkLst>
          <pc:docMk/>
          <pc:sldMk cId="0" sldId="260"/>
        </pc:sldMkLst>
        <pc:spChg chg="mod">
          <ac:chgData name="Luiz Augusto Melo Pereira" userId="4bd5ce759a66f368" providerId="LiveId" clId="{4C51E0EE-EA66-4A23-A612-21CB3A93C93D}" dt="2025-01-26T22:19:19.160" v="14" actId="1076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6T22:19:28.593" v="16" actId="1076"/>
        <pc:sldMkLst>
          <pc:docMk/>
          <pc:sldMk cId="0" sldId="261"/>
        </pc:sldMkLst>
        <pc:spChg chg="mod">
          <ac:chgData name="Luiz Augusto Melo Pereira" userId="4bd5ce759a66f368" providerId="LiveId" clId="{4C51E0EE-EA66-4A23-A612-21CB3A93C93D}" dt="2025-01-26T22:19:28.593" v="16" actId="1076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6T22:28:09.230" v="230" actId="1076"/>
        <pc:sldMkLst>
          <pc:docMk/>
          <pc:sldMk cId="0" sldId="262"/>
        </pc:sldMkLst>
        <pc:spChg chg="mod">
          <ac:chgData name="Luiz Augusto Melo Pereira" userId="4bd5ce759a66f368" providerId="LiveId" clId="{4C51E0EE-EA66-4A23-A612-21CB3A93C93D}" dt="2025-01-26T22:20:32.656" v="57" actId="1036"/>
          <ac:spMkLst>
            <pc:docMk/>
            <pc:sldMk cId="0" sldId="262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2:32.503" v="94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2:30.382" v="93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22:50.515" v="98" actId="1036"/>
          <ac:spMkLst>
            <pc:docMk/>
            <pc:sldMk cId="0" sldId="262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7:12.109" v="207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7:05.549" v="20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7:13.774" v="208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7:08.130" v="206" actId="478"/>
          <ac:spMkLst>
            <pc:docMk/>
            <pc:sldMk cId="0" sldId="262"/>
            <ac:spMk id="10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6T22:27:03.262" v="204" actId="478"/>
          <ac:spMkLst>
            <pc:docMk/>
            <pc:sldMk cId="0" sldId="262"/>
            <ac:spMk id="11" creationId="{00000000-0000-0000-0000-000000000000}"/>
          </ac:spMkLst>
        </pc:spChg>
        <pc:spChg chg="add del">
          <ac:chgData name="Luiz Augusto Melo Pereira" userId="4bd5ce759a66f368" providerId="LiveId" clId="{4C51E0EE-EA66-4A23-A612-21CB3A93C93D}" dt="2025-01-26T22:27:46.166" v="218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27:55.510" v="226" actId="1036"/>
          <ac:spMkLst>
            <pc:docMk/>
            <pc:sldMk cId="0" sldId="262"/>
            <ac:spMk id="13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6T22:28:09.230" v="230" actId="1076"/>
          <ac:spMkLst>
            <pc:docMk/>
            <pc:sldMk cId="0" sldId="262"/>
            <ac:spMk id="14" creationId="{D287CD65-6F4D-9141-8805-677973BA7CA7}"/>
          </ac:spMkLst>
        </pc:spChg>
      </pc:sldChg>
      <pc:sldChg chg="delSp modSp mod">
        <pc:chgData name="Luiz Augusto Melo Pereira" userId="4bd5ce759a66f368" providerId="LiveId" clId="{4C51E0EE-EA66-4A23-A612-21CB3A93C93D}" dt="2025-01-26T22:29:48.535" v="254" actId="12788"/>
        <pc:sldMkLst>
          <pc:docMk/>
          <pc:sldMk cId="0" sldId="263"/>
        </pc:sldMkLst>
        <pc:spChg chg="mod">
          <ac:chgData name="Luiz Augusto Melo Pereira" userId="4bd5ce759a66f368" providerId="LiveId" clId="{4C51E0EE-EA66-4A23-A612-21CB3A93C93D}" dt="2025-01-26T22:29:32.675" v="251" actId="1035"/>
          <ac:spMkLst>
            <pc:docMk/>
            <pc:sldMk cId="0" sldId="263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9:11.646" v="24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9:14.527" v="246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29:14.527" v="246" actId="478"/>
          <ac:spMkLst>
            <pc:docMk/>
            <pc:sldMk cId="0" sldId="263"/>
            <ac:spMk id="1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29:29.341" v="249" actId="103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29:41.351" v="253" actId="12788"/>
          <ac:spMkLst>
            <pc:docMk/>
            <pc:sldMk cId="0" sldId="263"/>
            <ac:spMk id="24" creationId="{58E91CA4-2EFD-535E-6C31-F8E4724AD4EF}"/>
          </ac:spMkLst>
        </pc:spChg>
        <pc:spChg chg="mod">
          <ac:chgData name="Luiz Augusto Melo Pereira" userId="4bd5ce759a66f368" providerId="LiveId" clId="{4C51E0EE-EA66-4A23-A612-21CB3A93C93D}" dt="2025-01-26T22:29:48.535" v="254" actId="12788"/>
          <ac:spMkLst>
            <pc:docMk/>
            <pc:sldMk cId="0" sldId="263"/>
            <ac:spMk id="25" creationId="{B5425A1F-7836-56ED-0667-DEC86318E3D9}"/>
          </ac:spMkLst>
        </pc:spChg>
      </pc:sldChg>
      <pc:sldChg chg="addSp delSp modSp mod">
        <pc:chgData name="Luiz Augusto Melo Pereira" userId="4bd5ce759a66f368" providerId="LiveId" clId="{4C51E0EE-EA66-4A23-A612-21CB3A93C93D}" dt="2025-01-26T22:33:08.699" v="338" actId="1076"/>
        <pc:sldMkLst>
          <pc:docMk/>
          <pc:sldMk cId="0" sldId="264"/>
        </pc:sldMkLst>
        <pc:spChg chg="del mod">
          <ac:chgData name="Luiz Augusto Melo Pereira" userId="4bd5ce759a66f368" providerId="LiveId" clId="{4C51E0EE-EA66-4A23-A612-21CB3A93C93D}" dt="2025-01-26T22:33:01.270" v="336" actId="478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6T22:30:34.188" v="275" actId="14100"/>
          <ac:spMkLst>
            <pc:docMk/>
            <pc:sldMk cId="0" sldId="264"/>
            <ac:spMk id="7" creationId="{AADEBF06-2447-B043-9D02-8EEA00631666}"/>
          </ac:spMkLst>
        </pc:spChg>
        <pc:spChg chg="add mod">
          <ac:chgData name="Luiz Augusto Melo Pereira" userId="4bd5ce759a66f368" providerId="LiveId" clId="{4C51E0EE-EA66-4A23-A612-21CB3A93C93D}" dt="2025-01-26T22:30:33.197" v="273" actId="20577"/>
          <ac:spMkLst>
            <pc:docMk/>
            <pc:sldMk cId="0" sldId="264"/>
            <ac:spMk id="8" creationId="{13833846-7800-6BAD-E677-9EB70C6E8996}"/>
          </ac:spMkLst>
        </pc:spChg>
        <pc:spChg chg="add mod">
          <ac:chgData name="Luiz Augusto Melo Pereira" userId="4bd5ce759a66f368" providerId="LiveId" clId="{4C51E0EE-EA66-4A23-A612-21CB3A93C93D}" dt="2025-01-26T22:33:08.699" v="338" actId="1076"/>
          <ac:spMkLst>
            <pc:docMk/>
            <pc:sldMk cId="0" sldId="264"/>
            <ac:spMk id="9" creationId="{3BB52647-AECA-15E3-3252-A495AD0B46AD}"/>
          </ac:spMkLst>
        </pc:spChg>
        <pc:spChg chg="add del mod">
          <ac:chgData name="Luiz Augusto Melo Pereira" userId="4bd5ce759a66f368" providerId="LiveId" clId="{4C51E0EE-EA66-4A23-A612-21CB3A93C93D}" dt="2025-01-26T22:33:05.450" v="337" actId="478"/>
          <ac:spMkLst>
            <pc:docMk/>
            <pc:sldMk cId="0" sldId="264"/>
            <ac:spMk id="11" creationId="{E7530B11-126E-5C8A-5946-C6A0B64E1BC0}"/>
          </ac:spMkLst>
        </pc:spChg>
      </pc:sldChg>
      <pc:sldChg chg="modSp mod">
        <pc:chgData name="Luiz Augusto Melo Pereira" userId="4bd5ce759a66f368" providerId="LiveId" clId="{4C51E0EE-EA66-4A23-A612-21CB3A93C93D}" dt="2025-01-26T22:33:17.779" v="342" actId="1076"/>
        <pc:sldMkLst>
          <pc:docMk/>
          <pc:sldMk cId="0" sldId="265"/>
        </pc:sldMkLst>
        <pc:spChg chg="mod">
          <ac:chgData name="Luiz Augusto Melo Pereira" userId="4bd5ce759a66f368" providerId="LiveId" clId="{4C51E0EE-EA66-4A23-A612-21CB3A93C93D}" dt="2025-01-26T22:33:13.945" v="340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33:17.779" v="342" actId="1076"/>
          <ac:spMkLst>
            <pc:docMk/>
            <pc:sldMk cId="0" sldId="265"/>
            <ac:spMk id="19" creationId="{3E98C83E-CD65-D7E4-BCC6-FE9CDB9B9A9B}"/>
          </ac:spMkLst>
        </pc:spChg>
      </pc:sldChg>
      <pc:sldChg chg="modSp mod">
        <pc:chgData name="Luiz Augusto Melo Pereira" userId="4bd5ce759a66f368" providerId="LiveId" clId="{4C51E0EE-EA66-4A23-A612-21CB3A93C93D}" dt="2025-01-26T22:33:22.319" v="344" actId="1076"/>
        <pc:sldMkLst>
          <pc:docMk/>
          <pc:sldMk cId="0" sldId="266"/>
        </pc:sldMkLst>
        <pc:spChg chg="mod">
          <ac:chgData name="Luiz Augusto Melo Pereira" userId="4bd5ce759a66f368" providerId="LiveId" clId="{4C51E0EE-EA66-4A23-A612-21CB3A93C93D}" dt="2025-01-26T22:33:22.319" v="344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6T22:33:26.662" v="346" actId="1076"/>
        <pc:sldMkLst>
          <pc:docMk/>
          <pc:sldMk cId="0" sldId="267"/>
        </pc:sldMkLst>
        <pc:spChg chg="mod">
          <ac:chgData name="Luiz Augusto Melo Pereira" userId="4bd5ce759a66f368" providerId="LiveId" clId="{4C51E0EE-EA66-4A23-A612-21CB3A93C93D}" dt="2025-01-26T22:33:26.662" v="346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6T22:33:36.298" v="348" actId="1076"/>
        <pc:sldMkLst>
          <pc:docMk/>
          <pc:sldMk cId="0" sldId="268"/>
        </pc:sldMkLst>
        <pc:spChg chg="mod">
          <ac:chgData name="Luiz Augusto Melo Pereira" userId="4bd5ce759a66f368" providerId="LiveId" clId="{4C51E0EE-EA66-4A23-A612-21CB3A93C93D}" dt="2025-01-26T22:33:36.298" v="348" actId="1076"/>
          <ac:spMkLst>
            <pc:docMk/>
            <pc:sldMk cId="0" sldId="268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6T22:34:14.708" v="364" actId="1076"/>
        <pc:sldMkLst>
          <pc:docMk/>
          <pc:sldMk cId="0" sldId="269"/>
        </pc:sldMkLst>
        <pc:spChg chg="del">
          <ac:chgData name="Luiz Augusto Melo Pereira" userId="4bd5ce759a66f368" providerId="LiveId" clId="{4C51E0EE-EA66-4A23-A612-21CB3A93C93D}" dt="2025-01-26T22:34:08.305" v="363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34:08.305" v="363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34:14.708" v="364" actId="1076"/>
          <ac:spMkLst>
            <pc:docMk/>
            <pc:sldMk cId="0" sldId="269"/>
            <ac:spMk id="5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6T22:37:12.814" v="441" actId="552"/>
        <pc:sldMkLst>
          <pc:docMk/>
          <pc:sldMk cId="0" sldId="270"/>
        </pc:sldMkLst>
        <pc:spChg chg="mod">
          <ac:chgData name="Luiz Augusto Melo Pereira" userId="4bd5ce759a66f368" providerId="LiveId" clId="{4C51E0EE-EA66-4A23-A612-21CB3A93C93D}" dt="2025-01-26T22:37:12.814" v="441" actId="552"/>
          <ac:spMkLst>
            <pc:docMk/>
            <pc:sldMk cId="0" sldId="270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37:12.814" v="441" actId="552"/>
          <ac:spMkLst>
            <pc:docMk/>
            <pc:sldMk cId="0" sldId="270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35:15.769" v="391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35:15.769" v="391" actId="478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6T22:35:13.790" v="390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6T22:35:13.790" v="38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34:30.870" v="373" actId="20577"/>
          <ac:spMkLst>
            <pc:docMk/>
            <pc:sldMk cId="0" sldId="270"/>
            <ac:spMk id="21" creationId="{B17A6F3E-976A-D9EE-8D16-6D519C6032B1}"/>
          </ac:spMkLst>
        </pc:spChg>
        <pc:spChg chg="mod">
          <ac:chgData name="Luiz Augusto Melo Pereira" userId="4bd5ce759a66f368" providerId="LiveId" clId="{4C51E0EE-EA66-4A23-A612-21CB3A93C93D}" dt="2025-01-26T22:34:39.211" v="377" actId="1036"/>
          <ac:spMkLst>
            <pc:docMk/>
            <pc:sldMk cId="0" sldId="270"/>
            <ac:spMk id="22" creationId="{906ABAA1-07B8-F6F9-8A7A-155BEE0D10F3}"/>
          </ac:spMkLst>
        </pc:spChg>
      </pc:sldChg>
      <pc:sldChg chg="delSp modSp mod">
        <pc:chgData name="Luiz Augusto Melo Pereira" userId="4bd5ce759a66f368" providerId="LiveId" clId="{4C51E0EE-EA66-4A23-A612-21CB3A93C93D}" dt="2025-01-27T11:07:24.502" v="477" actId="20577"/>
        <pc:sldMkLst>
          <pc:docMk/>
          <pc:sldMk cId="0" sldId="271"/>
        </pc:sldMkLst>
        <pc:spChg chg="mod">
          <ac:chgData name="Luiz Augusto Melo Pereira" userId="4bd5ce759a66f368" providerId="LiveId" clId="{4C51E0EE-EA66-4A23-A612-21CB3A93C93D}" dt="2025-01-27T11:07:19.875" v="476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39:07.312" v="474" actId="552"/>
          <ac:spMkLst>
            <pc:docMk/>
            <pc:sldMk cId="0" sldId="271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07:24.502" v="477" actId="20577"/>
          <ac:spMkLst>
            <pc:docMk/>
            <pc:sldMk cId="0" sldId="271"/>
            <ac:spMk id="4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6T22:38:40.939" v="468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6T22:37:43.128" v="449" actId="478"/>
          <ac:spMkLst>
            <pc:docMk/>
            <pc:sldMk cId="0" sldId="271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6T22:39:07.312" v="474" actId="552"/>
          <ac:spMkLst>
            <pc:docMk/>
            <pc:sldMk cId="0" sldId="271"/>
            <ac:spMk id="7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1:10:37.266" v="542" actId="1076"/>
        <pc:sldMkLst>
          <pc:docMk/>
          <pc:sldMk cId="0" sldId="272"/>
        </pc:sldMkLst>
        <pc:spChg chg="mod">
          <ac:chgData name="Luiz Augusto Melo Pereira" userId="4bd5ce759a66f368" providerId="LiveId" clId="{4C51E0EE-EA66-4A23-A612-21CB3A93C93D}" dt="2025-01-27T11:07:47.296" v="491" actId="6549"/>
          <ac:spMkLst>
            <pc:docMk/>
            <pc:sldMk cId="0" sldId="272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07:42.838" v="490" actId="1035"/>
          <ac:spMkLst>
            <pc:docMk/>
            <pc:sldMk cId="0" sldId="272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0:33.645" v="541" actId="478"/>
          <ac:spMkLst>
            <pc:docMk/>
            <pc:sldMk cId="0" sldId="272"/>
            <ac:spMk id="44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1:10:37.266" v="542" actId="1076"/>
          <ac:spMkLst>
            <pc:docMk/>
            <pc:sldMk cId="0" sldId="272"/>
            <ac:spMk id="45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1:12:01.334" v="570" actId="20577"/>
        <pc:sldMkLst>
          <pc:docMk/>
          <pc:sldMk cId="0" sldId="273"/>
        </pc:sldMkLst>
        <pc:spChg chg="mod">
          <ac:chgData name="Luiz Augusto Melo Pereira" userId="4bd5ce759a66f368" providerId="LiveId" clId="{4C51E0EE-EA66-4A23-A612-21CB3A93C93D}" dt="2025-01-27T11:08:14.337" v="503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08:08.341" v="499" actId="1036"/>
          <ac:spMkLst>
            <pc:docMk/>
            <pc:sldMk cId="0" sldId="273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08:53.909" v="512" actId="478"/>
          <ac:spMkLst>
            <pc:docMk/>
            <pc:sldMk cId="0" sldId="273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09:17.667" v="519" actId="1036"/>
          <ac:spMkLst>
            <pc:docMk/>
            <pc:sldMk cId="0" sldId="273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1:44.377" v="566" actId="478"/>
          <ac:spMkLst>
            <pc:docMk/>
            <pc:sldMk cId="0" sldId="273"/>
            <ac:spMk id="2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12:01.334" v="570" actId="20577"/>
          <ac:spMkLst>
            <pc:docMk/>
            <pc:sldMk cId="0" sldId="273"/>
            <ac:spMk id="2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09:38.830" v="526" actId="478"/>
          <ac:spMkLst>
            <pc:docMk/>
            <pc:sldMk cId="0" sldId="273"/>
            <ac:spMk id="2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09:47.317" v="529" actId="1076"/>
          <ac:spMkLst>
            <pc:docMk/>
            <pc:sldMk cId="0" sldId="273"/>
            <ac:spMk id="3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1:13.173" v="551" actId="478"/>
          <ac:spMkLst>
            <pc:docMk/>
            <pc:sldMk cId="0" sldId="273"/>
            <ac:spMk id="5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11:16.273" v="552" actId="1076"/>
          <ac:spMkLst>
            <pc:docMk/>
            <pc:sldMk cId="0" sldId="273"/>
            <ac:spMk id="54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1:20:43.535" v="809" actId="20577"/>
        <pc:sldMkLst>
          <pc:docMk/>
          <pc:sldMk cId="0" sldId="274"/>
        </pc:sldMkLst>
        <pc:spChg chg="mod">
          <ac:chgData name="Luiz Augusto Melo Pereira" userId="4bd5ce759a66f368" providerId="LiveId" clId="{4C51E0EE-EA66-4A23-A612-21CB3A93C93D}" dt="2025-01-27T11:19:02.746" v="767" actId="1035"/>
          <ac:spMkLst>
            <pc:docMk/>
            <pc:sldMk cId="0" sldId="274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7:58.753" v="741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7:58.080" v="740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8:01.234" v="744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7:59.279" v="742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7:56.115" v="738" actId="478"/>
          <ac:spMkLst>
            <pc:docMk/>
            <pc:sldMk cId="0" sldId="274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8:00.707" v="743" actId="478"/>
          <ac:spMkLst>
            <pc:docMk/>
            <pc:sldMk cId="0" sldId="274"/>
            <ac:spMk id="9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17:57.425" v="739" actId="478"/>
          <ac:spMkLst>
            <pc:docMk/>
            <pc:sldMk cId="0" sldId="274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8:49.244" v="764" actId="478"/>
          <ac:spMkLst>
            <pc:docMk/>
            <pc:sldMk cId="0" sldId="274"/>
            <ac:spMk id="11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0:43.535" v="809" actId="20577"/>
          <ac:spMkLst>
            <pc:docMk/>
            <pc:sldMk cId="0" sldId="274"/>
            <ac:spMk id="12" creationId="{00000000-0000-0000-0000-000000000000}"/>
          </ac:spMkLst>
        </pc:spChg>
        <pc:spChg chg="add del">
          <ac:chgData name="Luiz Augusto Melo Pereira" userId="4bd5ce759a66f368" providerId="LiveId" clId="{4C51E0EE-EA66-4A23-A612-21CB3A93C93D}" dt="2025-01-27T11:19:30.833" v="781" actId="478"/>
          <ac:spMkLst>
            <pc:docMk/>
            <pc:sldMk cId="0" sldId="274"/>
            <ac:spMk id="1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19:33.160" v="782" actId="1076"/>
          <ac:spMkLst>
            <pc:docMk/>
            <pc:sldMk cId="0" sldId="274"/>
            <ac:spMk id="3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0:16.676" v="798" actId="478"/>
          <ac:spMkLst>
            <pc:docMk/>
            <pc:sldMk cId="0" sldId="274"/>
            <ac:spMk id="3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0:19.373" v="799" actId="1076"/>
          <ac:spMkLst>
            <pc:docMk/>
            <pc:sldMk cId="0" sldId="274"/>
            <ac:spMk id="3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19:51.286" v="789" actId="478"/>
          <ac:spMkLst>
            <pc:docMk/>
            <pc:sldMk cId="0" sldId="274"/>
            <ac:spMk id="5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0:22.993" v="801" actId="1076"/>
          <ac:spMkLst>
            <pc:docMk/>
            <pc:sldMk cId="0" sldId="274"/>
            <ac:spMk id="53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18:25.929" v="754" actId="552"/>
          <ac:spMkLst>
            <pc:docMk/>
            <pc:sldMk cId="0" sldId="274"/>
            <ac:spMk id="55" creationId="{D06921FF-9FB2-5FE3-340B-AE7044F930B6}"/>
          </ac:spMkLst>
        </pc:spChg>
        <pc:spChg chg="add mod">
          <ac:chgData name="Luiz Augusto Melo Pereira" userId="4bd5ce759a66f368" providerId="LiveId" clId="{4C51E0EE-EA66-4A23-A612-21CB3A93C93D}" dt="2025-01-27T11:18:25.929" v="754" actId="552"/>
          <ac:spMkLst>
            <pc:docMk/>
            <pc:sldMk cId="0" sldId="274"/>
            <ac:spMk id="56" creationId="{FD5D0F03-29DE-8E1A-D049-FFC99B97E372}"/>
          </ac:spMkLst>
        </pc:spChg>
        <pc:spChg chg="add mod">
          <ac:chgData name="Luiz Augusto Melo Pereira" userId="4bd5ce759a66f368" providerId="LiveId" clId="{4C51E0EE-EA66-4A23-A612-21CB3A93C93D}" dt="2025-01-27T11:18:25.929" v="754" actId="552"/>
          <ac:spMkLst>
            <pc:docMk/>
            <pc:sldMk cId="0" sldId="274"/>
            <ac:spMk id="57" creationId="{671674A7-81AB-15F6-C19C-6B233D9A1C3F}"/>
          </ac:spMkLst>
        </pc:spChg>
      </pc:sldChg>
      <pc:sldChg chg="delSp modSp mod">
        <pc:chgData name="Luiz Augusto Melo Pereira" userId="4bd5ce759a66f368" providerId="LiveId" clId="{4C51E0EE-EA66-4A23-A612-21CB3A93C93D}" dt="2025-01-27T11:23:51.894" v="877" actId="14100"/>
        <pc:sldMkLst>
          <pc:docMk/>
          <pc:sldMk cId="0" sldId="275"/>
        </pc:sldMkLst>
        <pc:spChg chg="del">
          <ac:chgData name="Luiz Augusto Melo Pereira" userId="4bd5ce759a66f368" providerId="LiveId" clId="{4C51E0EE-EA66-4A23-A612-21CB3A93C93D}" dt="2025-01-27T11:23:08.713" v="863" actId="478"/>
          <ac:spMkLst>
            <pc:docMk/>
            <pc:sldMk cId="0" sldId="275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3:51.894" v="877" actId="14100"/>
          <ac:spMkLst>
            <pc:docMk/>
            <pc:sldMk cId="0" sldId="275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2:11.464" v="843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2:15.120" v="845" actId="478"/>
          <ac:spMkLst>
            <pc:docMk/>
            <pc:sldMk cId="0" sldId="275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3:23.718" v="866" actId="1076"/>
          <ac:spMkLst>
            <pc:docMk/>
            <pc:sldMk cId="0" sldId="275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2:40.072" v="853" actId="478"/>
          <ac:spMkLst>
            <pc:docMk/>
            <pc:sldMk cId="0" sldId="275"/>
            <ac:spMk id="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2:44.898" v="854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2:48.017" v="855" actId="1036"/>
          <ac:spMkLst>
            <pc:docMk/>
            <pc:sldMk cId="0" sldId="275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1:40.774" v="832" actId="478"/>
          <ac:spMkLst>
            <pc:docMk/>
            <pc:sldMk cId="0" sldId="275"/>
            <ac:spMk id="3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1:42.767" v="833" actId="1076"/>
          <ac:spMkLst>
            <pc:docMk/>
            <pc:sldMk cId="0" sldId="275"/>
            <ac:spMk id="3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1:05.381" v="815" actId="478"/>
          <ac:spMkLst>
            <pc:docMk/>
            <pc:sldMk cId="0" sldId="275"/>
            <ac:spMk id="3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1:07.364" v="819" actId="1036"/>
          <ac:spMkLst>
            <pc:docMk/>
            <pc:sldMk cId="0" sldId="275"/>
            <ac:spMk id="3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1:22.166" v="825" actId="478"/>
          <ac:spMkLst>
            <pc:docMk/>
            <pc:sldMk cId="0" sldId="275"/>
            <ac:spMk id="5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1:24.196" v="826" actId="1076"/>
          <ac:spMkLst>
            <pc:docMk/>
            <pc:sldMk cId="0" sldId="275"/>
            <ac:spMk id="56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1:24:27.177" v="892" actId="1076"/>
        <pc:sldMkLst>
          <pc:docMk/>
          <pc:sldMk cId="0" sldId="277"/>
        </pc:sldMkLst>
        <pc:spChg chg="del">
          <ac:chgData name="Luiz Augusto Melo Pereira" userId="4bd5ce759a66f368" providerId="LiveId" clId="{4C51E0EE-EA66-4A23-A612-21CB3A93C93D}" dt="2025-01-27T11:24:22.741" v="890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4:23.636" v="891" actId="478"/>
          <ac:spMkLst>
            <pc:docMk/>
            <pc:sldMk cId="0" sldId="277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4:27.177" v="892" actId="1076"/>
          <ac:spMkLst>
            <pc:docMk/>
            <pc:sldMk cId="0" sldId="277"/>
            <ac:spMk id="5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1:24:47.535" v="900" actId="1076"/>
        <pc:sldMkLst>
          <pc:docMk/>
          <pc:sldMk cId="0" sldId="278"/>
        </pc:sldMkLst>
        <pc:spChg chg="del">
          <ac:chgData name="Luiz Augusto Melo Pereira" userId="4bd5ce759a66f368" providerId="LiveId" clId="{4C51E0EE-EA66-4A23-A612-21CB3A93C93D}" dt="2025-01-27T11:24:44.949" v="899" actId="478"/>
          <ac:spMkLst>
            <pc:docMk/>
            <pc:sldMk cId="0" sldId="278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4:47.535" v="900" actId="1076"/>
          <ac:spMkLst>
            <pc:docMk/>
            <pc:sldMk cId="0" sldId="278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1:25:07.567" v="910" actId="12789"/>
        <pc:sldMkLst>
          <pc:docMk/>
          <pc:sldMk cId="0" sldId="279"/>
        </pc:sldMkLst>
        <pc:spChg chg="del">
          <ac:chgData name="Luiz Augusto Melo Pereira" userId="4bd5ce759a66f368" providerId="LiveId" clId="{4C51E0EE-EA66-4A23-A612-21CB3A93C93D}" dt="2025-01-27T11:25:00.466" v="907" actId="478"/>
          <ac:spMkLst>
            <pc:docMk/>
            <pc:sldMk cId="0" sldId="279"/>
            <ac:spMk id="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5:07.567" v="910" actId="12789"/>
          <ac:spMkLst>
            <pc:docMk/>
            <pc:sldMk cId="0" sldId="279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1:27:04.303" v="973" actId="1076"/>
        <pc:sldMkLst>
          <pc:docMk/>
          <pc:sldMk cId="0" sldId="280"/>
        </pc:sldMkLst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7:00.613" v="972" actId="478"/>
          <ac:spMkLst>
            <pc:docMk/>
            <pc:sldMk cId="0" sldId="280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5:30.488" v="921" actId="478"/>
          <ac:spMkLst>
            <pc:docMk/>
            <pc:sldMk cId="0" sldId="280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5:31.141" v="922" actId="478"/>
          <ac:spMkLst>
            <pc:docMk/>
            <pc:sldMk cId="0" sldId="280"/>
            <ac:spMk id="1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25:34.021" v="923" actId="1076"/>
          <ac:spMkLst>
            <pc:docMk/>
            <pc:sldMk cId="0" sldId="280"/>
            <ac:spMk id="15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27:04.303" v="973" actId="1076"/>
          <ac:spMkLst>
            <pc:docMk/>
            <pc:sldMk cId="0" sldId="280"/>
            <ac:spMk id="16" creationId="{5FEE62EF-B2AA-3997-8CC5-6FCC304744B2}"/>
          </ac:spMkLst>
        </pc:spChg>
      </pc:sldChg>
      <pc:sldChg chg="addSp delSp modSp mod">
        <pc:chgData name="Luiz Augusto Melo Pereira" userId="4bd5ce759a66f368" providerId="LiveId" clId="{4C51E0EE-EA66-4A23-A612-21CB3A93C93D}" dt="2025-01-27T11:31:16.977" v="1061" actId="1035"/>
        <pc:sldMkLst>
          <pc:docMk/>
          <pc:sldMk cId="0" sldId="281"/>
        </pc:sldMkLst>
        <pc:spChg chg="del">
          <ac:chgData name="Luiz Augusto Melo Pereira" userId="4bd5ce759a66f368" providerId="LiveId" clId="{4C51E0EE-EA66-4A23-A612-21CB3A93C93D}" dt="2025-01-27T11:31:03.149" v="1058" actId="478"/>
          <ac:spMkLst>
            <pc:docMk/>
            <pc:sldMk cId="0" sldId="281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9:46.713" v="1038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29:45.248" v="1037" actId="478"/>
          <ac:spMkLst>
            <pc:docMk/>
            <pc:sldMk cId="0" sldId="281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1:13.022" v="1060" actId="552"/>
          <ac:spMkLst>
            <pc:docMk/>
            <pc:sldMk cId="0" sldId="281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1:13.022" v="1060" actId="552"/>
          <ac:spMkLst>
            <pc:docMk/>
            <pc:sldMk cId="0" sldId="281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0:40.052" v="1053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0:40.052" v="1053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0:40.052" v="1053" actId="478"/>
          <ac:spMkLst>
            <pc:docMk/>
            <pc:sldMk cId="0" sldId="281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0:40.052" v="1053" actId="478"/>
          <ac:spMkLst>
            <pc:docMk/>
            <pc:sldMk cId="0" sldId="281"/>
            <ac:spMk id="1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1:13.022" v="1060" actId="552"/>
          <ac:spMkLst>
            <pc:docMk/>
            <pc:sldMk cId="0" sldId="281"/>
            <ac:spMk id="14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31:16.977" v="1061" actId="1035"/>
          <ac:spMkLst>
            <pc:docMk/>
            <pc:sldMk cId="0" sldId="281"/>
            <ac:spMk id="15" creationId="{13DF5EA6-E876-AEB8-CDA8-6B4E523D6128}"/>
          </ac:spMkLst>
        </pc:spChg>
        <pc:spChg chg="add mod">
          <ac:chgData name="Luiz Augusto Melo Pereira" userId="4bd5ce759a66f368" providerId="LiveId" clId="{4C51E0EE-EA66-4A23-A612-21CB3A93C93D}" dt="2025-01-27T11:27:59.488" v="984" actId="767"/>
          <ac:spMkLst>
            <pc:docMk/>
            <pc:sldMk cId="0" sldId="281"/>
            <ac:spMk id="16" creationId="{19B28AD6-A99C-2B9D-718C-DB0E7A1C011F}"/>
          </ac:spMkLst>
        </pc:spChg>
        <pc:spChg chg="add mod">
          <ac:chgData name="Luiz Augusto Melo Pereira" userId="4bd5ce759a66f368" providerId="LiveId" clId="{4C51E0EE-EA66-4A23-A612-21CB3A93C93D}" dt="2025-01-27T11:30:46.041" v="1055" actId="12788"/>
          <ac:spMkLst>
            <pc:docMk/>
            <pc:sldMk cId="0" sldId="281"/>
            <ac:spMk id="17" creationId="{A1DAF4F1-E2B0-CA9A-3AF2-69621B1CF8AD}"/>
          </ac:spMkLst>
        </pc:spChg>
      </pc:sldChg>
      <pc:sldChg chg="addSp delSp modSp mod">
        <pc:chgData name="Luiz Augusto Melo Pereira" userId="4bd5ce759a66f368" providerId="LiveId" clId="{4C51E0EE-EA66-4A23-A612-21CB3A93C93D}" dt="2025-01-27T11:36:52.263" v="1202" actId="114"/>
        <pc:sldMkLst>
          <pc:docMk/>
          <pc:sldMk cId="0" sldId="282"/>
        </pc:sldMkLst>
        <pc:spChg chg="del">
          <ac:chgData name="Luiz Augusto Melo Pereira" userId="4bd5ce759a66f368" providerId="LiveId" clId="{4C51E0EE-EA66-4A23-A612-21CB3A93C93D}" dt="2025-01-27T11:32:30.225" v="1113" actId="478"/>
          <ac:spMkLst>
            <pc:docMk/>
            <pc:sldMk cId="0" sldId="282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2:36.116" v="1116" actId="478"/>
          <ac:spMkLst>
            <pc:docMk/>
            <pc:sldMk cId="0" sldId="282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2:34.957" v="1115" actId="478"/>
          <ac:spMkLst>
            <pc:docMk/>
            <pc:sldMk cId="0" sldId="282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5:33.525" v="1196" actId="552"/>
          <ac:spMkLst>
            <pc:docMk/>
            <pc:sldMk cId="0" sldId="282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5:33.525" v="1196" actId="552"/>
          <ac:spMkLst>
            <pc:docMk/>
            <pc:sldMk cId="0" sldId="282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3:48.618" v="1142" actId="478"/>
          <ac:spMkLst>
            <pc:docMk/>
            <pc:sldMk cId="0" sldId="282"/>
            <ac:spMk id="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34:20.460" v="1152" actId="478"/>
          <ac:spMkLst>
            <pc:docMk/>
            <pc:sldMk cId="0" sldId="282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6:52.263" v="1202" actId="114"/>
          <ac:spMkLst>
            <pc:docMk/>
            <pc:sldMk cId="0" sldId="282"/>
            <ac:spMk id="10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34:16.909" v="1150" actId="478"/>
          <ac:spMkLst>
            <pc:docMk/>
            <pc:sldMk cId="0" sldId="282"/>
            <ac:spMk id="1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34:40.905" v="1165" actId="478"/>
          <ac:spMkLst>
            <pc:docMk/>
            <pc:sldMk cId="0" sldId="282"/>
            <ac:spMk id="12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35:39.284" v="1198" actId="1036"/>
          <ac:spMkLst>
            <pc:docMk/>
            <pc:sldMk cId="0" sldId="282"/>
            <ac:spMk id="13" creationId="{A8B4DC79-AA8B-015D-F538-6B048761B581}"/>
          </ac:spMkLst>
        </pc:spChg>
      </pc:sldChg>
      <pc:sldChg chg="addSp modSp">
        <pc:chgData name="Luiz Augusto Melo Pereira" userId="4bd5ce759a66f368" providerId="LiveId" clId="{4C51E0EE-EA66-4A23-A612-21CB3A93C93D}" dt="2025-01-27T11:36:48.136" v="1201" actId="571"/>
        <pc:sldMkLst>
          <pc:docMk/>
          <pc:sldMk cId="0" sldId="283"/>
        </pc:sldMkLst>
        <pc:spChg chg="add mod">
          <ac:chgData name="Luiz Augusto Melo Pereira" userId="4bd5ce759a66f368" providerId="LiveId" clId="{4C51E0EE-EA66-4A23-A612-21CB3A93C93D}" dt="2025-01-27T11:36:48.136" v="1201" actId="571"/>
          <ac:spMkLst>
            <pc:docMk/>
            <pc:sldMk cId="0" sldId="283"/>
            <ac:spMk id="4" creationId="{6046FF7E-B03E-02C5-FAE4-667DACC3B3E2}"/>
          </ac:spMkLst>
        </pc:spChg>
      </pc:sldChg>
      <pc:sldChg chg="addSp delSp modSp mod">
        <pc:chgData name="Luiz Augusto Melo Pereira" userId="4bd5ce759a66f368" providerId="LiveId" clId="{4C51E0EE-EA66-4A23-A612-21CB3A93C93D}" dt="2025-01-27T11:43:23.104" v="1375" actId="1076"/>
        <pc:sldMkLst>
          <pc:docMk/>
          <pc:sldMk cId="0" sldId="284"/>
        </pc:sldMkLst>
        <pc:spChg chg="del">
          <ac:chgData name="Luiz Augusto Melo Pereira" userId="4bd5ce759a66f368" providerId="LiveId" clId="{4C51E0EE-EA66-4A23-A612-21CB3A93C93D}" dt="2025-01-27T11:37:34.735" v="1212" actId="478"/>
          <ac:spMkLst>
            <pc:docMk/>
            <pc:sldMk cId="0" sldId="284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37:41.903" v="1214" actId="1076"/>
          <ac:spMkLst>
            <pc:docMk/>
            <pc:sldMk cId="0" sldId="284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9:54.482" v="1262" actId="478"/>
          <ac:spMkLst>
            <pc:docMk/>
            <pc:sldMk cId="0" sldId="284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39:55.449" v="1263" actId="478"/>
          <ac:spMkLst>
            <pc:docMk/>
            <pc:sldMk cId="0" sldId="284"/>
            <ac:spMk id="7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38:23.862" v="1229" actId="478"/>
          <ac:spMkLst>
            <pc:docMk/>
            <pc:sldMk cId="0" sldId="284"/>
            <ac:spMk id="9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38:22.850" v="1228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2:03.126" v="1340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2:02.396" v="1339" actId="478"/>
          <ac:spMkLst>
            <pc:docMk/>
            <pc:sldMk cId="0" sldId="284"/>
            <ac:spMk id="1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41:59.782" v="1337" actId="20577"/>
          <ac:spMkLst>
            <pc:docMk/>
            <pc:sldMk cId="0" sldId="284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2:00.826" v="1338" actId="478"/>
          <ac:spMkLst>
            <pc:docMk/>
            <pc:sldMk cId="0" sldId="284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2:04.003" v="1341" actId="478"/>
          <ac:spMkLst>
            <pc:docMk/>
            <pc:sldMk cId="0" sldId="284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1:57.019" v="1336" actId="478"/>
          <ac:spMkLst>
            <pc:docMk/>
            <pc:sldMk cId="0" sldId="284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3:15.457" v="1372" actId="478"/>
          <ac:spMkLst>
            <pc:docMk/>
            <pc:sldMk cId="0" sldId="284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3:13.286" v="1370" actId="478"/>
          <ac:spMkLst>
            <pc:docMk/>
            <pc:sldMk cId="0" sldId="284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3:10.305" v="1367" actId="478"/>
          <ac:spMkLst>
            <pc:docMk/>
            <pc:sldMk cId="0" sldId="284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3:11.789" v="1368" actId="478"/>
          <ac:spMkLst>
            <pc:docMk/>
            <pc:sldMk cId="0" sldId="284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3:12.545" v="1369" actId="478"/>
          <ac:spMkLst>
            <pc:docMk/>
            <pc:sldMk cId="0" sldId="284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3:14.585" v="1371" actId="478"/>
          <ac:spMkLst>
            <pc:docMk/>
            <pc:sldMk cId="0" sldId="284"/>
            <ac:spMk id="2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43:23.104" v="1375" actId="1076"/>
          <ac:spMkLst>
            <pc:docMk/>
            <pc:sldMk cId="0" sldId="284"/>
            <ac:spMk id="23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42:09.336" v="1342" actId="1076"/>
          <ac:spMkLst>
            <pc:docMk/>
            <pc:sldMk cId="0" sldId="284"/>
            <ac:spMk id="25" creationId="{C8BA2C03-A162-ADC2-8201-8AEB16B422EA}"/>
          </ac:spMkLst>
        </pc:spChg>
        <pc:spChg chg="add mod">
          <ac:chgData name="Luiz Augusto Melo Pereira" userId="4bd5ce759a66f368" providerId="LiveId" clId="{4C51E0EE-EA66-4A23-A612-21CB3A93C93D}" dt="2025-01-27T11:43:20.229" v="1373" actId="1076"/>
          <ac:spMkLst>
            <pc:docMk/>
            <pc:sldMk cId="0" sldId="284"/>
            <ac:spMk id="26" creationId="{5E7F1806-FFF4-D829-140D-4146EF405F16}"/>
          </ac:spMkLst>
        </pc:spChg>
        <pc:graphicFrameChg chg="mod modGraphic">
          <ac:chgData name="Luiz Augusto Melo Pereira" userId="4bd5ce759a66f368" providerId="LiveId" clId="{4C51E0EE-EA66-4A23-A612-21CB3A93C93D}" dt="2025-01-27T11:40:34.369" v="1272"/>
          <ac:graphicFrameMkLst>
            <pc:docMk/>
            <pc:sldMk cId="0" sldId="284"/>
            <ac:graphicFrameMk id="8" creationId="{00000000-0000-0000-0000-000000000000}"/>
          </ac:graphicFrameMkLst>
        </pc:graphicFrameChg>
        <pc:graphicFrameChg chg="add mod modGraphic">
          <ac:chgData name="Luiz Augusto Melo Pereira" userId="4bd5ce759a66f368" providerId="LiveId" clId="{4C51E0EE-EA66-4A23-A612-21CB3A93C93D}" dt="2025-01-27T11:38:39.030" v="1235" actId="14100"/>
          <ac:graphicFrameMkLst>
            <pc:docMk/>
            <pc:sldMk cId="0" sldId="284"/>
            <ac:graphicFrameMk id="24" creationId="{204DAE76-997A-D9DD-9458-20278C8C4128}"/>
          </ac:graphicFrameMkLst>
        </pc:graphicFrameChg>
      </pc:sldChg>
      <pc:sldChg chg="addSp delSp modSp mod">
        <pc:chgData name="Luiz Augusto Melo Pereira" userId="4bd5ce759a66f368" providerId="LiveId" clId="{4C51E0EE-EA66-4A23-A612-21CB3A93C93D}" dt="2025-01-27T11:48:00.926" v="1521" actId="122"/>
        <pc:sldMkLst>
          <pc:docMk/>
          <pc:sldMk cId="0" sldId="285"/>
        </pc:sldMkLst>
        <pc:spChg chg="mod">
          <ac:chgData name="Luiz Augusto Melo Pereira" userId="4bd5ce759a66f368" providerId="LiveId" clId="{4C51E0EE-EA66-4A23-A612-21CB3A93C93D}" dt="2025-01-27T11:43:37.725" v="1380" actId="20577"/>
          <ac:spMkLst>
            <pc:docMk/>
            <pc:sldMk cId="0" sldId="285"/>
            <ac:spMk id="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43:38.062" v="1382"/>
          <ac:spMkLst>
            <pc:docMk/>
            <pc:sldMk cId="0" sldId="285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4.648" v="1516" actId="478"/>
          <ac:spMkLst>
            <pc:docMk/>
            <pc:sldMk cId="0" sldId="285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6.046" v="1517" actId="478"/>
          <ac:spMkLst>
            <pc:docMk/>
            <pc:sldMk cId="0" sldId="285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3.728" v="1515" actId="478"/>
          <ac:spMkLst>
            <pc:docMk/>
            <pc:sldMk cId="0" sldId="285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7:39.212" v="1518" actId="478"/>
          <ac:spMkLst>
            <pc:docMk/>
            <pc:sldMk cId="0" sldId="285"/>
            <ac:spMk id="25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48:00.926" v="1521" actId="122"/>
          <ac:spMkLst>
            <pc:docMk/>
            <pc:sldMk cId="0" sldId="285"/>
            <ac:spMk id="26" creationId="{4D546BCF-4122-AD48-2C29-8CD618151C41}"/>
          </ac:spMkLst>
        </pc:spChg>
      </pc:sldChg>
      <pc:sldChg chg="addSp delSp modSp mod">
        <pc:chgData name="Luiz Augusto Melo Pereira" userId="4bd5ce759a66f368" providerId="LiveId" clId="{4C51E0EE-EA66-4A23-A612-21CB3A93C93D}" dt="2025-01-27T11:50:44.567" v="1585" actId="12788"/>
        <pc:sldMkLst>
          <pc:docMk/>
          <pc:sldMk cId="0" sldId="286"/>
        </pc:sldMkLst>
        <pc:spChg chg="del">
          <ac:chgData name="Luiz Augusto Melo Pereira" userId="4bd5ce759a66f368" providerId="LiveId" clId="{4C51E0EE-EA66-4A23-A612-21CB3A93C93D}" dt="2025-01-27T11:49:41.608" v="1560" actId="478"/>
          <ac:spMkLst>
            <pc:docMk/>
            <pc:sldMk cId="0" sldId="286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9:38.280" v="1557" actId="478"/>
          <ac:spMkLst>
            <pc:docMk/>
            <pc:sldMk cId="0" sldId="286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9:38.986" v="1558" actId="478"/>
          <ac:spMkLst>
            <pc:docMk/>
            <pc:sldMk cId="0" sldId="286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9:39.996" v="1559" actId="478"/>
          <ac:spMkLst>
            <pc:docMk/>
            <pc:sldMk cId="0" sldId="286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49:37.288" v="1556" actId="478"/>
          <ac:spMkLst>
            <pc:docMk/>
            <pc:sldMk cId="0" sldId="286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0:36.626" v="1581" actId="478"/>
          <ac:spMkLst>
            <pc:docMk/>
            <pc:sldMk cId="0" sldId="286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0:37.278" v="1582" actId="478"/>
          <ac:spMkLst>
            <pc:docMk/>
            <pc:sldMk cId="0" sldId="286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0:38.518" v="1583" actId="478"/>
          <ac:spMkLst>
            <pc:docMk/>
            <pc:sldMk cId="0" sldId="286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0:35.509" v="1580" actId="478"/>
          <ac:spMkLst>
            <pc:docMk/>
            <pc:sldMk cId="0" sldId="286"/>
            <ac:spMk id="12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50:31.026" v="1579" actId="20577"/>
          <ac:spMkLst>
            <pc:docMk/>
            <pc:sldMk cId="0" sldId="286"/>
            <ac:spMk id="14" creationId="{EB5E780D-C6C3-0DBC-6EE6-A585433F597A}"/>
          </ac:spMkLst>
        </pc:spChg>
        <pc:spChg chg="add mod">
          <ac:chgData name="Luiz Augusto Melo Pereira" userId="4bd5ce759a66f368" providerId="LiveId" clId="{4C51E0EE-EA66-4A23-A612-21CB3A93C93D}" dt="2025-01-27T11:50:44.567" v="1585" actId="12788"/>
          <ac:spMkLst>
            <pc:docMk/>
            <pc:sldMk cId="0" sldId="286"/>
            <ac:spMk id="15" creationId="{B4FF9A50-B125-8184-57FB-2B45972A6999}"/>
          </ac:spMkLst>
        </pc:spChg>
      </pc:sldChg>
      <pc:sldChg chg="modSp mod">
        <pc:chgData name="Luiz Augusto Melo Pereira" userId="4bd5ce759a66f368" providerId="LiveId" clId="{4C51E0EE-EA66-4A23-A612-21CB3A93C93D}" dt="2025-01-27T11:51:42.943" v="1587" actId="1076"/>
        <pc:sldMkLst>
          <pc:docMk/>
          <pc:sldMk cId="0" sldId="287"/>
        </pc:sldMkLst>
        <pc:spChg chg="mod">
          <ac:chgData name="Luiz Augusto Melo Pereira" userId="4bd5ce759a66f368" providerId="LiveId" clId="{4C51E0EE-EA66-4A23-A612-21CB3A93C93D}" dt="2025-01-27T11:51:42.943" v="1587" actId="1076"/>
          <ac:spMkLst>
            <pc:docMk/>
            <pc:sldMk cId="0" sldId="287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1:52:30.345" v="1605" actId="12788"/>
        <pc:sldMkLst>
          <pc:docMk/>
          <pc:sldMk cId="0" sldId="289"/>
        </pc:sldMkLst>
        <pc:spChg chg="del">
          <ac:chgData name="Luiz Augusto Melo Pereira" userId="4bd5ce759a66f368" providerId="LiveId" clId="{4C51E0EE-EA66-4A23-A612-21CB3A93C93D}" dt="2025-01-27T11:52:24.874" v="1603" actId="478"/>
          <ac:spMkLst>
            <pc:docMk/>
            <pc:sldMk cId="0" sldId="289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2:20.236" v="1602" actId="478"/>
          <ac:spMkLst>
            <pc:docMk/>
            <pc:sldMk cId="0" sldId="289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52:30.345" v="1605" actId="12788"/>
          <ac:spMkLst>
            <pc:docMk/>
            <pc:sldMk cId="0" sldId="289"/>
            <ac:spMk id="5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1:57:27.971" v="1761" actId="1076"/>
        <pc:sldMkLst>
          <pc:docMk/>
          <pc:sldMk cId="0" sldId="290"/>
        </pc:sldMkLst>
        <pc:spChg chg="mod">
          <ac:chgData name="Luiz Augusto Melo Pereira" userId="4bd5ce759a66f368" providerId="LiveId" clId="{4C51E0EE-EA66-4A23-A612-21CB3A93C93D}" dt="2025-01-27T11:57:27.971" v="1761" actId="1076"/>
          <ac:spMkLst>
            <pc:docMk/>
            <pc:sldMk cId="0" sldId="290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4:20.154" v="1645" actId="478"/>
          <ac:spMkLst>
            <pc:docMk/>
            <pc:sldMk cId="0" sldId="290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57:21.458" v="1759" actId="1035"/>
          <ac:spMkLst>
            <pc:docMk/>
            <pc:sldMk cId="0" sldId="290"/>
            <ac:spMk id="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55:08.911" v="1656" actId="478"/>
          <ac:spMkLst>
            <pc:docMk/>
            <pc:sldMk cId="0" sldId="290"/>
            <ac:spMk id="6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1:54:50.052" v="1651" actId="58"/>
          <ac:spMkLst>
            <pc:docMk/>
            <pc:sldMk cId="0" sldId="290"/>
            <ac:spMk id="8" creationId="{A01AC94E-E8AA-5093-6D82-79204B57D110}"/>
          </ac:spMkLst>
        </pc:spChg>
      </pc:sldChg>
      <pc:sldChg chg="addSp delSp modSp mod">
        <pc:chgData name="Luiz Augusto Melo Pereira" userId="4bd5ce759a66f368" providerId="LiveId" clId="{4C51E0EE-EA66-4A23-A612-21CB3A93C93D}" dt="2025-01-27T17:09:26.467" v="7139" actId="20577"/>
        <pc:sldMkLst>
          <pc:docMk/>
          <pc:sldMk cId="0" sldId="291"/>
        </pc:sldMkLst>
        <pc:spChg chg="del">
          <ac:chgData name="Luiz Augusto Melo Pereira" userId="4bd5ce759a66f368" providerId="LiveId" clId="{4C51E0EE-EA66-4A23-A612-21CB3A93C93D}" dt="2025-01-27T11:57:45.251" v="1767" actId="478"/>
          <ac:spMkLst>
            <pc:docMk/>
            <pc:sldMk cId="0" sldId="291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1:59:48.492" v="1838" actId="58"/>
          <ac:spMkLst>
            <pc:docMk/>
            <pc:sldMk cId="0" sldId="291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9:29.097" v="1831" actId="478"/>
          <ac:spMkLst>
            <pc:docMk/>
            <pc:sldMk cId="0" sldId="291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1:59:28.126" v="1830" actId="478"/>
          <ac:spMkLst>
            <pc:docMk/>
            <pc:sldMk cId="0" sldId="291"/>
            <ac:spMk id="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1:59:55.399" v="1839" actId="478"/>
          <ac:spMkLst>
            <pc:docMk/>
            <pc:sldMk cId="0" sldId="291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04:05.959" v="1991" actId="478"/>
          <ac:spMkLst>
            <pc:docMk/>
            <pc:sldMk cId="0" sldId="291"/>
            <ac:spMk id="2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04:16.458" v="1995" actId="1076"/>
          <ac:spMkLst>
            <pc:docMk/>
            <pc:sldMk cId="0" sldId="291"/>
            <ac:spMk id="23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7:09:26.467" v="7139" actId="20577"/>
          <ac:spMkLst>
            <pc:docMk/>
            <pc:sldMk cId="0" sldId="291"/>
            <ac:spMk id="24" creationId="{00CD9CED-B2B5-F92F-C9E7-950128C10C90}"/>
          </ac:spMkLst>
        </pc:spChg>
      </pc:sldChg>
      <pc:sldChg chg="modSp mod">
        <pc:chgData name="Luiz Augusto Melo Pereira" userId="4bd5ce759a66f368" providerId="LiveId" clId="{4C51E0EE-EA66-4A23-A612-21CB3A93C93D}" dt="2025-01-27T12:04:27.761" v="1997" actId="1076"/>
        <pc:sldMkLst>
          <pc:docMk/>
          <pc:sldMk cId="0" sldId="292"/>
        </pc:sldMkLst>
        <pc:spChg chg="mod">
          <ac:chgData name="Luiz Augusto Melo Pereira" userId="4bd5ce759a66f368" providerId="LiveId" clId="{4C51E0EE-EA66-4A23-A612-21CB3A93C93D}" dt="2025-01-27T12:04:27.761" v="1997" actId="1076"/>
          <ac:spMkLst>
            <pc:docMk/>
            <pc:sldMk cId="0" sldId="292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2:15:53.253" v="2247" actId="12789"/>
        <pc:sldMkLst>
          <pc:docMk/>
          <pc:sldMk cId="0" sldId="293"/>
        </pc:sldMkLst>
        <pc:spChg chg="mod">
          <ac:chgData name="Luiz Augusto Melo Pereira" userId="4bd5ce759a66f368" providerId="LiveId" clId="{4C51E0EE-EA66-4A23-A612-21CB3A93C93D}" dt="2025-01-27T12:08:13.487" v="2005" actId="1076"/>
          <ac:spMkLst>
            <pc:docMk/>
            <pc:sldMk cId="0" sldId="293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1:07.490" v="2103" actId="478"/>
          <ac:spMkLst>
            <pc:docMk/>
            <pc:sldMk cId="0" sldId="293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4:24.665" v="2200" actId="478"/>
          <ac:spMkLst>
            <pc:docMk/>
            <pc:sldMk cId="0" sldId="293"/>
            <ac:spMk id="2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2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2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2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3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3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3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3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3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2:36.929" v="2144" actId="478"/>
          <ac:spMkLst>
            <pc:docMk/>
            <pc:sldMk cId="0" sldId="293"/>
            <ac:spMk id="3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3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3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3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3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4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4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4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4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4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15:25.455" v="2241" actId="478"/>
          <ac:spMkLst>
            <pc:docMk/>
            <pc:sldMk cId="0" sldId="293"/>
            <ac:spMk id="45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2:15:49.437" v="2246" actId="12789"/>
          <ac:spMkLst>
            <pc:docMk/>
            <pc:sldMk cId="0" sldId="293"/>
            <ac:spMk id="46" creationId="{8B933A12-BCF9-EACA-14A0-ADA638F38FE5}"/>
          </ac:spMkLst>
        </pc:spChg>
        <pc:spChg chg="add mod">
          <ac:chgData name="Luiz Augusto Melo Pereira" userId="4bd5ce759a66f368" providerId="LiveId" clId="{4C51E0EE-EA66-4A23-A612-21CB3A93C93D}" dt="2025-01-27T12:15:53.253" v="2247" actId="12789"/>
          <ac:spMkLst>
            <pc:docMk/>
            <pc:sldMk cId="0" sldId="293"/>
            <ac:spMk id="47" creationId="{657D0AD0-C6A4-15A3-9476-F832E01D7C7D}"/>
          </ac:spMkLst>
        </pc:spChg>
        <pc:spChg chg="add mod">
          <ac:chgData name="Luiz Augusto Melo Pereira" userId="4bd5ce759a66f368" providerId="LiveId" clId="{4C51E0EE-EA66-4A23-A612-21CB3A93C93D}" dt="2025-01-27T12:15:49.437" v="2246" actId="12789"/>
          <ac:spMkLst>
            <pc:docMk/>
            <pc:sldMk cId="0" sldId="293"/>
            <ac:spMk id="48" creationId="{17BD0D58-4C1D-5659-6ABC-8A6186363BE9}"/>
          </ac:spMkLst>
        </pc:spChg>
        <pc:spChg chg="add mod">
          <ac:chgData name="Luiz Augusto Melo Pereira" userId="4bd5ce759a66f368" providerId="LiveId" clId="{4C51E0EE-EA66-4A23-A612-21CB3A93C93D}" dt="2025-01-27T12:15:53.253" v="2247" actId="12789"/>
          <ac:spMkLst>
            <pc:docMk/>
            <pc:sldMk cId="0" sldId="293"/>
            <ac:spMk id="49" creationId="{24919BFD-4FDD-7DB2-61C2-4874147F55E9}"/>
          </ac:spMkLst>
        </pc:spChg>
        <pc:graphicFrameChg chg="mod">
          <ac:chgData name="Luiz Augusto Melo Pereira" userId="4bd5ce759a66f368" providerId="LiveId" clId="{4C51E0EE-EA66-4A23-A612-21CB3A93C93D}" dt="2025-01-27T12:04:34.656" v="1999" actId="1076"/>
          <ac:graphicFrameMkLst>
            <pc:docMk/>
            <pc:sldMk cId="0" sldId="293"/>
            <ac:graphicFrameMk id="3" creationId="{00000000-0000-0000-0000-000000000000}"/>
          </ac:graphicFrameMkLst>
        </pc:graphicFrameChg>
        <pc:graphicFrameChg chg="mod">
          <ac:chgData name="Luiz Augusto Melo Pereira" userId="4bd5ce759a66f368" providerId="LiveId" clId="{4C51E0EE-EA66-4A23-A612-21CB3A93C93D}" dt="2025-01-27T12:04:36.808" v="2001" actId="1076"/>
          <ac:graphicFrameMkLst>
            <pc:docMk/>
            <pc:sldMk cId="0" sldId="293"/>
            <ac:graphicFrameMk id="4" creationId="{00000000-0000-0000-0000-000000000000}"/>
          </ac:graphicFrameMkLst>
        </pc:graphicFrameChg>
        <pc:graphicFrameChg chg="mod">
          <ac:chgData name="Luiz Augusto Melo Pereira" userId="4bd5ce759a66f368" providerId="LiveId" clId="{4C51E0EE-EA66-4A23-A612-21CB3A93C93D}" dt="2025-01-27T12:04:38.759" v="2003" actId="1076"/>
          <ac:graphicFrameMkLst>
            <pc:docMk/>
            <pc:sldMk cId="0" sldId="293"/>
            <ac:graphicFrameMk id="6" creationId="{00000000-0000-0000-0000-000000000000}"/>
          </ac:graphicFrameMkLst>
        </pc:graphicFrameChg>
      </pc:sldChg>
      <pc:sldChg chg="modSp mod">
        <pc:chgData name="Luiz Augusto Melo Pereira" userId="4bd5ce759a66f368" providerId="LiveId" clId="{4C51E0EE-EA66-4A23-A612-21CB3A93C93D}" dt="2025-01-27T12:19:20.507" v="2267" actId="1076"/>
        <pc:sldMkLst>
          <pc:docMk/>
          <pc:sldMk cId="0" sldId="294"/>
        </pc:sldMkLst>
        <pc:spChg chg="mod">
          <ac:chgData name="Luiz Augusto Melo Pereira" userId="4bd5ce759a66f368" providerId="LiveId" clId="{4C51E0EE-EA66-4A23-A612-21CB3A93C93D}" dt="2025-01-27T12:19:20.507" v="2267" actId="1076"/>
          <ac:spMkLst>
            <pc:docMk/>
            <pc:sldMk cId="0" sldId="294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19:03.024" v="2265" actId="20577"/>
          <ac:spMkLst>
            <pc:docMk/>
            <pc:sldMk cId="0" sldId="294"/>
            <ac:spMk id="14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2:30:11.022" v="2607" actId="1076"/>
        <pc:sldMkLst>
          <pc:docMk/>
          <pc:sldMk cId="0" sldId="295"/>
        </pc:sldMkLst>
        <pc:spChg chg="mod">
          <ac:chgData name="Luiz Augusto Melo Pereira" userId="4bd5ce759a66f368" providerId="LiveId" clId="{4C51E0EE-EA66-4A23-A612-21CB3A93C93D}" dt="2025-01-27T12:19:33.652" v="2268" actId="14100"/>
          <ac:spMkLst>
            <pc:docMk/>
            <pc:sldMk cId="0" sldId="295"/>
            <ac:spMk id="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2:06.911" v="2345" actId="478"/>
          <ac:spMkLst>
            <pc:docMk/>
            <pc:sldMk cId="0" sldId="295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2:06.179" v="2344" actId="478"/>
          <ac:spMkLst>
            <pc:docMk/>
            <pc:sldMk cId="0" sldId="295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2:05.203" v="2343" actId="478"/>
          <ac:spMkLst>
            <pc:docMk/>
            <pc:sldMk cId="0" sldId="295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22:14.501" v="2350" actId="1035"/>
          <ac:spMkLst>
            <pc:docMk/>
            <pc:sldMk cId="0" sldId="295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28.900" v="2437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26.075" v="2434" actId="478"/>
          <ac:spMkLst>
            <pc:docMk/>
            <pc:sldMk cId="0" sldId="295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28.089" v="2436" actId="478"/>
          <ac:spMkLst>
            <pc:docMk/>
            <pc:sldMk cId="0" sldId="295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26.702" v="2435" actId="478"/>
          <ac:spMkLst>
            <pc:docMk/>
            <pc:sldMk cId="0" sldId="295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24.850" v="2433" actId="478"/>
          <ac:spMkLst>
            <pc:docMk/>
            <pc:sldMk cId="0" sldId="295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23.865" v="2432" actId="478"/>
          <ac:spMkLst>
            <pc:docMk/>
            <pc:sldMk cId="0" sldId="295"/>
            <ac:spMk id="1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25:23.076" v="2431" actId="478"/>
          <ac:spMkLst>
            <pc:docMk/>
            <pc:sldMk cId="0" sldId="295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19.284" v="2427" actId="478"/>
          <ac:spMkLst>
            <pc:docMk/>
            <pc:sldMk cId="0" sldId="295"/>
            <ac:spMk id="1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25:21.682" v="2429" actId="478"/>
          <ac:spMkLst>
            <pc:docMk/>
            <pc:sldMk cId="0" sldId="295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5:17.982" v="2426" actId="478"/>
          <ac:spMkLst>
            <pc:docMk/>
            <pc:sldMk cId="0" sldId="295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6.676" v="2449" actId="478"/>
          <ac:spMkLst>
            <pc:docMk/>
            <pc:sldMk cId="0" sldId="295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9.605" v="2452" actId="478"/>
          <ac:spMkLst>
            <pc:docMk/>
            <pc:sldMk cId="0" sldId="295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7.964" v="2450" actId="478"/>
          <ac:spMkLst>
            <pc:docMk/>
            <pc:sldMk cId="0" sldId="295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10.104" v="2453" actId="478"/>
          <ac:spMkLst>
            <pc:docMk/>
            <pc:sldMk cId="0" sldId="295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8.979" v="2451" actId="478"/>
          <ac:spMkLst>
            <pc:docMk/>
            <pc:sldMk cId="0" sldId="295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5.805" v="2448" actId="478"/>
          <ac:spMkLst>
            <pc:docMk/>
            <pc:sldMk cId="0" sldId="295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11.477" v="2455" actId="478"/>
          <ac:spMkLst>
            <pc:docMk/>
            <pc:sldMk cId="0" sldId="295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4.452" v="2447" actId="478"/>
          <ac:spMkLst>
            <pc:docMk/>
            <pc:sldMk cId="0" sldId="295"/>
            <ac:spMk id="2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10.868" v="2454" actId="478"/>
          <ac:spMkLst>
            <pc:docMk/>
            <pc:sldMk cId="0" sldId="295"/>
            <ac:spMk id="2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26:03.163" v="2446" actId="478"/>
          <ac:spMkLst>
            <pc:docMk/>
            <pc:sldMk cId="0" sldId="295"/>
            <ac:spMk id="2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3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4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0:08.189" v="2606" actId="478"/>
          <ac:spMkLst>
            <pc:docMk/>
            <pc:sldMk cId="0" sldId="295"/>
            <ac:spMk id="41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2:22:08.569" v="2346" actId="1076"/>
          <ac:spMkLst>
            <pc:docMk/>
            <pc:sldMk cId="0" sldId="295"/>
            <ac:spMk id="42" creationId="{A175962B-B87A-B6A3-3C0F-13E2907E4334}"/>
          </ac:spMkLst>
        </pc:spChg>
        <pc:spChg chg="add mod">
          <ac:chgData name="Luiz Augusto Melo Pereira" userId="4bd5ce759a66f368" providerId="LiveId" clId="{4C51E0EE-EA66-4A23-A612-21CB3A93C93D}" dt="2025-01-27T12:25:36.483" v="2439" actId="12788"/>
          <ac:spMkLst>
            <pc:docMk/>
            <pc:sldMk cId="0" sldId="295"/>
            <ac:spMk id="43" creationId="{375776AA-5D6B-BBD9-3084-E4A598995507}"/>
          </ac:spMkLst>
        </pc:spChg>
        <pc:spChg chg="add mod">
          <ac:chgData name="Luiz Augusto Melo Pereira" userId="4bd5ce759a66f368" providerId="LiveId" clId="{4C51E0EE-EA66-4A23-A612-21CB3A93C93D}" dt="2025-01-27T12:26:18.723" v="2457" actId="12788"/>
          <ac:spMkLst>
            <pc:docMk/>
            <pc:sldMk cId="0" sldId="295"/>
            <ac:spMk id="44" creationId="{54590C63-8CD8-D86E-F624-ADCFFB0A669C}"/>
          </ac:spMkLst>
        </pc:spChg>
        <pc:spChg chg="add del mod">
          <ac:chgData name="Luiz Augusto Melo Pereira" userId="4bd5ce759a66f368" providerId="LiveId" clId="{4C51E0EE-EA66-4A23-A612-21CB3A93C93D}" dt="2025-01-27T12:27:12.933" v="2492"/>
          <ac:spMkLst>
            <pc:docMk/>
            <pc:sldMk cId="0" sldId="295"/>
            <ac:spMk id="45" creationId="{2C461E2F-96CF-D629-3455-9D9F90247031}"/>
          </ac:spMkLst>
        </pc:spChg>
        <pc:spChg chg="add mod">
          <ac:chgData name="Luiz Augusto Melo Pereira" userId="4bd5ce759a66f368" providerId="LiveId" clId="{4C51E0EE-EA66-4A23-A612-21CB3A93C93D}" dt="2025-01-27T12:30:11.022" v="2607" actId="1076"/>
          <ac:spMkLst>
            <pc:docMk/>
            <pc:sldMk cId="0" sldId="295"/>
            <ac:spMk id="46" creationId="{456399D5-53F9-DF77-3E7F-0022F54EA686}"/>
          </ac:spMkLst>
        </pc:spChg>
      </pc:sldChg>
      <pc:sldChg chg="delSp modSp mod">
        <pc:chgData name="Luiz Augusto Melo Pereira" userId="4bd5ce759a66f368" providerId="LiveId" clId="{4C51E0EE-EA66-4A23-A612-21CB3A93C93D}" dt="2025-01-27T12:36:51.635" v="2745" actId="20577"/>
        <pc:sldMkLst>
          <pc:docMk/>
          <pc:sldMk cId="0" sldId="297"/>
        </pc:sldMkLst>
        <pc:spChg chg="del">
          <ac:chgData name="Luiz Augusto Melo Pereira" userId="4bd5ce759a66f368" providerId="LiveId" clId="{4C51E0EE-EA66-4A23-A612-21CB3A93C93D}" dt="2025-01-27T12:32:09.026" v="2617" actId="478"/>
          <ac:spMkLst>
            <pc:docMk/>
            <pc:sldMk cId="0" sldId="297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36:40.002" v="2742" actId="552"/>
          <ac:spMkLst>
            <pc:docMk/>
            <pc:sldMk cId="0" sldId="297"/>
            <ac:spMk id="4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32:09.026" v="2619"/>
          <ac:spMkLst>
            <pc:docMk/>
            <pc:sldMk cId="0" sldId="297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36:40.002" v="2742" actId="552"/>
          <ac:spMkLst>
            <pc:docMk/>
            <pc:sldMk cId="0" sldId="297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3:38.034" v="2660" actId="478"/>
          <ac:spMkLst>
            <pc:docMk/>
            <pc:sldMk cId="0" sldId="297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3:36.997" v="2659" actId="478"/>
          <ac:spMkLst>
            <pc:docMk/>
            <pc:sldMk cId="0" sldId="297"/>
            <ac:spMk id="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33:33.735" v="2658" actId="478"/>
          <ac:spMkLst>
            <pc:docMk/>
            <pc:sldMk cId="0" sldId="297"/>
            <ac:spMk id="9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36:13.682" v="2723"/>
          <ac:spMkLst>
            <pc:docMk/>
            <pc:sldMk cId="0" sldId="297"/>
            <ac:spMk id="10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36:40.002" v="2742" actId="552"/>
          <ac:spMkLst>
            <pc:docMk/>
            <pc:sldMk cId="0" sldId="297"/>
            <ac:spMk id="1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36:13.682" v="2725"/>
          <ac:spMkLst>
            <pc:docMk/>
            <pc:sldMk cId="0" sldId="297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6:14.752" v="2730" actId="478"/>
          <ac:spMkLst>
            <pc:docMk/>
            <pc:sldMk cId="0" sldId="297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36:13.682" v="2721" actId="478"/>
          <ac:spMkLst>
            <pc:docMk/>
            <pc:sldMk cId="0" sldId="297"/>
            <ac:spMk id="2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36:13.685" v="2729"/>
          <ac:spMkLst>
            <pc:docMk/>
            <pc:sldMk cId="0" sldId="297"/>
            <ac:spMk id="2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36:51.635" v="2745" actId="20577"/>
          <ac:spMkLst>
            <pc:docMk/>
            <pc:sldMk cId="0" sldId="297"/>
            <ac:spMk id="2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36:13.682" v="2727"/>
          <ac:spMkLst>
            <pc:docMk/>
            <pc:sldMk cId="0" sldId="297"/>
            <ac:spMk id="2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35:45.114" v="2712" actId="12788"/>
          <ac:spMkLst>
            <pc:docMk/>
            <pc:sldMk cId="0" sldId="297"/>
            <ac:spMk id="30" creationId="{E2965C02-DF66-B23C-D652-44762DBF30B5}"/>
          </ac:spMkLst>
        </pc:spChg>
      </pc:sldChg>
      <pc:sldChg chg="modSp mod">
        <pc:chgData name="Luiz Augusto Melo Pereira" userId="4bd5ce759a66f368" providerId="LiveId" clId="{4C51E0EE-EA66-4A23-A612-21CB3A93C93D}" dt="2025-01-27T12:39:18.731" v="2747" actId="1076"/>
        <pc:sldMkLst>
          <pc:docMk/>
          <pc:sldMk cId="0" sldId="298"/>
        </pc:sldMkLst>
        <pc:spChg chg="mod">
          <ac:chgData name="Luiz Augusto Melo Pereira" userId="4bd5ce759a66f368" providerId="LiveId" clId="{4C51E0EE-EA66-4A23-A612-21CB3A93C93D}" dt="2025-01-27T12:39:18.731" v="2747" actId="1076"/>
          <ac:spMkLst>
            <pc:docMk/>
            <pc:sldMk cId="0" sldId="298"/>
            <ac:spMk id="15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2:39:21.366" v="2749" actId="1076"/>
        <pc:sldMkLst>
          <pc:docMk/>
          <pc:sldMk cId="0" sldId="299"/>
        </pc:sldMkLst>
        <pc:spChg chg="mod">
          <ac:chgData name="Luiz Augusto Melo Pereira" userId="4bd5ce759a66f368" providerId="LiveId" clId="{4C51E0EE-EA66-4A23-A612-21CB3A93C93D}" dt="2025-01-27T12:39:21.366" v="2749" actId="1076"/>
          <ac:spMkLst>
            <pc:docMk/>
            <pc:sldMk cId="0" sldId="299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2:41:24.693" v="2812" actId="20577"/>
        <pc:sldMkLst>
          <pc:docMk/>
          <pc:sldMk cId="0" sldId="300"/>
        </pc:sldMkLst>
        <pc:spChg chg="mod">
          <ac:chgData name="Luiz Augusto Melo Pereira" userId="4bd5ce759a66f368" providerId="LiveId" clId="{4C51E0EE-EA66-4A23-A612-21CB3A93C93D}" dt="2025-01-27T12:41:05.980" v="2809" actId="552"/>
          <ac:spMkLst>
            <pc:docMk/>
            <pc:sldMk cId="0" sldId="300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0:46.726" v="2804" actId="478"/>
          <ac:spMkLst>
            <pc:docMk/>
            <pc:sldMk cId="0" sldId="300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0:45.909" v="2803" actId="478"/>
          <ac:spMkLst>
            <pc:docMk/>
            <pc:sldMk cId="0" sldId="300"/>
            <ac:spMk id="2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40:44.852" v="2802"/>
          <ac:spMkLst>
            <pc:docMk/>
            <pc:sldMk cId="0" sldId="300"/>
            <ac:spMk id="2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41:24.693" v="2812" actId="20577"/>
          <ac:spMkLst>
            <pc:docMk/>
            <pc:sldMk cId="0" sldId="300"/>
            <ac:spMk id="2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0:47.934" v="2805" actId="478"/>
          <ac:spMkLst>
            <pc:docMk/>
            <pc:sldMk cId="0" sldId="300"/>
            <ac:spMk id="2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40:44.852" v="2800" actId="478"/>
          <ac:spMkLst>
            <pc:docMk/>
            <pc:sldMk cId="0" sldId="300"/>
            <ac:spMk id="2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40:58.145" v="2808" actId="1035"/>
          <ac:spMkLst>
            <pc:docMk/>
            <pc:sldMk cId="0" sldId="300"/>
            <ac:spMk id="30" creationId="{D456465A-8220-EB0A-F38A-3CA3A458BE20}"/>
          </ac:spMkLst>
        </pc:spChg>
        <pc:spChg chg="mod">
          <ac:chgData name="Luiz Augusto Melo Pereira" userId="4bd5ce759a66f368" providerId="LiveId" clId="{4C51E0EE-EA66-4A23-A612-21CB3A93C93D}" dt="2025-01-27T12:40:58.145" v="2808" actId="1035"/>
          <ac:spMkLst>
            <pc:docMk/>
            <pc:sldMk cId="0" sldId="300"/>
            <ac:spMk id="31" creationId="{9BE1A494-C48E-C739-F8F3-E32219544425}"/>
          </ac:spMkLst>
        </pc:spChg>
        <pc:spChg chg="mod">
          <ac:chgData name="Luiz Augusto Melo Pereira" userId="4bd5ce759a66f368" providerId="LiveId" clId="{4C51E0EE-EA66-4A23-A612-21CB3A93C93D}" dt="2025-01-27T12:40:58.145" v="2808" actId="1035"/>
          <ac:spMkLst>
            <pc:docMk/>
            <pc:sldMk cId="0" sldId="300"/>
            <ac:spMk id="32" creationId="{5C9F7DED-86B3-B845-BB87-B11651916EE6}"/>
          </ac:spMkLst>
        </pc:spChg>
      </pc:sldChg>
      <pc:sldChg chg="addSp delSp modSp mod">
        <pc:chgData name="Luiz Augusto Melo Pereira" userId="4bd5ce759a66f368" providerId="LiveId" clId="{4C51E0EE-EA66-4A23-A612-21CB3A93C93D}" dt="2025-01-27T12:45:11.605" v="2830" actId="1076"/>
        <pc:sldMkLst>
          <pc:docMk/>
          <pc:sldMk cId="0" sldId="305"/>
        </pc:sldMkLst>
        <pc:spChg chg="add del">
          <ac:chgData name="Luiz Augusto Melo Pereira" userId="4bd5ce759a66f368" providerId="LiveId" clId="{4C51E0EE-EA66-4A23-A612-21CB3A93C93D}" dt="2025-01-27T12:44:57.590" v="2823" actId="478"/>
          <ac:spMkLst>
            <pc:docMk/>
            <pc:sldMk cId="0" sldId="305"/>
            <ac:spMk id="3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2:45:11.605" v="2830" actId="1076"/>
          <ac:spMkLst>
            <pc:docMk/>
            <pc:sldMk cId="0" sldId="305"/>
            <ac:spMk id="5" creationId="{00000000-0000-0000-0000-000000000000}"/>
          </ac:spMkLst>
        </pc:spChg>
        <pc:picChg chg="del">
          <ac:chgData name="Luiz Augusto Melo Pereira" userId="4bd5ce759a66f368" providerId="LiveId" clId="{4C51E0EE-EA66-4A23-A612-21CB3A93C93D}" dt="2025-01-27T12:44:47.123" v="2819" actId="478"/>
          <ac:picMkLst>
            <pc:docMk/>
            <pc:sldMk cId="0" sldId="305"/>
            <ac:picMk id="4" creationId="{00000000-0000-0000-0000-000000000000}"/>
          </ac:picMkLst>
        </pc:picChg>
      </pc:sldChg>
      <pc:sldChg chg="addSp delSp modSp mod">
        <pc:chgData name="Luiz Augusto Melo Pereira" userId="4bd5ce759a66f368" providerId="LiveId" clId="{4C51E0EE-EA66-4A23-A612-21CB3A93C93D}" dt="2025-01-27T13:08:30.725" v="3141" actId="20577"/>
        <pc:sldMkLst>
          <pc:docMk/>
          <pc:sldMk cId="0" sldId="306"/>
        </pc:sldMkLst>
        <pc:spChg chg="mod">
          <ac:chgData name="Luiz Augusto Melo Pereira" userId="4bd5ce759a66f368" providerId="LiveId" clId="{4C51E0EE-EA66-4A23-A612-21CB3A93C93D}" dt="2025-01-27T13:07:56.960" v="3124" actId="1035"/>
          <ac:spMkLst>
            <pc:docMk/>
            <pc:sldMk cId="0" sldId="306"/>
            <ac:spMk id="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07:58.673" v="3128" actId="1035"/>
          <ac:spMkLst>
            <pc:docMk/>
            <pc:sldMk cId="0" sldId="306"/>
            <ac:spMk id="3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3:08:22.287" v="3140" actId="1035"/>
          <ac:spMkLst>
            <pc:docMk/>
            <pc:sldMk cId="0" sldId="306"/>
            <ac:spMk id="4" creationId="{509D79A0-1B5B-E99F-1FA7-CCB6BA657E8C}"/>
          </ac:spMkLst>
        </pc:spChg>
        <pc:spChg chg="mod">
          <ac:chgData name="Luiz Augusto Melo Pereira" userId="4bd5ce759a66f368" providerId="LiveId" clId="{4C51E0EE-EA66-4A23-A612-21CB3A93C93D}" dt="2025-01-27T13:08:06.211" v="3137" actId="1035"/>
          <ac:spMkLst>
            <pc:docMk/>
            <pc:sldMk cId="0" sldId="306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08:03.890" v="3136" actId="1035"/>
          <ac:spMkLst>
            <pc:docMk/>
            <pc:sldMk cId="0" sldId="306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7:50.277" v="2911" actId="478"/>
          <ac:spMkLst>
            <pc:docMk/>
            <pc:sldMk cId="0" sldId="306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7:51.835" v="2912" actId="478"/>
          <ac:spMkLst>
            <pc:docMk/>
            <pc:sldMk cId="0" sldId="306"/>
            <ac:spMk id="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47:49.090" v="2910" actId="478"/>
          <ac:spMkLst>
            <pc:docMk/>
            <pc:sldMk cId="0" sldId="306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7:53.540" v="2913" actId="478"/>
          <ac:spMkLst>
            <pc:docMk/>
            <pc:sldMk cId="0" sldId="306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7:58.155" v="2915" actId="478"/>
          <ac:spMkLst>
            <pc:docMk/>
            <pc:sldMk cId="0" sldId="306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7:59.533" v="2916" actId="478"/>
          <ac:spMkLst>
            <pc:docMk/>
            <pc:sldMk cId="0" sldId="306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47:55.502" v="2914" actId="478"/>
          <ac:spMkLst>
            <pc:docMk/>
            <pc:sldMk cId="0" sldId="306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2:40.670" v="3112" actId="478"/>
          <ac:spMkLst>
            <pc:docMk/>
            <pc:sldMk cId="0" sldId="306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0:48.100" v="2989" actId="478"/>
          <ac:spMkLst>
            <pc:docMk/>
            <pc:sldMk cId="0" sldId="306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0:45.167" v="2988" actId="478"/>
          <ac:spMkLst>
            <pc:docMk/>
            <pc:sldMk cId="0" sldId="306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0:50.563" v="2990" actId="478"/>
          <ac:spMkLst>
            <pc:docMk/>
            <pc:sldMk cId="0" sldId="306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0:41.154" v="2987" actId="478"/>
          <ac:spMkLst>
            <pc:docMk/>
            <pc:sldMk cId="0" sldId="306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0:37.935" v="2986" actId="478"/>
          <ac:spMkLst>
            <pc:docMk/>
            <pc:sldMk cId="0" sldId="306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0:35.750" v="2985" actId="478"/>
          <ac:spMkLst>
            <pc:docMk/>
            <pc:sldMk cId="0" sldId="306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2:41.209" v="3113" actId="478"/>
          <ac:spMkLst>
            <pc:docMk/>
            <pc:sldMk cId="0" sldId="306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2:39.445" v="3111" actId="478"/>
          <ac:spMkLst>
            <pc:docMk/>
            <pc:sldMk cId="0" sldId="306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2:52:38.058" v="3110" actId="478"/>
          <ac:spMkLst>
            <pc:docMk/>
            <pc:sldMk cId="0" sldId="306"/>
            <ac:spMk id="2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45:54.423" v="2841" actId="1076"/>
          <ac:spMkLst>
            <pc:docMk/>
            <pc:sldMk cId="0" sldId="306"/>
            <ac:spMk id="24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2:46:20.956" v="2859"/>
          <ac:spMkLst>
            <pc:docMk/>
            <pc:sldMk cId="0" sldId="306"/>
            <ac:spMk id="2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2:45:50.662" v="2840" actId="1076"/>
          <ac:spMkLst>
            <pc:docMk/>
            <pc:sldMk cId="0" sldId="306"/>
            <ac:spMk id="26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3:08:16.135" v="3139" actId="552"/>
          <ac:spMkLst>
            <pc:docMk/>
            <pc:sldMk cId="0" sldId="306"/>
            <ac:spMk id="27" creationId="{17F7C25E-5EBF-D725-F55F-BC19C2B114FA}"/>
          </ac:spMkLst>
        </pc:spChg>
        <pc:spChg chg="add mod">
          <ac:chgData name="Luiz Augusto Melo Pereira" userId="4bd5ce759a66f368" providerId="LiveId" clId="{4C51E0EE-EA66-4A23-A612-21CB3A93C93D}" dt="2025-01-27T13:08:30.725" v="3141" actId="20577"/>
          <ac:spMkLst>
            <pc:docMk/>
            <pc:sldMk cId="0" sldId="306"/>
            <ac:spMk id="28" creationId="{80F7A37C-4EB0-B894-A732-88EC6E578883}"/>
          </ac:spMkLst>
        </pc:spChg>
      </pc:sldChg>
      <pc:sldChg chg="addSp delSp modSp mod">
        <pc:chgData name="Luiz Augusto Melo Pereira" userId="4bd5ce759a66f368" providerId="LiveId" clId="{4C51E0EE-EA66-4A23-A612-21CB3A93C93D}" dt="2025-01-27T13:09:26.523" v="3174" actId="1035"/>
        <pc:sldMkLst>
          <pc:docMk/>
          <pc:sldMk cId="0" sldId="307"/>
        </pc:sldMkLst>
        <pc:spChg chg="mod">
          <ac:chgData name="Luiz Augusto Melo Pereira" userId="4bd5ce759a66f368" providerId="LiveId" clId="{4C51E0EE-EA66-4A23-A612-21CB3A93C93D}" dt="2025-01-27T13:09:23.336" v="3167" actId="1035"/>
          <ac:spMkLst>
            <pc:docMk/>
            <pc:sldMk cId="0" sldId="307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09:13.360" v="3160" actId="478"/>
          <ac:spMkLst>
            <pc:docMk/>
            <pc:sldMk cId="0" sldId="307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09:11.203" v="3158" actId="478"/>
          <ac:spMkLst>
            <pc:docMk/>
            <pc:sldMk cId="0" sldId="307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09:12.382" v="3159" actId="478"/>
          <ac:spMkLst>
            <pc:docMk/>
            <pc:sldMk cId="0" sldId="307"/>
            <ac:spMk id="15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3:09:26.523" v="3174" actId="1035"/>
          <ac:spMkLst>
            <pc:docMk/>
            <pc:sldMk cId="0" sldId="307"/>
            <ac:spMk id="1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09:25.069" v="3172" actId="1035"/>
          <ac:spMkLst>
            <pc:docMk/>
            <pc:sldMk cId="0" sldId="307"/>
            <ac:spMk id="57" creationId="{26909F9E-5B26-781B-8326-F640D9AC5BC2}"/>
          </ac:spMkLst>
        </pc:spChg>
      </pc:sldChg>
      <pc:sldChg chg="delSp modSp mod">
        <pc:chgData name="Luiz Augusto Melo Pereira" userId="4bd5ce759a66f368" providerId="LiveId" clId="{4C51E0EE-EA66-4A23-A612-21CB3A93C93D}" dt="2025-01-27T13:11:52.883" v="3212" actId="1076"/>
        <pc:sldMkLst>
          <pc:docMk/>
          <pc:sldMk cId="0" sldId="308"/>
        </pc:sldMkLst>
        <pc:spChg chg="del">
          <ac:chgData name="Luiz Augusto Melo Pereira" userId="4bd5ce759a66f368" providerId="LiveId" clId="{4C51E0EE-EA66-4A23-A612-21CB3A93C93D}" dt="2025-01-27T13:11:04.423" v="3182" actId="478"/>
          <ac:spMkLst>
            <pc:docMk/>
            <pc:sldMk cId="0" sldId="308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11:44.391" v="3206" actId="552"/>
          <ac:spMkLst>
            <pc:docMk/>
            <pc:sldMk cId="0" sldId="308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11:35.938" v="3202" actId="1035"/>
          <ac:spMkLst>
            <pc:docMk/>
            <pc:sldMk cId="0" sldId="308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11:52.883" v="3212" actId="1076"/>
          <ac:spMkLst>
            <pc:docMk/>
            <pc:sldMk cId="0" sldId="308"/>
            <ac:spMk id="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11:45.240" v="3208"/>
          <ac:spMkLst>
            <pc:docMk/>
            <pc:sldMk cId="0" sldId="308"/>
            <ac:spMk id="7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11:45.240" v="3210"/>
          <ac:spMkLst>
            <pc:docMk/>
            <pc:sldMk cId="0" sldId="308"/>
            <ac:spMk id="8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3:18:00.888" v="3298" actId="1076"/>
        <pc:sldMkLst>
          <pc:docMk/>
          <pc:sldMk cId="0" sldId="309"/>
        </pc:sldMkLst>
        <pc:spChg chg="add del">
          <ac:chgData name="Luiz Augusto Melo Pereira" userId="4bd5ce759a66f368" providerId="LiveId" clId="{4C51E0EE-EA66-4A23-A612-21CB3A93C93D}" dt="2025-01-27T13:17:38" v="3291" actId="478"/>
          <ac:spMkLst>
            <pc:docMk/>
            <pc:sldMk cId="0" sldId="309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17:41.918" v="3294" actId="478"/>
          <ac:spMkLst>
            <pc:docMk/>
            <pc:sldMk cId="0" sldId="309"/>
            <ac:spMk id="5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3:17:37.263" v="3290" actId="478"/>
          <ac:spMkLst>
            <pc:docMk/>
            <pc:sldMk cId="0" sldId="309"/>
            <ac:spMk id="6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3:18:00.888" v="3298" actId="1076"/>
          <ac:spMkLst>
            <pc:docMk/>
            <pc:sldMk cId="0" sldId="309"/>
            <ac:spMk id="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12:15.522" v="3219" actId="21"/>
          <ac:spMkLst>
            <pc:docMk/>
            <pc:sldMk cId="0" sldId="309"/>
            <ac:spMk id="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12:31.928" v="3226" actId="122"/>
          <ac:spMkLst>
            <pc:docMk/>
            <pc:sldMk cId="0" sldId="309"/>
            <ac:spMk id="9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3:12:38.066" v="3228"/>
          <ac:spMkLst>
            <pc:docMk/>
            <pc:sldMk cId="0" sldId="309"/>
            <ac:spMk id="12" creationId="{23EC8210-6D76-4BCE-27C9-E28CD65DCA5E}"/>
          </ac:spMkLst>
        </pc:spChg>
        <pc:spChg chg="add mod">
          <ac:chgData name="Luiz Augusto Melo Pereira" userId="4bd5ce759a66f368" providerId="LiveId" clId="{4C51E0EE-EA66-4A23-A612-21CB3A93C93D}" dt="2025-01-27T13:17:54.022" v="3296" actId="1076"/>
          <ac:spMkLst>
            <pc:docMk/>
            <pc:sldMk cId="0" sldId="309"/>
            <ac:spMk id="13" creationId="{97BF429E-05A5-A246-04AC-3FAA51695946}"/>
          </ac:spMkLst>
        </pc:spChg>
      </pc:sldChg>
      <pc:sldChg chg="delSp modSp mod">
        <pc:chgData name="Luiz Augusto Melo Pereira" userId="4bd5ce759a66f368" providerId="LiveId" clId="{4C51E0EE-EA66-4A23-A612-21CB3A93C93D}" dt="2025-01-27T13:22:01.053" v="3391" actId="12788"/>
        <pc:sldMkLst>
          <pc:docMk/>
          <pc:sldMk cId="0" sldId="310"/>
        </pc:sldMkLst>
        <pc:spChg chg="del">
          <ac:chgData name="Luiz Augusto Melo Pereira" userId="4bd5ce759a66f368" providerId="LiveId" clId="{4C51E0EE-EA66-4A23-A612-21CB3A93C93D}" dt="2025-01-27T13:20:26.188" v="3342" actId="478"/>
          <ac:spMkLst>
            <pc:docMk/>
            <pc:sldMk cId="0" sldId="310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0:25.565" v="3341" actId="478"/>
          <ac:spMkLst>
            <pc:docMk/>
            <pc:sldMk cId="0" sldId="310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0:53.131" v="3358" actId="478"/>
          <ac:spMkLst>
            <pc:docMk/>
            <pc:sldMk cId="0" sldId="310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1:47.117" v="3385" actId="478"/>
          <ac:spMkLst>
            <pc:docMk/>
            <pc:sldMk cId="0" sldId="310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1:49.100" v="3387" actId="478"/>
          <ac:spMkLst>
            <pc:docMk/>
            <pc:sldMk cId="0" sldId="310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1:53.961" v="3389" actId="478"/>
          <ac:spMkLst>
            <pc:docMk/>
            <pc:sldMk cId="0" sldId="310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1:53.961" v="3389" actId="478"/>
          <ac:spMkLst>
            <pc:docMk/>
            <pc:sldMk cId="0" sldId="310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1:53.961" v="3389" actId="478"/>
          <ac:spMkLst>
            <pc:docMk/>
            <pc:sldMk cId="0" sldId="310"/>
            <ac:spMk id="10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2:01.053" v="3391" actId="12788"/>
          <ac:spMkLst>
            <pc:docMk/>
            <pc:sldMk cId="0" sldId="310"/>
            <ac:spMk id="11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3:22:31.260" v="3393" actId="1076"/>
        <pc:sldMkLst>
          <pc:docMk/>
          <pc:sldMk cId="0" sldId="311"/>
        </pc:sldMkLst>
        <pc:spChg chg="mod">
          <ac:chgData name="Luiz Augusto Melo Pereira" userId="4bd5ce759a66f368" providerId="LiveId" clId="{4C51E0EE-EA66-4A23-A612-21CB3A93C93D}" dt="2025-01-27T13:22:31.260" v="3393" actId="1076"/>
          <ac:spMkLst>
            <pc:docMk/>
            <pc:sldMk cId="0" sldId="311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3:24:00.313" v="3428" actId="1076"/>
        <pc:sldMkLst>
          <pc:docMk/>
          <pc:sldMk cId="0" sldId="312"/>
        </pc:sldMkLst>
        <pc:spChg chg="mod">
          <ac:chgData name="Luiz Augusto Melo Pereira" userId="4bd5ce759a66f368" providerId="LiveId" clId="{4C51E0EE-EA66-4A23-A612-21CB3A93C93D}" dt="2025-01-27T13:23:57.597" v="3426" actId="1076"/>
          <ac:spMkLst>
            <pc:docMk/>
            <pc:sldMk cId="0" sldId="312"/>
            <ac:spMk id="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23:11.393" v="3408"/>
          <ac:spMkLst>
            <pc:docMk/>
            <pc:sldMk cId="0" sldId="312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4:00.313" v="3428" actId="1076"/>
          <ac:spMkLst>
            <pc:docMk/>
            <pc:sldMk cId="0" sldId="312"/>
            <ac:spMk id="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23:11.393" v="3410"/>
          <ac:spMkLst>
            <pc:docMk/>
            <pc:sldMk cId="0" sldId="312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3:09.156" v="3406" actId="552"/>
          <ac:spMkLst>
            <pc:docMk/>
            <pc:sldMk cId="0" sldId="312"/>
            <ac:spMk id="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3:49.124" v="3424" actId="1076"/>
          <ac:spMkLst>
            <pc:docMk/>
            <pc:sldMk cId="0" sldId="312"/>
            <ac:spMk id="10" creationId="{00000000-0000-0000-0000-000000000000}"/>
          </ac:spMkLst>
        </pc:spChg>
        <pc:picChg chg="del">
          <ac:chgData name="Luiz Augusto Melo Pereira" userId="4bd5ce759a66f368" providerId="LiveId" clId="{4C51E0EE-EA66-4A23-A612-21CB3A93C93D}" dt="2025-01-27T13:23:46.727" v="3423" actId="478"/>
          <ac:picMkLst>
            <pc:docMk/>
            <pc:sldMk cId="0" sldId="312"/>
            <ac:picMk id="9" creationId="{00000000-0000-0000-0000-000000000000}"/>
          </ac:picMkLst>
        </pc:picChg>
      </pc:sldChg>
      <pc:sldChg chg="addSp delSp modSp mod">
        <pc:chgData name="Luiz Augusto Melo Pereira" userId="4bd5ce759a66f368" providerId="LiveId" clId="{4C51E0EE-EA66-4A23-A612-21CB3A93C93D}" dt="2025-01-27T13:29:52.055" v="3553" actId="12788"/>
        <pc:sldMkLst>
          <pc:docMk/>
          <pc:sldMk cId="0" sldId="313"/>
        </pc:sldMkLst>
        <pc:spChg chg="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5:55.149" v="3495" actId="478"/>
          <ac:spMkLst>
            <pc:docMk/>
            <pc:sldMk cId="0" sldId="313"/>
            <ac:spMk id="1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5.545" v="3526" actId="478"/>
          <ac:spMkLst>
            <pc:docMk/>
            <pc:sldMk cId="0" sldId="313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2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28:49.645" v="3528" actId="478"/>
          <ac:spMkLst>
            <pc:docMk/>
            <pc:sldMk cId="0" sldId="313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9:18.689" v="3542" actId="478"/>
          <ac:spMkLst>
            <pc:docMk/>
            <pc:sldMk cId="0" sldId="313"/>
            <ac:spMk id="2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2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27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24:47.218" v="3444"/>
          <ac:spMkLst>
            <pc:docMk/>
            <pc:sldMk cId="0" sldId="313"/>
            <ac:spMk id="2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24:47.218" v="3442" actId="478"/>
          <ac:spMkLst>
            <pc:docMk/>
            <pc:sldMk cId="0" sldId="313"/>
            <ac:spMk id="2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30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52" creationId="{F581ABC7-DB74-15BE-9BB1-4A15541D0FED}"/>
          </ac:spMkLst>
        </pc:spChg>
        <pc:spChg chg="add mod">
          <ac:chgData name="Luiz Augusto Melo Pereira" userId="4bd5ce759a66f368" providerId="LiveId" clId="{4C51E0EE-EA66-4A23-A612-21CB3A93C93D}" dt="2025-01-27T13:29:52.055" v="3553" actId="12788"/>
          <ac:spMkLst>
            <pc:docMk/>
            <pc:sldMk cId="0" sldId="313"/>
            <ac:spMk id="53" creationId="{469B6309-99B8-BE0B-B5F1-05BB26A5AE03}"/>
          </ac:spMkLst>
        </pc:spChg>
        <pc:picChg chg="del">
          <ac:chgData name="Luiz Augusto Melo Pereira" userId="4bd5ce759a66f368" providerId="LiveId" clId="{4C51E0EE-EA66-4A23-A612-21CB3A93C93D}" dt="2025-01-27T13:28:49.645" v="3528" actId="478"/>
          <ac:picMkLst>
            <pc:docMk/>
            <pc:sldMk cId="0" sldId="313"/>
            <ac:picMk id="20" creationId="{00000000-0000-0000-0000-000000000000}"/>
          </ac:picMkLst>
        </pc:picChg>
      </pc:sldChg>
      <pc:sldChg chg="delSp modSp mod">
        <pc:chgData name="Luiz Augusto Melo Pereira" userId="4bd5ce759a66f368" providerId="LiveId" clId="{4C51E0EE-EA66-4A23-A612-21CB3A93C93D}" dt="2025-01-27T13:30:21.653" v="3563" actId="1076"/>
        <pc:sldMkLst>
          <pc:docMk/>
          <pc:sldMk cId="0" sldId="314"/>
        </pc:sldMkLst>
        <pc:spChg chg="del">
          <ac:chgData name="Luiz Augusto Melo Pereira" userId="4bd5ce759a66f368" providerId="LiveId" clId="{4C51E0EE-EA66-4A23-A612-21CB3A93C93D}" dt="2025-01-27T13:30:17.923" v="3562" actId="478"/>
          <ac:spMkLst>
            <pc:docMk/>
            <pc:sldMk cId="0" sldId="314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30:21.653" v="3563" actId="1076"/>
          <ac:spMkLst>
            <pc:docMk/>
            <pc:sldMk cId="0" sldId="314"/>
            <ac:spMk id="4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3:37:26.656" v="3825" actId="6549"/>
        <pc:sldMkLst>
          <pc:docMk/>
          <pc:sldMk cId="0" sldId="315"/>
        </pc:sldMkLst>
        <pc:spChg chg="del">
          <ac:chgData name="Luiz Augusto Melo Pereira" userId="4bd5ce759a66f368" providerId="LiveId" clId="{4C51E0EE-EA66-4A23-A612-21CB3A93C93D}" dt="2025-01-27T13:31:46.708" v="3610" actId="478"/>
          <ac:spMkLst>
            <pc:docMk/>
            <pc:sldMk cId="0" sldId="315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2:01.140" v="3616" actId="478"/>
          <ac:spMkLst>
            <pc:docMk/>
            <pc:sldMk cId="0" sldId="315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37:16.386" v="3820" actId="1035"/>
          <ac:spMkLst>
            <pc:docMk/>
            <pc:sldMk cId="0" sldId="315"/>
            <ac:spMk id="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32:01.140" v="3618"/>
          <ac:spMkLst>
            <pc:docMk/>
            <pc:sldMk cId="0" sldId="315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5:59.917" v="3787" actId="478"/>
          <ac:spMkLst>
            <pc:docMk/>
            <pc:sldMk cId="0" sldId="315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5:58.823" v="3786" actId="478"/>
          <ac:spMkLst>
            <pc:docMk/>
            <pc:sldMk cId="0" sldId="315"/>
            <ac:spMk id="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35:56.599" v="3785" actId="478"/>
          <ac:spMkLst>
            <pc:docMk/>
            <pc:sldMk cId="0" sldId="315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37:26.656" v="3825" actId="6549"/>
          <ac:spMkLst>
            <pc:docMk/>
            <pc:sldMk cId="0" sldId="315"/>
            <ac:spMk id="10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37:19.663" v="3824" actId="1035"/>
          <ac:spMkLst>
            <pc:docMk/>
            <pc:sldMk cId="0" sldId="315"/>
            <ac:spMk id="11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3:43:09.965" v="3931" actId="1076"/>
        <pc:sldMkLst>
          <pc:docMk/>
          <pc:sldMk cId="0" sldId="316"/>
        </pc:sldMkLst>
        <pc:spChg chg="mod">
          <ac:chgData name="Luiz Augusto Melo Pereira" userId="4bd5ce759a66f368" providerId="LiveId" clId="{4C51E0EE-EA66-4A23-A612-21CB3A93C93D}" dt="2025-01-27T13:42:09.175" v="3875" actId="1076"/>
          <ac:spMkLst>
            <pc:docMk/>
            <pc:sldMk cId="0" sldId="316"/>
            <ac:spMk id="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7:49.777" v="3833" actId="478"/>
          <ac:spMkLst>
            <pc:docMk/>
            <pc:sldMk cId="0" sldId="316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8:02.695" v="3840" actId="478"/>
          <ac:spMkLst>
            <pc:docMk/>
            <pc:sldMk cId="0" sldId="316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8:17.342" v="3847" actId="478"/>
          <ac:spMkLst>
            <pc:docMk/>
            <pc:sldMk cId="0" sldId="316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9:04.189" v="3869" actId="478"/>
          <ac:spMkLst>
            <pc:docMk/>
            <pc:sldMk cId="0" sldId="316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9:04.942" v="3870" actId="478"/>
          <ac:spMkLst>
            <pc:docMk/>
            <pc:sldMk cId="0" sldId="316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9:06.489" v="3871" actId="478"/>
          <ac:spMkLst>
            <pc:docMk/>
            <pc:sldMk cId="0" sldId="316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39:07.215" v="3872" actId="478"/>
          <ac:spMkLst>
            <pc:docMk/>
            <pc:sldMk cId="0" sldId="316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43:09.965" v="3931" actId="1076"/>
          <ac:spMkLst>
            <pc:docMk/>
            <pc:sldMk cId="0" sldId="316"/>
            <ac:spMk id="12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3:47:19.261" v="3991" actId="1076"/>
        <pc:sldMkLst>
          <pc:docMk/>
          <pc:sldMk cId="0" sldId="317"/>
        </pc:sldMkLst>
        <pc:spChg chg="del">
          <ac:chgData name="Luiz Augusto Melo Pereira" userId="4bd5ce759a66f368" providerId="LiveId" clId="{4C51E0EE-EA66-4A23-A612-21CB3A93C93D}" dt="2025-01-27T13:46:29.760" v="3976" actId="478"/>
          <ac:spMkLst>
            <pc:docMk/>
            <pc:sldMk cId="0" sldId="317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6:30.719" v="3977" actId="478"/>
          <ac:spMkLst>
            <pc:docMk/>
            <pc:sldMk cId="0" sldId="317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6:28.841" v="3975" actId="478"/>
          <ac:spMkLst>
            <pc:docMk/>
            <pc:sldMk cId="0" sldId="317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6:31.397" v="3978" actId="478"/>
          <ac:spMkLst>
            <pc:docMk/>
            <pc:sldMk cId="0" sldId="317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6:33.289" v="3979" actId="478"/>
          <ac:spMkLst>
            <pc:docMk/>
            <pc:sldMk cId="0" sldId="317"/>
            <ac:spMk id="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47:19.261" v="3991" actId="1076"/>
          <ac:spMkLst>
            <pc:docMk/>
            <pc:sldMk cId="0" sldId="317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7:04.879" v="3987" actId="478"/>
          <ac:spMkLst>
            <pc:docMk/>
            <pc:sldMk cId="0" sldId="317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47:14.189" v="3989" actId="552"/>
          <ac:spMkLst>
            <pc:docMk/>
            <pc:sldMk cId="0" sldId="317"/>
            <ac:spMk id="10" creationId="{00000000-0000-0000-0000-000000000000}"/>
          </ac:spMkLst>
        </pc:spChg>
      </pc:sldChg>
      <pc:sldChg chg="modSp">
        <pc:chgData name="Luiz Augusto Melo Pereira" userId="4bd5ce759a66f368" providerId="LiveId" clId="{4C51E0EE-EA66-4A23-A612-21CB3A93C93D}" dt="2025-01-24T14:22:07.850" v="6" actId="20577"/>
        <pc:sldMkLst>
          <pc:docMk/>
          <pc:sldMk cId="0" sldId="318"/>
        </pc:sldMkLst>
        <pc:spChg chg="mod">
          <ac:chgData name="Luiz Augusto Melo Pereira" userId="4bd5ce759a66f368" providerId="LiveId" clId="{4C51E0EE-EA66-4A23-A612-21CB3A93C93D}" dt="2025-01-24T14:22:07.850" v="6" actId="20577"/>
          <ac:spMkLst>
            <pc:docMk/>
            <pc:sldMk cId="0" sldId="318"/>
            <ac:spMk id="20" creationId="{4916063E-C396-E764-8B6E-0183D5732BCA}"/>
          </ac:spMkLst>
        </pc:spChg>
      </pc:sldChg>
      <pc:sldChg chg="delSp modSp mod">
        <pc:chgData name="Luiz Augusto Melo Pereira" userId="4bd5ce759a66f368" providerId="LiveId" clId="{4C51E0EE-EA66-4A23-A612-21CB3A93C93D}" dt="2025-01-27T13:48:12.137" v="4011" actId="552"/>
        <pc:sldMkLst>
          <pc:docMk/>
          <pc:sldMk cId="0" sldId="319"/>
        </pc:sldMkLst>
        <pc:spChg chg="del">
          <ac:chgData name="Luiz Augusto Melo Pereira" userId="4bd5ce759a66f368" providerId="LiveId" clId="{4C51E0EE-EA66-4A23-A612-21CB3A93C93D}" dt="2025-01-27T13:48:02.521" v="4009" actId="478"/>
          <ac:spMkLst>
            <pc:docMk/>
            <pc:sldMk cId="0" sldId="319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48:12.137" v="4011" actId="552"/>
          <ac:spMkLst>
            <pc:docMk/>
            <pc:sldMk cId="0" sldId="319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7:41.615" v="3998" actId="478"/>
          <ac:spMkLst>
            <pc:docMk/>
            <pc:sldMk cId="0" sldId="319"/>
            <ac:spMk id="1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48:12.137" v="4011" actId="552"/>
          <ac:spMkLst>
            <pc:docMk/>
            <pc:sldMk cId="0" sldId="319"/>
            <ac:spMk id="16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3:51:55.686" v="4070" actId="14100"/>
        <pc:sldMkLst>
          <pc:docMk/>
          <pc:sldMk cId="0" sldId="320"/>
        </pc:sldMkLst>
        <pc:spChg chg="del">
          <ac:chgData name="Luiz Augusto Melo Pereira" userId="4bd5ce759a66f368" providerId="LiveId" clId="{4C51E0EE-EA66-4A23-A612-21CB3A93C93D}" dt="2025-01-27T13:48:55.065" v="4028" actId="478"/>
          <ac:spMkLst>
            <pc:docMk/>
            <pc:sldMk cId="0" sldId="320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9:01.384" v="4030" actId="478"/>
          <ac:spMkLst>
            <pc:docMk/>
            <pc:sldMk cId="0" sldId="320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9:15.690" v="4037" actId="478"/>
          <ac:spMkLst>
            <pc:docMk/>
            <pc:sldMk cId="0" sldId="320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49:29.958" v="4044" actId="478"/>
          <ac:spMkLst>
            <pc:docMk/>
            <pc:sldMk cId="0" sldId="320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50:43.121" v="4064" actId="20577"/>
          <ac:spMkLst>
            <pc:docMk/>
            <pc:sldMk cId="0" sldId="320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51:44.819" v="4065" actId="478"/>
          <ac:spMkLst>
            <pc:docMk/>
            <pc:sldMk cId="0" sldId="320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51:44.819" v="4065" actId="478"/>
          <ac:spMkLst>
            <pc:docMk/>
            <pc:sldMk cId="0" sldId="320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51:44.819" v="4065" actId="478"/>
          <ac:spMkLst>
            <pc:docMk/>
            <pc:sldMk cId="0" sldId="320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51:44.819" v="4065" actId="478"/>
          <ac:spMkLst>
            <pc:docMk/>
            <pc:sldMk cId="0" sldId="320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51:44.819" v="4065" actId="478"/>
          <ac:spMkLst>
            <pc:docMk/>
            <pc:sldMk cId="0" sldId="320"/>
            <ac:spMk id="26" creationId="{00000000-0000-0000-0000-000000000000}"/>
          </ac:spMkLst>
        </pc:spChg>
        <pc:grpChg chg="del">
          <ac:chgData name="Luiz Augusto Melo Pereira" userId="4bd5ce759a66f368" providerId="LiveId" clId="{4C51E0EE-EA66-4A23-A612-21CB3A93C93D}" dt="2025-01-27T13:51:44.819" v="4065" actId="478"/>
          <ac:grpSpMkLst>
            <pc:docMk/>
            <pc:sldMk cId="0" sldId="320"/>
            <ac:grpSpMk id="9" creationId="{00000000-0000-0000-0000-000000000000}"/>
          </ac:grpSpMkLst>
        </pc:grpChg>
        <pc:picChg chg="del">
          <ac:chgData name="Luiz Augusto Melo Pereira" userId="4bd5ce759a66f368" providerId="LiveId" clId="{4C51E0EE-EA66-4A23-A612-21CB3A93C93D}" dt="2025-01-27T13:51:44.819" v="4065" actId="478"/>
          <ac:picMkLst>
            <pc:docMk/>
            <pc:sldMk cId="0" sldId="320"/>
            <ac:picMk id="13" creationId="{00000000-0000-0000-0000-000000000000}"/>
          </ac:picMkLst>
        </pc:picChg>
        <pc:picChg chg="del">
          <ac:chgData name="Luiz Augusto Melo Pereira" userId="4bd5ce759a66f368" providerId="LiveId" clId="{4C51E0EE-EA66-4A23-A612-21CB3A93C93D}" dt="2025-01-27T13:51:44.819" v="4065" actId="478"/>
          <ac:picMkLst>
            <pc:docMk/>
            <pc:sldMk cId="0" sldId="320"/>
            <ac:picMk id="14" creationId="{00000000-0000-0000-0000-000000000000}"/>
          </ac:picMkLst>
        </pc:picChg>
        <pc:picChg chg="del">
          <ac:chgData name="Luiz Augusto Melo Pereira" userId="4bd5ce759a66f368" providerId="LiveId" clId="{4C51E0EE-EA66-4A23-A612-21CB3A93C93D}" dt="2025-01-27T13:51:44.819" v="4065" actId="478"/>
          <ac:picMkLst>
            <pc:docMk/>
            <pc:sldMk cId="0" sldId="320"/>
            <ac:picMk id="15" creationId="{00000000-0000-0000-0000-000000000000}"/>
          </ac:picMkLst>
        </pc:picChg>
        <pc:picChg chg="del">
          <ac:chgData name="Luiz Augusto Melo Pereira" userId="4bd5ce759a66f368" providerId="LiveId" clId="{4C51E0EE-EA66-4A23-A612-21CB3A93C93D}" dt="2025-01-27T13:51:44.819" v="4065" actId="478"/>
          <ac:picMkLst>
            <pc:docMk/>
            <pc:sldMk cId="0" sldId="320"/>
            <ac:picMk id="16" creationId="{00000000-0000-0000-0000-000000000000}"/>
          </ac:picMkLst>
        </pc:picChg>
        <pc:picChg chg="add mod">
          <ac:chgData name="Luiz Augusto Melo Pereira" userId="4bd5ce759a66f368" providerId="LiveId" clId="{4C51E0EE-EA66-4A23-A612-21CB3A93C93D}" dt="2025-01-27T13:51:55.686" v="4070" actId="14100"/>
          <ac:picMkLst>
            <pc:docMk/>
            <pc:sldMk cId="0" sldId="320"/>
            <ac:picMk id="20" creationId="{93F4D3D8-0B21-70F3-6EB0-D1579C44EEF2}"/>
          </ac:picMkLst>
        </pc:picChg>
      </pc:sldChg>
      <pc:sldChg chg="addSp delSp modSp mod">
        <pc:chgData name="Luiz Augusto Melo Pereira" userId="4bd5ce759a66f368" providerId="LiveId" clId="{4C51E0EE-EA66-4A23-A612-21CB3A93C93D}" dt="2025-01-27T13:59:24.233" v="4302" actId="113"/>
        <pc:sldMkLst>
          <pc:docMk/>
          <pc:sldMk cId="0" sldId="321"/>
        </pc:sldMkLst>
        <pc:spChg chg="mod">
          <ac:chgData name="Luiz Augusto Melo Pereira" userId="4bd5ce759a66f368" providerId="LiveId" clId="{4C51E0EE-EA66-4A23-A612-21CB3A93C93D}" dt="2025-01-27T13:58:33.102" v="4293" actId="1035"/>
          <ac:spMkLst>
            <pc:docMk/>
            <pc:sldMk cId="0" sldId="321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3:58:24.094" v="4283" actId="478"/>
          <ac:spMkLst>
            <pc:docMk/>
            <pc:sldMk cId="0" sldId="321"/>
            <ac:spMk id="1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3:58:22.845" v="4282" actId="478"/>
          <ac:spMkLst>
            <pc:docMk/>
            <pc:sldMk cId="0" sldId="321"/>
            <ac:spMk id="17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3:59:24.233" v="4302" actId="113"/>
          <ac:spMkLst>
            <pc:docMk/>
            <pc:sldMk cId="0" sldId="321"/>
            <ac:spMk id="19" creationId="{793251A6-594E-FB94-1383-AF16DD568301}"/>
          </ac:spMkLst>
        </pc:spChg>
        <pc:spChg chg="mod">
          <ac:chgData name="Luiz Augusto Melo Pereira" userId="4bd5ce759a66f368" providerId="LiveId" clId="{4C51E0EE-EA66-4A23-A612-21CB3A93C93D}" dt="2025-01-27T13:59:01.255" v="4299" actId="1076"/>
          <ac:spMkLst>
            <pc:docMk/>
            <pc:sldMk cId="0" sldId="321"/>
            <ac:spMk id="5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3:58:53.359" v="4297" actId="14100"/>
          <ac:spMkLst>
            <pc:docMk/>
            <pc:sldMk cId="0" sldId="321"/>
            <ac:spMk id="62" creationId="{00000000-0000-0000-0000-000000000000}"/>
          </ac:spMkLst>
        </pc:spChg>
        <pc:grpChg chg="del">
          <ac:chgData name="Luiz Augusto Melo Pereira" userId="4bd5ce759a66f368" providerId="LiveId" clId="{4C51E0EE-EA66-4A23-A612-21CB3A93C93D}" dt="2025-01-27T13:58:27.606" v="4288" actId="478"/>
          <ac:grpSpMkLst>
            <pc:docMk/>
            <pc:sldMk cId="0" sldId="321"/>
            <ac:grpSpMk id="4" creationId="{00000000-0000-0000-0000-000000000000}"/>
          </ac:grpSpMkLst>
        </pc:grpChg>
        <pc:grpChg chg="del">
          <ac:chgData name="Luiz Augusto Melo Pereira" userId="4bd5ce759a66f368" providerId="LiveId" clId="{4C51E0EE-EA66-4A23-A612-21CB3A93C93D}" dt="2025-01-27T13:58:26.120" v="4286" actId="478"/>
          <ac:grpSpMkLst>
            <pc:docMk/>
            <pc:sldMk cId="0" sldId="321"/>
            <ac:grpSpMk id="8" creationId="{00000000-0000-0000-0000-000000000000}"/>
          </ac:grpSpMkLst>
        </pc:grpChg>
        <pc:grpChg chg="del">
          <ac:chgData name="Luiz Augusto Melo Pereira" userId="4bd5ce759a66f368" providerId="LiveId" clId="{4C51E0EE-EA66-4A23-A612-21CB3A93C93D}" dt="2025-01-27T13:58:24.780" v="4284" actId="478"/>
          <ac:grpSpMkLst>
            <pc:docMk/>
            <pc:sldMk cId="0" sldId="321"/>
            <ac:grpSpMk id="12" creationId="{00000000-0000-0000-0000-000000000000}"/>
          </ac:grpSpMkLst>
        </pc:grpChg>
        <pc:picChg chg="del">
          <ac:chgData name="Luiz Augusto Melo Pereira" userId="4bd5ce759a66f368" providerId="LiveId" clId="{4C51E0EE-EA66-4A23-A612-21CB3A93C93D}" dt="2025-01-27T13:58:26.957" v="4287" actId="478"/>
          <ac:picMkLst>
            <pc:docMk/>
            <pc:sldMk cId="0" sldId="321"/>
            <ac:picMk id="11" creationId="{00000000-0000-0000-0000-000000000000}"/>
          </ac:picMkLst>
        </pc:picChg>
        <pc:picChg chg="del">
          <ac:chgData name="Luiz Augusto Melo Pereira" userId="4bd5ce759a66f368" providerId="LiveId" clId="{4C51E0EE-EA66-4A23-A612-21CB3A93C93D}" dt="2025-01-27T13:58:25.358" v="4285" actId="478"/>
          <ac:picMkLst>
            <pc:docMk/>
            <pc:sldMk cId="0" sldId="321"/>
            <ac:picMk id="15" creationId="{00000000-0000-0000-0000-000000000000}"/>
          </ac:picMkLst>
        </pc:picChg>
      </pc:sldChg>
      <pc:sldChg chg="addSp delSp modSp mod">
        <pc:chgData name="Luiz Augusto Melo Pereira" userId="4bd5ce759a66f368" providerId="LiveId" clId="{4C51E0EE-EA66-4A23-A612-21CB3A93C93D}" dt="2025-01-27T14:07:48.765" v="4479" actId="1076"/>
        <pc:sldMkLst>
          <pc:docMk/>
          <pc:sldMk cId="0" sldId="322"/>
        </pc:sldMkLst>
        <pc:spChg chg="mod">
          <ac:chgData name="Luiz Augusto Melo Pereira" userId="4bd5ce759a66f368" providerId="LiveId" clId="{4C51E0EE-EA66-4A23-A612-21CB3A93C93D}" dt="2025-01-27T14:05:20.661" v="4448" actId="1035"/>
          <ac:spMkLst>
            <pc:docMk/>
            <pc:sldMk cId="0" sldId="322"/>
            <ac:spMk id="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5:10.919" v="4440" actId="478"/>
          <ac:spMkLst>
            <pc:docMk/>
            <pc:sldMk cId="0" sldId="322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05:22.266" v="4451" actId="1035"/>
          <ac:spMkLst>
            <pc:docMk/>
            <pc:sldMk cId="0" sldId="322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3:31.569" v="4392" actId="478"/>
          <ac:spMkLst>
            <pc:docMk/>
            <pc:sldMk cId="0" sldId="322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3:30.632" v="4391" actId="478"/>
          <ac:spMkLst>
            <pc:docMk/>
            <pc:sldMk cId="0" sldId="322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3:29.573" v="4390" actId="478"/>
          <ac:spMkLst>
            <pc:docMk/>
            <pc:sldMk cId="0" sldId="322"/>
            <ac:spMk id="7" creationId="{00000000-0000-0000-0000-000000000000}"/>
          </ac:spMkLst>
        </pc:spChg>
        <pc:spChg chg="add del">
          <ac:chgData name="Luiz Augusto Melo Pereira" userId="4bd5ce759a66f368" providerId="LiveId" clId="{4C51E0EE-EA66-4A23-A612-21CB3A93C93D}" dt="2025-01-27T14:03:27.803" v="4388" actId="478"/>
          <ac:spMkLst>
            <pc:docMk/>
            <pc:sldMk cId="0" sldId="322"/>
            <ac:spMk id="8" creationId="{00000000-0000-0000-0000-000000000000}"/>
          </ac:spMkLst>
        </pc:spChg>
        <pc:spChg chg="add del">
          <ac:chgData name="Luiz Augusto Melo Pereira" userId="4bd5ce759a66f368" providerId="LiveId" clId="{4C51E0EE-EA66-4A23-A612-21CB3A93C93D}" dt="2025-01-27T14:03:28.735" v="4389" actId="478"/>
          <ac:spMkLst>
            <pc:docMk/>
            <pc:sldMk cId="0" sldId="322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3:14.267" v="4379" actId="478"/>
          <ac:spMkLst>
            <pc:docMk/>
            <pc:sldMk cId="0" sldId="322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3:13.517" v="4378" actId="478"/>
          <ac:spMkLst>
            <pc:docMk/>
            <pc:sldMk cId="0" sldId="322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3:12.306" v="4377" actId="478"/>
          <ac:spMkLst>
            <pc:docMk/>
            <pc:sldMk cId="0" sldId="322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1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17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4:04:39.735" v="4420" actId="478"/>
          <ac:spMkLst>
            <pc:docMk/>
            <pc:sldMk cId="0" sldId="322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0.317" v="4421" actId="478"/>
          <ac:spMkLst>
            <pc:docMk/>
            <pc:sldMk cId="0" sldId="322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38.853" v="4419" actId="478"/>
          <ac:spMkLst>
            <pc:docMk/>
            <pc:sldMk cId="0" sldId="322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4:44.320" v="4424" actId="478"/>
          <ac:spMkLst>
            <pc:docMk/>
            <pc:sldMk cId="0" sldId="322"/>
            <ac:spMk id="2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05:41.507" v="4461" actId="1036"/>
          <ac:spMkLst>
            <pc:docMk/>
            <pc:sldMk cId="0" sldId="322"/>
            <ac:spMk id="24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4:07:46.835" v="4477" actId="1076"/>
          <ac:spMkLst>
            <pc:docMk/>
            <pc:sldMk cId="0" sldId="322"/>
            <ac:spMk id="25" creationId="{CB0D3BB0-D679-E89E-7E4A-23589AD32E4D}"/>
          </ac:spMkLst>
        </pc:spChg>
        <pc:spChg chg="add mod">
          <ac:chgData name="Luiz Augusto Melo Pereira" userId="4bd5ce759a66f368" providerId="LiveId" clId="{4C51E0EE-EA66-4A23-A612-21CB3A93C93D}" dt="2025-01-27T14:07:48.765" v="4479" actId="1076"/>
          <ac:spMkLst>
            <pc:docMk/>
            <pc:sldMk cId="0" sldId="322"/>
            <ac:spMk id="26" creationId="{EED4FBAA-A78E-3F7C-034A-1470BFF8770D}"/>
          </ac:spMkLst>
        </pc:spChg>
        <pc:spChg chg="mod">
          <ac:chgData name="Luiz Augusto Melo Pereira" userId="4bd5ce759a66f368" providerId="LiveId" clId="{4C51E0EE-EA66-4A23-A612-21CB3A93C93D}" dt="2025-01-27T14:05:34.384" v="4457" actId="12788"/>
          <ac:spMkLst>
            <pc:docMk/>
            <pc:sldMk cId="0" sldId="322"/>
            <ac:spMk id="40" creationId="{06DAD55C-687B-C254-A5E9-72735D357F50}"/>
          </ac:spMkLst>
        </pc:spChg>
      </pc:sldChg>
      <pc:sldChg chg="addSp delSp modSp mod">
        <pc:chgData name="Luiz Augusto Melo Pereira" userId="4bd5ce759a66f368" providerId="LiveId" clId="{4C51E0EE-EA66-4A23-A612-21CB3A93C93D}" dt="2025-01-27T14:13:45.013" v="4647" actId="20577"/>
        <pc:sldMkLst>
          <pc:docMk/>
          <pc:sldMk cId="0" sldId="323"/>
        </pc:sldMkLst>
        <pc:spChg chg="del">
          <ac:chgData name="Luiz Augusto Melo Pereira" userId="4bd5ce759a66f368" providerId="LiveId" clId="{4C51E0EE-EA66-4A23-A612-21CB3A93C93D}" dt="2025-01-27T14:08:50.783" v="4514" actId="478"/>
          <ac:spMkLst>
            <pc:docMk/>
            <pc:sldMk cId="0" sldId="323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8:49.847" v="4513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08:52.230" v="4515" actId="478"/>
          <ac:spMkLst>
            <pc:docMk/>
            <pc:sldMk cId="0" sldId="323"/>
            <ac:spMk id="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09:07.002" v="4521" actId="1076"/>
          <ac:spMkLst>
            <pc:docMk/>
            <pc:sldMk cId="0" sldId="323"/>
            <ac:spMk id="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4:08:56.615" v="4517" actId="478"/>
          <ac:spMkLst>
            <pc:docMk/>
            <pc:sldMk cId="0" sldId="323"/>
            <ac:spMk id="7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4:13:45.013" v="4647" actId="20577"/>
          <ac:spMkLst>
            <pc:docMk/>
            <pc:sldMk cId="0" sldId="323"/>
            <ac:spMk id="8" creationId="{EBCCD3BD-FBED-9DB1-EEFE-80D501DAE8A0}"/>
          </ac:spMkLst>
        </pc:spChg>
        <pc:spChg chg="del">
          <ac:chgData name="Luiz Augusto Melo Pereira" userId="4bd5ce759a66f368" providerId="LiveId" clId="{4C51E0EE-EA66-4A23-A612-21CB3A93C93D}" dt="2025-01-27T14:10:27.458" v="4554" actId="478"/>
          <ac:spMkLst>
            <pc:docMk/>
            <pc:sldMk cId="0" sldId="323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0:26.347" v="4553" actId="478"/>
          <ac:spMkLst>
            <pc:docMk/>
            <pc:sldMk cId="0" sldId="323"/>
            <ac:spMk id="1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13:12.616" v="4638" actId="20577"/>
          <ac:spMkLst>
            <pc:docMk/>
            <pc:sldMk cId="0" sldId="323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2:34.434" v="4608" actId="478"/>
          <ac:spMkLst>
            <pc:docMk/>
            <pc:sldMk cId="0" sldId="323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2:33.730" v="4607" actId="478"/>
          <ac:spMkLst>
            <pc:docMk/>
            <pc:sldMk cId="0" sldId="323"/>
            <ac:spMk id="2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4:12:32.486" v="4606" actId="478"/>
          <ac:spMkLst>
            <pc:docMk/>
            <pc:sldMk cId="0" sldId="323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2:35.037" v="4609" actId="478"/>
          <ac:spMkLst>
            <pc:docMk/>
            <pc:sldMk cId="0" sldId="323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2:36.101" v="4610" actId="478"/>
          <ac:spMkLst>
            <pc:docMk/>
            <pc:sldMk cId="0" sldId="323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2:36.938" v="4611" actId="478"/>
          <ac:spMkLst>
            <pc:docMk/>
            <pc:sldMk cId="0" sldId="323"/>
            <ac:spMk id="2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12:53.120" v="4628" actId="1036"/>
          <ac:spMkLst>
            <pc:docMk/>
            <pc:sldMk cId="0" sldId="323"/>
            <ac:spMk id="2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12:46.888" v="4619" actId="1036"/>
          <ac:spMkLst>
            <pc:docMk/>
            <pc:sldMk cId="0" sldId="323"/>
            <ac:spMk id="3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09:15.044" v="4522" actId="1076"/>
          <ac:spMkLst>
            <pc:docMk/>
            <pc:sldMk cId="0" sldId="323"/>
            <ac:spMk id="38" creationId="{FD81168F-39B8-C7A2-93A5-6EF457EC33DA}"/>
          </ac:spMkLst>
        </pc:spChg>
        <pc:spChg chg="mod">
          <ac:chgData name="Luiz Augusto Melo Pereira" userId="4bd5ce759a66f368" providerId="LiveId" clId="{4C51E0EE-EA66-4A23-A612-21CB3A93C93D}" dt="2025-01-27T14:12:51.177" v="4624" actId="12788"/>
          <ac:spMkLst>
            <pc:docMk/>
            <pc:sldMk cId="0" sldId="323"/>
            <ac:spMk id="39" creationId="{F1FA85F2-5772-5FD2-13F5-92EB96CA2A24}"/>
          </ac:spMkLst>
        </pc:spChg>
      </pc:sldChg>
      <pc:sldChg chg="addSp delSp modSp mod">
        <pc:chgData name="Luiz Augusto Melo Pereira" userId="4bd5ce759a66f368" providerId="LiveId" clId="{4C51E0EE-EA66-4A23-A612-21CB3A93C93D}" dt="2025-01-27T14:20:56.831" v="4897" actId="12788"/>
        <pc:sldMkLst>
          <pc:docMk/>
          <pc:sldMk cId="0" sldId="324"/>
        </pc:sldMkLst>
        <pc:spChg chg="mod">
          <ac:chgData name="Luiz Augusto Melo Pereira" userId="4bd5ce759a66f368" providerId="LiveId" clId="{4C51E0EE-EA66-4A23-A612-21CB3A93C93D}" dt="2025-01-27T14:19:19.273" v="4830" actId="1035"/>
          <ac:spMkLst>
            <pc:docMk/>
            <pc:sldMk cId="0" sldId="324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15.976" v="4718" actId="478"/>
          <ac:spMkLst>
            <pc:docMk/>
            <pc:sldMk cId="0" sldId="324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20.354" v="4722" actId="478"/>
          <ac:spMkLst>
            <pc:docMk/>
            <pc:sldMk cId="0" sldId="324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18.719" v="4721" actId="478"/>
          <ac:spMkLst>
            <pc:docMk/>
            <pc:sldMk cId="0" sldId="324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18.071" v="4720" actId="478"/>
          <ac:spMkLst>
            <pc:docMk/>
            <pc:sldMk cId="0" sldId="324"/>
            <ac:spMk id="7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4:16:14.203" v="4717" actId="478"/>
          <ac:spMkLst>
            <pc:docMk/>
            <pc:sldMk cId="0" sldId="324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17.096" v="4719" actId="478"/>
          <ac:spMkLst>
            <pc:docMk/>
            <pc:sldMk cId="0" sldId="324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20.923" v="4723" actId="478"/>
          <ac:spMkLst>
            <pc:docMk/>
            <pc:sldMk cId="0" sldId="324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6:13.183" v="4716" actId="478"/>
          <ac:spMkLst>
            <pc:docMk/>
            <pc:sldMk cId="0" sldId="324"/>
            <ac:spMk id="11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19:22.484" v="4840" actId="1035"/>
          <ac:spMkLst>
            <pc:docMk/>
            <pc:sldMk cId="0" sldId="324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6.554" v="4815" actId="478"/>
          <ac:spMkLst>
            <pc:docMk/>
            <pc:sldMk cId="0" sldId="324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9:00.306" v="4818" actId="478"/>
          <ac:spMkLst>
            <pc:docMk/>
            <pc:sldMk cId="0" sldId="324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5.701" v="4814" actId="478"/>
          <ac:spMkLst>
            <pc:docMk/>
            <pc:sldMk cId="0" sldId="324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8.701" v="4817" actId="478"/>
          <ac:spMkLst>
            <pc:docMk/>
            <pc:sldMk cId="0" sldId="324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7.491" v="4816" actId="478"/>
          <ac:spMkLst>
            <pc:docMk/>
            <pc:sldMk cId="0" sldId="324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9:01.343" v="4819" actId="478"/>
          <ac:spMkLst>
            <pc:docMk/>
            <pc:sldMk cId="0" sldId="324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3.976" v="4812" actId="478"/>
          <ac:spMkLst>
            <pc:docMk/>
            <pc:sldMk cId="0" sldId="324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4.780" v="4813" actId="478"/>
          <ac:spMkLst>
            <pc:docMk/>
            <pc:sldMk cId="0" sldId="324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8:53.327" v="4811" actId="478"/>
          <ac:spMkLst>
            <pc:docMk/>
            <pc:sldMk cId="0" sldId="324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19:11.748" v="4824" actId="478"/>
          <ac:spMkLst>
            <pc:docMk/>
            <pc:sldMk cId="0" sldId="324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0:06.025" v="4861" actId="478"/>
          <ac:spMkLst>
            <pc:docMk/>
            <pc:sldMk cId="0" sldId="324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0:03.735" v="4859" actId="478"/>
          <ac:spMkLst>
            <pc:docMk/>
            <pc:sldMk cId="0" sldId="324"/>
            <ac:spMk id="24" creationId="{00000000-0000-0000-0000-000000000000}"/>
          </ac:spMkLst>
        </pc:spChg>
        <pc:spChg chg="add del mod">
          <ac:chgData name="Luiz Augusto Melo Pereira" userId="4bd5ce759a66f368" providerId="LiveId" clId="{4C51E0EE-EA66-4A23-A612-21CB3A93C93D}" dt="2025-01-27T14:20:04.871" v="4860" actId="478"/>
          <ac:spMkLst>
            <pc:docMk/>
            <pc:sldMk cId="0" sldId="324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0:02.127" v="4858" actId="478"/>
          <ac:spMkLst>
            <pc:docMk/>
            <pc:sldMk cId="0" sldId="324"/>
            <ac:spMk id="2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0:01.345" v="4857" actId="478"/>
          <ac:spMkLst>
            <pc:docMk/>
            <pc:sldMk cId="0" sldId="324"/>
            <ac:spMk id="2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0:46.136" v="4894" actId="478"/>
          <ac:spMkLst>
            <pc:docMk/>
            <pc:sldMk cId="0" sldId="324"/>
            <ac:spMk id="2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20:44.439" v="4893" actId="1076"/>
          <ac:spMkLst>
            <pc:docMk/>
            <pc:sldMk cId="0" sldId="324"/>
            <ac:spMk id="29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4:19:20.974" v="4834" actId="1035"/>
          <ac:spMkLst>
            <pc:docMk/>
            <pc:sldMk cId="0" sldId="324"/>
            <ac:spMk id="31" creationId="{91FADB6D-90BD-800F-5DF5-BF36E6DF0105}"/>
          </ac:spMkLst>
        </pc:spChg>
        <pc:spChg chg="add mod">
          <ac:chgData name="Luiz Augusto Melo Pereira" userId="4bd5ce759a66f368" providerId="LiveId" clId="{4C51E0EE-EA66-4A23-A612-21CB3A93C93D}" dt="2025-01-27T14:19:24.240" v="4845" actId="1035"/>
          <ac:spMkLst>
            <pc:docMk/>
            <pc:sldMk cId="0" sldId="324"/>
            <ac:spMk id="32" creationId="{2E561685-86EF-0583-21E7-CAD61A25D1B5}"/>
          </ac:spMkLst>
        </pc:spChg>
        <pc:spChg chg="add mod">
          <ac:chgData name="Luiz Augusto Melo Pereira" userId="4bd5ce759a66f368" providerId="LiveId" clId="{4C51E0EE-EA66-4A23-A612-21CB3A93C93D}" dt="2025-01-27T14:20:56.831" v="4897" actId="12788"/>
          <ac:spMkLst>
            <pc:docMk/>
            <pc:sldMk cId="0" sldId="324"/>
            <ac:spMk id="33" creationId="{9F781365-F197-10EE-B84A-B5F2CFDE626C}"/>
          </ac:spMkLst>
        </pc:spChg>
        <pc:spChg chg="add mod">
          <ac:chgData name="Luiz Augusto Melo Pereira" userId="4bd5ce759a66f368" providerId="LiveId" clId="{4C51E0EE-EA66-4A23-A612-21CB3A93C93D}" dt="2025-01-27T14:20:52.545" v="4896" actId="12788"/>
          <ac:spMkLst>
            <pc:docMk/>
            <pc:sldMk cId="0" sldId="324"/>
            <ac:spMk id="34" creationId="{DFA60822-ACB3-F1F9-7A08-8D37C4FFBE67}"/>
          </ac:spMkLst>
        </pc:spChg>
      </pc:sldChg>
      <pc:sldChg chg="addSp delSp modSp mod">
        <pc:chgData name="Luiz Augusto Melo Pereira" userId="4bd5ce759a66f368" providerId="LiveId" clId="{4C51E0EE-EA66-4A23-A612-21CB3A93C93D}" dt="2025-01-27T14:22:47.443" v="4967" actId="1076"/>
        <pc:sldMkLst>
          <pc:docMk/>
          <pc:sldMk cId="0" sldId="325"/>
        </pc:sldMkLst>
        <pc:spChg chg="mod">
          <ac:chgData name="Luiz Augusto Melo Pereira" userId="4bd5ce759a66f368" providerId="LiveId" clId="{4C51E0EE-EA66-4A23-A612-21CB3A93C93D}" dt="2025-01-27T14:21:46.436" v="4907" actId="1076"/>
          <ac:spMkLst>
            <pc:docMk/>
            <pc:sldMk cId="0" sldId="325"/>
            <ac:spMk id="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4:21:53.907" v="4914"/>
          <ac:spMkLst>
            <pc:docMk/>
            <pc:sldMk cId="0" sldId="325"/>
            <ac:spMk id="4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4:22:47.443" v="4967" actId="1076"/>
          <ac:spMkLst>
            <pc:docMk/>
            <pc:sldMk cId="0" sldId="325"/>
            <ac:spMk id="5" creationId="{36F0A1FC-0B12-E64B-B8B7-036D8B249EDF}"/>
          </ac:spMkLst>
        </pc:spChg>
        <pc:spChg chg="del">
          <ac:chgData name="Luiz Augusto Melo Pereira" userId="4bd5ce759a66f368" providerId="LiveId" clId="{4C51E0EE-EA66-4A23-A612-21CB3A93C93D}" dt="2025-01-27T14:22:42.633" v="4966" actId="478"/>
          <ac:spMkLst>
            <pc:docMk/>
            <pc:sldMk cId="0" sldId="325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2:42.141" v="4965" actId="478"/>
          <ac:spMkLst>
            <pc:docMk/>
            <pc:sldMk cId="0" sldId="325"/>
            <ac:spMk id="2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2:41.493" v="4964" actId="478"/>
          <ac:spMkLst>
            <pc:docMk/>
            <pc:sldMk cId="0" sldId="325"/>
            <ac:spMk id="27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4:22:40.365" v="4963" actId="478"/>
          <ac:spMkLst>
            <pc:docMk/>
            <pc:sldMk cId="0" sldId="325"/>
            <ac:spMk id="2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21:51.046" v="4910" actId="1036"/>
          <ac:spMkLst>
            <pc:docMk/>
            <pc:sldMk cId="0" sldId="325"/>
            <ac:spMk id="31" creationId="{3D1DE87E-DC6B-11FC-DDE1-AF6AA90A93FF}"/>
          </ac:spMkLst>
        </pc:spChg>
      </pc:sldChg>
      <pc:sldChg chg="delSp modSp mod">
        <pc:chgData name="Luiz Augusto Melo Pereira" userId="4bd5ce759a66f368" providerId="LiveId" clId="{4C51E0EE-EA66-4A23-A612-21CB3A93C93D}" dt="2025-01-27T14:24:38.028" v="4980" actId="1076"/>
        <pc:sldMkLst>
          <pc:docMk/>
          <pc:sldMk cId="0" sldId="326"/>
        </pc:sldMkLst>
        <pc:spChg chg="del">
          <ac:chgData name="Luiz Augusto Melo Pereira" userId="4bd5ce759a66f368" providerId="LiveId" clId="{4C51E0EE-EA66-4A23-A612-21CB3A93C93D}" dt="2025-01-27T14:24:35.672" v="4979" actId="478"/>
          <ac:spMkLst>
            <pc:docMk/>
            <pc:sldMk cId="0" sldId="326"/>
            <ac:spMk id="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4:24:30.580" v="4977" actId="478"/>
          <ac:spMkLst>
            <pc:docMk/>
            <pc:sldMk cId="0" sldId="326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4:24:38.028" v="4980" actId="1076"/>
          <ac:spMkLst>
            <pc:docMk/>
            <pc:sldMk cId="0" sldId="326"/>
            <ac:spMk id="4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4:24:54.754" v="4982" actId="1076"/>
        <pc:sldMkLst>
          <pc:docMk/>
          <pc:sldMk cId="0" sldId="328"/>
        </pc:sldMkLst>
        <pc:spChg chg="mod">
          <ac:chgData name="Luiz Augusto Melo Pereira" userId="4bd5ce759a66f368" providerId="LiveId" clId="{4C51E0EE-EA66-4A23-A612-21CB3A93C93D}" dt="2025-01-27T14:24:54.754" v="4982" actId="1076"/>
          <ac:spMkLst>
            <pc:docMk/>
            <pc:sldMk cId="0" sldId="328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5:50:14.868" v="5208" actId="113"/>
        <pc:sldMkLst>
          <pc:docMk/>
          <pc:sldMk cId="0" sldId="329"/>
        </pc:sldMkLst>
        <pc:spChg chg="del">
          <ac:chgData name="Luiz Augusto Melo Pereira" userId="4bd5ce759a66f368" providerId="LiveId" clId="{4C51E0EE-EA66-4A23-A612-21CB3A93C93D}" dt="2025-01-27T15:45:24.735" v="5029" actId="478"/>
          <ac:spMkLst>
            <pc:docMk/>
            <pc:sldMk cId="0" sldId="329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5:23.224" v="5028" actId="478"/>
          <ac:spMkLst>
            <pc:docMk/>
            <pc:sldMk cId="0" sldId="329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7:59.447" v="5141" actId="478"/>
          <ac:spMkLst>
            <pc:docMk/>
            <pc:sldMk cId="0" sldId="329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6:51.167" v="5070" actId="478"/>
          <ac:spMkLst>
            <pc:docMk/>
            <pc:sldMk cId="0" sldId="329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5:50:02.113" v="5206" actId="1076"/>
          <ac:spMkLst>
            <pc:docMk/>
            <pc:sldMk cId="0" sldId="329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9:09.869" v="5198" actId="478"/>
          <ac:spMkLst>
            <pc:docMk/>
            <pc:sldMk cId="0" sldId="329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9:07.270" v="5197" actId="478"/>
          <ac:spMkLst>
            <pc:docMk/>
            <pc:sldMk cId="0" sldId="329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9:06.315" v="5196" actId="478"/>
          <ac:spMkLst>
            <pc:docMk/>
            <pc:sldMk cId="0" sldId="329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49:05.576" v="5195" actId="478"/>
          <ac:spMkLst>
            <pc:docMk/>
            <pc:sldMk cId="0" sldId="329"/>
            <ac:spMk id="11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5:49:32.061" v="5203" actId="552"/>
          <ac:spMkLst>
            <pc:docMk/>
            <pc:sldMk cId="0" sldId="329"/>
            <ac:spMk id="12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5:50:14.868" v="5208" actId="113"/>
          <ac:spMkLst>
            <pc:docMk/>
            <pc:sldMk cId="0" sldId="329"/>
            <ac:spMk id="13" creationId="{741928B2-F119-C1A8-170C-63DC9F1B6E91}"/>
          </ac:spMkLst>
        </pc:spChg>
      </pc:sldChg>
      <pc:sldChg chg="addSp modSp mod">
        <pc:chgData name="Luiz Augusto Melo Pereira" userId="4bd5ce759a66f368" providerId="LiveId" clId="{4C51E0EE-EA66-4A23-A612-21CB3A93C93D}" dt="2025-01-27T15:50:42.701" v="5216" actId="1076"/>
        <pc:sldMkLst>
          <pc:docMk/>
          <pc:sldMk cId="0" sldId="330"/>
        </pc:sldMkLst>
        <pc:spChg chg="mod">
          <ac:chgData name="Luiz Augusto Melo Pereira" userId="4bd5ce759a66f368" providerId="LiveId" clId="{4C51E0EE-EA66-4A23-A612-21CB3A93C93D}" dt="2025-01-27T15:50:24.695" v="5209" actId="21"/>
          <ac:spMkLst>
            <pc:docMk/>
            <pc:sldMk cId="0" sldId="330"/>
            <ac:spMk id="16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5:50:42.701" v="5216" actId="1076"/>
          <ac:spMkLst>
            <pc:docMk/>
            <pc:sldMk cId="0" sldId="330"/>
            <ac:spMk id="27" creationId="{91BBBBC8-2A05-9854-C19A-BB0A00D467D4}"/>
          </ac:spMkLst>
        </pc:spChg>
      </pc:sldChg>
      <pc:sldChg chg="modSp mod">
        <pc:chgData name="Luiz Augusto Melo Pereira" userId="4bd5ce759a66f368" providerId="LiveId" clId="{4C51E0EE-EA66-4A23-A612-21CB3A93C93D}" dt="2025-01-27T15:51:04.457" v="5218" actId="1076"/>
        <pc:sldMkLst>
          <pc:docMk/>
          <pc:sldMk cId="0" sldId="331"/>
        </pc:sldMkLst>
        <pc:spChg chg="mod">
          <ac:chgData name="Luiz Augusto Melo Pereira" userId="4bd5ce759a66f368" providerId="LiveId" clId="{4C51E0EE-EA66-4A23-A612-21CB3A93C93D}" dt="2025-01-27T15:51:04.457" v="5218" actId="1076"/>
          <ac:spMkLst>
            <pc:docMk/>
            <pc:sldMk cId="0" sldId="331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5:52:19.310" v="5255" actId="1076"/>
        <pc:sldMkLst>
          <pc:docMk/>
          <pc:sldMk cId="0" sldId="332"/>
        </pc:sldMkLst>
        <pc:spChg chg="add del mod">
          <ac:chgData name="Luiz Augusto Melo Pereira" userId="4bd5ce759a66f368" providerId="LiveId" clId="{4C51E0EE-EA66-4A23-A612-21CB3A93C93D}" dt="2025-01-27T15:52:19.310" v="5255" actId="1076"/>
          <ac:spMkLst>
            <pc:docMk/>
            <pc:sldMk cId="0" sldId="332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2:02.145" v="5247" actId="478"/>
          <ac:spMkLst>
            <pc:docMk/>
            <pc:sldMk cId="0" sldId="332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1:57.715" v="5244" actId="478"/>
          <ac:spMkLst>
            <pc:docMk/>
            <pc:sldMk cId="0" sldId="332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2:09.660" v="5251" actId="478"/>
          <ac:spMkLst>
            <pc:docMk/>
            <pc:sldMk cId="0" sldId="332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2:08.102" v="5250" actId="478"/>
          <ac:spMkLst>
            <pc:docMk/>
            <pc:sldMk cId="0" sldId="332"/>
            <ac:spMk id="9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5:52:12.021" v="5252" actId="1076"/>
          <ac:spMkLst>
            <pc:docMk/>
            <pc:sldMk cId="0" sldId="332"/>
            <ac:spMk id="32" creationId="{9E3AA8C7-91FF-DEA0-494A-D6AD59B818C9}"/>
          </ac:spMkLst>
        </pc:spChg>
        <pc:picChg chg="add del">
          <ac:chgData name="Luiz Augusto Melo Pereira" userId="4bd5ce759a66f368" providerId="LiveId" clId="{4C51E0EE-EA66-4A23-A612-21CB3A93C93D}" dt="2025-01-27T15:51:59.460" v="5246" actId="478"/>
          <ac:picMkLst>
            <pc:docMk/>
            <pc:sldMk cId="0" sldId="332"/>
            <ac:picMk id="3" creationId="{00000000-0000-0000-0000-000000000000}"/>
          </ac:picMkLst>
        </pc:picChg>
      </pc:sldChg>
      <pc:sldChg chg="delSp modSp mod">
        <pc:chgData name="Luiz Augusto Melo Pereira" userId="4bd5ce759a66f368" providerId="LiveId" clId="{4C51E0EE-EA66-4A23-A612-21CB3A93C93D}" dt="2025-01-27T15:54:04.106" v="5302" actId="114"/>
        <pc:sldMkLst>
          <pc:docMk/>
          <pc:sldMk cId="0" sldId="333"/>
        </pc:sldMkLst>
        <pc:spChg chg="mod">
          <ac:chgData name="Luiz Augusto Melo Pereira" userId="4bd5ce759a66f368" providerId="LiveId" clId="{4C51E0EE-EA66-4A23-A612-21CB3A93C93D}" dt="2025-01-27T15:54:04.106" v="5302" actId="114"/>
          <ac:spMkLst>
            <pc:docMk/>
            <pc:sldMk cId="0" sldId="333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3:38.489" v="5286" actId="478"/>
          <ac:spMkLst>
            <pc:docMk/>
            <pc:sldMk cId="0" sldId="333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3:37.124" v="5283" actId="478"/>
          <ac:spMkLst>
            <pc:docMk/>
            <pc:sldMk cId="0" sldId="333"/>
            <ac:spMk id="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5:53:37.124" v="5285"/>
          <ac:spMkLst>
            <pc:docMk/>
            <pc:sldMk cId="0" sldId="333"/>
            <ac:spMk id="6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7:12:13.455" v="7140" actId="478"/>
        <pc:sldMkLst>
          <pc:docMk/>
          <pc:sldMk cId="0" sldId="334"/>
        </pc:sldMkLst>
        <pc:spChg chg="del">
          <ac:chgData name="Luiz Augusto Melo Pereira" userId="4bd5ce759a66f368" providerId="LiveId" clId="{4C51E0EE-EA66-4A23-A612-21CB3A93C93D}" dt="2025-01-27T15:56:45.020" v="5394" actId="478"/>
          <ac:spMkLst>
            <pc:docMk/>
            <pc:sldMk cId="0" sldId="334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4:24.695" v="5674" actId="552"/>
          <ac:spMkLst>
            <pc:docMk/>
            <pc:sldMk cId="0" sldId="334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6:42.853" v="5393" actId="478"/>
          <ac:spMkLst>
            <pc:docMk/>
            <pc:sldMk cId="0" sldId="334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6:42.019" v="5392" actId="478"/>
          <ac:spMkLst>
            <pc:docMk/>
            <pc:sldMk cId="0" sldId="334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6:40.695" v="5391" actId="478"/>
          <ac:spMkLst>
            <pc:docMk/>
            <pc:sldMk cId="0" sldId="334"/>
            <ac:spMk id="7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5:57:20.331" v="5405"/>
          <ac:spMkLst>
            <pc:docMk/>
            <pc:sldMk cId="0" sldId="334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46.370" v="5422" actId="478"/>
          <ac:spMkLst>
            <pc:docMk/>
            <pc:sldMk cId="0" sldId="334"/>
            <ac:spMk id="25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4:31.110" v="5676" actId="1076"/>
          <ac:spMkLst>
            <pc:docMk/>
            <pc:sldMk cId="0" sldId="334"/>
            <ac:spMk id="2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33.919" v="5416" actId="478"/>
          <ac:spMkLst>
            <pc:docMk/>
            <pc:sldMk cId="0" sldId="334"/>
            <ac:spMk id="2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31.084" v="5414" actId="478"/>
          <ac:spMkLst>
            <pc:docMk/>
            <pc:sldMk cId="0" sldId="334"/>
            <ac:spMk id="2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29.668" v="5413" actId="478"/>
          <ac:spMkLst>
            <pc:docMk/>
            <pc:sldMk cId="0" sldId="334"/>
            <ac:spMk id="2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28.112" v="5412" actId="478"/>
          <ac:spMkLst>
            <pc:docMk/>
            <pc:sldMk cId="0" sldId="334"/>
            <ac:spMk id="3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27.131" v="5411" actId="478"/>
          <ac:spMkLst>
            <pc:docMk/>
            <pc:sldMk cId="0" sldId="334"/>
            <ac:spMk id="3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5:58:32.713" v="5415" actId="478"/>
          <ac:spMkLst>
            <pc:docMk/>
            <pc:sldMk cId="0" sldId="334"/>
            <ac:spMk id="32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7:12:13.455" v="7140" actId="478"/>
          <ac:spMkLst>
            <pc:docMk/>
            <pc:sldMk cId="0" sldId="334"/>
            <ac:spMk id="3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4:24.695" v="5674" actId="552"/>
          <ac:spMkLst>
            <pc:docMk/>
            <pc:sldMk cId="0" sldId="334"/>
            <ac:spMk id="3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03:00.083" v="5575" actId="478"/>
          <ac:spMkLst>
            <pc:docMk/>
            <pc:sldMk cId="0" sldId="334"/>
            <ac:spMk id="3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02:57.004" v="5573" actId="478"/>
          <ac:spMkLst>
            <pc:docMk/>
            <pc:sldMk cId="0" sldId="334"/>
            <ac:spMk id="3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02:57.004" v="5573" actId="478"/>
          <ac:spMkLst>
            <pc:docMk/>
            <pc:sldMk cId="0" sldId="334"/>
            <ac:spMk id="3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02:57.004" v="5573" actId="478"/>
          <ac:spMkLst>
            <pc:docMk/>
            <pc:sldMk cId="0" sldId="334"/>
            <ac:spMk id="3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4:24.695" v="5674" actId="552"/>
          <ac:spMkLst>
            <pc:docMk/>
            <pc:sldMk cId="0" sldId="334"/>
            <ac:spMk id="3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5:58:01.664" v="5409" actId="1076"/>
          <ac:spMkLst>
            <pc:docMk/>
            <pc:sldMk cId="0" sldId="334"/>
            <ac:spMk id="46" creationId="{5F9E2230-F8CD-61FC-C174-CE01E7075D40}"/>
          </ac:spMkLst>
        </pc:spChg>
      </pc:sldChg>
      <pc:sldChg chg="delSp modSp mod">
        <pc:chgData name="Luiz Augusto Melo Pereira" userId="4bd5ce759a66f368" providerId="LiveId" clId="{4C51E0EE-EA66-4A23-A612-21CB3A93C93D}" dt="2025-01-27T16:11:03.995" v="5668" actId="1076"/>
        <pc:sldMkLst>
          <pc:docMk/>
          <pc:sldMk cId="0" sldId="335"/>
        </pc:sldMkLst>
        <pc:spChg chg="mod">
          <ac:chgData name="Luiz Augusto Melo Pereira" userId="4bd5ce759a66f368" providerId="LiveId" clId="{4C51E0EE-EA66-4A23-A612-21CB3A93C93D}" dt="2025-01-27T16:10:53.953" v="5665" actId="552"/>
          <ac:spMkLst>
            <pc:docMk/>
            <pc:sldMk cId="0" sldId="335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09:23.280" v="5616" actId="478"/>
          <ac:spMkLst>
            <pc:docMk/>
            <pc:sldMk cId="0" sldId="335"/>
            <ac:spMk id="1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0:53.953" v="5665" actId="552"/>
          <ac:spMkLst>
            <pc:docMk/>
            <pc:sldMk cId="0" sldId="335"/>
            <ac:spMk id="1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10:26.201" v="5655"/>
          <ac:spMkLst>
            <pc:docMk/>
            <pc:sldMk cId="0" sldId="335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10:27.516" v="5658" actId="478"/>
          <ac:spMkLst>
            <pc:docMk/>
            <pc:sldMk cId="0" sldId="335"/>
            <ac:spMk id="1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0:39.658" v="5660" actId="1076"/>
          <ac:spMkLst>
            <pc:docMk/>
            <pc:sldMk cId="0" sldId="335"/>
            <ac:spMk id="19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10:26.201" v="5657"/>
          <ac:spMkLst>
            <pc:docMk/>
            <pc:sldMk cId="0" sldId="335"/>
            <ac:spMk id="20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0:53.953" v="5665" actId="552"/>
          <ac:spMkLst>
            <pc:docMk/>
            <pc:sldMk cId="0" sldId="335"/>
            <ac:spMk id="21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1:03.995" v="5668" actId="1076"/>
          <ac:spMkLst>
            <pc:docMk/>
            <pc:sldMk cId="0" sldId="335"/>
            <ac:spMk id="2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10:57.180" v="5666" actId="12788"/>
          <ac:spMkLst>
            <pc:docMk/>
            <pc:sldMk cId="0" sldId="335"/>
            <ac:spMk id="23" creationId="{84331320-A407-7350-A6C2-A721D3783C26}"/>
          </ac:spMkLst>
        </pc:spChg>
        <pc:picChg chg="del">
          <ac:chgData name="Luiz Augusto Melo Pereira" userId="4bd5ce759a66f368" providerId="LiveId" clId="{4C51E0EE-EA66-4A23-A612-21CB3A93C93D}" dt="2025-01-27T16:10:26.198" v="5653" actId="478"/>
          <ac:picMkLst>
            <pc:docMk/>
            <pc:sldMk cId="0" sldId="335"/>
            <ac:picMk id="18" creationId="{00000000-0000-0000-0000-000000000000}"/>
          </ac:picMkLst>
        </pc:picChg>
      </pc:sldChg>
      <pc:sldChg chg="addSp delSp modSp mod">
        <pc:chgData name="Luiz Augusto Melo Pereira" userId="4bd5ce759a66f368" providerId="LiveId" clId="{4C51E0EE-EA66-4A23-A612-21CB3A93C93D}" dt="2025-01-27T16:33:06.568" v="6140" actId="552"/>
        <pc:sldMkLst>
          <pc:docMk/>
          <pc:sldMk cId="0" sldId="336"/>
        </pc:sldMkLst>
        <pc:spChg chg="mod">
          <ac:chgData name="Luiz Augusto Melo Pereira" userId="4bd5ce759a66f368" providerId="LiveId" clId="{4C51E0EE-EA66-4A23-A612-21CB3A93C93D}" dt="2025-01-27T16:22:03.724" v="5966" actId="1035"/>
          <ac:spMkLst>
            <pc:docMk/>
            <pc:sldMk cId="0" sldId="336"/>
            <ac:spMk id="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33:06.568" v="6140" actId="552"/>
          <ac:spMkLst>
            <pc:docMk/>
            <pc:sldMk cId="0" sldId="336"/>
            <ac:spMk id="3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33:06.568" v="6140" actId="552"/>
          <ac:spMkLst>
            <pc:docMk/>
            <pc:sldMk cId="0" sldId="336"/>
            <ac:spMk id="4" creationId="{B2855300-99F9-D8F9-BAC7-EB1590C434B0}"/>
          </ac:spMkLst>
        </pc:spChg>
        <pc:spChg chg="add mod">
          <ac:chgData name="Luiz Augusto Melo Pereira" userId="4bd5ce759a66f368" providerId="LiveId" clId="{4C51E0EE-EA66-4A23-A612-21CB3A93C93D}" dt="2025-01-27T16:32:45.479" v="6137" actId="14100"/>
          <ac:spMkLst>
            <pc:docMk/>
            <pc:sldMk cId="0" sldId="336"/>
            <ac:spMk id="5" creationId="{C5CAF601-65C2-2F3B-3620-AAF1F79F4395}"/>
          </ac:spMkLst>
        </pc:spChg>
        <pc:spChg chg="del">
          <ac:chgData name="Luiz Augusto Melo Pereira" userId="4bd5ce759a66f368" providerId="LiveId" clId="{4C51E0EE-EA66-4A23-A612-21CB3A93C93D}" dt="2025-01-27T16:21:19.099" v="5949" actId="478"/>
          <ac:spMkLst>
            <pc:docMk/>
            <pc:sldMk cId="0" sldId="336"/>
            <ac:spMk id="1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21:18.380" v="5948" actId="478"/>
          <ac:spMkLst>
            <pc:docMk/>
            <pc:sldMk cId="0" sldId="336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21:17.435" v="5947" actId="478"/>
          <ac:spMkLst>
            <pc:docMk/>
            <pc:sldMk cId="0" sldId="336"/>
            <ac:spMk id="1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21:13.019" v="5942" actId="478"/>
          <ac:spMkLst>
            <pc:docMk/>
            <pc:sldMk cId="0" sldId="336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21:15.912" v="5945" actId="478"/>
          <ac:spMkLst>
            <pc:docMk/>
            <pc:sldMk cId="0" sldId="336"/>
            <ac:spMk id="1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21:15.178" v="5944" actId="478"/>
          <ac:spMkLst>
            <pc:docMk/>
            <pc:sldMk cId="0" sldId="336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21:16.388" v="5946" actId="478"/>
          <ac:spMkLst>
            <pc:docMk/>
            <pc:sldMk cId="0" sldId="336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21:14.400" v="5943" actId="478"/>
          <ac:spMkLst>
            <pc:docMk/>
            <pc:sldMk cId="0" sldId="336"/>
            <ac:spMk id="2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21:11.701" v="5941" actId="478"/>
          <ac:spMkLst>
            <pc:docMk/>
            <pc:sldMk cId="0" sldId="336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2.529" v="6118" actId="478"/>
          <ac:spMkLst>
            <pc:docMk/>
            <pc:sldMk cId="0" sldId="336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09.461" v="6116" actId="478"/>
          <ac:spMkLst>
            <pc:docMk/>
            <pc:sldMk cId="0" sldId="336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0.819" v="6117" actId="478"/>
          <ac:spMkLst>
            <pc:docMk/>
            <pc:sldMk cId="0" sldId="336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9.281" v="6124" actId="478"/>
          <ac:spMkLst>
            <pc:docMk/>
            <pc:sldMk cId="0" sldId="336"/>
            <ac:spMk id="2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08.690" v="6115" actId="478"/>
          <ac:spMkLst>
            <pc:docMk/>
            <pc:sldMk cId="0" sldId="336"/>
            <ac:spMk id="2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05.546" v="6112" actId="478"/>
          <ac:spMkLst>
            <pc:docMk/>
            <pc:sldMk cId="0" sldId="336"/>
            <ac:spMk id="2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4.288" v="6120" actId="478"/>
          <ac:spMkLst>
            <pc:docMk/>
            <pc:sldMk cId="0" sldId="336"/>
            <ac:spMk id="29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2:07.989" v="6114" actId="478"/>
          <ac:spMkLst>
            <pc:docMk/>
            <pc:sldMk cId="0" sldId="336"/>
            <ac:spMk id="3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6.390" v="6121" actId="478"/>
          <ac:spMkLst>
            <pc:docMk/>
            <pc:sldMk cId="0" sldId="336"/>
            <ac:spMk id="3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7.629" v="6122" actId="478"/>
          <ac:spMkLst>
            <pc:docMk/>
            <pc:sldMk cId="0" sldId="336"/>
            <ac:spMk id="3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3.639" v="6119" actId="478"/>
          <ac:spMkLst>
            <pc:docMk/>
            <pc:sldMk cId="0" sldId="336"/>
            <ac:spMk id="3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8.503" v="6123" actId="478"/>
          <ac:spMkLst>
            <pc:docMk/>
            <pc:sldMk cId="0" sldId="336"/>
            <ac:spMk id="3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22.641" v="6128" actId="478"/>
          <ac:spMkLst>
            <pc:docMk/>
            <pc:sldMk cId="0" sldId="336"/>
            <ac:spMk id="3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25.106" v="6133" actId="478"/>
          <ac:spMkLst>
            <pc:docMk/>
            <pc:sldMk cId="0" sldId="336"/>
            <ac:spMk id="3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24.382" v="6132" actId="478"/>
          <ac:spMkLst>
            <pc:docMk/>
            <pc:sldMk cId="0" sldId="336"/>
            <ac:spMk id="3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23.473" v="6131" actId="478"/>
          <ac:spMkLst>
            <pc:docMk/>
            <pc:sldMk cId="0" sldId="336"/>
            <ac:spMk id="3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19.867" v="6125" actId="478"/>
          <ac:spMkLst>
            <pc:docMk/>
            <pc:sldMk cId="0" sldId="336"/>
            <ac:spMk id="3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2:20.682" v="6126" actId="478"/>
          <ac:spMkLst>
            <pc:docMk/>
            <pc:sldMk cId="0" sldId="336"/>
            <ac:spMk id="40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2:22.641" v="6130"/>
          <ac:spMkLst>
            <pc:docMk/>
            <pc:sldMk cId="0" sldId="336"/>
            <ac:spMk id="4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2:04.189" v="6111" actId="478"/>
          <ac:spMkLst>
            <pc:docMk/>
            <pc:sldMk cId="0" sldId="336"/>
            <ac:spMk id="4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33:06.568" v="6140" actId="552"/>
          <ac:spMkLst>
            <pc:docMk/>
            <pc:sldMk cId="0" sldId="336"/>
            <ac:spMk id="4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22:06.489" v="5973" actId="1035"/>
          <ac:spMkLst>
            <pc:docMk/>
            <pc:sldMk cId="0" sldId="336"/>
            <ac:spMk id="44" creationId="{DFE1CAAD-2FCB-B75A-A75D-2A2ABBADA83A}"/>
          </ac:spMkLst>
        </pc:spChg>
      </pc:sldChg>
      <pc:sldChg chg="addSp delSp modSp mod">
        <pc:chgData name="Luiz Augusto Melo Pereira" userId="4bd5ce759a66f368" providerId="LiveId" clId="{4C51E0EE-EA66-4A23-A612-21CB3A93C93D}" dt="2025-01-27T16:36:31.139" v="6240"/>
        <pc:sldMkLst>
          <pc:docMk/>
          <pc:sldMk cId="0" sldId="337"/>
        </pc:sldMkLst>
        <pc:spChg chg="mod">
          <ac:chgData name="Luiz Augusto Melo Pereira" userId="4bd5ce759a66f368" providerId="LiveId" clId="{4C51E0EE-EA66-4A23-A612-21CB3A93C93D}" dt="2025-01-27T16:36:30.236" v="6238" actId="552"/>
          <ac:spMkLst>
            <pc:docMk/>
            <pc:sldMk cId="0" sldId="337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5:43.401" v="6215" actId="478"/>
          <ac:spMkLst>
            <pc:docMk/>
            <pc:sldMk cId="0" sldId="337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5:42.308" v="6214" actId="478"/>
          <ac:spMkLst>
            <pc:docMk/>
            <pc:sldMk cId="0" sldId="337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5:37.987" v="6212" actId="478"/>
          <ac:spMkLst>
            <pc:docMk/>
            <pc:sldMk cId="0" sldId="337"/>
            <ac:spMk id="6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5:45.457" v="6217" actId="478"/>
          <ac:spMkLst>
            <pc:docMk/>
            <pc:sldMk cId="0" sldId="337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5:36.874" v="6211" actId="478"/>
          <ac:spMkLst>
            <pc:docMk/>
            <pc:sldMk cId="0" sldId="337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6:11.029" v="6229" actId="478"/>
          <ac:spMkLst>
            <pc:docMk/>
            <pc:sldMk cId="0" sldId="337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36:30.236" v="6238" actId="552"/>
          <ac:spMkLst>
            <pc:docMk/>
            <pc:sldMk cId="0" sldId="337"/>
            <ac:spMk id="10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6:31.139" v="6240"/>
          <ac:spMkLst>
            <pc:docMk/>
            <pc:sldMk cId="0" sldId="337"/>
            <ac:spMk id="11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35:51.016" v="6219" actId="12788"/>
          <ac:spMkLst>
            <pc:docMk/>
            <pc:sldMk cId="0" sldId="337"/>
            <ac:spMk id="12" creationId="{88EF7979-C1A3-578E-65D4-D3FB740A632E}"/>
          </ac:spMkLst>
        </pc:spChg>
        <pc:spChg chg="mod">
          <ac:chgData name="Luiz Augusto Melo Pereira" userId="4bd5ce759a66f368" providerId="LiveId" clId="{4C51E0EE-EA66-4A23-A612-21CB3A93C93D}" dt="2025-01-27T16:36:30.236" v="6238" actId="552"/>
          <ac:spMkLst>
            <pc:docMk/>
            <pc:sldMk cId="0" sldId="337"/>
            <ac:spMk id="28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6:43:00.477" v="6431" actId="1036"/>
        <pc:sldMkLst>
          <pc:docMk/>
          <pc:sldMk cId="0" sldId="338"/>
        </pc:sldMkLst>
        <pc:spChg chg="mod">
          <ac:chgData name="Luiz Augusto Melo Pereira" userId="4bd5ce759a66f368" providerId="LiveId" clId="{4C51E0EE-EA66-4A23-A612-21CB3A93C93D}" dt="2025-01-27T16:39:53.103" v="6314" actId="552"/>
          <ac:spMkLst>
            <pc:docMk/>
            <pc:sldMk cId="0" sldId="338"/>
            <ac:spMk id="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38:42.563" v="6298" actId="478"/>
          <ac:spMkLst>
            <pc:docMk/>
            <pc:sldMk cId="0" sldId="338"/>
            <ac:spMk id="4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8:41.174" v="6296" actId="478"/>
          <ac:spMkLst>
            <pc:docMk/>
            <pc:sldMk cId="0" sldId="338"/>
            <ac:spMk id="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38:42.101" v="6297" actId="478"/>
          <ac:spMkLst>
            <pc:docMk/>
            <pc:sldMk cId="0" sldId="338"/>
            <ac:spMk id="6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39:39.126" v="6310" actId="6549"/>
          <ac:spMkLst>
            <pc:docMk/>
            <pc:sldMk cId="0" sldId="338"/>
            <ac:spMk id="7" creationId="{4F2431ED-CE84-72AB-AF95-AF13F3FA1A78}"/>
          </ac:spMkLst>
        </pc:spChg>
        <pc:spChg chg="add mod">
          <ac:chgData name="Luiz Augusto Melo Pereira" userId="4bd5ce759a66f368" providerId="LiveId" clId="{4C51E0EE-EA66-4A23-A612-21CB3A93C93D}" dt="2025-01-27T16:43:00.477" v="6431" actId="1036"/>
          <ac:spMkLst>
            <pc:docMk/>
            <pc:sldMk cId="0" sldId="338"/>
            <ac:spMk id="8" creationId="{A077013A-EB2B-ADBA-9F79-D8655EC5ECA1}"/>
          </ac:spMkLst>
        </pc:spChg>
        <pc:spChg chg="mod">
          <ac:chgData name="Luiz Augusto Melo Pereira" userId="4bd5ce759a66f368" providerId="LiveId" clId="{4C51E0EE-EA66-4A23-A612-21CB3A93C93D}" dt="2025-01-27T16:42:39.577" v="6420" actId="1076"/>
          <ac:spMkLst>
            <pc:docMk/>
            <pc:sldMk cId="0" sldId="338"/>
            <ac:spMk id="1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39:53.103" v="6314" actId="552"/>
          <ac:spMkLst>
            <pc:docMk/>
            <pc:sldMk cId="0" sldId="338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9.674" v="6428" actId="478"/>
          <ac:spMkLst>
            <pc:docMk/>
            <pc:sldMk cId="0" sldId="338"/>
            <ac:spMk id="1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8.092" v="6427" actId="478"/>
          <ac:spMkLst>
            <pc:docMk/>
            <pc:sldMk cId="0" sldId="338"/>
            <ac:spMk id="1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1.127" v="6421" actId="478"/>
          <ac:spMkLst>
            <pc:docMk/>
            <pc:sldMk cId="0" sldId="338"/>
            <ac:spMk id="1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6.624" v="6426" actId="478"/>
          <ac:spMkLst>
            <pc:docMk/>
            <pc:sldMk cId="0" sldId="338"/>
            <ac:spMk id="1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6.083" v="6425" actId="478"/>
          <ac:spMkLst>
            <pc:docMk/>
            <pc:sldMk cId="0" sldId="338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4.827" v="6424" actId="478"/>
          <ac:spMkLst>
            <pc:docMk/>
            <pc:sldMk cId="0" sldId="338"/>
            <ac:spMk id="2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4.061" v="6423" actId="478"/>
          <ac:spMkLst>
            <pc:docMk/>
            <pc:sldMk cId="0" sldId="338"/>
            <ac:spMk id="2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42.786" v="6422" actId="478"/>
          <ac:spMkLst>
            <pc:docMk/>
            <pc:sldMk cId="0" sldId="338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37.153" v="6417" actId="478"/>
          <ac:spMkLst>
            <pc:docMk/>
            <pc:sldMk cId="0" sldId="338"/>
            <ac:spMk id="2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36.322" v="6416" actId="478"/>
          <ac:spMkLst>
            <pc:docMk/>
            <pc:sldMk cId="0" sldId="338"/>
            <ac:spMk id="2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2:37.995" v="6418" actId="478"/>
          <ac:spMkLst>
            <pc:docMk/>
            <pc:sldMk cId="0" sldId="338"/>
            <ac:spMk id="26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6:48:03.791" v="6590" actId="1076"/>
        <pc:sldMkLst>
          <pc:docMk/>
          <pc:sldMk cId="0" sldId="339"/>
        </pc:sldMkLst>
        <pc:spChg chg="del">
          <ac:chgData name="Luiz Augusto Melo Pereira" userId="4bd5ce759a66f368" providerId="LiveId" clId="{4C51E0EE-EA66-4A23-A612-21CB3A93C93D}" dt="2025-01-27T16:43:25.131" v="6441" actId="478"/>
          <ac:spMkLst>
            <pc:docMk/>
            <pc:sldMk cId="0" sldId="339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3:27.720" v="6442" actId="1076"/>
          <ac:spMkLst>
            <pc:docMk/>
            <pc:sldMk cId="0" sldId="339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4:34.025" v="6483" actId="478"/>
          <ac:spMkLst>
            <pc:docMk/>
            <pc:sldMk cId="0" sldId="339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4:33.410" v="6482" actId="478"/>
          <ac:spMkLst>
            <pc:docMk/>
            <pc:sldMk cId="0" sldId="339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4:32.484" v="6481" actId="478"/>
          <ac:spMkLst>
            <pc:docMk/>
            <pc:sldMk cId="0" sldId="339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4:31.833" v="6480" actId="478"/>
          <ac:spMkLst>
            <pc:docMk/>
            <pc:sldMk cId="0" sldId="339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7:06.816" v="6573" actId="478"/>
          <ac:spMkLst>
            <pc:docMk/>
            <pc:sldMk cId="0" sldId="339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7:06.108" v="6572" actId="478"/>
          <ac:spMkLst>
            <pc:docMk/>
            <pc:sldMk cId="0" sldId="339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7:05.409" v="6571" actId="478"/>
          <ac:spMkLst>
            <pc:docMk/>
            <pc:sldMk cId="0" sldId="339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7:04.816" v="6570" actId="478"/>
          <ac:spMkLst>
            <pc:docMk/>
            <pc:sldMk cId="0" sldId="339"/>
            <ac:spMk id="1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47:03.578" v="6569" actId="478"/>
          <ac:spMkLst>
            <pc:docMk/>
            <pc:sldMk cId="0" sldId="339"/>
            <ac:spMk id="1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7:15.593" v="6576" actId="1076"/>
          <ac:spMkLst>
            <pc:docMk/>
            <pc:sldMk cId="0" sldId="339"/>
            <ac:spMk id="1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47:28.043" v="6583" actId="478"/>
          <ac:spMkLst>
            <pc:docMk/>
            <pc:sldMk cId="0" sldId="339"/>
            <ac:spMk id="1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8:03.791" v="6590" actId="1076"/>
          <ac:spMkLst>
            <pc:docMk/>
            <pc:sldMk cId="0" sldId="339"/>
            <ac:spMk id="17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44:39.524" v="6484" actId="1076"/>
          <ac:spMkLst>
            <pc:docMk/>
            <pc:sldMk cId="0" sldId="339"/>
            <ac:spMk id="18" creationId="{10E6CE3D-FBE7-BC42-C084-F423C4914238}"/>
          </ac:spMkLst>
        </pc:spChg>
        <pc:spChg chg="add mod">
          <ac:chgData name="Luiz Augusto Melo Pereira" userId="4bd5ce759a66f368" providerId="LiveId" clId="{4C51E0EE-EA66-4A23-A612-21CB3A93C93D}" dt="2025-01-27T16:47:12.549" v="6574" actId="1076"/>
          <ac:spMkLst>
            <pc:docMk/>
            <pc:sldMk cId="0" sldId="339"/>
            <ac:spMk id="19" creationId="{14BBB777-E21E-FCD1-61AE-3C712129785A}"/>
          </ac:spMkLst>
        </pc:spChg>
      </pc:sldChg>
      <pc:sldChg chg="delSp modSp mod">
        <pc:chgData name="Luiz Augusto Melo Pereira" userId="4bd5ce759a66f368" providerId="LiveId" clId="{4C51E0EE-EA66-4A23-A612-21CB3A93C93D}" dt="2025-01-27T16:48:28.019" v="6598"/>
        <pc:sldMkLst>
          <pc:docMk/>
          <pc:sldMk cId="0" sldId="340"/>
        </pc:sldMkLst>
        <pc:spChg chg="mod">
          <ac:chgData name="Luiz Augusto Melo Pereira" userId="4bd5ce759a66f368" providerId="LiveId" clId="{4C51E0EE-EA66-4A23-A612-21CB3A93C93D}" dt="2025-01-27T16:48:22.286" v="6596" actId="1076"/>
          <ac:spMkLst>
            <pc:docMk/>
            <pc:sldMk cId="0" sldId="340"/>
            <ac:spMk id="25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48:28.019" v="6598"/>
          <ac:spMkLst>
            <pc:docMk/>
            <pc:sldMk cId="0" sldId="340"/>
            <ac:spMk id="26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6:48:40.585" v="6602" actId="1076"/>
        <pc:sldMkLst>
          <pc:docMk/>
          <pc:sldMk cId="0" sldId="342"/>
        </pc:sldMkLst>
        <pc:spChg chg="mod">
          <ac:chgData name="Luiz Augusto Melo Pereira" userId="4bd5ce759a66f368" providerId="LiveId" clId="{4C51E0EE-EA66-4A23-A612-21CB3A93C93D}" dt="2025-01-27T16:48:32.926" v="6600" actId="1076"/>
          <ac:spMkLst>
            <pc:docMk/>
            <pc:sldMk cId="0" sldId="342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8:40.585" v="6602" actId="1076"/>
          <ac:spMkLst>
            <pc:docMk/>
            <pc:sldMk cId="0" sldId="342"/>
            <ac:spMk id="22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6:48:54.078" v="6606" actId="1076"/>
        <pc:sldMkLst>
          <pc:docMk/>
          <pc:sldMk cId="0" sldId="343"/>
        </pc:sldMkLst>
        <pc:spChg chg="mod">
          <ac:chgData name="Luiz Augusto Melo Pereira" userId="4bd5ce759a66f368" providerId="LiveId" clId="{4C51E0EE-EA66-4A23-A612-21CB3A93C93D}" dt="2025-01-27T16:48:46.288" v="6604" actId="1076"/>
          <ac:spMkLst>
            <pc:docMk/>
            <pc:sldMk cId="0" sldId="343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8:54.078" v="6606" actId="1076"/>
          <ac:spMkLst>
            <pc:docMk/>
            <pc:sldMk cId="0" sldId="343"/>
            <ac:spMk id="18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6:49:00.762" v="6608" actId="1076"/>
        <pc:sldMkLst>
          <pc:docMk/>
          <pc:sldMk cId="0" sldId="344"/>
        </pc:sldMkLst>
        <pc:spChg chg="mod">
          <ac:chgData name="Luiz Augusto Melo Pereira" userId="4bd5ce759a66f368" providerId="LiveId" clId="{4C51E0EE-EA66-4A23-A612-21CB3A93C93D}" dt="2025-01-27T16:49:00.762" v="6608" actId="1076"/>
          <ac:spMkLst>
            <pc:docMk/>
            <pc:sldMk cId="0" sldId="344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6:49:28.054" v="6622" actId="1076"/>
        <pc:sldMkLst>
          <pc:docMk/>
          <pc:sldMk cId="0" sldId="345"/>
        </pc:sldMkLst>
        <pc:spChg chg="mod">
          <ac:chgData name="Luiz Augusto Melo Pereira" userId="4bd5ce759a66f368" providerId="LiveId" clId="{4C51E0EE-EA66-4A23-A612-21CB3A93C93D}" dt="2025-01-27T16:49:12.722" v="6615" actId="20577"/>
          <ac:spMkLst>
            <pc:docMk/>
            <pc:sldMk cId="0" sldId="345"/>
            <ac:spMk id="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49:13.309" v="6617"/>
          <ac:spMkLst>
            <pc:docMk/>
            <pc:sldMk cId="0" sldId="345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9:23.788" v="6620" actId="20577"/>
          <ac:spMkLst>
            <pc:docMk/>
            <pc:sldMk cId="0" sldId="345"/>
            <ac:spMk id="6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49:28.054" v="6622" actId="1076"/>
          <ac:spMkLst>
            <pc:docMk/>
            <pc:sldMk cId="0" sldId="345"/>
            <ac:spMk id="14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6:53:57.089" v="6776" actId="20577"/>
        <pc:sldMkLst>
          <pc:docMk/>
          <pc:sldMk cId="0" sldId="346"/>
        </pc:sldMkLst>
        <pc:spChg chg="mod">
          <ac:chgData name="Luiz Augusto Melo Pereira" userId="4bd5ce759a66f368" providerId="LiveId" clId="{4C51E0EE-EA66-4A23-A612-21CB3A93C93D}" dt="2025-01-27T16:49:34.516" v="6624" actId="1076"/>
          <ac:spMkLst>
            <pc:docMk/>
            <pc:sldMk cId="0" sldId="346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3:52.221" v="6772" actId="20577"/>
          <ac:spMkLst>
            <pc:docMk/>
            <pc:sldMk cId="0" sldId="346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0:02.895" v="6644" actId="478"/>
          <ac:spMkLst>
            <pc:docMk/>
            <pc:sldMk cId="0" sldId="346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0:01.856" v="6643" actId="478"/>
          <ac:spMkLst>
            <pc:docMk/>
            <pc:sldMk cId="0" sldId="346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0:00.741" v="6642" actId="478"/>
          <ac:spMkLst>
            <pc:docMk/>
            <pc:sldMk cId="0" sldId="346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0:09.034" v="6646" actId="478"/>
          <ac:spMkLst>
            <pc:docMk/>
            <pc:sldMk cId="0" sldId="346"/>
            <ac:spMk id="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3:54.511" v="6774" actId="20577"/>
          <ac:spMkLst>
            <pc:docMk/>
            <pc:sldMk cId="0" sldId="346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1:38.840" v="6707" actId="478"/>
          <ac:spMkLst>
            <pc:docMk/>
            <pc:sldMk cId="0" sldId="346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1:38.361" v="6706" actId="478"/>
          <ac:spMkLst>
            <pc:docMk/>
            <pc:sldMk cId="0" sldId="346"/>
            <ac:spMk id="14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51:37.114" v="6705" actId="478"/>
          <ac:spMkLst>
            <pc:docMk/>
            <pc:sldMk cId="0" sldId="346"/>
            <ac:spMk id="17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3:57.089" v="6776" actId="20577"/>
          <ac:spMkLst>
            <pc:docMk/>
            <pc:sldMk cId="0" sldId="346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3:19.097" v="6763" actId="478"/>
          <ac:spMkLst>
            <pc:docMk/>
            <pc:sldMk cId="0" sldId="346"/>
            <ac:spMk id="21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53:18.617" v="6762" actId="478"/>
          <ac:spMkLst>
            <pc:docMk/>
            <pc:sldMk cId="0" sldId="346"/>
            <ac:spMk id="22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53:20.333" v="6765" actId="478"/>
          <ac:spMkLst>
            <pc:docMk/>
            <pc:sldMk cId="0" sldId="346"/>
            <ac:spMk id="2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3:21.860" v="6766" actId="478"/>
          <ac:spMkLst>
            <pc:docMk/>
            <pc:sldMk cId="0" sldId="346"/>
            <ac:spMk id="25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6:54:05.824" v="6778" actId="1076"/>
        <pc:sldMkLst>
          <pc:docMk/>
          <pc:sldMk cId="0" sldId="347"/>
        </pc:sldMkLst>
        <pc:spChg chg="mod">
          <ac:chgData name="Luiz Augusto Melo Pereira" userId="4bd5ce759a66f368" providerId="LiveId" clId="{4C51E0EE-EA66-4A23-A612-21CB3A93C93D}" dt="2025-01-27T16:54:05.824" v="6778" actId="1076"/>
          <ac:spMkLst>
            <pc:docMk/>
            <pc:sldMk cId="0" sldId="347"/>
            <ac:spMk id="3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6:56:20.560" v="6900" actId="1037"/>
        <pc:sldMkLst>
          <pc:docMk/>
          <pc:sldMk cId="0" sldId="348"/>
        </pc:sldMkLst>
        <pc:spChg chg="mod">
          <ac:chgData name="Luiz Augusto Melo Pereira" userId="4bd5ce759a66f368" providerId="LiveId" clId="{4C51E0EE-EA66-4A23-A612-21CB3A93C93D}" dt="2025-01-27T16:55:31.797" v="6861" actId="1035"/>
          <ac:spMkLst>
            <pc:docMk/>
            <pc:sldMk cId="0" sldId="348"/>
            <ac:spMk id="3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54:20.875" v="6785"/>
          <ac:spMkLst>
            <pc:docMk/>
            <pc:sldMk cId="0" sldId="348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21.297" v="6854" actId="478"/>
          <ac:spMkLst>
            <pc:docMk/>
            <pc:sldMk cId="0" sldId="348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23.330" v="6856" actId="478"/>
          <ac:spMkLst>
            <pc:docMk/>
            <pc:sldMk cId="0" sldId="348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24.343" v="6857" actId="478"/>
          <ac:spMkLst>
            <pc:docMk/>
            <pc:sldMk cId="0" sldId="348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22.468" v="6855" actId="478"/>
          <ac:spMkLst>
            <pc:docMk/>
            <pc:sldMk cId="0" sldId="348"/>
            <ac:spMk id="8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4:29.050" v="6790" actId="20577"/>
          <ac:spMkLst>
            <pc:docMk/>
            <pc:sldMk cId="0" sldId="348"/>
            <ac:spMk id="9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54:29.590" v="6792"/>
          <ac:spMkLst>
            <pc:docMk/>
            <pc:sldMk cId="0" sldId="348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44.734" v="6865" actId="478"/>
          <ac:spMkLst>
            <pc:docMk/>
            <pc:sldMk cId="0" sldId="348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43.701" v="6864" actId="478"/>
          <ac:spMkLst>
            <pc:docMk/>
            <pc:sldMk cId="0" sldId="348"/>
            <ac:spMk id="12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43.143" v="6863" actId="478"/>
          <ac:spMkLst>
            <pc:docMk/>
            <pc:sldMk cId="0" sldId="348"/>
            <ac:spMk id="1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5:41.995" v="6862" actId="478"/>
          <ac:spMkLst>
            <pc:docMk/>
            <pc:sldMk cId="0" sldId="348"/>
            <ac:spMk id="1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6:20.560" v="6900" actId="1037"/>
          <ac:spMkLst>
            <pc:docMk/>
            <pc:sldMk cId="0" sldId="348"/>
            <ac:spMk id="17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55:28.692" v="6858" actId="1076"/>
          <ac:spMkLst>
            <pc:docMk/>
            <pc:sldMk cId="0" sldId="348"/>
            <ac:spMk id="28" creationId="{B4EB572A-DAE5-3D27-884E-8A54070F80A0}"/>
          </ac:spMkLst>
        </pc:spChg>
        <pc:spChg chg="add mod">
          <ac:chgData name="Luiz Augusto Melo Pereira" userId="4bd5ce759a66f368" providerId="LiveId" clId="{4C51E0EE-EA66-4A23-A612-21CB3A93C93D}" dt="2025-01-27T16:56:17.797" v="6895" actId="12788"/>
          <ac:spMkLst>
            <pc:docMk/>
            <pc:sldMk cId="0" sldId="348"/>
            <ac:spMk id="29" creationId="{E7698B12-5BF8-0BC4-2082-126EC18D5325}"/>
          </ac:spMkLst>
        </pc:spChg>
      </pc:sldChg>
      <pc:sldChg chg="addSp delSp modSp mod">
        <pc:chgData name="Luiz Augusto Melo Pereira" userId="4bd5ce759a66f368" providerId="LiveId" clId="{4C51E0EE-EA66-4A23-A612-21CB3A93C93D}" dt="2025-01-27T16:58:09.554" v="6950" actId="1076"/>
        <pc:sldMkLst>
          <pc:docMk/>
          <pc:sldMk cId="0" sldId="349"/>
        </pc:sldMkLst>
        <pc:spChg chg="mod">
          <ac:chgData name="Luiz Augusto Melo Pereira" userId="4bd5ce759a66f368" providerId="LiveId" clId="{4C51E0EE-EA66-4A23-A612-21CB3A93C93D}" dt="2025-01-27T16:58:09.554" v="6950" actId="1076"/>
          <ac:spMkLst>
            <pc:docMk/>
            <pc:sldMk cId="0" sldId="349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7:12.690" v="6912" actId="478"/>
          <ac:spMkLst>
            <pc:docMk/>
            <pc:sldMk cId="0" sldId="349"/>
            <ac:spMk id="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7:29.276" v="6925" actId="478"/>
          <ac:spMkLst>
            <pc:docMk/>
            <pc:sldMk cId="0" sldId="349"/>
            <ac:spMk id="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8:01.241" v="6945" actId="478"/>
          <ac:spMkLst>
            <pc:docMk/>
            <pc:sldMk cId="0" sldId="349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7:59.075" v="6943" actId="478"/>
          <ac:spMkLst>
            <pc:docMk/>
            <pc:sldMk cId="0" sldId="349"/>
            <ac:spMk id="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6:58:00.143" v="6944" actId="478"/>
          <ac:spMkLst>
            <pc:docMk/>
            <pc:sldMk cId="0" sldId="349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7:58.316" v="6942" actId="478"/>
          <ac:spMkLst>
            <pc:docMk/>
            <pc:sldMk cId="0" sldId="349"/>
            <ac:spMk id="10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7:15.854" v="6914" actId="20577"/>
          <ac:spMkLst>
            <pc:docMk/>
            <pc:sldMk cId="0" sldId="349"/>
            <ac:spMk id="12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57:36.372" v="6927" actId="1076"/>
          <ac:spMkLst>
            <pc:docMk/>
            <pc:sldMk cId="0" sldId="349"/>
            <ac:spMk id="19" creationId="{CD8CFF59-D4A9-B071-9A30-9F21BB1E6497}"/>
          </ac:spMkLst>
        </pc:spChg>
        <pc:spChg chg="add mod">
          <ac:chgData name="Luiz Augusto Melo Pereira" userId="4bd5ce759a66f368" providerId="LiveId" clId="{4C51E0EE-EA66-4A23-A612-21CB3A93C93D}" dt="2025-01-27T16:58:04.772" v="6946" actId="1076"/>
          <ac:spMkLst>
            <pc:docMk/>
            <pc:sldMk cId="0" sldId="349"/>
            <ac:spMk id="20" creationId="{70A256BF-4635-E783-5602-F7013B4869E2}"/>
          </ac:spMkLst>
        </pc:spChg>
      </pc:sldChg>
      <pc:sldChg chg="modSp mod">
        <pc:chgData name="Luiz Augusto Melo Pereira" userId="4bd5ce759a66f368" providerId="LiveId" clId="{4C51E0EE-EA66-4A23-A612-21CB3A93C93D}" dt="2025-01-27T16:58:31.197" v="6957" actId="552"/>
        <pc:sldMkLst>
          <pc:docMk/>
          <pc:sldMk cId="0" sldId="350"/>
        </pc:sldMkLst>
        <pc:spChg chg="mod">
          <ac:chgData name="Luiz Augusto Melo Pereira" userId="4bd5ce759a66f368" providerId="LiveId" clId="{4C51E0EE-EA66-4A23-A612-21CB3A93C93D}" dt="2025-01-27T16:58:31.197" v="6957" actId="552"/>
          <ac:spMkLst>
            <pc:docMk/>
            <pc:sldMk cId="0" sldId="350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8:31.197" v="6957" actId="552"/>
          <ac:spMkLst>
            <pc:docMk/>
            <pc:sldMk cId="0" sldId="350"/>
            <ac:spMk id="1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8:31.197" v="6957" actId="552"/>
          <ac:spMkLst>
            <pc:docMk/>
            <pc:sldMk cId="0" sldId="350"/>
            <ac:spMk id="22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8:24.617" v="6956" actId="1035"/>
          <ac:spMkLst>
            <pc:docMk/>
            <pc:sldMk cId="0" sldId="350"/>
            <ac:spMk id="23" creationId="{4D04749A-B9DD-9743-40B6-0AEC064AE3E8}"/>
          </ac:spMkLst>
        </pc:spChg>
        <pc:spChg chg="mod">
          <ac:chgData name="Luiz Augusto Melo Pereira" userId="4bd5ce759a66f368" providerId="LiveId" clId="{4C51E0EE-EA66-4A23-A612-21CB3A93C93D}" dt="2025-01-27T16:58:18.546" v="6954" actId="1076"/>
          <ac:spMkLst>
            <pc:docMk/>
            <pc:sldMk cId="0" sldId="350"/>
            <ac:spMk id="24" creationId="{C4F96C49-0DE7-F84A-573E-BF90EE394DF9}"/>
          </ac:spMkLst>
        </pc:spChg>
      </pc:sldChg>
      <pc:sldChg chg="addSp delSp modSp mod">
        <pc:chgData name="Luiz Augusto Melo Pereira" userId="4bd5ce759a66f368" providerId="LiveId" clId="{4C51E0EE-EA66-4A23-A612-21CB3A93C93D}" dt="2025-01-27T16:59:58.618" v="7001" actId="114"/>
        <pc:sldMkLst>
          <pc:docMk/>
          <pc:sldMk cId="0" sldId="351"/>
        </pc:sldMkLst>
        <pc:spChg chg="mod">
          <ac:chgData name="Luiz Augusto Melo Pereira" userId="4bd5ce759a66f368" providerId="LiveId" clId="{4C51E0EE-EA66-4A23-A612-21CB3A93C93D}" dt="2025-01-27T16:58:40.820" v="6959" actId="1076"/>
          <ac:spMkLst>
            <pc:docMk/>
            <pc:sldMk cId="0" sldId="351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6:58:43.251" v="6961" actId="1076"/>
          <ac:spMkLst>
            <pc:docMk/>
            <pc:sldMk cId="0" sldId="351"/>
            <ac:spMk id="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9:11.425" v="6976" actId="478"/>
          <ac:spMkLst>
            <pc:docMk/>
            <pc:sldMk cId="0" sldId="351"/>
            <ac:spMk id="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9:10.070" v="6975" actId="478"/>
          <ac:spMkLst>
            <pc:docMk/>
            <pc:sldMk cId="0" sldId="351"/>
            <ac:spMk id="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9:07.439" v="6973" actId="478"/>
          <ac:spMkLst>
            <pc:docMk/>
            <pc:sldMk cId="0" sldId="351"/>
            <ac:spMk id="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9:08.900" v="6974" actId="478"/>
          <ac:spMkLst>
            <pc:docMk/>
            <pc:sldMk cId="0" sldId="351"/>
            <ac:spMk id="1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9:43.875" v="6999" actId="478"/>
          <ac:spMkLst>
            <pc:docMk/>
            <pc:sldMk cId="0" sldId="351"/>
            <ac:spMk id="1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6:59:42.429" v="6998" actId="478"/>
          <ac:spMkLst>
            <pc:docMk/>
            <pc:sldMk cId="0" sldId="351"/>
            <ac:spMk id="12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6:59:13.874" v="6977" actId="1076"/>
          <ac:spMkLst>
            <pc:docMk/>
            <pc:sldMk cId="0" sldId="351"/>
            <ac:spMk id="13" creationId="{42890BFF-1802-B78F-2B92-717113FD2E69}"/>
          </ac:spMkLst>
        </pc:spChg>
        <pc:spChg chg="add mod">
          <ac:chgData name="Luiz Augusto Melo Pereira" userId="4bd5ce759a66f368" providerId="LiveId" clId="{4C51E0EE-EA66-4A23-A612-21CB3A93C93D}" dt="2025-01-27T16:59:58.618" v="7001" actId="114"/>
          <ac:spMkLst>
            <pc:docMk/>
            <pc:sldMk cId="0" sldId="351"/>
            <ac:spMk id="14" creationId="{EDBC91D3-37C7-867C-3685-1A9DA6CE0DB2}"/>
          </ac:spMkLst>
        </pc:spChg>
      </pc:sldChg>
      <pc:sldChg chg="delSp modSp mod">
        <pc:chgData name="Luiz Augusto Melo Pereira" userId="4bd5ce759a66f368" providerId="LiveId" clId="{4C51E0EE-EA66-4A23-A612-21CB3A93C93D}" dt="2025-01-27T17:02:11.158" v="7062" actId="1035"/>
        <pc:sldMkLst>
          <pc:docMk/>
          <pc:sldMk cId="0" sldId="352"/>
        </pc:sldMkLst>
        <pc:spChg chg="del">
          <ac:chgData name="Luiz Augusto Melo Pereira" userId="4bd5ce759a66f368" providerId="LiveId" clId="{4C51E0EE-EA66-4A23-A612-21CB3A93C93D}" dt="2025-01-27T17:00:39.610" v="7016" actId="478"/>
          <ac:spMkLst>
            <pc:docMk/>
            <pc:sldMk cId="0" sldId="352"/>
            <ac:spMk id="3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7:02:07.004" v="7060" actId="552"/>
          <ac:spMkLst>
            <pc:docMk/>
            <pc:sldMk cId="0" sldId="352"/>
            <ac:spMk id="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7:02:11.158" v="7062" actId="1035"/>
          <ac:spMkLst>
            <pc:docMk/>
            <pc:sldMk cId="0" sldId="352"/>
            <ac:spMk id="6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7:02:20.285" v="7064" actId="1076"/>
        <pc:sldMkLst>
          <pc:docMk/>
          <pc:sldMk cId="0" sldId="353"/>
        </pc:sldMkLst>
        <pc:spChg chg="mod">
          <ac:chgData name="Luiz Augusto Melo Pereira" userId="4bd5ce759a66f368" providerId="LiveId" clId="{4C51E0EE-EA66-4A23-A612-21CB3A93C93D}" dt="2025-01-27T17:02:20.285" v="7064" actId="1076"/>
          <ac:spMkLst>
            <pc:docMk/>
            <pc:sldMk cId="0" sldId="35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4C51E0EE-EA66-4A23-A612-21CB3A93C93D}" dt="2025-01-27T17:02:23.981" v="7066" actId="1076"/>
        <pc:sldMkLst>
          <pc:docMk/>
          <pc:sldMk cId="0" sldId="354"/>
        </pc:sldMkLst>
        <pc:spChg chg="mod">
          <ac:chgData name="Luiz Augusto Melo Pereira" userId="4bd5ce759a66f368" providerId="LiveId" clId="{4C51E0EE-EA66-4A23-A612-21CB3A93C93D}" dt="2025-01-27T17:02:23.981" v="7066" actId="1076"/>
          <ac:spMkLst>
            <pc:docMk/>
            <pc:sldMk cId="0" sldId="354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4C51E0EE-EA66-4A23-A612-21CB3A93C93D}" dt="2025-01-27T17:03:30.685" v="7086" actId="20577"/>
        <pc:sldMkLst>
          <pc:docMk/>
          <pc:sldMk cId="0" sldId="365"/>
        </pc:sldMkLst>
        <pc:spChg chg="del">
          <ac:chgData name="Luiz Augusto Melo Pereira" userId="4bd5ce759a66f368" providerId="LiveId" clId="{4C51E0EE-EA66-4A23-A612-21CB3A93C93D}" dt="2025-01-27T17:03:00.265" v="7073" actId="478"/>
          <ac:spMkLst>
            <pc:docMk/>
            <pc:sldMk cId="0" sldId="365"/>
            <ac:spMk id="19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7:03:10.626" v="7077" actId="20577"/>
          <ac:spMkLst>
            <pc:docMk/>
            <pc:sldMk cId="0" sldId="365"/>
            <ac:spMk id="2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3:15.858" v="7079" actId="478"/>
          <ac:spMkLst>
            <pc:docMk/>
            <pc:sldMk cId="0" sldId="365"/>
            <ac:spMk id="21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7:03:30.685" v="7086" actId="20577"/>
          <ac:spMkLst>
            <pc:docMk/>
            <pc:sldMk cId="0" sldId="365"/>
            <ac:spMk id="22" creationId="{00000000-0000-0000-0000-000000000000}"/>
          </ac:spMkLst>
        </pc:spChg>
      </pc:sldChg>
      <pc:sldChg chg="addSp delSp modSp mod">
        <pc:chgData name="Luiz Augusto Melo Pereira" userId="4bd5ce759a66f368" providerId="LiveId" clId="{4C51E0EE-EA66-4A23-A612-21CB3A93C93D}" dt="2025-01-27T17:04:44.525" v="7121" actId="1035"/>
        <pc:sldMkLst>
          <pc:docMk/>
          <pc:sldMk cId="0" sldId="367"/>
        </pc:sldMkLst>
        <pc:spChg chg="del">
          <ac:chgData name="Luiz Augusto Melo Pereira" userId="4bd5ce759a66f368" providerId="LiveId" clId="{4C51E0EE-EA66-4A23-A612-21CB3A93C93D}" dt="2025-01-27T17:04:07.229" v="7099" actId="478"/>
          <ac:spMkLst>
            <pc:docMk/>
            <pc:sldMk cId="0" sldId="367"/>
            <ac:spMk id="74" creationId="{00000000-0000-0000-0000-000000000000}"/>
          </ac:spMkLst>
        </pc:spChg>
        <pc:spChg chg="mod">
          <ac:chgData name="Luiz Augusto Melo Pereira" userId="4bd5ce759a66f368" providerId="LiveId" clId="{4C51E0EE-EA66-4A23-A612-21CB3A93C93D}" dt="2025-01-27T17:04:41.378" v="7115" actId="552"/>
          <ac:spMkLst>
            <pc:docMk/>
            <pc:sldMk cId="0" sldId="367"/>
            <ac:spMk id="7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06.469" v="7098" actId="478"/>
          <ac:spMkLst>
            <pc:docMk/>
            <pc:sldMk cId="0" sldId="367"/>
            <ac:spMk id="76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13.447" v="7103" actId="478"/>
          <ac:spMkLst>
            <pc:docMk/>
            <pc:sldMk cId="0" sldId="367"/>
            <ac:spMk id="77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16.455" v="7105" actId="478"/>
          <ac:spMkLst>
            <pc:docMk/>
            <pc:sldMk cId="0" sldId="367"/>
            <ac:spMk id="78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14.076" v="7104" actId="478"/>
          <ac:spMkLst>
            <pc:docMk/>
            <pc:sldMk cId="0" sldId="367"/>
            <ac:spMk id="7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26.518" v="7109" actId="478"/>
          <ac:spMkLst>
            <pc:docMk/>
            <pc:sldMk cId="0" sldId="367"/>
            <ac:spMk id="80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27.948" v="7110" actId="478"/>
          <ac:spMkLst>
            <pc:docMk/>
            <pc:sldMk cId="0" sldId="367"/>
            <ac:spMk id="81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26.518" v="7109" actId="478"/>
          <ac:spMkLst>
            <pc:docMk/>
            <pc:sldMk cId="0" sldId="367"/>
            <ac:spMk id="82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7:04:41.378" v="7115" actId="552"/>
          <ac:spMkLst>
            <pc:docMk/>
            <pc:sldMk cId="0" sldId="367"/>
            <ac:spMk id="85" creationId="{F25B4872-02BF-8D6E-C04D-E0ED3D53D9A8}"/>
          </ac:spMkLst>
        </pc:spChg>
        <pc:spChg chg="add mod">
          <ac:chgData name="Luiz Augusto Melo Pereira" userId="4bd5ce759a66f368" providerId="LiveId" clId="{4C51E0EE-EA66-4A23-A612-21CB3A93C93D}" dt="2025-01-27T17:04:44.525" v="7121" actId="1035"/>
          <ac:spMkLst>
            <pc:docMk/>
            <pc:sldMk cId="0" sldId="367"/>
            <ac:spMk id="86" creationId="{96BF0A23-5295-3150-F728-5E02AEE5E968}"/>
          </ac:spMkLst>
        </pc:spChg>
      </pc:sldChg>
      <pc:sldChg chg="addSp delSp modSp mod">
        <pc:chgData name="Luiz Augusto Melo Pereira" userId="4bd5ce759a66f368" providerId="LiveId" clId="{4C51E0EE-EA66-4A23-A612-21CB3A93C93D}" dt="2025-01-27T17:04:59.925" v="7127"/>
        <pc:sldMkLst>
          <pc:docMk/>
          <pc:sldMk cId="0" sldId="368"/>
        </pc:sldMkLst>
        <pc:spChg chg="del">
          <ac:chgData name="Luiz Augusto Melo Pereira" userId="4bd5ce759a66f368" providerId="LiveId" clId="{4C51E0EE-EA66-4A23-A612-21CB3A93C93D}" dt="2025-01-27T17:04:58.979" v="7126" actId="478"/>
          <ac:spMkLst>
            <pc:docMk/>
            <pc:sldMk cId="0" sldId="368"/>
            <ac:spMk id="32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7:04:57.237" v="7125" actId="478"/>
          <ac:spMkLst>
            <pc:docMk/>
            <pc:sldMk cId="0" sldId="368"/>
            <ac:spMk id="3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58.979" v="7126" actId="478"/>
          <ac:spMkLst>
            <pc:docMk/>
            <pc:sldMk cId="0" sldId="368"/>
            <ac:spMk id="3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58.979" v="7126" actId="478"/>
          <ac:spMkLst>
            <pc:docMk/>
            <pc:sldMk cId="0" sldId="368"/>
            <ac:spMk id="53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55.024" v="7122" actId="478"/>
          <ac:spMkLst>
            <pc:docMk/>
            <pc:sldMk cId="0" sldId="368"/>
            <ac:spMk id="54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58.979" v="7126" actId="478"/>
          <ac:spMkLst>
            <pc:docMk/>
            <pc:sldMk cId="0" sldId="368"/>
            <ac:spMk id="55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58.979" v="7126" actId="478"/>
          <ac:spMkLst>
            <pc:docMk/>
            <pc:sldMk cId="0" sldId="368"/>
            <ac:spMk id="68" creationId="{00000000-0000-0000-0000-000000000000}"/>
          </ac:spMkLst>
        </pc:spChg>
        <pc:spChg chg="del mod">
          <ac:chgData name="Luiz Augusto Melo Pereira" userId="4bd5ce759a66f368" providerId="LiveId" clId="{4C51E0EE-EA66-4A23-A612-21CB3A93C93D}" dt="2025-01-27T17:04:56.278" v="7123" actId="478"/>
          <ac:spMkLst>
            <pc:docMk/>
            <pc:sldMk cId="0" sldId="368"/>
            <ac:spMk id="69" creationId="{00000000-0000-0000-0000-000000000000}"/>
          </ac:spMkLst>
        </pc:spChg>
        <pc:spChg chg="del">
          <ac:chgData name="Luiz Augusto Melo Pereira" userId="4bd5ce759a66f368" providerId="LiveId" clId="{4C51E0EE-EA66-4A23-A612-21CB3A93C93D}" dt="2025-01-27T17:04:58.979" v="7126" actId="478"/>
          <ac:spMkLst>
            <pc:docMk/>
            <pc:sldMk cId="0" sldId="368"/>
            <ac:spMk id="70" creationId="{00000000-0000-0000-0000-000000000000}"/>
          </ac:spMkLst>
        </pc:spChg>
        <pc:spChg chg="add mod">
          <ac:chgData name="Luiz Augusto Melo Pereira" userId="4bd5ce759a66f368" providerId="LiveId" clId="{4C51E0EE-EA66-4A23-A612-21CB3A93C93D}" dt="2025-01-27T17:04:59.925" v="7127"/>
          <ac:spMkLst>
            <pc:docMk/>
            <pc:sldMk cId="0" sldId="368"/>
            <ac:spMk id="74" creationId="{E545D4FF-4077-D4F1-13A0-383279C1F380}"/>
          </ac:spMkLst>
        </pc:spChg>
        <pc:spChg chg="add mod">
          <ac:chgData name="Luiz Augusto Melo Pereira" userId="4bd5ce759a66f368" providerId="LiveId" clId="{4C51E0EE-EA66-4A23-A612-21CB3A93C93D}" dt="2025-01-27T17:04:59.925" v="7127"/>
          <ac:spMkLst>
            <pc:docMk/>
            <pc:sldMk cId="0" sldId="368"/>
            <ac:spMk id="75" creationId="{E0BD9FB7-F362-4CD0-288B-701DB761D716}"/>
          </ac:spMkLst>
        </pc:spChg>
        <pc:spChg chg="add mod">
          <ac:chgData name="Luiz Augusto Melo Pereira" userId="4bd5ce759a66f368" providerId="LiveId" clId="{4C51E0EE-EA66-4A23-A612-21CB3A93C93D}" dt="2025-01-27T17:04:59.925" v="7127"/>
          <ac:spMkLst>
            <pc:docMk/>
            <pc:sldMk cId="0" sldId="368"/>
            <ac:spMk id="76" creationId="{AEC2DDDA-972A-F451-0740-5E9D1D2EB3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6BD89-05AF-43FA-B22D-A2ED24E87E2B}" type="datetimeFigureOut">
              <a:rPr lang="pt-BR" smtClean="0"/>
              <a:t>26/01/2025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7821F-D402-4CBD-860B-091CBB153F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54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7821F-D402-4CBD-860B-091CBB153F78}" type="slidenum">
              <a:rPr lang="pt-BR" smtClean="0"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2802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1011936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 Math"/>
                <a:cs typeface="Cambria Math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239" y="1759966"/>
            <a:ext cx="10859770" cy="276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12" Type="http://schemas.openxmlformats.org/officeDocument/2006/relationships/image" Target="../media/image3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9.png"/><Relationship Id="rId4" Type="http://schemas.openxmlformats.org/officeDocument/2006/relationships/image" Target="../media/image43.png"/><Relationship Id="rId9" Type="http://schemas.openxmlformats.org/officeDocument/2006/relationships/image" Target="../media/image46.png"/><Relationship Id="rId1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0.png"/><Relationship Id="rId3" Type="http://schemas.openxmlformats.org/officeDocument/2006/relationships/image" Target="../media/image41.png"/><Relationship Id="rId7" Type="http://schemas.openxmlformats.org/officeDocument/2006/relationships/image" Target="../media/image30.png"/><Relationship Id="rId12" Type="http://schemas.openxmlformats.org/officeDocument/2006/relationships/image" Target="../media/image33.png"/><Relationship Id="rId2" Type="http://schemas.openxmlformats.org/officeDocument/2006/relationships/image" Target="../media/image49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9.png"/><Relationship Id="rId5" Type="http://schemas.openxmlformats.org/officeDocument/2006/relationships/image" Target="../media/image43.png"/><Relationship Id="rId15" Type="http://schemas.openxmlformats.org/officeDocument/2006/relationships/image" Target="../media/image47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Relationship Id="rId1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9.png"/><Relationship Id="rId18" Type="http://schemas.openxmlformats.org/officeDocument/2006/relationships/image" Target="../media/image61.png"/><Relationship Id="rId3" Type="http://schemas.openxmlformats.org/officeDocument/2006/relationships/image" Target="../media/image29.png"/><Relationship Id="rId21" Type="http://schemas.openxmlformats.org/officeDocument/2006/relationships/image" Target="../media/image64.png"/><Relationship Id="rId7" Type="http://schemas.openxmlformats.org/officeDocument/2006/relationships/image" Target="../media/image55.png"/><Relationship Id="rId12" Type="http://schemas.openxmlformats.org/officeDocument/2006/relationships/image" Target="../media/image58.png"/><Relationship Id="rId17" Type="http://schemas.openxmlformats.org/officeDocument/2006/relationships/image" Target="../media/image60.png"/><Relationship Id="rId2" Type="http://schemas.openxmlformats.org/officeDocument/2006/relationships/image" Target="../media/image52.png"/><Relationship Id="rId16" Type="http://schemas.openxmlformats.org/officeDocument/2006/relationships/image" Target="../media/image3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57.png"/><Relationship Id="rId5" Type="http://schemas.openxmlformats.org/officeDocument/2006/relationships/image" Target="../media/image54.png"/><Relationship Id="rId15" Type="http://schemas.openxmlformats.org/officeDocument/2006/relationships/image" Target="../media/image30.png"/><Relationship Id="rId10" Type="http://schemas.openxmlformats.org/officeDocument/2006/relationships/image" Target="../media/image33.png"/><Relationship Id="rId19" Type="http://schemas.openxmlformats.org/officeDocument/2006/relationships/image" Target="../media/image62.png"/><Relationship Id="rId4" Type="http://schemas.openxmlformats.org/officeDocument/2006/relationships/image" Target="../media/image53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0.png"/><Relationship Id="rId18" Type="http://schemas.openxmlformats.org/officeDocument/2006/relationships/image" Target="../media/image38.png"/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12" Type="http://schemas.openxmlformats.org/officeDocument/2006/relationships/image" Target="../media/image32.png"/><Relationship Id="rId17" Type="http://schemas.openxmlformats.org/officeDocument/2006/relationships/image" Target="../media/image73.png"/><Relationship Id="rId2" Type="http://schemas.openxmlformats.org/officeDocument/2006/relationships/image" Target="../media/image65.png"/><Relationship Id="rId16" Type="http://schemas.openxmlformats.org/officeDocument/2006/relationships/image" Target="../media/image39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1.png"/><Relationship Id="rId5" Type="http://schemas.openxmlformats.org/officeDocument/2006/relationships/image" Target="../media/image67.png"/><Relationship Id="rId15" Type="http://schemas.openxmlformats.org/officeDocument/2006/relationships/image" Target="../media/image72.png"/><Relationship Id="rId10" Type="http://schemas.openxmlformats.org/officeDocument/2006/relationships/image" Target="../media/image42.png"/><Relationship Id="rId19" Type="http://schemas.openxmlformats.org/officeDocument/2006/relationships/image" Target="../media/image40.png"/><Relationship Id="rId4" Type="http://schemas.openxmlformats.org/officeDocument/2006/relationships/image" Target="../media/image66.png"/><Relationship Id="rId9" Type="http://schemas.openxmlformats.org/officeDocument/2006/relationships/image" Target="../media/image69.png"/><Relationship Id="rId1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" Type="http://schemas.openxmlformats.org/officeDocument/2006/relationships/image" Target="../media/image94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luiz10ml/tp555-ml/blob/main/exemplos/classification/linear/bayes/bpsk_detection.ipynb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5-ml/blob/main/exemplos/classification/linear/bayes/ClassifyingTextMultinomialNB.ipynb" TargetMode="External"/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luiz10ml/tp555-ml/blob/main/exemplos/classification/linear/bayes/ClassifyingTextMultinomialNB.ipynb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hyperlink" Target="https://colab.research.google.com/github/luiz10ml/tp555-ml/blob/main/exemplos/classification/linear/bayes/SPAMClassificationBernoulliNB.ipynb" TargetMode="Externa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110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0.png"/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0.png"/><Relationship Id="rId7" Type="http://schemas.openxmlformats.org/officeDocument/2006/relationships/image" Target="../media/image1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0.png"/><Relationship Id="rId5" Type="http://schemas.openxmlformats.org/officeDocument/2006/relationships/image" Target="../media/image1530.png"/><Relationship Id="rId4" Type="http://schemas.openxmlformats.org/officeDocument/2006/relationships/image" Target="../media/image1520.png"/><Relationship Id="rId9" Type="http://schemas.openxmlformats.org/officeDocument/2006/relationships/image" Target="../media/image18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6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" Type="http://schemas.openxmlformats.org/officeDocument/2006/relationships/image" Target="../media/image197.png"/><Relationship Id="rId16" Type="http://schemas.openxmlformats.org/officeDocument/2006/relationships/image" Target="../media/image2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5" Type="http://schemas.openxmlformats.org/officeDocument/2006/relationships/image" Target="../media/image210.png"/><Relationship Id="rId10" Type="http://schemas.openxmlformats.org/officeDocument/2006/relationships/image" Target="../media/image205.png"/><Relationship Id="rId19" Type="http://schemas.openxmlformats.org/officeDocument/2006/relationships/image" Target="../media/image214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4" Type="http://schemas.openxmlformats.org/officeDocument/2006/relationships/image" Target="../media/image20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linear/logistic/SPAMClassificationLogisticRegressionSciKit.ipynb" TargetMode="External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linear/logistic/ClassificationOfFourClassesWithOvAandOvO.ipynb" TargetMode="External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hyperlink" Target="https://colab.research.google.com/github/luiz10ml/tp555-ml/blob/main/exemplos/classification/linear/logistic/ClassificationOfFourClassesWithOvAandOvO-SciKitLearn.ipynb" TargetMode="Externa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5" Type="http://schemas.openxmlformats.org/officeDocument/2006/relationships/image" Target="../media/image1910.png"/><Relationship Id="rId4" Type="http://schemas.openxmlformats.org/officeDocument/2006/relationships/hyperlink" Target="https://colab.research.google.com/github/luiz10ml/tp555-ml/blob/main/exemplos/classification/linear/softmax/softmax_regressor_with_gradient_descent.ipynb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uiz10ml/tp555-ml/blob/main/exemplos/classification/linear/logistic/MultiClassDigitClassification.ipynb" TargetMode="External"/><Relationship Id="rId2" Type="http://schemas.openxmlformats.org/officeDocument/2006/relationships/image" Target="../media/image244.jp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19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0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7" Type="http://schemas.openxmlformats.org/officeDocument/2006/relationships/image" Target="../media/image2030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0.png"/><Relationship Id="rId5" Type="http://schemas.openxmlformats.org/officeDocument/2006/relationships/image" Target="../media/image2010.png"/><Relationship Id="rId4" Type="http://schemas.openxmlformats.org/officeDocument/2006/relationships/image" Target="../media/image200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ogozhnikov.github.io/2015/10/05/roc-curve.html" TargetMode="Externa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7" Type="http://schemas.openxmlformats.org/officeDocument/2006/relationships/hyperlink" Target="https://colab.research.google.com/github/luiz10ml/tp555-ml/blob/main/exemplos/classification/linear/logistic/classification_metrics.ipynb" TargetMode="External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8.png"/><Relationship Id="rId5" Type="http://schemas.openxmlformats.org/officeDocument/2006/relationships/image" Target="../media/image267.jpg"/><Relationship Id="rId4" Type="http://schemas.openxmlformats.org/officeDocument/2006/relationships/image" Target="../media/image266.jp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3.jpg"/><Relationship Id="rId5" Type="http://schemas.openxmlformats.org/officeDocument/2006/relationships/image" Target="../media/image272.jpg"/><Relationship Id="rId4" Type="http://schemas.openxmlformats.org/officeDocument/2006/relationships/image" Target="../media/image271.jp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Relationship Id="rId9" Type="http://schemas.openxmlformats.org/officeDocument/2006/relationships/image" Target="../media/image281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png"/><Relationship Id="rId3" Type="http://schemas.openxmlformats.org/officeDocument/2006/relationships/image" Target="../media/image283.png"/><Relationship Id="rId7" Type="http://schemas.openxmlformats.org/officeDocument/2006/relationships/image" Target="../media/image287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6.png"/><Relationship Id="rId5" Type="http://schemas.openxmlformats.org/officeDocument/2006/relationships/image" Target="../media/image285.png"/><Relationship Id="rId4" Type="http://schemas.openxmlformats.org/officeDocument/2006/relationships/image" Target="../media/image284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image" Target="../media/image300.png"/><Relationship Id="rId18" Type="http://schemas.openxmlformats.org/officeDocument/2006/relationships/image" Target="../media/image305.png"/><Relationship Id="rId26" Type="http://schemas.openxmlformats.org/officeDocument/2006/relationships/image" Target="../media/image313.png"/><Relationship Id="rId3" Type="http://schemas.openxmlformats.org/officeDocument/2006/relationships/image" Target="../media/image290.png"/><Relationship Id="rId21" Type="http://schemas.openxmlformats.org/officeDocument/2006/relationships/image" Target="../media/image308.png"/><Relationship Id="rId7" Type="http://schemas.openxmlformats.org/officeDocument/2006/relationships/image" Target="../media/image294.png"/><Relationship Id="rId12" Type="http://schemas.openxmlformats.org/officeDocument/2006/relationships/image" Target="../media/image299.png"/><Relationship Id="rId17" Type="http://schemas.openxmlformats.org/officeDocument/2006/relationships/image" Target="../media/image304.png"/><Relationship Id="rId25" Type="http://schemas.openxmlformats.org/officeDocument/2006/relationships/image" Target="../media/image312.png"/><Relationship Id="rId2" Type="http://schemas.openxmlformats.org/officeDocument/2006/relationships/image" Target="../media/image289.png"/><Relationship Id="rId16" Type="http://schemas.openxmlformats.org/officeDocument/2006/relationships/image" Target="../media/image303.png"/><Relationship Id="rId20" Type="http://schemas.openxmlformats.org/officeDocument/2006/relationships/image" Target="../media/image307.png"/><Relationship Id="rId29" Type="http://schemas.openxmlformats.org/officeDocument/2006/relationships/image" Target="../media/image3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24" Type="http://schemas.openxmlformats.org/officeDocument/2006/relationships/image" Target="../media/image311.png"/><Relationship Id="rId5" Type="http://schemas.openxmlformats.org/officeDocument/2006/relationships/image" Target="../media/image292.png"/><Relationship Id="rId15" Type="http://schemas.openxmlformats.org/officeDocument/2006/relationships/image" Target="../media/image302.png"/><Relationship Id="rId23" Type="http://schemas.openxmlformats.org/officeDocument/2006/relationships/image" Target="../media/image310.png"/><Relationship Id="rId28" Type="http://schemas.openxmlformats.org/officeDocument/2006/relationships/image" Target="../media/image315.png"/><Relationship Id="rId10" Type="http://schemas.openxmlformats.org/officeDocument/2006/relationships/image" Target="../media/image297.png"/><Relationship Id="rId19" Type="http://schemas.openxmlformats.org/officeDocument/2006/relationships/image" Target="../media/image306.png"/><Relationship Id="rId4" Type="http://schemas.openxmlformats.org/officeDocument/2006/relationships/image" Target="../media/image291.png"/><Relationship Id="rId9" Type="http://schemas.openxmlformats.org/officeDocument/2006/relationships/image" Target="../media/image296.png"/><Relationship Id="rId14" Type="http://schemas.openxmlformats.org/officeDocument/2006/relationships/image" Target="../media/image301.png"/><Relationship Id="rId22" Type="http://schemas.openxmlformats.org/officeDocument/2006/relationships/image" Target="../media/image309.png"/><Relationship Id="rId27" Type="http://schemas.openxmlformats.org/officeDocument/2006/relationships/image" Target="../media/image314.png"/><Relationship Id="rId30" Type="http://schemas.openxmlformats.org/officeDocument/2006/relationships/image" Target="../media/image317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39.png"/><Relationship Id="rId3" Type="http://schemas.openxmlformats.org/officeDocument/2006/relationships/image" Target="../media/image38.png"/><Relationship Id="rId7" Type="http://schemas.openxmlformats.org/officeDocument/2006/relationships/image" Target="../media/image322.png"/><Relationship Id="rId12" Type="http://schemas.openxmlformats.org/officeDocument/2006/relationships/image" Target="../media/image32.png"/><Relationship Id="rId2" Type="http://schemas.openxmlformats.org/officeDocument/2006/relationships/image" Target="../media/image27.png"/><Relationship Id="rId16" Type="http://schemas.openxmlformats.org/officeDocument/2006/relationships/image" Target="../media/image3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1.png"/><Relationship Id="rId11" Type="http://schemas.openxmlformats.org/officeDocument/2006/relationships/image" Target="../media/image46.png"/><Relationship Id="rId5" Type="http://schemas.openxmlformats.org/officeDocument/2006/relationships/image" Target="../media/image29.png"/><Relationship Id="rId15" Type="http://schemas.openxmlformats.org/officeDocument/2006/relationships/image" Target="../media/image326.png"/><Relationship Id="rId10" Type="http://schemas.openxmlformats.org/officeDocument/2006/relationships/image" Target="../media/image36.png"/><Relationship Id="rId4" Type="http://schemas.openxmlformats.org/officeDocument/2006/relationships/image" Target="../media/image40.png"/><Relationship Id="rId9" Type="http://schemas.openxmlformats.org/officeDocument/2006/relationships/image" Target="../media/image324.png"/><Relationship Id="rId14" Type="http://schemas.openxmlformats.org/officeDocument/2006/relationships/image" Target="../media/image325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3" Type="http://schemas.openxmlformats.org/officeDocument/2006/relationships/image" Target="../media/image329.png"/><Relationship Id="rId7" Type="http://schemas.openxmlformats.org/officeDocument/2006/relationships/image" Target="../media/image332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1.png"/><Relationship Id="rId5" Type="http://schemas.openxmlformats.org/officeDocument/2006/relationships/image" Target="../media/image276.png"/><Relationship Id="rId4" Type="http://schemas.openxmlformats.org/officeDocument/2006/relationships/image" Target="../media/image330.png"/><Relationship Id="rId9" Type="http://schemas.openxmlformats.org/officeDocument/2006/relationships/image" Target="../media/image334.png"/></Relationships>
</file>

<file path=ppt/slides/_rels/slide1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5.png"/><Relationship Id="rId18" Type="http://schemas.openxmlformats.org/officeDocument/2006/relationships/image" Target="../media/image350.png"/><Relationship Id="rId26" Type="http://schemas.openxmlformats.org/officeDocument/2006/relationships/image" Target="../media/image357.png"/><Relationship Id="rId3" Type="http://schemas.openxmlformats.org/officeDocument/2006/relationships/image" Target="../media/image335.png"/><Relationship Id="rId21" Type="http://schemas.openxmlformats.org/officeDocument/2006/relationships/image" Target="../media/image202.png"/><Relationship Id="rId7" Type="http://schemas.openxmlformats.org/officeDocument/2006/relationships/image" Target="../media/image339.png"/><Relationship Id="rId12" Type="http://schemas.openxmlformats.org/officeDocument/2006/relationships/image" Target="../media/image344.png"/><Relationship Id="rId17" Type="http://schemas.openxmlformats.org/officeDocument/2006/relationships/image" Target="../media/image349.png"/><Relationship Id="rId25" Type="http://schemas.openxmlformats.org/officeDocument/2006/relationships/image" Target="../media/image356.png"/><Relationship Id="rId33" Type="http://schemas.openxmlformats.org/officeDocument/2006/relationships/image" Target="../media/image364.png"/><Relationship Id="rId2" Type="http://schemas.openxmlformats.org/officeDocument/2006/relationships/image" Target="../media/image207.png"/><Relationship Id="rId16" Type="http://schemas.openxmlformats.org/officeDocument/2006/relationships/image" Target="../media/image348.png"/><Relationship Id="rId20" Type="http://schemas.openxmlformats.org/officeDocument/2006/relationships/image" Target="../media/image352.png"/><Relationship Id="rId29" Type="http://schemas.openxmlformats.org/officeDocument/2006/relationships/image" Target="../media/image3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8.png"/><Relationship Id="rId11" Type="http://schemas.openxmlformats.org/officeDocument/2006/relationships/image" Target="../media/image343.png"/><Relationship Id="rId24" Type="http://schemas.openxmlformats.org/officeDocument/2006/relationships/image" Target="../media/image355.png"/><Relationship Id="rId32" Type="http://schemas.openxmlformats.org/officeDocument/2006/relationships/image" Target="../media/image363.png"/><Relationship Id="rId5" Type="http://schemas.openxmlformats.org/officeDocument/2006/relationships/image" Target="../media/image337.png"/><Relationship Id="rId15" Type="http://schemas.openxmlformats.org/officeDocument/2006/relationships/image" Target="../media/image347.png"/><Relationship Id="rId23" Type="http://schemas.openxmlformats.org/officeDocument/2006/relationships/image" Target="../media/image354.png"/><Relationship Id="rId28" Type="http://schemas.openxmlformats.org/officeDocument/2006/relationships/image" Target="../media/image359.png"/><Relationship Id="rId10" Type="http://schemas.openxmlformats.org/officeDocument/2006/relationships/image" Target="../media/image342.png"/><Relationship Id="rId19" Type="http://schemas.openxmlformats.org/officeDocument/2006/relationships/image" Target="../media/image351.png"/><Relationship Id="rId31" Type="http://schemas.openxmlformats.org/officeDocument/2006/relationships/image" Target="../media/image362.png"/><Relationship Id="rId4" Type="http://schemas.openxmlformats.org/officeDocument/2006/relationships/image" Target="../media/image336.png"/><Relationship Id="rId9" Type="http://schemas.openxmlformats.org/officeDocument/2006/relationships/image" Target="../media/image341.png"/><Relationship Id="rId14" Type="http://schemas.openxmlformats.org/officeDocument/2006/relationships/image" Target="../media/image346.png"/><Relationship Id="rId22" Type="http://schemas.openxmlformats.org/officeDocument/2006/relationships/image" Target="../media/image353.png"/><Relationship Id="rId27" Type="http://schemas.openxmlformats.org/officeDocument/2006/relationships/image" Target="../media/image358.png"/><Relationship Id="rId30" Type="http://schemas.openxmlformats.org/officeDocument/2006/relationships/image" Target="../media/image361.png"/><Relationship Id="rId8" Type="http://schemas.openxmlformats.org/officeDocument/2006/relationships/image" Target="../media/image340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png"/><Relationship Id="rId13" Type="http://schemas.openxmlformats.org/officeDocument/2006/relationships/image" Target="../media/image368.png"/><Relationship Id="rId18" Type="http://schemas.openxmlformats.org/officeDocument/2006/relationships/image" Target="../media/image371.png"/><Relationship Id="rId3" Type="http://schemas.openxmlformats.org/officeDocument/2006/relationships/image" Target="../media/image336.png"/><Relationship Id="rId21" Type="http://schemas.openxmlformats.org/officeDocument/2006/relationships/image" Target="../media/image374.png"/><Relationship Id="rId7" Type="http://schemas.openxmlformats.org/officeDocument/2006/relationships/image" Target="../media/image340.png"/><Relationship Id="rId12" Type="http://schemas.openxmlformats.org/officeDocument/2006/relationships/image" Target="../media/image350.png"/><Relationship Id="rId17" Type="http://schemas.openxmlformats.org/officeDocument/2006/relationships/image" Target="../media/image370.png"/><Relationship Id="rId2" Type="http://schemas.openxmlformats.org/officeDocument/2006/relationships/image" Target="../media/image207.png"/><Relationship Id="rId16" Type="http://schemas.openxmlformats.org/officeDocument/2006/relationships/image" Target="../media/image212.png"/><Relationship Id="rId20" Type="http://schemas.openxmlformats.org/officeDocument/2006/relationships/image" Target="../media/image3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9.png"/><Relationship Id="rId11" Type="http://schemas.openxmlformats.org/officeDocument/2006/relationships/image" Target="../media/image367.png"/><Relationship Id="rId24" Type="http://schemas.openxmlformats.org/officeDocument/2006/relationships/image" Target="../media/image364.png"/><Relationship Id="rId5" Type="http://schemas.openxmlformats.org/officeDocument/2006/relationships/image" Target="../media/image338.png"/><Relationship Id="rId15" Type="http://schemas.openxmlformats.org/officeDocument/2006/relationships/image" Target="../media/image369.png"/><Relationship Id="rId23" Type="http://schemas.openxmlformats.org/officeDocument/2006/relationships/image" Target="../media/image363.png"/><Relationship Id="rId10" Type="http://schemas.openxmlformats.org/officeDocument/2006/relationships/image" Target="../media/image366.png"/><Relationship Id="rId19" Type="http://schemas.openxmlformats.org/officeDocument/2006/relationships/image" Target="../media/image372.png"/><Relationship Id="rId4" Type="http://schemas.openxmlformats.org/officeDocument/2006/relationships/image" Target="../media/image337.png"/><Relationship Id="rId9" Type="http://schemas.openxmlformats.org/officeDocument/2006/relationships/image" Target="../media/image365.png"/><Relationship Id="rId14" Type="http://schemas.openxmlformats.org/officeDocument/2006/relationships/image" Target="../media/image342.png"/><Relationship Id="rId22" Type="http://schemas.openxmlformats.org/officeDocument/2006/relationships/image" Target="../media/image362.pn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1021207"/>
            <a:ext cx="8340725" cy="24079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 algn="ctr">
              <a:lnSpc>
                <a:spcPct val="89700"/>
              </a:lnSpc>
              <a:spcBef>
                <a:spcPts val="765"/>
              </a:spcBef>
            </a:pPr>
            <a:r>
              <a:rPr sz="5400" b="0" dirty="0">
                <a:latin typeface="Calibri Light"/>
                <a:cs typeface="Calibri Light"/>
              </a:rPr>
              <a:t>TP555</a:t>
            </a:r>
            <a:r>
              <a:rPr sz="5400" b="0" spc="-65" dirty="0">
                <a:latin typeface="Calibri Light"/>
                <a:cs typeface="Calibri Light"/>
              </a:rPr>
              <a:t> </a:t>
            </a:r>
            <a:r>
              <a:rPr sz="5400" b="0" dirty="0">
                <a:latin typeface="Calibri Light"/>
                <a:cs typeface="Calibri Light"/>
              </a:rPr>
              <a:t>-</a:t>
            </a:r>
            <a:r>
              <a:rPr sz="5400" b="0" spc="-45" dirty="0">
                <a:latin typeface="Calibri Light"/>
                <a:cs typeface="Calibri Light"/>
              </a:rPr>
              <a:t> </a:t>
            </a:r>
            <a:r>
              <a:rPr sz="5400" b="0" dirty="0">
                <a:latin typeface="Calibri Light"/>
                <a:cs typeface="Calibri Light"/>
              </a:rPr>
              <a:t>Inteligência</a:t>
            </a:r>
            <a:r>
              <a:rPr sz="5400" b="0" spc="-90" dirty="0">
                <a:latin typeface="Calibri Light"/>
                <a:cs typeface="Calibri Light"/>
              </a:rPr>
              <a:t> </a:t>
            </a:r>
            <a:r>
              <a:rPr sz="5400" b="0" dirty="0">
                <a:latin typeface="Calibri Light"/>
                <a:cs typeface="Calibri Light"/>
              </a:rPr>
              <a:t>Artificial</a:t>
            </a:r>
            <a:r>
              <a:rPr sz="5400" b="0" spc="-50" dirty="0">
                <a:latin typeface="Calibri Light"/>
                <a:cs typeface="Calibri Light"/>
              </a:rPr>
              <a:t> e </a:t>
            </a:r>
            <a:r>
              <a:rPr sz="5400" b="0" dirty="0">
                <a:latin typeface="Calibri Light"/>
                <a:cs typeface="Calibri Light"/>
              </a:rPr>
              <a:t>Machine</a:t>
            </a:r>
            <a:r>
              <a:rPr sz="5400" b="0" spc="-35" dirty="0">
                <a:latin typeface="Calibri Light"/>
                <a:cs typeface="Calibri Light"/>
              </a:rPr>
              <a:t> </a:t>
            </a:r>
            <a:r>
              <a:rPr sz="5400" b="0" spc="-10" dirty="0">
                <a:latin typeface="Calibri Light"/>
                <a:cs typeface="Calibri Light"/>
              </a:rPr>
              <a:t>Learning: </a:t>
            </a:r>
            <a:r>
              <a:rPr sz="6000" b="0" i="1" spc="-10" dirty="0">
                <a:latin typeface="Calibri Light"/>
                <a:cs typeface="Calibri Light"/>
              </a:rPr>
              <a:t>Classificação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25" y="5557413"/>
            <a:ext cx="2178223" cy="6189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319" y="3411626"/>
            <a:ext cx="2261361" cy="2237104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7F49B9DF-9FDE-ABBA-1FF1-F33189BB6A61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B12527-1D9A-57D7-8EAE-D1F255A02606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35" dirty="0">
                <a:latin typeface="Calibri Light"/>
                <a:cs typeface="Calibri Light"/>
              </a:rPr>
              <a:t>Tópicos</a:t>
            </a:r>
            <a:r>
              <a:rPr sz="4400" b="0" spc="-20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abordados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6604634" cy="217932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Abordagens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veremos: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Classificação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Bayesiana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logística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Softmax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Métricas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avaliação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Classificação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10676255" cy="177673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60" dirty="0">
                <a:latin typeface="Calibri"/>
                <a:cs typeface="Calibri"/>
              </a:rPr>
              <a:t>Tarefa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problema)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aprendizado</a:t>
            </a:r>
            <a:r>
              <a:rPr sz="2800" b="1" i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supervisionado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esperadas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(rótulos)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conhecidas.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Envolve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função,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𝑓(𝒙)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mapeie</a:t>
            </a:r>
            <a:r>
              <a:rPr sz="2800" b="1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entrada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6F2F9F"/>
                </a:solidFill>
                <a:latin typeface="Calibri"/>
                <a:cs typeface="Calibri"/>
              </a:rPr>
              <a:t>conjunto</a:t>
            </a:r>
            <a:r>
              <a:rPr sz="2800" b="1" i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finito</a:t>
            </a:r>
            <a:r>
              <a:rPr sz="2800" b="1" i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valores</a:t>
            </a:r>
            <a:r>
              <a:rPr sz="2800" b="1" i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6F2F9F"/>
                </a:solidFill>
                <a:latin typeface="Calibri"/>
                <a:cs typeface="Calibri"/>
              </a:rPr>
              <a:t>discretos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1863" y="3774313"/>
            <a:ext cx="2549271" cy="25375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1827" y="3763657"/>
            <a:ext cx="2538095" cy="24660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30274" y="6250635"/>
            <a:ext cx="3554729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468120" marR="5080" indent="-1456055">
              <a:lnSpc>
                <a:spcPts val="2150"/>
              </a:lnSpc>
              <a:spcBef>
                <a:spcPts val="180"/>
              </a:spcBef>
            </a:pPr>
            <a:r>
              <a:rPr sz="1800" dirty="0">
                <a:latin typeface="Cambria Math"/>
                <a:cs typeface="Cambria Math"/>
              </a:rPr>
              <a:t>𝑓(𝒙)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b="1" i="1" dirty="0">
                <a:solidFill>
                  <a:srgbClr val="00AF50"/>
                </a:solidFill>
                <a:latin typeface="Calibri"/>
                <a:cs typeface="Calibri"/>
              </a:rPr>
              <a:t>aproxima</a:t>
            </a:r>
            <a:r>
              <a:rPr sz="18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comportamento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dos </a:t>
            </a:r>
            <a:r>
              <a:rPr sz="1800" spc="-10" dirty="0">
                <a:latin typeface="Calibri"/>
                <a:cs typeface="Calibri"/>
              </a:rPr>
              <a:t>dados.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50354" y="6332626"/>
            <a:ext cx="2312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𝑓(𝒙)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b="1" i="1" dirty="0">
                <a:solidFill>
                  <a:srgbClr val="006FC0"/>
                </a:solidFill>
                <a:latin typeface="Calibri"/>
                <a:cs typeface="Calibri"/>
              </a:rPr>
              <a:t>classifica</a:t>
            </a:r>
            <a:r>
              <a:rPr sz="1800" b="1" i="1" spc="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dados.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71329" y="4684903"/>
            <a:ext cx="1329690" cy="847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99700"/>
              </a:lnSpc>
              <a:spcBef>
                <a:spcPts val="105"/>
              </a:spcBef>
            </a:pPr>
            <a:r>
              <a:rPr sz="1800" dirty="0">
                <a:latin typeface="Cambria Math"/>
                <a:cs typeface="Cambria Math"/>
              </a:rPr>
              <a:t>𝑓(𝒙)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libri"/>
                <a:cs typeface="Calibri"/>
              </a:rPr>
              <a:t>forma </a:t>
            </a:r>
            <a:r>
              <a:rPr sz="1800" dirty="0">
                <a:latin typeface="Calibri"/>
                <a:cs typeface="Calibri"/>
              </a:rPr>
              <a:t>uma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6F2F9F"/>
                </a:solidFill>
                <a:latin typeface="Calibri"/>
                <a:cs typeface="Calibri"/>
              </a:rPr>
              <a:t>fronteira </a:t>
            </a:r>
            <a:r>
              <a:rPr sz="1800" b="1" i="1" dirty="0">
                <a:solidFill>
                  <a:srgbClr val="6F2F9F"/>
                </a:solidFill>
                <a:latin typeface="Calibri"/>
                <a:cs typeface="Calibri"/>
              </a:rPr>
              <a:t>de </a:t>
            </a:r>
            <a:r>
              <a:rPr sz="1800" b="1" i="1" spc="-10" dirty="0">
                <a:solidFill>
                  <a:srgbClr val="6F2F9F"/>
                </a:solidFill>
                <a:latin typeface="Calibri"/>
                <a:cs typeface="Calibri"/>
              </a:rPr>
              <a:t>decisão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60" dirty="0">
                <a:latin typeface="Calibri Light"/>
                <a:cs typeface="Calibri Light"/>
              </a:rPr>
              <a:t>Tarefas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classificação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616792"/>
            <a:ext cx="9196070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spam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ham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(legítimo).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vídeos.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Detecção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símbolos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modulações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digitais.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modulações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(QPSK,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FM,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etc.).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108" y="2332227"/>
            <a:ext cx="4096004" cy="13102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8534" y="1690623"/>
            <a:ext cx="2879724" cy="28797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C6C3580-058B-A977-17D3-B89917E2B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743" y="1296432"/>
            <a:ext cx="3810532" cy="33818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4816805"/>
            <a:ext cx="6160135" cy="180149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Reconhecimento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caracteres.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texto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notícias).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sentimentos.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doenças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pulmonares).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313" y="1817497"/>
            <a:ext cx="3635375" cy="24090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8053" y="1757045"/>
            <a:ext cx="4215765" cy="24090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8350" y="809625"/>
            <a:ext cx="3177794" cy="225209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60" dirty="0">
                <a:latin typeface="Calibri Light"/>
                <a:cs typeface="Calibri Light"/>
              </a:rPr>
              <a:t>Tarefas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classificação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46141" y="3424875"/>
            <a:ext cx="3222999" cy="33039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60" dirty="0">
                <a:latin typeface="Calibri Light"/>
                <a:cs typeface="Calibri Light"/>
              </a:rPr>
              <a:t>Tarefas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classificação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9753" y="1690751"/>
            <a:ext cx="3754754" cy="22766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6939" y="4594631"/>
            <a:ext cx="1027430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Análise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crédito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diferenciar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baixo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risco.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Detecção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fraudes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bancárias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fraudes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cartão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crédito).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15709" y="1716523"/>
            <a:ext cx="3706876" cy="2250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Definição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do</a:t>
            </a:r>
            <a:r>
              <a:rPr sz="4400" b="0" spc="-3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problema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classificação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1319530"/>
            <a:ext cx="10388600" cy="355727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66700" marR="304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spc="-10" dirty="0">
                <a:latin typeface="Calibri"/>
                <a:cs typeface="Calibri"/>
              </a:rPr>
              <a:t>Problema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𝑓(𝒙)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exemplo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dirty="0">
                <a:latin typeface="Calibri"/>
                <a:cs typeface="Calibri"/>
              </a:rPr>
              <a:t>entrada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possíveis,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denotaremos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2805"/>
              </a:lnSpc>
              <a:spcBef>
                <a:spcPts val="5"/>
              </a:spcBef>
            </a:pP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𝑞</a:t>
            </a:r>
            <a:r>
              <a:rPr sz="280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𝑞</a:t>
            </a:r>
            <a:r>
              <a:rPr sz="2800" spc="2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7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1,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spc="-30" dirty="0">
                <a:latin typeface="Cambria Math"/>
                <a:cs typeface="Cambria Math"/>
              </a:rPr>
              <a:t>…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𝑄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ct val="100000"/>
              </a:lnSpc>
              <a:spcBef>
                <a:spcPts val="5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25" dirty="0">
                <a:latin typeface="Calibri"/>
                <a:cs typeface="Calibri"/>
              </a:rPr>
              <a:t> ser</a:t>
            </a:r>
            <a:endParaRPr sz="2400" dirty="0">
              <a:latin typeface="Calibri"/>
              <a:cs typeface="Calibri"/>
            </a:endParaRPr>
          </a:p>
          <a:p>
            <a:pPr marL="1181100" lvl="2" indent="-229235">
              <a:lnSpc>
                <a:spcPct val="100000"/>
              </a:lnSpc>
              <a:spcBef>
                <a:spcPts val="40"/>
              </a:spcBef>
              <a:buFont typeface="Courier New"/>
              <a:buChar char="o"/>
              <a:tabLst>
                <a:tab pos="1181735" algn="l"/>
              </a:tabLst>
            </a:pPr>
            <a:r>
              <a:rPr sz="2000" i="1" dirty="0">
                <a:latin typeface="Calibri"/>
                <a:cs typeface="Calibri"/>
              </a:rPr>
              <a:t>Spam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ham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(legítimo):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𝑄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2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81100" lvl="2" indent="-229235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1181735" algn="l"/>
              </a:tabLst>
            </a:pPr>
            <a:r>
              <a:rPr sz="2000" dirty="0">
                <a:latin typeface="Calibri"/>
                <a:cs typeface="Calibri"/>
              </a:rPr>
              <a:t>Dígitos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9: </a:t>
            </a:r>
            <a:r>
              <a:rPr sz="2000" dirty="0">
                <a:latin typeface="Cambria Math"/>
                <a:cs typeface="Cambria Math"/>
              </a:rPr>
              <a:t>𝑄</a:t>
            </a:r>
            <a:r>
              <a:rPr sz="2000" spc="1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10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181100" lvl="2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1181735" algn="l"/>
              </a:tabLst>
            </a:pPr>
            <a:r>
              <a:rPr sz="2000" dirty="0">
                <a:latin typeface="Calibri"/>
                <a:cs typeface="Calibri"/>
              </a:rPr>
              <a:t>Símbolos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modulação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específica (e.g.,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QPSK: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𝑄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4</a:t>
            </a:r>
            <a:r>
              <a:rPr sz="2000" spc="-25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1181100" lvl="2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1181735" algn="l"/>
              </a:tabLst>
            </a:pPr>
            <a:r>
              <a:rPr sz="2000" dirty="0">
                <a:latin typeface="Calibri"/>
                <a:cs typeface="Calibri"/>
              </a:rPr>
              <a:t>Objetos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(carros,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barcos,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cães,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gatos,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etc.)</a:t>
            </a:r>
            <a:endParaRPr sz="2000" dirty="0">
              <a:latin typeface="Calibri"/>
              <a:cs typeface="Calibri"/>
            </a:endParaRPr>
          </a:p>
          <a:p>
            <a:pPr marL="266700" marR="236220" indent="-228600">
              <a:lnSpc>
                <a:spcPts val="2690"/>
              </a:lnSpc>
              <a:spcBef>
                <a:spcPts val="940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10" dirty="0">
                <a:latin typeface="Calibri"/>
                <a:cs typeface="Calibri"/>
              </a:rPr>
              <a:t>Semelhante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𝑁</a:t>
            </a:r>
            <a:r>
              <a:rPr sz="2800" spc="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pares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vetores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rótulos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1066800" y="4943213"/>
                <a:ext cx="10119360" cy="46698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  <a:tabLst>
                    <a:tab pos="391160" algn="l"/>
                    <a:tab pos="662305" algn="l"/>
                    <a:tab pos="1576705" algn="l"/>
                  </a:tabLst>
                </a:pP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{</m:t>
                    </m:r>
                    <m:r>
                      <a:rPr lang="ar-AE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ar-AE" sz="2800" i="1" dirty="0">
                        <a:latin typeface="Cambria Math" panose="02040503050406030204" pitchFamily="18" charset="0"/>
                        <a:cs typeface="Cambria Math"/>
                      </a:rPr>
                      <m:t>		</m:t>
                    </m:r>
                    <m:r>
                      <a:rPr lang="ar-AE" sz="2800" i="1" spc="-10" dirty="0">
                        <a:latin typeface="Cambria Math" panose="02040503050406030204" pitchFamily="18" charset="0"/>
                        <a:cs typeface="Cambria Math"/>
                      </a:rPr>
                      <m:t>;</m:t>
                    </m:r>
                    <m:r>
                      <a:rPr lang="ar-AE" sz="2800" i="1" spc="-15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ar-AE" sz="2800" i="1" spc="-20" dirty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d>
                      <m:dPr>
                        <m:ctrlPr>
                          <a:rPr lang="ar-AE" sz="2800" i="1" spc="-20" dirty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ar-AE" sz="2800" i="1" spc="-20" dirty="0">
                            <a:latin typeface="Cambria Math" panose="02040503050406030204" pitchFamily="18" charset="0"/>
                            <a:cs typeface="Cambria Math"/>
                          </a:rPr>
                          <m:t>𝑖</m:t>
                        </m:r>
                      </m:e>
                    </m:d>
                    <m:sSubSup>
                      <m:sSub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ar-AE" sz="2800" i="1" dirty="0">
                            <a:latin typeface="Cambria Math" panose="02040503050406030204" pitchFamily="18" charset="0"/>
                            <a:cs typeface="Cambria Math"/>
                          </a:rPr>
                          <m:t>	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}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𝑖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=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0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𝑁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−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p>
                    </m:sSubSup>
                    <m:r>
                      <a:rPr lang="ar-AE" sz="3075" i="1" spc="367" baseline="3116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utilizado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treinar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classificador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onde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943213"/>
                <a:ext cx="10119360" cy="466987"/>
              </a:xfrm>
              <a:prstGeom prst="rect">
                <a:avLst/>
              </a:prstGeom>
              <a:blipFill>
                <a:blip r:embed="rId2"/>
                <a:stretch>
                  <a:fillRect t="-14286" b="-454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1361694" y="6257503"/>
            <a:ext cx="6413500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28600">
              <a:lnSpc>
                <a:spcPts val="2845"/>
              </a:lnSpc>
              <a:buFont typeface="Wingdings"/>
              <a:buChar char=""/>
              <a:tabLst>
                <a:tab pos="254000" algn="l"/>
                <a:tab pos="776605" algn="l"/>
                <a:tab pos="1078230" algn="l"/>
              </a:tabLst>
            </a:pPr>
            <a:r>
              <a:rPr sz="2400" dirty="0">
                <a:latin typeface="Calibri"/>
                <a:cs typeface="Calibri"/>
              </a:rPr>
              <a:t>e </a:t>
            </a:r>
            <a:r>
              <a:rPr sz="2400" spc="-50" dirty="0">
                <a:latin typeface="Cambria Math"/>
                <a:cs typeface="Cambria Math"/>
              </a:rPr>
              <a:t>𝑦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𝑖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representa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</a:t>
            </a:r>
            <a:r>
              <a:rPr sz="2400" spc="-10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ésimo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rótulo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1">
                <a:extLst>
                  <a:ext uri="{FF2B5EF4-FFF2-40B4-BE49-F238E27FC236}">
                    <a16:creationId xmlns:a16="http://schemas.microsoft.com/office/drawing/2014/main" id="{D287CD65-6F4D-9141-8805-677973BA7CA7}"/>
                  </a:ext>
                </a:extLst>
              </p:cNvPr>
              <p:cNvSpPr txBox="1"/>
              <p:nvPr/>
            </p:nvSpPr>
            <p:spPr>
              <a:xfrm>
                <a:off x="1326717" y="5506442"/>
                <a:ext cx="10172700" cy="76392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66700" indent="-228600">
                  <a:spcBef>
                    <a:spcPts val="100"/>
                  </a:spcBef>
                  <a:buFont typeface="Wingdings"/>
                  <a:buChar char=""/>
                  <a:tabLst>
                    <a:tab pos="266700" algn="l"/>
                    <a:tab pos="569595" algn="l"/>
                    <a:tab pos="886460" algn="l"/>
                    <a:tab pos="2895600" algn="l"/>
                  </a:tabLst>
                </a:pPr>
                <a14:m>
                  <m:oMath xmlns:m="http://schemas.openxmlformats.org/officeDocument/2006/math"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d>
                      <m:dPr>
                        <m:ctrlPr>
                          <a:rPr lang="pt-BR" sz="24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40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𝑖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sSup>
                      <m:sSup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pt-BR" sz="2400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pt-BR" sz="2625" b="0" i="1" spc="405" dirty="0" smtClean="0">
                        <a:latin typeface="Cambria Math" panose="02040503050406030204" pitchFamily="18" charset="0"/>
                        <a:cs typeface="Cambria Math"/>
                      </a:rPr>
                      <m:t>∈</m:t>
                    </m:r>
                    <m:sSup>
                      <m:sSupPr>
                        <m:ctrlPr>
                          <a:rPr lang="pt-BR" sz="2625" b="0" i="1" spc="405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pPr>
                      <m:e>
                        <m:r>
                          <a:rPr lang="pt-BR" sz="2625" b="0" i="1" spc="405" dirty="0" smtClean="0">
                            <a:latin typeface="Cambria Math" panose="02040503050406030204" pitchFamily="18" charset="0"/>
                            <a:cs typeface="Cambria Math"/>
                          </a:rPr>
                          <m:t>ℝ</m:t>
                        </m:r>
                      </m:e>
                      <m:sup>
                        <m:r>
                          <a:rPr lang="pt-BR" sz="2625" b="0" i="1" spc="405" dirty="0" smtClean="0">
                            <a:latin typeface="Cambria Math" panose="02040503050406030204" pitchFamily="18" charset="0"/>
                            <a:cs typeface="Cambria Math"/>
                          </a:rPr>
                          <m:t>𝐾</m:t>
                        </m:r>
                        <m:r>
                          <a:rPr lang="pt-BR" sz="2625" b="0" i="1" spc="405" dirty="0" smtClean="0">
                            <a:latin typeface="Cambria Math" panose="02040503050406030204" pitchFamily="18" charset="0"/>
                            <a:cs typeface="Cambria Math"/>
                          </a:rPr>
                          <m:t>×</m:t>
                        </m:r>
                        <m:r>
                          <a:rPr lang="pt-BR" sz="2625" b="0" i="1" spc="405" dirty="0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representa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i="1" spc="-10" dirty="0">
                    <a:latin typeface="Calibri"/>
                    <a:cs typeface="Calibri"/>
                  </a:rPr>
                  <a:t>i</a:t>
                </a:r>
                <a:r>
                  <a:rPr lang="pt-BR" sz="2400" spc="-10" dirty="0">
                    <a:latin typeface="Calibri"/>
                    <a:cs typeface="Calibri"/>
                  </a:rPr>
                  <a:t>-</a:t>
                </a:r>
                <a:r>
                  <a:rPr lang="pt-BR" sz="2400" dirty="0" err="1">
                    <a:latin typeface="Calibri"/>
                    <a:cs typeface="Calibri"/>
                  </a:rPr>
                  <a:t>ésimo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vetor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atributos,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o </a:t>
                </a:r>
                <a:r>
                  <a:rPr lang="pt-BR" sz="2400" dirty="0">
                    <a:latin typeface="Calibri"/>
                    <a:cs typeface="Calibri"/>
                  </a:rPr>
                  <a:t>qual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composto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𝐾</a:t>
                </a:r>
                <a:r>
                  <a:rPr lang="pt-BR" sz="2400" spc="7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atributos,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1</a:t>
                </a:r>
                <a:r>
                  <a:rPr lang="pt-BR" sz="2400" dirty="0">
                    <a:latin typeface="Cambria Math"/>
                    <a:cs typeface="Cambria Math"/>
                  </a:rPr>
                  <a:t>(𝑖),</a:t>
                </a:r>
                <a:r>
                  <a:rPr lang="pt-BR" sz="2400" spc="-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…</a:t>
                </a:r>
                <a:r>
                  <a:rPr lang="pt-BR" sz="2400" spc="-14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,</a:t>
                </a:r>
                <a:r>
                  <a:rPr lang="pt-BR" sz="2400" spc="-135" dirty="0">
                    <a:latin typeface="Cambria Math"/>
                    <a:cs typeface="Cambria Math"/>
                  </a:rPr>
                  <a:t> </a:t>
                </a:r>
                <a:r>
                  <a:rPr lang="pt-BR" sz="2400" spc="-10" dirty="0">
                    <a:latin typeface="Cambria Math"/>
                    <a:cs typeface="Cambria Math"/>
                  </a:rPr>
                  <a:t>𝑥</a:t>
                </a:r>
                <a:r>
                  <a:rPr lang="pt-BR" sz="2625" spc="-15" baseline="-15873" dirty="0">
                    <a:latin typeface="Cambria Math"/>
                    <a:cs typeface="Cambria Math"/>
                  </a:rPr>
                  <a:t>𝐾</a:t>
                </a:r>
                <a:r>
                  <a:rPr lang="pt-BR" sz="2400" spc="-10" dirty="0">
                    <a:latin typeface="Cambria Math"/>
                    <a:cs typeface="Cambria Math"/>
                  </a:rPr>
                  <a:t>(𝑖)</a:t>
                </a:r>
                <a:r>
                  <a:rPr lang="pt-BR" sz="2400" spc="-10" dirty="0">
                    <a:latin typeface="Calibri"/>
                    <a:cs typeface="Calibri"/>
                  </a:rPr>
                  <a:t>;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4" name="object 11">
                <a:extLst>
                  <a:ext uri="{FF2B5EF4-FFF2-40B4-BE49-F238E27FC236}">
                    <a16:creationId xmlns:a16="http://schemas.microsoft.com/office/drawing/2014/main" id="{D287CD65-6F4D-9141-8805-677973BA7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6717" y="5506442"/>
                <a:ext cx="10172700" cy="763927"/>
              </a:xfrm>
              <a:prstGeom prst="rect">
                <a:avLst/>
              </a:prstGeom>
              <a:blipFill>
                <a:blip r:embed="rId3"/>
                <a:stretch>
                  <a:fillRect l="-1379" t="-8730" r="-1739" b="-230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Representação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saída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desejada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1676400"/>
            <a:ext cx="10883265" cy="1731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dirty="0">
                <a:latin typeface="Calibri"/>
                <a:cs typeface="Calibri"/>
              </a:rPr>
              <a:t>Classificação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binária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14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):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existem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possíveis,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07" baseline="-1626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libri"/>
                <a:cs typeface="Calibri"/>
              </a:rPr>
              <a:t>e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195"/>
              </a:lnSpc>
            </a:pP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30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classe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negativa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5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classe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positiva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826769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única</a:t>
            </a:r>
            <a:r>
              <a:rPr sz="2800" b="1" i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saída</a:t>
            </a:r>
            <a:r>
              <a:rPr sz="2800" b="1" i="1" spc="-9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escalar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binária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classe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correspondente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atributos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6939" y="4446270"/>
            <a:ext cx="10757535" cy="13449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79400" marR="431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79400" algn="l"/>
                <a:tab pos="1652270" algn="l"/>
                <a:tab pos="2022475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∈</a:t>
            </a:r>
            <a:r>
              <a:rPr sz="2800" spc="1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ℝ</a:t>
            </a:r>
            <a:r>
              <a:rPr sz="3075" baseline="271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maneira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realiza</a:t>
            </a:r>
            <a:r>
              <a:rPr sz="28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um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mapeamento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ℝ</a:t>
            </a:r>
            <a:r>
              <a:rPr sz="3075" baseline="27100" dirty="0">
                <a:latin typeface="Cambria Math"/>
                <a:cs typeface="Cambria Math"/>
              </a:rPr>
              <a:t>𝐾×1</a:t>
            </a:r>
            <a:r>
              <a:rPr sz="3075" spc="667" baseline="27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→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ℝ</a:t>
            </a:r>
            <a:r>
              <a:rPr sz="3075" baseline="271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 ou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1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𝑓(𝒙)</a:t>
            </a:r>
            <a:r>
              <a:rPr sz="2800" dirty="0">
                <a:latin typeface="Calibri"/>
                <a:cs typeface="Calibri"/>
              </a:rPr>
              <a:t>, onde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ℝ</a:t>
            </a:r>
            <a:r>
              <a:rPr sz="3075" baseline="27100" dirty="0">
                <a:latin typeface="Cambria Math"/>
                <a:cs typeface="Cambria Math"/>
              </a:rPr>
              <a:t>𝐾×1</a:t>
            </a:r>
            <a:r>
              <a:rPr sz="3075" spc="434" baseline="27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𝑦</a:t>
            </a:r>
            <a:r>
              <a:rPr sz="2800" spc="1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ℝ</a:t>
            </a:r>
            <a:r>
              <a:rPr sz="3075" spc="-37" baseline="27100" dirty="0">
                <a:latin typeface="Cambria Math"/>
                <a:cs typeface="Cambria Math"/>
              </a:rPr>
              <a:t>1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79400" algn="l"/>
                <a:tab pos="4504055" algn="l"/>
                <a:tab pos="4874260" algn="l"/>
                <a:tab pos="6859270" algn="l"/>
                <a:tab pos="7229475" algn="l"/>
              </a:tabLst>
            </a:pPr>
            <a:r>
              <a:rPr sz="2800" spc="-35" dirty="0">
                <a:latin typeface="Calibri"/>
                <a:cs typeface="Calibri"/>
              </a:rPr>
              <a:t>Também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utilizar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𝑦</a:t>
            </a:r>
            <a:r>
              <a:rPr lang="pt-BR" sz="280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𝑖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−1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60" dirty="0">
                <a:latin typeface="Cambria Math"/>
                <a:cs typeface="Cambria Math"/>
              </a:rPr>
              <a:t>𝒙</a:t>
            </a:r>
            <a:r>
              <a:rPr lang="pt-BR" sz="2800" dirty="0">
                <a:latin typeface="Cambria Math"/>
                <a:cs typeface="Cambria Math"/>
              </a:rPr>
              <a:t>(</a:t>
            </a:r>
            <a:r>
              <a:rPr sz="2800" spc="-60" dirty="0">
                <a:latin typeface="Cambria Math"/>
                <a:cs typeface="Cambria Math"/>
              </a:rPr>
              <a:t>𝑖</a:t>
            </a:r>
            <a:r>
              <a:rPr lang="pt-BR" sz="2800" spc="-6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∈</a:t>
            </a:r>
            <a:r>
              <a:rPr sz="2800" spc="-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seja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8E91CA4-2EFD-535E-6C31-F8E4724AD4EF}"/>
                  </a:ext>
                </a:extLst>
              </p:cNvPr>
              <p:cNvSpPr txBox="1"/>
              <p:nvPr/>
            </p:nvSpPr>
            <p:spPr>
              <a:xfrm>
                <a:off x="3893955" y="3429000"/>
                <a:ext cx="4404090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,         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1,          </m:t>
                                </m:r>
                                <m:r>
                                  <a:rPr lang="pt-BR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58E91CA4-2EFD-535E-6C31-F8E4724AD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955" y="3429000"/>
                <a:ext cx="4404090" cy="961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5425A1F-7836-56ED-0667-DEC86318E3D9}"/>
                  </a:ext>
                </a:extLst>
              </p:cNvPr>
              <p:cNvSpPr txBox="1"/>
              <p:nvPr/>
            </p:nvSpPr>
            <p:spPr>
              <a:xfrm>
                <a:off x="3803514" y="5896839"/>
                <a:ext cx="4584973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1,         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1,           </m:t>
                                </m:r>
                                <m:r>
                                  <a:rPr lang="pt-BR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B5425A1F-7836-56ED-0667-DEC86318E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514" y="5896839"/>
                <a:ext cx="4584973" cy="961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Representação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saída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desejada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11" y="1893823"/>
            <a:ext cx="2879725" cy="2879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2092" y="3823055"/>
            <a:ext cx="4215765" cy="24090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95792" y="4341863"/>
            <a:ext cx="3177794" cy="225209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BB52647-AECA-15E3-3252-A495AD0B46AD}"/>
              </a:ext>
            </a:extLst>
          </p:cNvPr>
          <p:cNvSpPr txBox="1"/>
          <p:nvPr/>
        </p:nvSpPr>
        <p:spPr>
          <a:xfrm>
            <a:off x="3593715" y="1478415"/>
            <a:ext cx="882828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b="1" spc="-2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Classificação </a:t>
            </a:r>
            <a:r>
              <a:rPr lang="pt-BR" sz="2800" b="1" spc="-20" dirty="0" err="1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multi-classes</a:t>
            </a:r>
            <a:r>
              <a:rPr lang="pt-BR" sz="2800" dirty="0"/>
              <a:t>:</a:t>
            </a:r>
            <a:r>
              <a:rPr lang="pt-BR" sz="2800" spc="-35" dirty="0"/>
              <a:t> </a:t>
            </a:r>
            <a:r>
              <a:rPr lang="pt-BR" sz="280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existem mais de 2 classes possíveis (𝑄 &gt; 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Uma estratégia bastante utilizada para representar estas classes é conhecida como </a:t>
            </a:r>
            <a:r>
              <a:rPr lang="pt-BR" sz="2800" b="1" i="1" spc="-25" dirty="0">
                <a:solidFill>
                  <a:srgbClr val="6F2F9F"/>
                </a:solidFill>
                <a:latin typeface="Calibri"/>
                <a:ea typeface="+mn-ea"/>
                <a:cs typeface="Calibri"/>
              </a:rPr>
              <a:t>codificação </a:t>
            </a:r>
            <a:r>
              <a:rPr lang="pt-BR" sz="2800" b="1" i="1" spc="-25" dirty="0" err="1">
                <a:solidFill>
                  <a:srgbClr val="6F2F9F"/>
                </a:solidFill>
                <a:latin typeface="Calibri"/>
                <a:ea typeface="+mn-ea"/>
                <a:cs typeface="Calibri"/>
              </a:rPr>
              <a:t>one-hote</a:t>
            </a:r>
            <a:endParaRPr lang="pt-BR" sz="2800" b="1" i="1" spc="-25" dirty="0">
              <a:solidFill>
                <a:srgbClr val="6F2F9F"/>
              </a:solidFill>
              <a:latin typeface="Calibri"/>
              <a:ea typeface="+mn-ea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spc="-25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Representação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saída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desejada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648315" cy="33350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0541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latin typeface="Calibri"/>
                <a:cs typeface="Calibri"/>
              </a:rPr>
              <a:t>Codificação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30" dirty="0">
                <a:latin typeface="Calibri"/>
                <a:cs typeface="Calibri"/>
              </a:rPr>
              <a:t>one-</a:t>
            </a:r>
            <a:r>
              <a:rPr sz="2800" b="1" i="1" dirty="0">
                <a:latin typeface="Calibri"/>
                <a:cs typeface="Calibri"/>
              </a:rPr>
              <a:t>hot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vetorial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binária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spc="-10" dirty="0">
                <a:latin typeface="Calibri"/>
                <a:cs typeface="Calibri"/>
              </a:rPr>
              <a:t>saídas.</a:t>
            </a:r>
            <a:endParaRPr sz="2800" dirty="0">
              <a:latin typeface="Calibri"/>
              <a:cs typeface="Calibri"/>
            </a:endParaRPr>
          </a:p>
          <a:p>
            <a:pPr marL="698500" marR="17145" lvl="1" indent="-228600">
              <a:lnSpc>
                <a:spcPts val="2590"/>
              </a:lnSpc>
              <a:spcBef>
                <a:spcPts val="52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representando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demais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elementos.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18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Nesse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possui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múltiplas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saídas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saídas),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representando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específica.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Exemplo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imaginemos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notícias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quatro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possíveis: </a:t>
            </a:r>
            <a:r>
              <a:rPr sz="2400" i="1" dirty="0">
                <a:latin typeface="Calibri"/>
                <a:cs typeface="Calibri"/>
              </a:rPr>
              <a:t>esportes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política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ciências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variedades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codificação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one-</a:t>
            </a:r>
            <a:r>
              <a:rPr sz="2400" b="1" i="1" spc="-20" dirty="0">
                <a:latin typeface="Calibri"/>
                <a:cs typeface="Calibri"/>
              </a:rPr>
              <a:t>hot</a:t>
            </a:r>
            <a:r>
              <a:rPr sz="2400" spc="-20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0F93BB8-AD82-ADA0-A888-DA63024F7B62}"/>
                  </a:ext>
                </a:extLst>
              </p:cNvPr>
              <p:cNvSpPr txBox="1"/>
              <p:nvPr/>
            </p:nvSpPr>
            <p:spPr>
              <a:xfrm>
                <a:off x="5038947" y="5095450"/>
                <a:ext cx="2114105" cy="1485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pt-B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4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pt-B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pt-BR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4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4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80F93BB8-AD82-ADA0-A888-DA63024F7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947" y="5095450"/>
                <a:ext cx="2114105" cy="14858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aixaDeTexto 18">
            <a:extLst>
              <a:ext uri="{FF2B5EF4-FFF2-40B4-BE49-F238E27FC236}">
                <a16:creationId xmlns:a16="http://schemas.microsoft.com/office/drawing/2014/main" id="{3E98C83E-CD65-D7E4-BCC6-FE9CDB9B9A9B}"/>
              </a:ext>
            </a:extLst>
          </p:cNvPr>
          <p:cNvSpPr txBox="1"/>
          <p:nvPr/>
        </p:nvSpPr>
        <p:spPr>
          <a:xfrm>
            <a:off x="7541260" y="5359516"/>
            <a:ext cx="373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Assim, 𝒚(𝑖) ∈ ℝ</a:t>
            </a:r>
            <a:r>
              <a:rPr lang="pt-BR" baseline="30000" dirty="0"/>
              <a:t>𝑄×1</a:t>
            </a:r>
            <a:r>
              <a:rPr lang="pt-BR" dirty="0"/>
              <a:t> , de maneira que o classificador realiza um mapeamento ℝ</a:t>
            </a:r>
            <a:r>
              <a:rPr lang="pt-BR" baseline="30000" dirty="0"/>
              <a:t>𝐾×1</a:t>
            </a:r>
            <a:r>
              <a:rPr lang="pt-BR" dirty="0"/>
              <a:t> → ℝ</a:t>
            </a:r>
            <a:r>
              <a:rPr lang="pt-BR" baseline="30000" dirty="0"/>
              <a:t>𝑄×1</a:t>
            </a:r>
            <a:r>
              <a:rPr lang="pt-BR" dirty="0"/>
              <a:t>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474395E-F335-BA8A-713F-AB5B4CE23369}"/>
              </a:ext>
            </a:extLst>
          </p:cNvPr>
          <p:cNvSpPr txBox="1"/>
          <p:nvPr/>
        </p:nvSpPr>
        <p:spPr>
          <a:xfrm>
            <a:off x="3919344" y="5059349"/>
            <a:ext cx="137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esportes: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BFF6CC0-A98A-BD7E-0C2B-DCEC4B9FA07A}"/>
              </a:ext>
            </a:extLst>
          </p:cNvPr>
          <p:cNvSpPr txBox="1"/>
          <p:nvPr/>
        </p:nvSpPr>
        <p:spPr>
          <a:xfrm>
            <a:off x="4056507" y="5450995"/>
            <a:ext cx="137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política: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4652A2B-AB98-9C53-EE06-E9CFF952922E}"/>
              </a:ext>
            </a:extLst>
          </p:cNvPr>
          <p:cNvSpPr txBox="1"/>
          <p:nvPr/>
        </p:nvSpPr>
        <p:spPr>
          <a:xfrm>
            <a:off x="3966566" y="5820327"/>
            <a:ext cx="137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ciências: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5938B9E-EFBE-CF51-1A5C-515621B851E5}"/>
              </a:ext>
            </a:extLst>
          </p:cNvPr>
          <p:cNvSpPr txBox="1"/>
          <p:nvPr/>
        </p:nvSpPr>
        <p:spPr>
          <a:xfrm>
            <a:off x="3668298" y="6175632"/>
            <a:ext cx="1372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variedades: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Fronteiras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um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6858" y="1793493"/>
            <a:ext cx="6939280" cy="45700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6700" marR="4699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Antes,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usávamos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funções</a:t>
            </a:r>
            <a:r>
              <a:rPr sz="2800" b="1" i="1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hipótese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 </a:t>
            </a:r>
            <a:r>
              <a:rPr sz="2800" b="1" i="1" spc="-10" dirty="0">
                <a:latin typeface="Calibri"/>
                <a:cs typeface="Calibri"/>
              </a:rPr>
              <a:t>aproximar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comportamento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conjunto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dados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agora,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separar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grupos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dados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(i.e.,</a:t>
            </a:r>
            <a:r>
              <a:rPr sz="28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classes)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facilitar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entendimento,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imaginar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espaço</a:t>
            </a:r>
            <a:r>
              <a:rPr sz="2800" b="1" i="1" spc="-3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bi-</a:t>
            </a:r>
            <a:r>
              <a:rPr sz="2800" b="1" i="1" spc="-10" dirty="0">
                <a:latin typeface="Calibri"/>
                <a:cs typeface="Calibri"/>
              </a:rPr>
              <a:t>dimensional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ℝ</a:t>
            </a:r>
            <a:r>
              <a:rPr sz="3075" baseline="2710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pelos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266700" marR="852805" indent="-228600">
              <a:lnSpc>
                <a:spcPts val="3040"/>
              </a:lnSpc>
              <a:spcBef>
                <a:spcPts val="102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pares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duas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2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2</a:t>
            </a:r>
            <a:r>
              <a:rPr sz="2800" spc="-25" dirty="0">
                <a:latin typeface="Calibri"/>
                <a:cs typeface="Calibri"/>
              </a:rPr>
              <a:t>):</a:t>
            </a:r>
            <a:endParaRPr sz="2800" dirty="0">
              <a:latin typeface="Calibri"/>
              <a:cs typeface="Calibri"/>
            </a:endParaRPr>
          </a:p>
          <a:p>
            <a:pPr marL="723900" lvl="1" indent="-228600">
              <a:lnSpc>
                <a:spcPct val="100000"/>
              </a:lnSpc>
              <a:spcBef>
                <a:spcPts val="185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dirty="0">
                <a:latin typeface="Calibri"/>
                <a:cs typeface="Calibri"/>
              </a:rPr>
              <a:t>Círculos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azuis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pertencem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𝐶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23900" lvl="1" indent="-228600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spc="-10" dirty="0">
                <a:latin typeface="Calibri"/>
                <a:cs typeface="Calibri"/>
              </a:rPr>
              <a:t>Triângulos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vermelhos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pertencem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𝐶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63177" y="2466926"/>
            <a:ext cx="2910205" cy="2489835"/>
            <a:chOff x="1163177" y="2466926"/>
            <a:chExt cx="2910205" cy="248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177" y="2466926"/>
              <a:ext cx="2910063" cy="22076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27147" y="4298060"/>
              <a:ext cx="668020" cy="658495"/>
            </a:xfrm>
            <a:custGeom>
              <a:avLst/>
              <a:gdLst/>
              <a:ahLst/>
              <a:cxnLst/>
              <a:rect l="l" t="t" r="r" b="b"/>
              <a:pathLst>
                <a:path w="668020" h="658495">
                  <a:moveTo>
                    <a:pt x="0" y="566801"/>
                  </a:moveTo>
                  <a:lnTo>
                    <a:pt x="29082" y="658113"/>
                  </a:lnTo>
                  <a:lnTo>
                    <a:pt x="77280" y="590550"/>
                  </a:lnTo>
                  <a:lnTo>
                    <a:pt x="54101" y="590550"/>
                  </a:lnTo>
                  <a:lnTo>
                    <a:pt x="26161" y="584707"/>
                  </a:lnTo>
                  <a:lnTo>
                    <a:pt x="28880" y="571347"/>
                  </a:lnTo>
                  <a:lnTo>
                    <a:pt x="0" y="566801"/>
                  </a:lnTo>
                  <a:close/>
                </a:path>
                <a:path w="668020" h="658495">
                  <a:moveTo>
                    <a:pt x="28880" y="571347"/>
                  </a:moveTo>
                  <a:lnTo>
                    <a:pt x="26161" y="584707"/>
                  </a:lnTo>
                  <a:lnTo>
                    <a:pt x="54101" y="590550"/>
                  </a:lnTo>
                  <a:lnTo>
                    <a:pt x="57142" y="575796"/>
                  </a:lnTo>
                  <a:lnTo>
                    <a:pt x="28880" y="571347"/>
                  </a:lnTo>
                  <a:close/>
                </a:path>
                <a:path w="668020" h="658495">
                  <a:moveTo>
                    <a:pt x="57142" y="575796"/>
                  </a:moveTo>
                  <a:lnTo>
                    <a:pt x="54101" y="590550"/>
                  </a:lnTo>
                  <a:lnTo>
                    <a:pt x="77280" y="590550"/>
                  </a:lnTo>
                  <a:lnTo>
                    <a:pt x="84708" y="580136"/>
                  </a:lnTo>
                  <a:lnTo>
                    <a:pt x="57142" y="575796"/>
                  </a:lnTo>
                  <a:close/>
                </a:path>
                <a:path w="668020" h="658495">
                  <a:moveTo>
                    <a:pt x="369104" y="313202"/>
                  </a:moveTo>
                  <a:lnTo>
                    <a:pt x="354583" y="314578"/>
                  </a:lnTo>
                  <a:lnTo>
                    <a:pt x="355600" y="314578"/>
                  </a:lnTo>
                  <a:lnTo>
                    <a:pt x="325881" y="315468"/>
                  </a:lnTo>
                  <a:lnTo>
                    <a:pt x="279653" y="322833"/>
                  </a:lnTo>
                  <a:lnTo>
                    <a:pt x="234950" y="338074"/>
                  </a:lnTo>
                  <a:lnTo>
                    <a:pt x="192277" y="360299"/>
                  </a:lnTo>
                  <a:lnTo>
                    <a:pt x="152400" y="388619"/>
                  </a:lnTo>
                  <a:lnTo>
                    <a:pt x="116331" y="422147"/>
                  </a:lnTo>
                  <a:lnTo>
                    <a:pt x="84327" y="460375"/>
                  </a:lnTo>
                  <a:lnTo>
                    <a:pt x="57530" y="502031"/>
                  </a:lnTo>
                  <a:lnTo>
                    <a:pt x="36448" y="546734"/>
                  </a:lnTo>
                  <a:lnTo>
                    <a:pt x="28880" y="571347"/>
                  </a:lnTo>
                  <a:lnTo>
                    <a:pt x="57142" y="575796"/>
                  </a:lnTo>
                  <a:lnTo>
                    <a:pt x="58001" y="571626"/>
                  </a:lnTo>
                  <a:lnTo>
                    <a:pt x="58419" y="569594"/>
                  </a:lnTo>
                  <a:lnTo>
                    <a:pt x="58641" y="569594"/>
                  </a:lnTo>
                  <a:lnTo>
                    <a:pt x="63245" y="556768"/>
                  </a:lnTo>
                  <a:lnTo>
                    <a:pt x="69087" y="542925"/>
                  </a:lnTo>
                  <a:lnTo>
                    <a:pt x="75326" y="529716"/>
                  </a:lnTo>
                  <a:lnTo>
                    <a:pt x="82345" y="516255"/>
                  </a:lnTo>
                  <a:lnTo>
                    <a:pt x="90423" y="502538"/>
                  </a:lnTo>
                  <a:lnTo>
                    <a:pt x="98357" y="490093"/>
                  </a:lnTo>
                  <a:lnTo>
                    <a:pt x="107208" y="477519"/>
                  </a:lnTo>
                  <a:lnTo>
                    <a:pt x="116380" y="465581"/>
                  </a:lnTo>
                  <a:lnTo>
                    <a:pt x="116966" y="464819"/>
                  </a:lnTo>
                  <a:lnTo>
                    <a:pt x="136637" y="442340"/>
                  </a:lnTo>
                  <a:lnTo>
                    <a:pt x="137413" y="441451"/>
                  </a:lnTo>
                  <a:lnTo>
                    <a:pt x="158859" y="420750"/>
                  </a:lnTo>
                  <a:lnTo>
                    <a:pt x="170368" y="410844"/>
                  </a:lnTo>
                  <a:lnTo>
                    <a:pt x="182261" y="401574"/>
                  </a:lnTo>
                  <a:lnTo>
                    <a:pt x="182117" y="401574"/>
                  </a:lnTo>
                  <a:lnTo>
                    <a:pt x="194944" y="392556"/>
                  </a:lnTo>
                  <a:lnTo>
                    <a:pt x="207517" y="384428"/>
                  </a:lnTo>
                  <a:lnTo>
                    <a:pt x="207655" y="384428"/>
                  </a:lnTo>
                  <a:lnTo>
                    <a:pt x="220344" y="376936"/>
                  </a:lnTo>
                  <a:lnTo>
                    <a:pt x="233298" y="370205"/>
                  </a:lnTo>
                  <a:lnTo>
                    <a:pt x="233597" y="370205"/>
                  </a:lnTo>
                  <a:lnTo>
                    <a:pt x="246506" y="364108"/>
                  </a:lnTo>
                  <a:lnTo>
                    <a:pt x="246803" y="364108"/>
                  </a:lnTo>
                  <a:lnTo>
                    <a:pt x="259841" y="358775"/>
                  </a:lnTo>
                  <a:lnTo>
                    <a:pt x="260301" y="358775"/>
                  </a:lnTo>
                  <a:lnTo>
                    <a:pt x="272701" y="354456"/>
                  </a:lnTo>
                  <a:lnTo>
                    <a:pt x="273430" y="354202"/>
                  </a:lnTo>
                  <a:lnTo>
                    <a:pt x="273594" y="354202"/>
                  </a:lnTo>
                  <a:lnTo>
                    <a:pt x="286557" y="350646"/>
                  </a:lnTo>
                  <a:lnTo>
                    <a:pt x="286257" y="350646"/>
                  </a:lnTo>
                  <a:lnTo>
                    <a:pt x="300156" y="347599"/>
                  </a:lnTo>
                  <a:lnTo>
                    <a:pt x="299846" y="347599"/>
                  </a:lnTo>
                  <a:lnTo>
                    <a:pt x="313640" y="345439"/>
                  </a:lnTo>
                  <a:lnTo>
                    <a:pt x="314451" y="345313"/>
                  </a:lnTo>
                  <a:lnTo>
                    <a:pt x="314780" y="345313"/>
                  </a:lnTo>
                  <a:lnTo>
                    <a:pt x="328167" y="343915"/>
                  </a:lnTo>
                  <a:lnTo>
                    <a:pt x="330993" y="343915"/>
                  </a:lnTo>
                  <a:lnTo>
                    <a:pt x="356996" y="343026"/>
                  </a:lnTo>
                  <a:lnTo>
                    <a:pt x="403097" y="335661"/>
                  </a:lnTo>
                  <a:lnTo>
                    <a:pt x="447801" y="320547"/>
                  </a:lnTo>
                  <a:lnTo>
                    <a:pt x="463387" y="313308"/>
                  </a:lnTo>
                  <a:lnTo>
                    <a:pt x="368426" y="313308"/>
                  </a:lnTo>
                  <a:lnTo>
                    <a:pt x="369104" y="313202"/>
                  </a:lnTo>
                  <a:close/>
                </a:path>
                <a:path w="668020" h="658495">
                  <a:moveTo>
                    <a:pt x="58419" y="569594"/>
                  </a:moveTo>
                  <a:lnTo>
                    <a:pt x="57911" y="571626"/>
                  </a:lnTo>
                  <a:lnTo>
                    <a:pt x="58121" y="571043"/>
                  </a:lnTo>
                  <a:lnTo>
                    <a:pt x="58419" y="569594"/>
                  </a:lnTo>
                  <a:close/>
                </a:path>
                <a:path w="668020" h="658495">
                  <a:moveTo>
                    <a:pt x="58121" y="571043"/>
                  </a:moveTo>
                  <a:lnTo>
                    <a:pt x="57911" y="571626"/>
                  </a:lnTo>
                  <a:lnTo>
                    <a:pt x="58121" y="571043"/>
                  </a:lnTo>
                  <a:close/>
                </a:path>
                <a:path w="668020" h="658495">
                  <a:moveTo>
                    <a:pt x="58641" y="569594"/>
                  </a:moveTo>
                  <a:lnTo>
                    <a:pt x="58419" y="569594"/>
                  </a:lnTo>
                  <a:lnTo>
                    <a:pt x="58121" y="571043"/>
                  </a:lnTo>
                  <a:lnTo>
                    <a:pt x="58641" y="569594"/>
                  </a:lnTo>
                  <a:close/>
                </a:path>
                <a:path w="668020" h="658495">
                  <a:moveTo>
                    <a:pt x="63310" y="556768"/>
                  </a:moveTo>
                  <a:lnTo>
                    <a:pt x="62991" y="557530"/>
                  </a:lnTo>
                  <a:lnTo>
                    <a:pt x="63310" y="556768"/>
                  </a:lnTo>
                  <a:close/>
                </a:path>
                <a:path w="668020" h="658495">
                  <a:moveTo>
                    <a:pt x="69131" y="542925"/>
                  </a:moveTo>
                  <a:lnTo>
                    <a:pt x="68833" y="543559"/>
                  </a:lnTo>
                  <a:lnTo>
                    <a:pt x="69131" y="542925"/>
                  </a:lnTo>
                  <a:close/>
                </a:path>
                <a:path w="668020" h="658495">
                  <a:moveTo>
                    <a:pt x="75464" y="529422"/>
                  </a:moveTo>
                  <a:lnTo>
                    <a:pt x="75310" y="529716"/>
                  </a:lnTo>
                  <a:lnTo>
                    <a:pt x="75464" y="529422"/>
                  </a:lnTo>
                  <a:close/>
                </a:path>
                <a:path w="668020" h="658495">
                  <a:moveTo>
                    <a:pt x="82676" y="515619"/>
                  </a:moveTo>
                  <a:lnTo>
                    <a:pt x="82295" y="516255"/>
                  </a:lnTo>
                  <a:lnTo>
                    <a:pt x="82676" y="515619"/>
                  </a:lnTo>
                  <a:close/>
                </a:path>
                <a:path w="668020" h="658495">
                  <a:moveTo>
                    <a:pt x="90491" y="502538"/>
                  </a:moveTo>
                  <a:lnTo>
                    <a:pt x="90169" y="503046"/>
                  </a:lnTo>
                  <a:lnTo>
                    <a:pt x="90491" y="502538"/>
                  </a:lnTo>
                  <a:close/>
                </a:path>
                <a:path w="668020" h="658495">
                  <a:moveTo>
                    <a:pt x="98678" y="489584"/>
                  </a:moveTo>
                  <a:lnTo>
                    <a:pt x="98297" y="490093"/>
                  </a:lnTo>
                  <a:lnTo>
                    <a:pt x="98678" y="489584"/>
                  </a:lnTo>
                  <a:close/>
                </a:path>
                <a:path w="668020" h="658495">
                  <a:moveTo>
                    <a:pt x="107451" y="477177"/>
                  </a:moveTo>
                  <a:lnTo>
                    <a:pt x="107187" y="477519"/>
                  </a:lnTo>
                  <a:lnTo>
                    <a:pt x="107451" y="477177"/>
                  </a:lnTo>
                  <a:close/>
                </a:path>
                <a:path w="668020" h="658495">
                  <a:moveTo>
                    <a:pt x="116966" y="464819"/>
                  </a:moveTo>
                  <a:lnTo>
                    <a:pt x="116331" y="465581"/>
                  </a:lnTo>
                  <a:lnTo>
                    <a:pt x="116738" y="465116"/>
                  </a:lnTo>
                  <a:lnTo>
                    <a:pt x="116966" y="464819"/>
                  </a:lnTo>
                  <a:close/>
                </a:path>
                <a:path w="668020" h="658495">
                  <a:moveTo>
                    <a:pt x="116738" y="465116"/>
                  </a:moveTo>
                  <a:lnTo>
                    <a:pt x="116331" y="465581"/>
                  </a:lnTo>
                  <a:lnTo>
                    <a:pt x="116738" y="465116"/>
                  </a:lnTo>
                  <a:close/>
                </a:path>
                <a:path w="668020" h="658495">
                  <a:moveTo>
                    <a:pt x="116997" y="464819"/>
                  </a:moveTo>
                  <a:lnTo>
                    <a:pt x="116738" y="465116"/>
                  </a:lnTo>
                  <a:lnTo>
                    <a:pt x="116997" y="464819"/>
                  </a:lnTo>
                  <a:close/>
                </a:path>
                <a:path w="668020" h="658495">
                  <a:moveTo>
                    <a:pt x="137413" y="441451"/>
                  </a:moveTo>
                  <a:lnTo>
                    <a:pt x="136525" y="442340"/>
                  </a:lnTo>
                  <a:lnTo>
                    <a:pt x="137247" y="441642"/>
                  </a:lnTo>
                  <a:lnTo>
                    <a:pt x="137413" y="441451"/>
                  </a:lnTo>
                  <a:close/>
                </a:path>
                <a:path w="668020" h="658495">
                  <a:moveTo>
                    <a:pt x="137247" y="441642"/>
                  </a:moveTo>
                  <a:lnTo>
                    <a:pt x="136525" y="442340"/>
                  </a:lnTo>
                  <a:lnTo>
                    <a:pt x="137247" y="441642"/>
                  </a:lnTo>
                  <a:close/>
                </a:path>
                <a:path w="668020" h="658495">
                  <a:moveTo>
                    <a:pt x="137444" y="441451"/>
                  </a:moveTo>
                  <a:lnTo>
                    <a:pt x="137247" y="441642"/>
                  </a:lnTo>
                  <a:lnTo>
                    <a:pt x="137444" y="441451"/>
                  </a:lnTo>
                  <a:close/>
                </a:path>
                <a:path w="668020" h="658495">
                  <a:moveTo>
                    <a:pt x="159384" y="420243"/>
                  </a:moveTo>
                  <a:lnTo>
                    <a:pt x="158750" y="420750"/>
                  </a:lnTo>
                  <a:lnTo>
                    <a:pt x="159384" y="420243"/>
                  </a:lnTo>
                  <a:close/>
                </a:path>
                <a:path w="668020" h="658495">
                  <a:moveTo>
                    <a:pt x="170814" y="410463"/>
                  </a:moveTo>
                  <a:lnTo>
                    <a:pt x="170306" y="410844"/>
                  </a:lnTo>
                  <a:lnTo>
                    <a:pt x="170814" y="410463"/>
                  </a:lnTo>
                  <a:close/>
                </a:path>
                <a:path w="668020" h="658495">
                  <a:moveTo>
                    <a:pt x="182752" y="401193"/>
                  </a:moveTo>
                  <a:lnTo>
                    <a:pt x="182117" y="401574"/>
                  </a:lnTo>
                  <a:lnTo>
                    <a:pt x="182261" y="401574"/>
                  </a:lnTo>
                  <a:lnTo>
                    <a:pt x="182752" y="401193"/>
                  </a:lnTo>
                  <a:close/>
                </a:path>
                <a:path w="668020" h="658495">
                  <a:moveTo>
                    <a:pt x="195022" y="392556"/>
                  </a:moveTo>
                  <a:lnTo>
                    <a:pt x="194436" y="392938"/>
                  </a:lnTo>
                  <a:lnTo>
                    <a:pt x="195022" y="392556"/>
                  </a:lnTo>
                  <a:close/>
                </a:path>
                <a:path w="668020" h="658495">
                  <a:moveTo>
                    <a:pt x="207655" y="384428"/>
                  </a:moveTo>
                  <a:lnTo>
                    <a:pt x="207517" y="384428"/>
                  </a:lnTo>
                  <a:lnTo>
                    <a:pt x="207009" y="384809"/>
                  </a:lnTo>
                  <a:lnTo>
                    <a:pt x="207655" y="384428"/>
                  </a:lnTo>
                  <a:close/>
                </a:path>
                <a:path w="668020" h="658495">
                  <a:moveTo>
                    <a:pt x="220437" y="376936"/>
                  </a:moveTo>
                  <a:lnTo>
                    <a:pt x="219709" y="377316"/>
                  </a:lnTo>
                  <a:lnTo>
                    <a:pt x="220437" y="376936"/>
                  </a:lnTo>
                  <a:close/>
                </a:path>
                <a:path w="668020" h="658495">
                  <a:moveTo>
                    <a:pt x="233597" y="370205"/>
                  </a:moveTo>
                  <a:lnTo>
                    <a:pt x="233298" y="370205"/>
                  </a:lnTo>
                  <a:lnTo>
                    <a:pt x="232790" y="370586"/>
                  </a:lnTo>
                  <a:lnTo>
                    <a:pt x="233597" y="370205"/>
                  </a:lnTo>
                  <a:close/>
                </a:path>
                <a:path w="668020" h="658495">
                  <a:moveTo>
                    <a:pt x="246803" y="364108"/>
                  </a:moveTo>
                  <a:lnTo>
                    <a:pt x="246506" y="364108"/>
                  </a:lnTo>
                  <a:lnTo>
                    <a:pt x="245871" y="364489"/>
                  </a:lnTo>
                  <a:lnTo>
                    <a:pt x="246803" y="364108"/>
                  </a:lnTo>
                  <a:close/>
                </a:path>
                <a:path w="668020" h="658495">
                  <a:moveTo>
                    <a:pt x="260301" y="358775"/>
                  </a:moveTo>
                  <a:lnTo>
                    <a:pt x="259841" y="358775"/>
                  </a:lnTo>
                  <a:lnTo>
                    <a:pt x="259206" y="359156"/>
                  </a:lnTo>
                  <a:lnTo>
                    <a:pt x="260301" y="358775"/>
                  </a:lnTo>
                  <a:close/>
                </a:path>
                <a:path w="668020" h="658495">
                  <a:moveTo>
                    <a:pt x="273594" y="354202"/>
                  </a:moveTo>
                  <a:lnTo>
                    <a:pt x="273430" y="354202"/>
                  </a:lnTo>
                  <a:lnTo>
                    <a:pt x="272822" y="354414"/>
                  </a:lnTo>
                  <a:lnTo>
                    <a:pt x="273594" y="354202"/>
                  </a:lnTo>
                  <a:close/>
                </a:path>
                <a:path w="668020" h="658495">
                  <a:moveTo>
                    <a:pt x="287019" y="350519"/>
                  </a:moveTo>
                  <a:lnTo>
                    <a:pt x="286257" y="350646"/>
                  </a:lnTo>
                  <a:lnTo>
                    <a:pt x="286557" y="350646"/>
                  </a:lnTo>
                  <a:lnTo>
                    <a:pt x="287019" y="350519"/>
                  </a:lnTo>
                  <a:close/>
                </a:path>
                <a:path w="668020" h="658495">
                  <a:moveTo>
                    <a:pt x="300735" y="347471"/>
                  </a:moveTo>
                  <a:lnTo>
                    <a:pt x="299846" y="347599"/>
                  </a:lnTo>
                  <a:lnTo>
                    <a:pt x="300156" y="347599"/>
                  </a:lnTo>
                  <a:lnTo>
                    <a:pt x="300735" y="347471"/>
                  </a:lnTo>
                  <a:close/>
                </a:path>
                <a:path w="668020" h="658495">
                  <a:moveTo>
                    <a:pt x="314780" y="345313"/>
                  </a:moveTo>
                  <a:lnTo>
                    <a:pt x="314451" y="345313"/>
                  </a:lnTo>
                  <a:lnTo>
                    <a:pt x="313795" y="345415"/>
                  </a:lnTo>
                  <a:lnTo>
                    <a:pt x="314780" y="345313"/>
                  </a:lnTo>
                  <a:close/>
                </a:path>
                <a:path w="668020" h="658495">
                  <a:moveTo>
                    <a:pt x="330993" y="343915"/>
                  </a:moveTo>
                  <a:lnTo>
                    <a:pt x="328167" y="343915"/>
                  </a:lnTo>
                  <a:lnTo>
                    <a:pt x="327278" y="344043"/>
                  </a:lnTo>
                  <a:lnTo>
                    <a:pt x="330993" y="343915"/>
                  </a:lnTo>
                  <a:close/>
                </a:path>
                <a:path w="668020" h="658495">
                  <a:moveTo>
                    <a:pt x="463633" y="313181"/>
                  </a:moveTo>
                  <a:lnTo>
                    <a:pt x="369315" y="313181"/>
                  </a:lnTo>
                  <a:lnTo>
                    <a:pt x="368426" y="313308"/>
                  </a:lnTo>
                  <a:lnTo>
                    <a:pt x="463387" y="313308"/>
                  </a:lnTo>
                  <a:lnTo>
                    <a:pt x="463633" y="313181"/>
                  </a:lnTo>
                  <a:close/>
                </a:path>
                <a:path w="668020" h="658495">
                  <a:moveTo>
                    <a:pt x="467802" y="311022"/>
                  </a:moveTo>
                  <a:lnTo>
                    <a:pt x="382904" y="311022"/>
                  </a:lnTo>
                  <a:lnTo>
                    <a:pt x="369104" y="313202"/>
                  </a:lnTo>
                  <a:lnTo>
                    <a:pt x="369315" y="313181"/>
                  </a:lnTo>
                  <a:lnTo>
                    <a:pt x="463633" y="313181"/>
                  </a:lnTo>
                  <a:lnTo>
                    <a:pt x="467802" y="311022"/>
                  </a:lnTo>
                  <a:close/>
                </a:path>
                <a:path w="668020" h="658495">
                  <a:moveTo>
                    <a:pt x="396494" y="307847"/>
                  </a:moveTo>
                  <a:lnTo>
                    <a:pt x="382015" y="311150"/>
                  </a:lnTo>
                  <a:lnTo>
                    <a:pt x="382904" y="311022"/>
                  </a:lnTo>
                  <a:lnTo>
                    <a:pt x="467802" y="311022"/>
                  </a:lnTo>
                  <a:lnTo>
                    <a:pt x="473442" y="308101"/>
                  </a:lnTo>
                  <a:lnTo>
                    <a:pt x="395858" y="308101"/>
                  </a:lnTo>
                  <a:lnTo>
                    <a:pt x="396494" y="307847"/>
                  </a:lnTo>
                  <a:close/>
                </a:path>
                <a:path w="668020" h="658495">
                  <a:moveTo>
                    <a:pt x="410093" y="304070"/>
                  </a:moveTo>
                  <a:lnTo>
                    <a:pt x="395858" y="308101"/>
                  </a:lnTo>
                  <a:lnTo>
                    <a:pt x="473442" y="308101"/>
                  </a:lnTo>
                  <a:lnTo>
                    <a:pt x="476630" y="306450"/>
                  </a:lnTo>
                  <a:lnTo>
                    <a:pt x="480341" y="304291"/>
                  </a:lnTo>
                  <a:lnTo>
                    <a:pt x="409447" y="304291"/>
                  </a:lnTo>
                  <a:lnTo>
                    <a:pt x="410093" y="304070"/>
                  </a:lnTo>
                  <a:close/>
                </a:path>
                <a:path w="668020" h="658495">
                  <a:moveTo>
                    <a:pt x="480778" y="304038"/>
                  </a:moveTo>
                  <a:lnTo>
                    <a:pt x="410209" y="304038"/>
                  </a:lnTo>
                  <a:lnTo>
                    <a:pt x="409447" y="304291"/>
                  </a:lnTo>
                  <a:lnTo>
                    <a:pt x="480341" y="304291"/>
                  </a:lnTo>
                  <a:lnTo>
                    <a:pt x="480778" y="304038"/>
                  </a:lnTo>
                  <a:close/>
                </a:path>
                <a:path w="668020" h="658495">
                  <a:moveTo>
                    <a:pt x="497007" y="294131"/>
                  </a:moveTo>
                  <a:lnTo>
                    <a:pt x="436879" y="294131"/>
                  </a:lnTo>
                  <a:lnTo>
                    <a:pt x="422909" y="299719"/>
                  </a:lnTo>
                  <a:lnTo>
                    <a:pt x="410093" y="304070"/>
                  </a:lnTo>
                  <a:lnTo>
                    <a:pt x="480778" y="304038"/>
                  </a:lnTo>
                  <a:lnTo>
                    <a:pt x="490600" y="298322"/>
                  </a:lnTo>
                  <a:lnTo>
                    <a:pt x="497007" y="294131"/>
                  </a:lnTo>
                  <a:close/>
                </a:path>
                <a:path w="668020" h="658495">
                  <a:moveTo>
                    <a:pt x="423544" y="299465"/>
                  </a:moveTo>
                  <a:lnTo>
                    <a:pt x="422803" y="299719"/>
                  </a:lnTo>
                  <a:lnTo>
                    <a:pt x="423544" y="299465"/>
                  </a:lnTo>
                  <a:close/>
                </a:path>
                <a:path w="668020" h="658495">
                  <a:moveTo>
                    <a:pt x="506153" y="288036"/>
                  </a:moveTo>
                  <a:lnTo>
                    <a:pt x="450214" y="288036"/>
                  </a:lnTo>
                  <a:lnTo>
                    <a:pt x="436244" y="294386"/>
                  </a:lnTo>
                  <a:lnTo>
                    <a:pt x="436879" y="294131"/>
                  </a:lnTo>
                  <a:lnTo>
                    <a:pt x="497007" y="294131"/>
                  </a:lnTo>
                  <a:lnTo>
                    <a:pt x="504189" y="289432"/>
                  </a:lnTo>
                  <a:lnTo>
                    <a:pt x="506153" y="288036"/>
                  </a:lnTo>
                  <a:close/>
                </a:path>
                <a:path w="668020" h="658495">
                  <a:moveTo>
                    <a:pt x="515613" y="281305"/>
                  </a:moveTo>
                  <a:lnTo>
                    <a:pt x="463168" y="281305"/>
                  </a:lnTo>
                  <a:lnTo>
                    <a:pt x="449579" y="288289"/>
                  </a:lnTo>
                  <a:lnTo>
                    <a:pt x="450214" y="288036"/>
                  </a:lnTo>
                  <a:lnTo>
                    <a:pt x="506153" y="288036"/>
                  </a:lnTo>
                  <a:lnTo>
                    <a:pt x="515613" y="281305"/>
                  </a:lnTo>
                  <a:close/>
                </a:path>
                <a:path w="668020" h="658495">
                  <a:moveTo>
                    <a:pt x="525332" y="273812"/>
                  </a:moveTo>
                  <a:lnTo>
                    <a:pt x="475868" y="273812"/>
                  </a:lnTo>
                  <a:lnTo>
                    <a:pt x="462533" y="281558"/>
                  </a:lnTo>
                  <a:lnTo>
                    <a:pt x="463168" y="281305"/>
                  </a:lnTo>
                  <a:lnTo>
                    <a:pt x="515613" y="281305"/>
                  </a:lnTo>
                  <a:lnTo>
                    <a:pt x="517398" y="280034"/>
                  </a:lnTo>
                  <a:lnTo>
                    <a:pt x="525332" y="273812"/>
                  </a:lnTo>
                  <a:close/>
                </a:path>
                <a:path w="668020" h="658495">
                  <a:moveTo>
                    <a:pt x="535291" y="265683"/>
                  </a:moveTo>
                  <a:lnTo>
                    <a:pt x="488314" y="265683"/>
                  </a:lnTo>
                  <a:lnTo>
                    <a:pt x="475407" y="274079"/>
                  </a:lnTo>
                  <a:lnTo>
                    <a:pt x="475868" y="273812"/>
                  </a:lnTo>
                  <a:lnTo>
                    <a:pt x="525332" y="273812"/>
                  </a:lnTo>
                  <a:lnTo>
                    <a:pt x="530351" y="269875"/>
                  </a:lnTo>
                  <a:lnTo>
                    <a:pt x="535291" y="265683"/>
                  </a:lnTo>
                  <a:close/>
                </a:path>
                <a:path w="668020" h="658495">
                  <a:moveTo>
                    <a:pt x="545287" y="256920"/>
                  </a:moveTo>
                  <a:lnTo>
                    <a:pt x="500633" y="256920"/>
                  </a:lnTo>
                  <a:lnTo>
                    <a:pt x="500125" y="257301"/>
                  </a:lnTo>
                  <a:lnTo>
                    <a:pt x="487806" y="265938"/>
                  </a:lnTo>
                  <a:lnTo>
                    <a:pt x="488314" y="265683"/>
                  </a:lnTo>
                  <a:lnTo>
                    <a:pt x="535291" y="265683"/>
                  </a:lnTo>
                  <a:lnTo>
                    <a:pt x="542925" y="259206"/>
                  </a:lnTo>
                  <a:lnTo>
                    <a:pt x="545287" y="256920"/>
                  </a:lnTo>
                  <a:close/>
                </a:path>
                <a:path w="668020" h="658495">
                  <a:moveTo>
                    <a:pt x="500422" y="257069"/>
                  </a:moveTo>
                  <a:lnTo>
                    <a:pt x="500092" y="257301"/>
                  </a:lnTo>
                  <a:lnTo>
                    <a:pt x="500422" y="257069"/>
                  </a:lnTo>
                  <a:close/>
                </a:path>
                <a:path w="668020" h="658495">
                  <a:moveTo>
                    <a:pt x="554867" y="247650"/>
                  </a:moveTo>
                  <a:lnTo>
                    <a:pt x="512444" y="247650"/>
                  </a:lnTo>
                  <a:lnTo>
                    <a:pt x="500422" y="257069"/>
                  </a:lnTo>
                  <a:lnTo>
                    <a:pt x="500633" y="256920"/>
                  </a:lnTo>
                  <a:lnTo>
                    <a:pt x="545287" y="256920"/>
                  </a:lnTo>
                  <a:lnTo>
                    <a:pt x="554867" y="247650"/>
                  </a:lnTo>
                  <a:close/>
                </a:path>
                <a:path w="668020" h="658495">
                  <a:moveTo>
                    <a:pt x="584143" y="216281"/>
                  </a:moveTo>
                  <a:lnTo>
                    <a:pt x="546226" y="216281"/>
                  </a:lnTo>
                  <a:lnTo>
                    <a:pt x="523366" y="238378"/>
                  </a:lnTo>
                  <a:lnTo>
                    <a:pt x="511937" y="248031"/>
                  </a:lnTo>
                  <a:lnTo>
                    <a:pt x="512444" y="247650"/>
                  </a:lnTo>
                  <a:lnTo>
                    <a:pt x="554867" y="247650"/>
                  </a:lnTo>
                  <a:lnTo>
                    <a:pt x="566547" y="236346"/>
                  </a:lnTo>
                  <a:lnTo>
                    <a:pt x="584143" y="216281"/>
                  </a:lnTo>
                  <a:close/>
                </a:path>
                <a:path w="668020" h="658495">
                  <a:moveTo>
                    <a:pt x="524001" y="237744"/>
                  </a:moveTo>
                  <a:lnTo>
                    <a:pt x="523257" y="238378"/>
                  </a:lnTo>
                  <a:lnTo>
                    <a:pt x="524001" y="237744"/>
                  </a:lnTo>
                  <a:close/>
                </a:path>
                <a:path w="668020" h="658495">
                  <a:moveTo>
                    <a:pt x="602162" y="193039"/>
                  </a:moveTo>
                  <a:lnTo>
                    <a:pt x="566419" y="193039"/>
                  </a:lnTo>
                  <a:lnTo>
                    <a:pt x="565785" y="193801"/>
                  </a:lnTo>
                  <a:lnTo>
                    <a:pt x="545338" y="217043"/>
                  </a:lnTo>
                  <a:lnTo>
                    <a:pt x="546226" y="216281"/>
                  </a:lnTo>
                  <a:lnTo>
                    <a:pt x="584143" y="216281"/>
                  </a:lnTo>
                  <a:lnTo>
                    <a:pt x="588263" y="211581"/>
                  </a:lnTo>
                  <a:lnTo>
                    <a:pt x="598424" y="198374"/>
                  </a:lnTo>
                  <a:lnTo>
                    <a:pt x="602162" y="193039"/>
                  </a:lnTo>
                  <a:close/>
                </a:path>
                <a:path w="668020" h="658495">
                  <a:moveTo>
                    <a:pt x="566028" y="193485"/>
                  </a:moveTo>
                  <a:lnTo>
                    <a:pt x="565750" y="193801"/>
                  </a:lnTo>
                  <a:lnTo>
                    <a:pt x="566028" y="193485"/>
                  </a:lnTo>
                  <a:close/>
                </a:path>
                <a:path w="668020" h="658495">
                  <a:moveTo>
                    <a:pt x="566419" y="193039"/>
                  </a:moveTo>
                  <a:lnTo>
                    <a:pt x="566028" y="193485"/>
                  </a:lnTo>
                  <a:lnTo>
                    <a:pt x="565785" y="193801"/>
                  </a:lnTo>
                  <a:lnTo>
                    <a:pt x="566419" y="193039"/>
                  </a:lnTo>
                  <a:close/>
                </a:path>
                <a:path w="668020" h="658495">
                  <a:moveTo>
                    <a:pt x="610292" y="181101"/>
                  </a:moveTo>
                  <a:lnTo>
                    <a:pt x="575563" y="181101"/>
                  </a:lnTo>
                  <a:lnTo>
                    <a:pt x="566028" y="193485"/>
                  </a:lnTo>
                  <a:lnTo>
                    <a:pt x="566419" y="193039"/>
                  </a:lnTo>
                  <a:lnTo>
                    <a:pt x="602162" y="193039"/>
                  </a:lnTo>
                  <a:lnTo>
                    <a:pt x="607949" y="184784"/>
                  </a:lnTo>
                  <a:lnTo>
                    <a:pt x="610292" y="181101"/>
                  </a:lnTo>
                  <a:close/>
                </a:path>
                <a:path w="668020" h="658495">
                  <a:moveTo>
                    <a:pt x="618194" y="168528"/>
                  </a:moveTo>
                  <a:lnTo>
                    <a:pt x="584453" y="168528"/>
                  </a:lnTo>
                  <a:lnTo>
                    <a:pt x="575300" y="181444"/>
                  </a:lnTo>
                  <a:lnTo>
                    <a:pt x="575563" y="181101"/>
                  </a:lnTo>
                  <a:lnTo>
                    <a:pt x="610292" y="181101"/>
                  </a:lnTo>
                  <a:lnTo>
                    <a:pt x="616838" y="170814"/>
                  </a:lnTo>
                  <a:lnTo>
                    <a:pt x="618194" y="168528"/>
                  </a:lnTo>
                  <a:close/>
                </a:path>
                <a:path w="668020" h="658495">
                  <a:moveTo>
                    <a:pt x="625745" y="155701"/>
                  </a:moveTo>
                  <a:lnTo>
                    <a:pt x="592708" y="155701"/>
                  </a:lnTo>
                  <a:lnTo>
                    <a:pt x="584073" y="169037"/>
                  </a:lnTo>
                  <a:lnTo>
                    <a:pt x="584453" y="168528"/>
                  </a:lnTo>
                  <a:lnTo>
                    <a:pt x="618194" y="168528"/>
                  </a:lnTo>
                  <a:lnTo>
                    <a:pt x="625348" y="156463"/>
                  </a:lnTo>
                  <a:lnTo>
                    <a:pt x="625745" y="155701"/>
                  </a:lnTo>
                  <a:close/>
                </a:path>
                <a:path w="668020" h="658495">
                  <a:moveTo>
                    <a:pt x="639109" y="128905"/>
                  </a:moveTo>
                  <a:lnTo>
                    <a:pt x="607440" y="128905"/>
                  </a:lnTo>
                  <a:lnTo>
                    <a:pt x="600201" y="142875"/>
                  </a:lnTo>
                  <a:lnTo>
                    <a:pt x="592327" y="156082"/>
                  </a:lnTo>
                  <a:lnTo>
                    <a:pt x="592708" y="155701"/>
                  </a:lnTo>
                  <a:lnTo>
                    <a:pt x="625745" y="155701"/>
                  </a:lnTo>
                  <a:lnTo>
                    <a:pt x="632967" y="141858"/>
                  </a:lnTo>
                  <a:lnTo>
                    <a:pt x="639109" y="128905"/>
                  </a:lnTo>
                  <a:close/>
                </a:path>
                <a:path w="668020" h="658495">
                  <a:moveTo>
                    <a:pt x="600455" y="142366"/>
                  </a:moveTo>
                  <a:lnTo>
                    <a:pt x="600154" y="142875"/>
                  </a:lnTo>
                  <a:lnTo>
                    <a:pt x="600455" y="142366"/>
                  </a:lnTo>
                  <a:close/>
                </a:path>
                <a:path w="668020" h="658495">
                  <a:moveTo>
                    <a:pt x="644927" y="115188"/>
                  </a:moveTo>
                  <a:lnTo>
                    <a:pt x="614044" y="115188"/>
                  </a:lnTo>
                  <a:lnTo>
                    <a:pt x="607310" y="129156"/>
                  </a:lnTo>
                  <a:lnTo>
                    <a:pt x="607440" y="128905"/>
                  </a:lnTo>
                  <a:lnTo>
                    <a:pt x="639109" y="128905"/>
                  </a:lnTo>
                  <a:lnTo>
                    <a:pt x="639952" y="127126"/>
                  </a:lnTo>
                  <a:lnTo>
                    <a:pt x="644927" y="115188"/>
                  </a:lnTo>
                  <a:close/>
                </a:path>
                <a:path w="668020" h="658495">
                  <a:moveTo>
                    <a:pt x="650119" y="101218"/>
                  </a:moveTo>
                  <a:lnTo>
                    <a:pt x="619760" y="101218"/>
                  </a:lnTo>
                  <a:lnTo>
                    <a:pt x="613663" y="115696"/>
                  </a:lnTo>
                  <a:lnTo>
                    <a:pt x="614044" y="115188"/>
                  </a:lnTo>
                  <a:lnTo>
                    <a:pt x="644927" y="115188"/>
                  </a:lnTo>
                  <a:lnTo>
                    <a:pt x="646302" y="111887"/>
                  </a:lnTo>
                  <a:lnTo>
                    <a:pt x="650119" y="101218"/>
                  </a:lnTo>
                  <a:close/>
                </a:path>
                <a:path w="668020" h="658495">
                  <a:moveTo>
                    <a:pt x="658749" y="72643"/>
                  </a:moveTo>
                  <a:lnTo>
                    <a:pt x="629285" y="72643"/>
                  </a:lnTo>
                  <a:lnTo>
                    <a:pt x="624713" y="87630"/>
                  </a:lnTo>
                  <a:lnTo>
                    <a:pt x="619583" y="101638"/>
                  </a:lnTo>
                  <a:lnTo>
                    <a:pt x="619760" y="101218"/>
                  </a:lnTo>
                  <a:lnTo>
                    <a:pt x="650119" y="101218"/>
                  </a:lnTo>
                  <a:lnTo>
                    <a:pt x="651890" y="96265"/>
                  </a:lnTo>
                  <a:lnTo>
                    <a:pt x="656716" y="80771"/>
                  </a:lnTo>
                  <a:lnTo>
                    <a:pt x="658749" y="72643"/>
                  </a:lnTo>
                  <a:close/>
                </a:path>
                <a:path w="668020" h="658495">
                  <a:moveTo>
                    <a:pt x="624839" y="86994"/>
                  </a:moveTo>
                  <a:lnTo>
                    <a:pt x="624612" y="87630"/>
                  </a:lnTo>
                  <a:lnTo>
                    <a:pt x="624839" y="86994"/>
                  </a:lnTo>
                  <a:close/>
                </a:path>
                <a:path w="668020" h="658495">
                  <a:moveTo>
                    <a:pt x="664567" y="43814"/>
                  </a:moveTo>
                  <a:lnTo>
                    <a:pt x="635762" y="43814"/>
                  </a:lnTo>
                  <a:lnTo>
                    <a:pt x="635635" y="44576"/>
                  </a:lnTo>
                  <a:lnTo>
                    <a:pt x="632713" y="59055"/>
                  </a:lnTo>
                  <a:lnTo>
                    <a:pt x="629030" y="73406"/>
                  </a:lnTo>
                  <a:lnTo>
                    <a:pt x="629285" y="72643"/>
                  </a:lnTo>
                  <a:lnTo>
                    <a:pt x="658749" y="72643"/>
                  </a:lnTo>
                  <a:lnTo>
                    <a:pt x="660653" y="65024"/>
                  </a:lnTo>
                  <a:lnTo>
                    <a:pt x="663828" y="49021"/>
                  </a:lnTo>
                  <a:lnTo>
                    <a:pt x="664567" y="43814"/>
                  </a:lnTo>
                  <a:close/>
                </a:path>
                <a:path w="668020" h="658495">
                  <a:moveTo>
                    <a:pt x="632840" y="58293"/>
                  </a:moveTo>
                  <a:lnTo>
                    <a:pt x="632648" y="59055"/>
                  </a:lnTo>
                  <a:lnTo>
                    <a:pt x="632840" y="58293"/>
                  </a:lnTo>
                  <a:close/>
                </a:path>
                <a:path w="668020" h="658495">
                  <a:moveTo>
                    <a:pt x="635694" y="44150"/>
                  </a:moveTo>
                  <a:lnTo>
                    <a:pt x="635609" y="44576"/>
                  </a:lnTo>
                  <a:lnTo>
                    <a:pt x="635694" y="44150"/>
                  </a:lnTo>
                  <a:close/>
                </a:path>
                <a:path w="668020" h="658495">
                  <a:moveTo>
                    <a:pt x="666434" y="29209"/>
                  </a:moveTo>
                  <a:lnTo>
                    <a:pt x="637793" y="29209"/>
                  </a:lnTo>
                  <a:lnTo>
                    <a:pt x="635694" y="44150"/>
                  </a:lnTo>
                  <a:lnTo>
                    <a:pt x="635762" y="43814"/>
                  </a:lnTo>
                  <a:lnTo>
                    <a:pt x="664567" y="43814"/>
                  </a:lnTo>
                  <a:lnTo>
                    <a:pt x="666114" y="32893"/>
                  </a:lnTo>
                  <a:lnTo>
                    <a:pt x="666434" y="29209"/>
                  </a:lnTo>
                  <a:close/>
                </a:path>
                <a:path w="668020" h="658495">
                  <a:moveTo>
                    <a:pt x="639444" y="0"/>
                  </a:moveTo>
                  <a:lnTo>
                    <a:pt x="639063" y="15493"/>
                  </a:lnTo>
                  <a:lnTo>
                    <a:pt x="637666" y="29971"/>
                  </a:lnTo>
                  <a:lnTo>
                    <a:pt x="637793" y="29209"/>
                  </a:lnTo>
                  <a:lnTo>
                    <a:pt x="666434" y="29209"/>
                  </a:lnTo>
                  <a:lnTo>
                    <a:pt x="667512" y="16763"/>
                  </a:lnTo>
                  <a:lnTo>
                    <a:pt x="668019" y="888"/>
                  </a:lnTo>
                  <a:lnTo>
                    <a:pt x="639444" y="0"/>
                  </a:lnTo>
                  <a:close/>
                </a:path>
                <a:path w="668020" h="658495">
                  <a:moveTo>
                    <a:pt x="639063" y="14605"/>
                  </a:moveTo>
                  <a:lnTo>
                    <a:pt x="638983" y="15493"/>
                  </a:lnTo>
                  <a:lnTo>
                    <a:pt x="639063" y="1460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99869" y="4968366"/>
            <a:ext cx="17113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Fronteira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decisão</a:t>
            </a:r>
            <a:r>
              <a:rPr sz="1400" spc="-10" dirty="0">
                <a:latin typeface="Calibri"/>
                <a:cs typeface="Calibri"/>
              </a:rPr>
              <a:t>: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exemplo, </a:t>
            </a:r>
            <a:r>
              <a:rPr sz="1400" dirty="0">
                <a:latin typeface="Calibri"/>
                <a:cs typeface="Calibri"/>
              </a:rPr>
              <a:t>ela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 </a:t>
            </a:r>
            <a:r>
              <a:rPr sz="1400" spc="-10" dirty="0">
                <a:latin typeface="Calibri"/>
                <a:cs typeface="Calibri"/>
              </a:rPr>
              <a:t>reta.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8596" y="2944114"/>
            <a:ext cx="612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𝑄</a:t>
            </a:r>
            <a:r>
              <a:rPr sz="1800" spc="1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Fronteiras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um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86858" y="1793493"/>
            <a:ext cx="6884034" cy="46742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6700" marR="963294" indent="-228600" algn="just">
              <a:lnSpc>
                <a:spcPct val="90200"/>
              </a:lnSpc>
              <a:spcBef>
                <a:spcPts val="42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duas </a:t>
            </a:r>
            <a:r>
              <a:rPr sz="2800" b="1" i="1" dirty="0">
                <a:latin typeface="Calibri"/>
                <a:cs typeface="Calibri"/>
              </a:rPr>
              <a:t>regiões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𝑅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8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𝑅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cada </a:t>
            </a:r>
            <a:r>
              <a:rPr sz="2800" b="1" i="1" dirty="0">
                <a:latin typeface="Calibri"/>
                <a:cs typeface="Calibri"/>
              </a:rPr>
              <a:t>região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</a:t>
            </a:r>
            <a:r>
              <a:rPr sz="2800" spc="-10" dirty="0">
                <a:latin typeface="Cambria Math"/>
                <a:cs typeface="Cambria Math"/>
              </a:rPr>
              <a:t>.</a:t>
            </a:r>
            <a:endParaRPr sz="2800" dirty="0">
              <a:latin typeface="Cambria Math"/>
              <a:cs typeface="Cambria Math"/>
            </a:endParaRPr>
          </a:p>
          <a:p>
            <a:pPr marL="266700" marR="227965" indent="-228600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regiões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separadas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 </a:t>
            </a:r>
            <a:r>
              <a:rPr sz="2800" b="1" i="1" spc="-10" dirty="0">
                <a:latin typeface="Calibri"/>
                <a:cs typeface="Calibri"/>
              </a:rPr>
              <a:t>fronteiras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426720" indent="-228600">
              <a:lnSpc>
                <a:spcPts val="3010"/>
              </a:lnSpc>
              <a:spcBef>
                <a:spcPts val="10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fronteira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decisão.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fronteira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superfície</a:t>
            </a:r>
            <a:r>
              <a:rPr sz="2800" b="1" i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separação</a:t>
            </a:r>
            <a:r>
              <a:rPr sz="2800" b="1" i="1" spc="-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(1D,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2D,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3D,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etc.)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 </a:t>
            </a:r>
            <a:r>
              <a:rPr sz="2800" b="1" i="1" dirty="0">
                <a:latin typeface="Calibri"/>
                <a:cs typeface="Calibri"/>
              </a:rPr>
              <a:t>espaço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63177" y="2466926"/>
            <a:ext cx="2910205" cy="2489835"/>
            <a:chOff x="1163177" y="2466926"/>
            <a:chExt cx="2910205" cy="2489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3177" y="2466926"/>
              <a:ext cx="2910063" cy="22076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27147" y="4298060"/>
              <a:ext cx="668020" cy="658495"/>
            </a:xfrm>
            <a:custGeom>
              <a:avLst/>
              <a:gdLst/>
              <a:ahLst/>
              <a:cxnLst/>
              <a:rect l="l" t="t" r="r" b="b"/>
              <a:pathLst>
                <a:path w="668020" h="658495">
                  <a:moveTo>
                    <a:pt x="0" y="566801"/>
                  </a:moveTo>
                  <a:lnTo>
                    <a:pt x="29082" y="658113"/>
                  </a:lnTo>
                  <a:lnTo>
                    <a:pt x="77280" y="590550"/>
                  </a:lnTo>
                  <a:lnTo>
                    <a:pt x="54101" y="590550"/>
                  </a:lnTo>
                  <a:lnTo>
                    <a:pt x="26161" y="584707"/>
                  </a:lnTo>
                  <a:lnTo>
                    <a:pt x="28880" y="571347"/>
                  </a:lnTo>
                  <a:lnTo>
                    <a:pt x="0" y="566801"/>
                  </a:lnTo>
                  <a:close/>
                </a:path>
                <a:path w="668020" h="658495">
                  <a:moveTo>
                    <a:pt x="28880" y="571347"/>
                  </a:moveTo>
                  <a:lnTo>
                    <a:pt x="26161" y="584707"/>
                  </a:lnTo>
                  <a:lnTo>
                    <a:pt x="54101" y="590550"/>
                  </a:lnTo>
                  <a:lnTo>
                    <a:pt x="57142" y="575796"/>
                  </a:lnTo>
                  <a:lnTo>
                    <a:pt x="28880" y="571347"/>
                  </a:lnTo>
                  <a:close/>
                </a:path>
                <a:path w="668020" h="658495">
                  <a:moveTo>
                    <a:pt x="57142" y="575796"/>
                  </a:moveTo>
                  <a:lnTo>
                    <a:pt x="54101" y="590550"/>
                  </a:lnTo>
                  <a:lnTo>
                    <a:pt x="77280" y="590550"/>
                  </a:lnTo>
                  <a:lnTo>
                    <a:pt x="84708" y="580136"/>
                  </a:lnTo>
                  <a:lnTo>
                    <a:pt x="57142" y="575796"/>
                  </a:lnTo>
                  <a:close/>
                </a:path>
                <a:path w="668020" h="658495">
                  <a:moveTo>
                    <a:pt x="369104" y="313202"/>
                  </a:moveTo>
                  <a:lnTo>
                    <a:pt x="354583" y="314578"/>
                  </a:lnTo>
                  <a:lnTo>
                    <a:pt x="355600" y="314578"/>
                  </a:lnTo>
                  <a:lnTo>
                    <a:pt x="325881" y="315468"/>
                  </a:lnTo>
                  <a:lnTo>
                    <a:pt x="279653" y="322833"/>
                  </a:lnTo>
                  <a:lnTo>
                    <a:pt x="234950" y="338074"/>
                  </a:lnTo>
                  <a:lnTo>
                    <a:pt x="192277" y="360299"/>
                  </a:lnTo>
                  <a:lnTo>
                    <a:pt x="152400" y="388619"/>
                  </a:lnTo>
                  <a:lnTo>
                    <a:pt x="116331" y="422147"/>
                  </a:lnTo>
                  <a:lnTo>
                    <a:pt x="84327" y="460375"/>
                  </a:lnTo>
                  <a:lnTo>
                    <a:pt x="57530" y="502031"/>
                  </a:lnTo>
                  <a:lnTo>
                    <a:pt x="36448" y="546734"/>
                  </a:lnTo>
                  <a:lnTo>
                    <a:pt x="28880" y="571347"/>
                  </a:lnTo>
                  <a:lnTo>
                    <a:pt x="57142" y="575796"/>
                  </a:lnTo>
                  <a:lnTo>
                    <a:pt x="58001" y="571626"/>
                  </a:lnTo>
                  <a:lnTo>
                    <a:pt x="58419" y="569594"/>
                  </a:lnTo>
                  <a:lnTo>
                    <a:pt x="58641" y="569594"/>
                  </a:lnTo>
                  <a:lnTo>
                    <a:pt x="63245" y="556768"/>
                  </a:lnTo>
                  <a:lnTo>
                    <a:pt x="69087" y="542925"/>
                  </a:lnTo>
                  <a:lnTo>
                    <a:pt x="75326" y="529716"/>
                  </a:lnTo>
                  <a:lnTo>
                    <a:pt x="82345" y="516255"/>
                  </a:lnTo>
                  <a:lnTo>
                    <a:pt x="90423" y="502538"/>
                  </a:lnTo>
                  <a:lnTo>
                    <a:pt x="98357" y="490093"/>
                  </a:lnTo>
                  <a:lnTo>
                    <a:pt x="107208" y="477519"/>
                  </a:lnTo>
                  <a:lnTo>
                    <a:pt x="116380" y="465581"/>
                  </a:lnTo>
                  <a:lnTo>
                    <a:pt x="116966" y="464819"/>
                  </a:lnTo>
                  <a:lnTo>
                    <a:pt x="136637" y="442340"/>
                  </a:lnTo>
                  <a:lnTo>
                    <a:pt x="137413" y="441451"/>
                  </a:lnTo>
                  <a:lnTo>
                    <a:pt x="158859" y="420750"/>
                  </a:lnTo>
                  <a:lnTo>
                    <a:pt x="170368" y="410844"/>
                  </a:lnTo>
                  <a:lnTo>
                    <a:pt x="182261" y="401574"/>
                  </a:lnTo>
                  <a:lnTo>
                    <a:pt x="182117" y="401574"/>
                  </a:lnTo>
                  <a:lnTo>
                    <a:pt x="194944" y="392556"/>
                  </a:lnTo>
                  <a:lnTo>
                    <a:pt x="207517" y="384428"/>
                  </a:lnTo>
                  <a:lnTo>
                    <a:pt x="207655" y="384428"/>
                  </a:lnTo>
                  <a:lnTo>
                    <a:pt x="220344" y="376936"/>
                  </a:lnTo>
                  <a:lnTo>
                    <a:pt x="233298" y="370205"/>
                  </a:lnTo>
                  <a:lnTo>
                    <a:pt x="233597" y="370205"/>
                  </a:lnTo>
                  <a:lnTo>
                    <a:pt x="246506" y="364108"/>
                  </a:lnTo>
                  <a:lnTo>
                    <a:pt x="246803" y="364108"/>
                  </a:lnTo>
                  <a:lnTo>
                    <a:pt x="259841" y="358775"/>
                  </a:lnTo>
                  <a:lnTo>
                    <a:pt x="260301" y="358775"/>
                  </a:lnTo>
                  <a:lnTo>
                    <a:pt x="272701" y="354456"/>
                  </a:lnTo>
                  <a:lnTo>
                    <a:pt x="273430" y="354202"/>
                  </a:lnTo>
                  <a:lnTo>
                    <a:pt x="273594" y="354202"/>
                  </a:lnTo>
                  <a:lnTo>
                    <a:pt x="286557" y="350646"/>
                  </a:lnTo>
                  <a:lnTo>
                    <a:pt x="286257" y="350646"/>
                  </a:lnTo>
                  <a:lnTo>
                    <a:pt x="300156" y="347599"/>
                  </a:lnTo>
                  <a:lnTo>
                    <a:pt x="299846" y="347599"/>
                  </a:lnTo>
                  <a:lnTo>
                    <a:pt x="313640" y="345439"/>
                  </a:lnTo>
                  <a:lnTo>
                    <a:pt x="314451" y="345313"/>
                  </a:lnTo>
                  <a:lnTo>
                    <a:pt x="314780" y="345313"/>
                  </a:lnTo>
                  <a:lnTo>
                    <a:pt x="328167" y="343915"/>
                  </a:lnTo>
                  <a:lnTo>
                    <a:pt x="330993" y="343915"/>
                  </a:lnTo>
                  <a:lnTo>
                    <a:pt x="356996" y="343026"/>
                  </a:lnTo>
                  <a:lnTo>
                    <a:pt x="403097" y="335661"/>
                  </a:lnTo>
                  <a:lnTo>
                    <a:pt x="447801" y="320547"/>
                  </a:lnTo>
                  <a:lnTo>
                    <a:pt x="463387" y="313308"/>
                  </a:lnTo>
                  <a:lnTo>
                    <a:pt x="368426" y="313308"/>
                  </a:lnTo>
                  <a:lnTo>
                    <a:pt x="369104" y="313202"/>
                  </a:lnTo>
                  <a:close/>
                </a:path>
                <a:path w="668020" h="658495">
                  <a:moveTo>
                    <a:pt x="58419" y="569594"/>
                  </a:moveTo>
                  <a:lnTo>
                    <a:pt x="57911" y="571626"/>
                  </a:lnTo>
                  <a:lnTo>
                    <a:pt x="58121" y="571043"/>
                  </a:lnTo>
                  <a:lnTo>
                    <a:pt x="58419" y="569594"/>
                  </a:lnTo>
                  <a:close/>
                </a:path>
                <a:path w="668020" h="658495">
                  <a:moveTo>
                    <a:pt x="58121" y="571043"/>
                  </a:moveTo>
                  <a:lnTo>
                    <a:pt x="57911" y="571626"/>
                  </a:lnTo>
                  <a:lnTo>
                    <a:pt x="58121" y="571043"/>
                  </a:lnTo>
                  <a:close/>
                </a:path>
                <a:path w="668020" h="658495">
                  <a:moveTo>
                    <a:pt x="58641" y="569594"/>
                  </a:moveTo>
                  <a:lnTo>
                    <a:pt x="58419" y="569594"/>
                  </a:lnTo>
                  <a:lnTo>
                    <a:pt x="58121" y="571043"/>
                  </a:lnTo>
                  <a:lnTo>
                    <a:pt x="58641" y="569594"/>
                  </a:lnTo>
                  <a:close/>
                </a:path>
                <a:path w="668020" h="658495">
                  <a:moveTo>
                    <a:pt x="63310" y="556768"/>
                  </a:moveTo>
                  <a:lnTo>
                    <a:pt x="62991" y="557530"/>
                  </a:lnTo>
                  <a:lnTo>
                    <a:pt x="63310" y="556768"/>
                  </a:lnTo>
                  <a:close/>
                </a:path>
                <a:path w="668020" h="658495">
                  <a:moveTo>
                    <a:pt x="69131" y="542925"/>
                  </a:moveTo>
                  <a:lnTo>
                    <a:pt x="68833" y="543559"/>
                  </a:lnTo>
                  <a:lnTo>
                    <a:pt x="69131" y="542925"/>
                  </a:lnTo>
                  <a:close/>
                </a:path>
                <a:path w="668020" h="658495">
                  <a:moveTo>
                    <a:pt x="75464" y="529422"/>
                  </a:moveTo>
                  <a:lnTo>
                    <a:pt x="75310" y="529716"/>
                  </a:lnTo>
                  <a:lnTo>
                    <a:pt x="75464" y="529422"/>
                  </a:lnTo>
                  <a:close/>
                </a:path>
                <a:path w="668020" h="658495">
                  <a:moveTo>
                    <a:pt x="82676" y="515619"/>
                  </a:moveTo>
                  <a:lnTo>
                    <a:pt x="82295" y="516255"/>
                  </a:lnTo>
                  <a:lnTo>
                    <a:pt x="82676" y="515619"/>
                  </a:lnTo>
                  <a:close/>
                </a:path>
                <a:path w="668020" h="658495">
                  <a:moveTo>
                    <a:pt x="90491" y="502538"/>
                  </a:moveTo>
                  <a:lnTo>
                    <a:pt x="90169" y="503046"/>
                  </a:lnTo>
                  <a:lnTo>
                    <a:pt x="90491" y="502538"/>
                  </a:lnTo>
                  <a:close/>
                </a:path>
                <a:path w="668020" h="658495">
                  <a:moveTo>
                    <a:pt x="98678" y="489584"/>
                  </a:moveTo>
                  <a:lnTo>
                    <a:pt x="98297" y="490093"/>
                  </a:lnTo>
                  <a:lnTo>
                    <a:pt x="98678" y="489584"/>
                  </a:lnTo>
                  <a:close/>
                </a:path>
                <a:path w="668020" h="658495">
                  <a:moveTo>
                    <a:pt x="107451" y="477177"/>
                  </a:moveTo>
                  <a:lnTo>
                    <a:pt x="107187" y="477519"/>
                  </a:lnTo>
                  <a:lnTo>
                    <a:pt x="107451" y="477177"/>
                  </a:lnTo>
                  <a:close/>
                </a:path>
                <a:path w="668020" h="658495">
                  <a:moveTo>
                    <a:pt x="116966" y="464819"/>
                  </a:moveTo>
                  <a:lnTo>
                    <a:pt x="116331" y="465581"/>
                  </a:lnTo>
                  <a:lnTo>
                    <a:pt x="116738" y="465116"/>
                  </a:lnTo>
                  <a:lnTo>
                    <a:pt x="116966" y="464819"/>
                  </a:lnTo>
                  <a:close/>
                </a:path>
                <a:path w="668020" h="658495">
                  <a:moveTo>
                    <a:pt x="116738" y="465116"/>
                  </a:moveTo>
                  <a:lnTo>
                    <a:pt x="116331" y="465581"/>
                  </a:lnTo>
                  <a:lnTo>
                    <a:pt x="116738" y="465116"/>
                  </a:lnTo>
                  <a:close/>
                </a:path>
                <a:path w="668020" h="658495">
                  <a:moveTo>
                    <a:pt x="116997" y="464819"/>
                  </a:moveTo>
                  <a:lnTo>
                    <a:pt x="116738" y="465116"/>
                  </a:lnTo>
                  <a:lnTo>
                    <a:pt x="116997" y="464819"/>
                  </a:lnTo>
                  <a:close/>
                </a:path>
                <a:path w="668020" h="658495">
                  <a:moveTo>
                    <a:pt x="137413" y="441451"/>
                  </a:moveTo>
                  <a:lnTo>
                    <a:pt x="136525" y="442340"/>
                  </a:lnTo>
                  <a:lnTo>
                    <a:pt x="137247" y="441642"/>
                  </a:lnTo>
                  <a:lnTo>
                    <a:pt x="137413" y="441451"/>
                  </a:lnTo>
                  <a:close/>
                </a:path>
                <a:path w="668020" h="658495">
                  <a:moveTo>
                    <a:pt x="137247" y="441642"/>
                  </a:moveTo>
                  <a:lnTo>
                    <a:pt x="136525" y="442340"/>
                  </a:lnTo>
                  <a:lnTo>
                    <a:pt x="137247" y="441642"/>
                  </a:lnTo>
                  <a:close/>
                </a:path>
                <a:path w="668020" h="658495">
                  <a:moveTo>
                    <a:pt x="137444" y="441451"/>
                  </a:moveTo>
                  <a:lnTo>
                    <a:pt x="137247" y="441642"/>
                  </a:lnTo>
                  <a:lnTo>
                    <a:pt x="137444" y="441451"/>
                  </a:lnTo>
                  <a:close/>
                </a:path>
                <a:path w="668020" h="658495">
                  <a:moveTo>
                    <a:pt x="159384" y="420243"/>
                  </a:moveTo>
                  <a:lnTo>
                    <a:pt x="158750" y="420750"/>
                  </a:lnTo>
                  <a:lnTo>
                    <a:pt x="159384" y="420243"/>
                  </a:lnTo>
                  <a:close/>
                </a:path>
                <a:path w="668020" h="658495">
                  <a:moveTo>
                    <a:pt x="170814" y="410463"/>
                  </a:moveTo>
                  <a:lnTo>
                    <a:pt x="170306" y="410844"/>
                  </a:lnTo>
                  <a:lnTo>
                    <a:pt x="170814" y="410463"/>
                  </a:lnTo>
                  <a:close/>
                </a:path>
                <a:path w="668020" h="658495">
                  <a:moveTo>
                    <a:pt x="182752" y="401193"/>
                  </a:moveTo>
                  <a:lnTo>
                    <a:pt x="182117" y="401574"/>
                  </a:lnTo>
                  <a:lnTo>
                    <a:pt x="182261" y="401574"/>
                  </a:lnTo>
                  <a:lnTo>
                    <a:pt x="182752" y="401193"/>
                  </a:lnTo>
                  <a:close/>
                </a:path>
                <a:path w="668020" h="658495">
                  <a:moveTo>
                    <a:pt x="195022" y="392556"/>
                  </a:moveTo>
                  <a:lnTo>
                    <a:pt x="194436" y="392938"/>
                  </a:lnTo>
                  <a:lnTo>
                    <a:pt x="195022" y="392556"/>
                  </a:lnTo>
                  <a:close/>
                </a:path>
                <a:path w="668020" h="658495">
                  <a:moveTo>
                    <a:pt x="207655" y="384428"/>
                  </a:moveTo>
                  <a:lnTo>
                    <a:pt x="207517" y="384428"/>
                  </a:lnTo>
                  <a:lnTo>
                    <a:pt x="207009" y="384809"/>
                  </a:lnTo>
                  <a:lnTo>
                    <a:pt x="207655" y="384428"/>
                  </a:lnTo>
                  <a:close/>
                </a:path>
                <a:path w="668020" h="658495">
                  <a:moveTo>
                    <a:pt x="220437" y="376936"/>
                  </a:moveTo>
                  <a:lnTo>
                    <a:pt x="219709" y="377316"/>
                  </a:lnTo>
                  <a:lnTo>
                    <a:pt x="220437" y="376936"/>
                  </a:lnTo>
                  <a:close/>
                </a:path>
                <a:path w="668020" h="658495">
                  <a:moveTo>
                    <a:pt x="233597" y="370205"/>
                  </a:moveTo>
                  <a:lnTo>
                    <a:pt x="233298" y="370205"/>
                  </a:lnTo>
                  <a:lnTo>
                    <a:pt x="232790" y="370586"/>
                  </a:lnTo>
                  <a:lnTo>
                    <a:pt x="233597" y="370205"/>
                  </a:lnTo>
                  <a:close/>
                </a:path>
                <a:path w="668020" h="658495">
                  <a:moveTo>
                    <a:pt x="246803" y="364108"/>
                  </a:moveTo>
                  <a:lnTo>
                    <a:pt x="246506" y="364108"/>
                  </a:lnTo>
                  <a:lnTo>
                    <a:pt x="245871" y="364489"/>
                  </a:lnTo>
                  <a:lnTo>
                    <a:pt x="246803" y="364108"/>
                  </a:lnTo>
                  <a:close/>
                </a:path>
                <a:path w="668020" h="658495">
                  <a:moveTo>
                    <a:pt x="260301" y="358775"/>
                  </a:moveTo>
                  <a:lnTo>
                    <a:pt x="259841" y="358775"/>
                  </a:lnTo>
                  <a:lnTo>
                    <a:pt x="259206" y="359156"/>
                  </a:lnTo>
                  <a:lnTo>
                    <a:pt x="260301" y="358775"/>
                  </a:lnTo>
                  <a:close/>
                </a:path>
                <a:path w="668020" h="658495">
                  <a:moveTo>
                    <a:pt x="273594" y="354202"/>
                  </a:moveTo>
                  <a:lnTo>
                    <a:pt x="273430" y="354202"/>
                  </a:lnTo>
                  <a:lnTo>
                    <a:pt x="272822" y="354414"/>
                  </a:lnTo>
                  <a:lnTo>
                    <a:pt x="273594" y="354202"/>
                  </a:lnTo>
                  <a:close/>
                </a:path>
                <a:path w="668020" h="658495">
                  <a:moveTo>
                    <a:pt x="287019" y="350519"/>
                  </a:moveTo>
                  <a:lnTo>
                    <a:pt x="286257" y="350646"/>
                  </a:lnTo>
                  <a:lnTo>
                    <a:pt x="286557" y="350646"/>
                  </a:lnTo>
                  <a:lnTo>
                    <a:pt x="287019" y="350519"/>
                  </a:lnTo>
                  <a:close/>
                </a:path>
                <a:path w="668020" h="658495">
                  <a:moveTo>
                    <a:pt x="300735" y="347471"/>
                  </a:moveTo>
                  <a:lnTo>
                    <a:pt x="299846" y="347599"/>
                  </a:lnTo>
                  <a:lnTo>
                    <a:pt x="300156" y="347599"/>
                  </a:lnTo>
                  <a:lnTo>
                    <a:pt x="300735" y="347471"/>
                  </a:lnTo>
                  <a:close/>
                </a:path>
                <a:path w="668020" h="658495">
                  <a:moveTo>
                    <a:pt x="314780" y="345313"/>
                  </a:moveTo>
                  <a:lnTo>
                    <a:pt x="314451" y="345313"/>
                  </a:lnTo>
                  <a:lnTo>
                    <a:pt x="313795" y="345415"/>
                  </a:lnTo>
                  <a:lnTo>
                    <a:pt x="314780" y="345313"/>
                  </a:lnTo>
                  <a:close/>
                </a:path>
                <a:path w="668020" h="658495">
                  <a:moveTo>
                    <a:pt x="330993" y="343915"/>
                  </a:moveTo>
                  <a:lnTo>
                    <a:pt x="328167" y="343915"/>
                  </a:lnTo>
                  <a:lnTo>
                    <a:pt x="327278" y="344043"/>
                  </a:lnTo>
                  <a:lnTo>
                    <a:pt x="330993" y="343915"/>
                  </a:lnTo>
                  <a:close/>
                </a:path>
                <a:path w="668020" h="658495">
                  <a:moveTo>
                    <a:pt x="463633" y="313181"/>
                  </a:moveTo>
                  <a:lnTo>
                    <a:pt x="369315" y="313181"/>
                  </a:lnTo>
                  <a:lnTo>
                    <a:pt x="368426" y="313308"/>
                  </a:lnTo>
                  <a:lnTo>
                    <a:pt x="463387" y="313308"/>
                  </a:lnTo>
                  <a:lnTo>
                    <a:pt x="463633" y="313181"/>
                  </a:lnTo>
                  <a:close/>
                </a:path>
                <a:path w="668020" h="658495">
                  <a:moveTo>
                    <a:pt x="467802" y="311022"/>
                  </a:moveTo>
                  <a:lnTo>
                    <a:pt x="382904" y="311022"/>
                  </a:lnTo>
                  <a:lnTo>
                    <a:pt x="369104" y="313202"/>
                  </a:lnTo>
                  <a:lnTo>
                    <a:pt x="369315" y="313181"/>
                  </a:lnTo>
                  <a:lnTo>
                    <a:pt x="463633" y="313181"/>
                  </a:lnTo>
                  <a:lnTo>
                    <a:pt x="467802" y="311022"/>
                  </a:lnTo>
                  <a:close/>
                </a:path>
                <a:path w="668020" h="658495">
                  <a:moveTo>
                    <a:pt x="396494" y="307847"/>
                  </a:moveTo>
                  <a:lnTo>
                    <a:pt x="382015" y="311150"/>
                  </a:lnTo>
                  <a:lnTo>
                    <a:pt x="382904" y="311022"/>
                  </a:lnTo>
                  <a:lnTo>
                    <a:pt x="467802" y="311022"/>
                  </a:lnTo>
                  <a:lnTo>
                    <a:pt x="473442" y="308101"/>
                  </a:lnTo>
                  <a:lnTo>
                    <a:pt x="395858" y="308101"/>
                  </a:lnTo>
                  <a:lnTo>
                    <a:pt x="396494" y="307847"/>
                  </a:lnTo>
                  <a:close/>
                </a:path>
                <a:path w="668020" h="658495">
                  <a:moveTo>
                    <a:pt x="410093" y="304070"/>
                  </a:moveTo>
                  <a:lnTo>
                    <a:pt x="395858" y="308101"/>
                  </a:lnTo>
                  <a:lnTo>
                    <a:pt x="473442" y="308101"/>
                  </a:lnTo>
                  <a:lnTo>
                    <a:pt x="476630" y="306450"/>
                  </a:lnTo>
                  <a:lnTo>
                    <a:pt x="480341" y="304291"/>
                  </a:lnTo>
                  <a:lnTo>
                    <a:pt x="409447" y="304291"/>
                  </a:lnTo>
                  <a:lnTo>
                    <a:pt x="410093" y="304070"/>
                  </a:lnTo>
                  <a:close/>
                </a:path>
                <a:path w="668020" h="658495">
                  <a:moveTo>
                    <a:pt x="480778" y="304038"/>
                  </a:moveTo>
                  <a:lnTo>
                    <a:pt x="410209" y="304038"/>
                  </a:lnTo>
                  <a:lnTo>
                    <a:pt x="409447" y="304291"/>
                  </a:lnTo>
                  <a:lnTo>
                    <a:pt x="480341" y="304291"/>
                  </a:lnTo>
                  <a:lnTo>
                    <a:pt x="480778" y="304038"/>
                  </a:lnTo>
                  <a:close/>
                </a:path>
                <a:path w="668020" h="658495">
                  <a:moveTo>
                    <a:pt x="497007" y="294131"/>
                  </a:moveTo>
                  <a:lnTo>
                    <a:pt x="436879" y="294131"/>
                  </a:lnTo>
                  <a:lnTo>
                    <a:pt x="422909" y="299719"/>
                  </a:lnTo>
                  <a:lnTo>
                    <a:pt x="410093" y="304070"/>
                  </a:lnTo>
                  <a:lnTo>
                    <a:pt x="480778" y="304038"/>
                  </a:lnTo>
                  <a:lnTo>
                    <a:pt x="490600" y="298322"/>
                  </a:lnTo>
                  <a:lnTo>
                    <a:pt x="497007" y="294131"/>
                  </a:lnTo>
                  <a:close/>
                </a:path>
                <a:path w="668020" h="658495">
                  <a:moveTo>
                    <a:pt x="423544" y="299465"/>
                  </a:moveTo>
                  <a:lnTo>
                    <a:pt x="422803" y="299719"/>
                  </a:lnTo>
                  <a:lnTo>
                    <a:pt x="423544" y="299465"/>
                  </a:lnTo>
                  <a:close/>
                </a:path>
                <a:path w="668020" h="658495">
                  <a:moveTo>
                    <a:pt x="506153" y="288036"/>
                  </a:moveTo>
                  <a:lnTo>
                    <a:pt x="450214" y="288036"/>
                  </a:lnTo>
                  <a:lnTo>
                    <a:pt x="436244" y="294386"/>
                  </a:lnTo>
                  <a:lnTo>
                    <a:pt x="436879" y="294131"/>
                  </a:lnTo>
                  <a:lnTo>
                    <a:pt x="497007" y="294131"/>
                  </a:lnTo>
                  <a:lnTo>
                    <a:pt x="504189" y="289432"/>
                  </a:lnTo>
                  <a:lnTo>
                    <a:pt x="506153" y="288036"/>
                  </a:lnTo>
                  <a:close/>
                </a:path>
                <a:path w="668020" h="658495">
                  <a:moveTo>
                    <a:pt x="515613" y="281305"/>
                  </a:moveTo>
                  <a:lnTo>
                    <a:pt x="463168" y="281305"/>
                  </a:lnTo>
                  <a:lnTo>
                    <a:pt x="449579" y="288289"/>
                  </a:lnTo>
                  <a:lnTo>
                    <a:pt x="450214" y="288036"/>
                  </a:lnTo>
                  <a:lnTo>
                    <a:pt x="506153" y="288036"/>
                  </a:lnTo>
                  <a:lnTo>
                    <a:pt x="515613" y="281305"/>
                  </a:lnTo>
                  <a:close/>
                </a:path>
                <a:path w="668020" h="658495">
                  <a:moveTo>
                    <a:pt x="525332" y="273812"/>
                  </a:moveTo>
                  <a:lnTo>
                    <a:pt x="475868" y="273812"/>
                  </a:lnTo>
                  <a:lnTo>
                    <a:pt x="462533" y="281558"/>
                  </a:lnTo>
                  <a:lnTo>
                    <a:pt x="463168" y="281305"/>
                  </a:lnTo>
                  <a:lnTo>
                    <a:pt x="515613" y="281305"/>
                  </a:lnTo>
                  <a:lnTo>
                    <a:pt x="517398" y="280034"/>
                  </a:lnTo>
                  <a:lnTo>
                    <a:pt x="525332" y="273812"/>
                  </a:lnTo>
                  <a:close/>
                </a:path>
                <a:path w="668020" h="658495">
                  <a:moveTo>
                    <a:pt x="535291" y="265683"/>
                  </a:moveTo>
                  <a:lnTo>
                    <a:pt x="488314" y="265683"/>
                  </a:lnTo>
                  <a:lnTo>
                    <a:pt x="475407" y="274079"/>
                  </a:lnTo>
                  <a:lnTo>
                    <a:pt x="475868" y="273812"/>
                  </a:lnTo>
                  <a:lnTo>
                    <a:pt x="525332" y="273812"/>
                  </a:lnTo>
                  <a:lnTo>
                    <a:pt x="530351" y="269875"/>
                  </a:lnTo>
                  <a:lnTo>
                    <a:pt x="535291" y="265683"/>
                  </a:lnTo>
                  <a:close/>
                </a:path>
                <a:path w="668020" h="658495">
                  <a:moveTo>
                    <a:pt x="545287" y="256920"/>
                  </a:moveTo>
                  <a:lnTo>
                    <a:pt x="500633" y="256920"/>
                  </a:lnTo>
                  <a:lnTo>
                    <a:pt x="500125" y="257301"/>
                  </a:lnTo>
                  <a:lnTo>
                    <a:pt x="487806" y="265938"/>
                  </a:lnTo>
                  <a:lnTo>
                    <a:pt x="488314" y="265683"/>
                  </a:lnTo>
                  <a:lnTo>
                    <a:pt x="535291" y="265683"/>
                  </a:lnTo>
                  <a:lnTo>
                    <a:pt x="542925" y="259206"/>
                  </a:lnTo>
                  <a:lnTo>
                    <a:pt x="545287" y="256920"/>
                  </a:lnTo>
                  <a:close/>
                </a:path>
                <a:path w="668020" h="658495">
                  <a:moveTo>
                    <a:pt x="500422" y="257069"/>
                  </a:moveTo>
                  <a:lnTo>
                    <a:pt x="500092" y="257301"/>
                  </a:lnTo>
                  <a:lnTo>
                    <a:pt x="500422" y="257069"/>
                  </a:lnTo>
                  <a:close/>
                </a:path>
                <a:path w="668020" h="658495">
                  <a:moveTo>
                    <a:pt x="554867" y="247650"/>
                  </a:moveTo>
                  <a:lnTo>
                    <a:pt x="512444" y="247650"/>
                  </a:lnTo>
                  <a:lnTo>
                    <a:pt x="500422" y="257069"/>
                  </a:lnTo>
                  <a:lnTo>
                    <a:pt x="500633" y="256920"/>
                  </a:lnTo>
                  <a:lnTo>
                    <a:pt x="545287" y="256920"/>
                  </a:lnTo>
                  <a:lnTo>
                    <a:pt x="554867" y="247650"/>
                  </a:lnTo>
                  <a:close/>
                </a:path>
                <a:path w="668020" h="658495">
                  <a:moveTo>
                    <a:pt x="584143" y="216281"/>
                  </a:moveTo>
                  <a:lnTo>
                    <a:pt x="546226" y="216281"/>
                  </a:lnTo>
                  <a:lnTo>
                    <a:pt x="523366" y="238378"/>
                  </a:lnTo>
                  <a:lnTo>
                    <a:pt x="511937" y="248031"/>
                  </a:lnTo>
                  <a:lnTo>
                    <a:pt x="512444" y="247650"/>
                  </a:lnTo>
                  <a:lnTo>
                    <a:pt x="554867" y="247650"/>
                  </a:lnTo>
                  <a:lnTo>
                    <a:pt x="566547" y="236346"/>
                  </a:lnTo>
                  <a:lnTo>
                    <a:pt x="584143" y="216281"/>
                  </a:lnTo>
                  <a:close/>
                </a:path>
                <a:path w="668020" h="658495">
                  <a:moveTo>
                    <a:pt x="524001" y="237744"/>
                  </a:moveTo>
                  <a:lnTo>
                    <a:pt x="523257" y="238378"/>
                  </a:lnTo>
                  <a:lnTo>
                    <a:pt x="524001" y="237744"/>
                  </a:lnTo>
                  <a:close/>
                </a:path>
                <a:path w="668020" h="658495">
                  <a:moveTo>
                    <a:pt x="602162" y="193039"/>
                  </a:moveTo>
                  <a:lnTo>
                    <a:pt x="566419" y="193039"/>
                  </a:lnTo>
                  <a:lnTo>
                    <a:pt x="565785" y="193801"/>
                  </a:lnTo>
                  <a:lnTo>
                    <a:pt x="545338" y="217043"/>
                  </a:lnTo>
                  <a:lnTo>
                    <a:pt x="546226" y="216281"/>
                  </a:lnTo>
                  <a:lnTo>
                    <a:pt x="584143" y="216281"/>
                  </a:lnTo>
                  <a:lnTo>
                    <a:pt x="588263" y="211581"/>
                  </a:lnTo>
                  <a:lnTo>
                    <a:pt x="598424" y="198374"/>
                  </a:lnTo>
                  <a:lnTo>
                    <a:pt x="602162" y="193039"/>
                  </a:lnTo>
                  <a:close/>
                </a:path>
                <a:path w="668020" h="658495">
                  <a:moveTo>
                    <a:pt x="566028" y="193485"/>
                  </a:moveTo>
                  <a:lnTo>
                    <a:pt x="565750" y="193801"/>
                  </a:lnTo>
                  <a:lnTo>
                    <a:pt x="566028" y="193485"/>
                  </a:lnTo>
                  <a:close/>
                </a:path>
                <a:path w="668020" h="658495">
                  <a:moveTo>
                    <a:pt x="566419" y="193039"/>
                  </a:moveTo>
                  <a:lnTo>
                    <a:pt x="566028" y="193485"/>
                  </a:lnTo>
                  <a:lnTo>
                    <a:pt x="565785" y="193801"/>
                  </a:lnTo>
                  <a:lnTo>
                    <a:pt x="566419" y="193039"/>
                  </a:lnTo>
                  <a:close/>
                </a:path>
                <a:path w="668020" h="658495">
                  <a:moveTo>
                    <a:pt x="610292" y="181101"/>
                  </a:moveTo>
                  <a:lnTo>
                    <a:pt x="575563" y="181101"/>
                  </a:lnTo>
                  <a:lnTo>
                    <a:pt x="566028" y="193485"/>
                  </a:lnTo>
                  <a:lnTo>
                    <a:pt x="566419" y="193039"/>
                  </a:lnTo>
                  <a:lnTo>
                    <a:pt x="602162" y="193039"/>
                  </a:lnTo>
                  <a:lnTo>
                    <a:pt x="607949" y="184784"/>
                  </a:lnTo>
                  <a:lnTo>
                    <a:pt x="610292" y="181101"/>
                  </a:lnTo>
                  <a:close/>
                </a:path>
                <a:path w="668020" h="658495">
                  <a:moveTo>
                    <a:pt x="618194" y="168528"/>
                  </a:moveTo>
                  <a:lnTo>
                    <a:pt x="584453" y="168528"/>
                  </a:lnTo>
                  <a:lnTo>
                    <a:pt x="575300" y="181444"/>
                  </a:lnTo>
                  <a:lnTo>
                    <a:pt x="575563" y="181101"/>
                  </a:lnTo>
                  <a:lnTo>
                    <a:pt x="610292" y="181101"/>
                  </a:lnTo>
                  <a:lnTo>
                    <a:pt x="616838" y="170814"/>
                  </a:lnTo>
                  <a:lnTo>
                    <a:pt x="618194" y="168528"/>
                  </a:lnTo>
                  <a:close/>
                </a:path>
                <a:path w="668020" h="658495">
                  <a:moveTo>
                    <a:pt x="625745" y="155701"/>
                  </a:moveTo>
                  <a:lnTo>
                    <a:pt x="592708" y="155701"/>
                  </a:lnTo>
                  <a:lnTo>
                    <a:pt x="584073" y="169037"/>
                  </a:lnTo>
                  <a:lnTo>
                    <a:pt x="584453" y="168528"/>
                  </a:lnTo>
                  <a:lnTo>
                    <a:pt x="618194" y="168528"/>
                  </a:lnTo>
                  <a:lnTo>
                    <a:pt x="625348" y="156463"/>
                  </a:lnTo>
                  <a:lnTo>
                    <a:pt x="625745" y="155701"/>
                  </a:lnTo>
                  <a:close/>
                </a:path>
                <a:path w="668020" h="658495">
                  <a:moveTo>
                    <a:pt x="639109" y="128905"/>
                  </a:moveTo>
                  <a:lnTo>
                    <a:pt x="607440" y="128905"/>
                  </a:lnTo>
                  <a:lnTo>
                    <a:pt x="600201" y="142875"/>
                  </a:lnTo>
                  <a:lnTo>
                    <a:pt x="592327" y="156082"/>
                  </a:lnTo>
                  <a:lnTo>
                    <a:pt x="592708" y="155701"/>
                  </a:lnTo>
                  <a:lnTo>
                    <a:pt x="625745" y="155701"/>
                  </a:lnTo>
                  <a:lnTo>
                    <a:pt x="632967" y="141858"/>
                  </a:lnTo>
                  <a:lnTo>
                    <a:pt x="639109" y="128905"/>
                  </a:lnTo>
                  <a:close/>
                </a:path>
                <a:path w="668020" h="658495">
                  <a:moveTo>
                    <a:pt x="600455" y="142366"/>
                  </a:moveTo>
                  <a:lnTo>
                    <a:pt x="600154" y="142875"/>
                  </a:lnTo>
                  <a:lnTo>
                    <a:pt x="600455" y="142366"/>
                  </a:lnTo>
                  <a:close/>
                </a:path>
                <a:path w="668020" h="658495">
                  <a:moveTo>
                    <a:pt x="644927" y="115188"/>
                  </a:moveTo>
                  <a:lnTo>
                    <a:pt x="614044" y="115188"/>
                  </a:lnTo>
                  <a:lnTo>
                    <a:pt x="607310" y="129156"/>
                  </a:lnTo>
                  <a:lnTo>
                    <a:pt x="607440" y="128905"/>
                  </a:lnTo>
                  <a:lnTo>
                    <a:pt x="639109" y="128905"/>
                  </a:lnTo>
                  <a:lnTo>
                    <a:pt x="639952" y="127126"/>
                  </a:lnTo>
                  <a:lnTo>
                    <a:pt x="644927" y="115188"/>
                  </a:lnTo>
                  <a:close/>
                </a:path>
                <a:path w="668020" h="658495">
                  <a:moveTo>
                    <a:pt x="650119" y="101218"/>
                  </a:moveTo>
                  <a:lnTo>
                    <a:pt x="619760" y="101218"/>
                  </a:lnTo>
                  <a:lnTo>
                    <a:pt x="613663" y="115696"/>
                  </a:lnTo>
                  <a:lnTo>
                    <a:pt x="614044" y="115188"/>
                  </a:lnTo>
                  <a:lnTo>
                    <a:pt x="644927" y="115188"/>
                  </a:lnTo>
                  <a:lnTo>
                    <a:pt x="646302" y="111887"/>
                  </a:lnTo>
                  <a:lnTo>
                    <a:pt x="650119" y="101218"/>
                  </a:lnTo>
                  <a:close/>
                </a:path>
                <a:path w="668020" h="658495">
                  <a:moveTo>
                    <a:pt x="658749" y="72643"/>
                  </a:moveTo>
                  <a:lnTo>
                    <a:pt x="629285" y="72643"/>
                  </a:lnTo>
                  <a:lnTo>
                    <a:pt x="624713" y="87630"/>
                  </a:lnTo>
                  <a:lnTo>
                    <a:pt x="619583" y="101638"/>
                  </a:lnTo>
                  <a:lnTo>
                    <a:pt x="619760" y="101218"/>
                  </a:lnTo>
                  <a:lnTo>
                    <a:pt x="650119" y="101218"/>
                  </a:lnTo>
                  <a:lnTo>
                    <a:pt x="651890" y="96265"/>
                  </a:lnTo>
                  <a:lnTo>
                    <a:pt x="656716" y="80771"/>
                  </a:lnTo>
                  <a:lnTo>
                    <a:pt x="658749" y="72643"/>
                  </a:lnTo>
                  <a:close/>
                </a:path>
                <a:path w="668020" h="658495">
                  <a:moveTo>
                    <a:pt x="624839" y="86994"/>
                  </a:moveTo>
                  <a:lnTo>
                    <a:pt x="624612" y="87630"/>
                  </a:lnTo>
                  <a:lnTo>
                    <a:pt x="624839" y="86994"/>
                  </a:lnTo>
                  <a:close/>
                </a:path>
                <a:path w="668020" h="658495">
                  <a:moveTo>
                    <a:pt x="664567" y="43814"/>
                  </a:moveTo>
                  <a:lnTo>
                    <a:pt x="635762" y="43814"/>
                  </a:lnTo>
                  <a:lnTo>
                    <a:pt x="635635" y="44576"/>
                  </a:lnTo>
                  <a:lnTo>
                    <a:pt x="632713" y="59055"/>
                  </a:lnTo>
                  <a:lnTo>
                    <a:pt x="629030" y="73406"/>
                  </a:lnTo>
                  <a:lnTo>
                    <a:pt x="629285" y="72643"/>
                  </a:lnTo>
                  <a:lnTo>
                    <a:pt x="658749" y="72643"/>
                  </a:lnTo>
                  <a:lnTo>
                    <a:pt x="660653" y="65024"/>
                  </a:lnTo>
                  <a:lnTo>
                    <a:pt x="663828" y="49021"/>
                  </a:lnTo>
                  <a:lnTo>
                    <a:pt x="664567" y="43814"/>
                  </a:lnTo>
                  <a:close/>
                </a:path>
                <a:path w="668020" h="658495">
                  <a:moveTo>
                    <a:pt x="632840" y="58293"/>
                  </a:moveTo>
                  <a:lnTo>
                    <a:pt x="632648" y="59055"/>
                  </a:lnTo>
                  <a:lnTo>
                    <a:pt x="632840" y="58293"/>
                  </a:lnTo>
                  <a:close/>
                </a:path>
                <a:path w="668020" h="658495">
                  <a:moveTo>
                    <a:pt x="635694" y="44150"/>
                  </a:moveTo>
                  <a:lnTo>
                    <a:pt x="635609" y="44576"/>
                  </a:lnTo>
                  <a:lnTo>
                    <a:pt x="635694" y="44150"/>
                  </a:lnTo>
                  <a:close/>
                </a:path>
                <a:path w="668020" h="658495">
                  <a:moveTo>
                    <a:pt x="666434" y="29209"/>
                  </a:moveTo>
                  <a:lnTo>
                    <a:pt x="637793" y="29209"/>
                  </a:lnTo>
                  <a:lnTo>
                    <a:pt x="635694" y="44150"/>
                  </a:lnTo>
                  <a:lnTo>
                    <a:pt x="635762" y="43814"/>
                  </a:lnTo>
                  <a:lnTo>
                    <a:pt x="664567" y="43814"/>
                  </a:lnTo>
                  <a:lnTo>
                    <a:pt x="666114" y="32893"/>
                  </a:lnTo>
                  <a:lnTo>
                    <a:pt x="666434" y="29209"/>
                  </a:lnTo>
                  <a:close/>
                </a:path>
                <a:path w="668020" h="658495">
                  <a:moveTo>
                    <a:pt x="639444" y="0"/>
                  </a:moveTo>
                  <a:lnTo>
                    <a:pt x="639063" y="15493"/>
                  </a:lnTo>
                  <a:lnTo>
                    <a:pt x="637666" y="29971"/>
                  </a:lnTo>
                  <a:lnTo>
                    <a:pt x="637793" y="29209"/>
                  </a:lnTo>
                  <a:lnTo>
                    <a:pt x="666434" y="29209"/>
                  </a:lnTo>
                  <a:lnTo>
                    <a:pt x="667512" y="16763"/>
                  </a:lnTo>
                  <a:lnTo>
                    <a:pt x="668019" y="888"/>
                  </a:lnTo>
                  <a:lnTo>
                    <a:pt x="639444" y="0"/>
                  </a:lnTo>
                  <a:close/>
                </a:path>
                <a:path w="668020" h="658495">
                  <a:moveTo>
                    <a:pt x="639063" y="14605"/>
                  </a:moveTo>
                  <a:lnTo>
                    <a:pt x="638983" y="15493"/>
                  </a:lnTo>
                  <a:lnTo>
                    <a:pt x="639063" y="14605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99869" y="4968366"/>
            <a:ext cx="17113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Fronteira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decisão</a:t>
            </a:r>
            <a:r>
              <a:rPr sz="1400" spc="-10" dirty="0">
                <a:latin typeface="Calibri"/>
                <a:cs typeface="Calibri"/>
              </a:rPr>
              <a:t>: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exemplo, </a:t>
            </a:r>
            <a:r>
              <a:rPr sz="1400" dirty="0">
                <a:latin typeface="Calibri"/>
                <a:cs typeface="Calibri"/>
              </a:rPr>
              <a:t>ela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uma </a:t>
            </a:r>
            <a:r>
              <a:rPr sz="1400" spc="-10" dirty="0">
                <a:latin typeface="Calibri"/>
                <a:cs typeface="Calibri"/>
              </a:rPr>
              <a:t>reta.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8596" y="2944114"/>
            <a:ext cx="612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𝑄</a:t>
            </a:r>
            <a:r>
              <a:rPr sz="1800" spc="1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Fronteiras</a:t>
            </a:r>
            <a:r>
              <a:rPr sz="4400" b="0" spc="-4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um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647680" cy="30232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8001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superfícies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lineares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retas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planos)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não- </a:t>
            </a:r>
            <a:r>
              <a:rPr sz="2600" b="1" i="1" dirty="0">
                <a:latin typeface="Calibri"/>
                <a:cs typeface="Calibri"/>
              </a:rPr>
              <a:t>lineares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círculos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elipses).</a:t>
            </a:r>
            <a:endParaRPr sz="2600" dirty="0">
              <a:latin typeface="Calibri"/>
              <a:cs typeface="Calibri"/>
            </a:endParaRPr>
          </a:p>
          <a:p>
            <a:pPr marL="241300" marR="236854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superfícies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separação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definidas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(lineares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não)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que </a:t>
            </a:r>
            <a:r>
              <a:rPr sz="2600" dirty="0">
                <a:latin typeface="Calibri"/>
                <a:cs typeface="Calibri"/>
              </a:rPr>
              <a:t>separam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classes.</a:t>
            </a:r>
            <a:endParaRPr sz="2600" dirty="0">
              <a:latin typeface="Calibri"/>
              <a:cs typeface="Calibri"/>
            </a:endParaRPr>
          </a:p>
          <a:p>
            <a:pPr marL="241300" marR="381635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Essas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normalmente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funções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discriminantes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pois </a:t>
            </a:r>
            <a:r>
              <a:rPr sz="2600" dirty="0">
                <a:latin typeface="Calibri"/>
                <a:cs typeface="Calibri"/>
              </a:rPr>
              <a:t>separam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810"/>
              </a:lnSpc>
              <a:spcBef>
                <a:spcPts val="3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Abaixo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regiões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separação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binária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600" b="1" i="1" spc="-10" dirty="0">
                <a:latin typeface="Calibri"/>
                <a:cs typeface="Calibri"/>
              </a:rPr>
              <a:t>multi-classes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872" y="4890987"/>
            <a:ext cx="2534071" cy="192231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4506" y="4876601"/>
            <a:ext cx="2536904" cy="18984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7946" y="4878320"/>
            <a:ext cx="2531635" cy="1928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Funções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discriminantes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5967" y="1584150"/>
            <a:ext cx="7041515" cy="48983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92100" marR="90170" indent="-228600" algn="just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921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discriminante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escrita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seguinte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forma</a:t>
            </a:r>
            <a:endParaRPr sz="2600" dirty="0">
              <a:latin typeface="Calibri"/>
              <a:cs typeface="Calibri"/>
            </a:endParaRPr>
          </a:p>
          <a:p>
            <a:pPr marL="351155" algn="just">
              <a:lnSpc>
                <a:spcPts val="2775"/>
              </a:lnSpc>
            </a:pPr>
            <a:r>
              <a:rPr sz="2600" dirty="0">
                <a:latin typeface="Cambria Math"/>
                <a:cs typeface="Cambria Math"/>
              </a:rPr>
              <a:t>𝑔</a:t>
            </a:r>
            <a:r>
              <a:rPr lang="pt-BR" sz="2600" dirty="0">
                <a:latin typeface="Cambria Math"/>
                <a:cs typeface="Cambria Math"/>
              </a:rPr>
              <a:t>(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lang="pt-BR" sz="2600" dirty="0">
                <a:latin typeface="Cambria Math"/>
                <a:cs typeface="Cambria Math"/>
              </a:rPr>
              <a:t>)</a:t>
            </a:r>
            <a:r>
              <a:rPr sz="2600" spc="365" dirty="0">
                <a:latin typeface="Cambria Math"/>
                <a:cs typeface="Cambria Math"/>
              </a:rPr>
              <a:t> 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7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𝑎</a:t>
            </a:r>
            <a:r>
              <a:rPr sz="2850" baseline="-16081" dirty="0">
                <a:latin typeface="Cambria Math"/>
                <a:cs typeface="Cambria Math"/>
              </a:rPr>
              <a:t>0</a:t>
            </a:r>
            <a:r>
              <a:rPr sz="2850" spc="44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𝑎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850" spc="434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𝑎</a:t>
            </a:r>
            <a:r>
              <a:rPr sz="2850" baseline="-16081" dirty="0">
                <a:latin typeface="Cambria Math"/>
                <a:cs typeface="Cambria Math"/>
              </a:rPr>
              <a:t>2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850" baseline="-16081" dirty="0">
                <a:latin typeface="Cambria Math"/>
                <a:cs typeface="Cambria Math"/>
              </a:rPr>
              <a:t>2</a:t>
            </a:r>
            <a:r>
              <a:rPr sz="2850" spc="434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⋯</a:t>
            </a:r>
            <a:r>
              <a:rPr sz="2600" spc="-1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𝑎</a:t>
            </a:r>
            <a:r>
              <a:rPr sz="2850" baseline="-16081" dirty="0">
                <a:latin typeface="Cambria Math"/>
                <a:cs typeface="Cambria Math"/>
              </a:rPr>
              <a:t>𝐾</a:t>
            </a:r>
            <a:r>
              <a:rPr sz="2600" dirty="0">
                <a:latin typeface="Cambria Math"/>
                <a:cs typeface="Cambria Math"/>
              </a:rPr>
              <a:t>𝑥</a:t>
            </a:r>
            <a:r>
              <a:rPr sz="2850" baseline="-16081" dirty="0">
                <a:latin typeface="Cambria Math"/>
                <a:cs typeface="Cambria Math"/>
              </a:rPr>
              <a:t>𝐾</a:t>
            </a:r>
            <a:r>
              <a:rPr sz="2850" spc="74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65" dirty="0">
                <a:latin typeface="Cambria Math"/>
                <a:cs typeface="Cambria Math"/>
              </a:rPr>
              <a:t> </a:t>
            </a:r>
            <a:r>
              <a:rPr sz="2600" spc="-20" dirty="0">
                <a:latin typeface="Cambria Math"/>
                <a:cs typeface="Cambria Math"/>
              </a:rPr>
              <a:t>𝒂</a:t>
            </a:r>
            <a:r>
              <a:rPr sz="2850" spc="-30" baseline="27777" dirty="0">
                <a:latin typeface="Cambria Math"/>
                <a:cs typeface="Cambria Math"/>
              </a:rPr>
              <a:t>𝑇</a:t>
            </a:r>
            <a:r>
              <a:rPr sz="2600" spc="-20" dirty="0">
                <a:latin typeface="Cambria Math"/>
                <a:cs typeface="Cambria Math"/>
              </a:rPr>
              <a:t>𝒙,</a:t>
            </a:r>
            <a:endParaRPr sz="2600" dirty="0">
              <a:latin typeface="Cambria Math"/>
              <a:cs typeface="Cambria Math"/>
            </a:endParaRPr>
          </a:p>
          <a:p>
            <a:pPr marL="63500" marR="434975" algn="just">
              <a:lnSpc>
                <a:spcPct val="80000"/>
              </a:lnSpc>
              <a:spcBef>
                <a:spcPts val="1035"/>
              </a:spcBef>
            </a:pP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combinação</a:t>
            </a:r>
            <a:r>
              <a:rPr sz="2600" b="1" i="1" spc="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linear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atributos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em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relação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assim</a:t>
            </a:r>
            <a:r>
              <a:rPr sz="2600" spc="-20" dirty="0">
                <a:latin typeface="Calibri"/>
                <a:cs typeface="Calibri"/>
              </a:rPr>
              <a:t> como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linear.</a:t>
            </a:r>
            <a:endParaRPr sz="2600" dirty="0">
              <a:latin typeface="Calibri"/>
              <a:cs typeface="Calibri"/>
            </a:endParaRPr>
          </a:p>
          <a:p>
            <a:pPr marL="292100" indent="-228600" algn="just">
              <a:lnSpc>
                <a:spcPts val="2810"/>
              </a:lnSpc>
              <a:spcBef>
                <a:spcPts val="385"/>
              </a:spcBef>
              <a:buFont typeface="Arial"/>
              <a:buChar char="•"/>
              <a:tabLst>
                <a:tab pos="292100" algn="l"/>
              </a:tabLst>
            </a:pPr>
            <a:r>
              <a:rPr sz="2600" dirty="0">
                <a:latin typeface="Cambria Math"/>
                <a:cs typeface="Cambria Math"/>
              </a:rPr>
              <a:t>𝑔</a:t>
            </a:r>
            <a:r>
              <a:rPr lang="pt-BR" sz="2600" dirty="0">
                <a:latin typeface="Cambria Math"/>
                <a:cs typeface="Cambria Math"/>
              </a:rPr>
              <a:t>(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lang="pt-BR" sz="2600" dirty="0">
                <a:latin typeface="Cambria Math"/>
                <a:cs typeface="Cambria Math"/>
              </a:rPr>
              <a:t>)</a:t>
            </a:r>
            <a:r>
              <a:rPr sz="2600" spc="245" dirty="0">
                <a:latin typeface="Cambria Math"/>
                <a:cs typeface="Cambria Math"/>
              </a:rPr>
              <a:t> 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interpretada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hiperplano</a:t>
            </a:r>
            <a:endParaRPr sz="2600" dirty="0">
              <a:latin typeface="Calibri"/>
              <a:cs typeface="Calibri"/>
            </a:endParaRPr>
          </a:p>
          <a:p>
            <a:pPr marL="292100" algn="just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classes.</a:t>
            </a:r>
            <a:endParaRPr sz="2600" dirty="0">
              <a:latin typeface="Calibri"/>
              <a:cs typeface="Calibri"/>
            </a:endParaRPr>
          </a:p>
          <a:p>
            <a:pPr marL="292100" marR="43180" indent="-228600" algn="just">
              <a:lnSpc>
                <a:spcPts val="2500"/>
              </a:lnSpc>
              <a:spcBef>
                <a:spcPts val="969"/>
              </a:spcBef>
              <a:buFont typeface="Arial"/>
              <a:buChar char="•"/>
              <a:tabLst>
                <a:tab pos="292100" algn="l"/>
              </a:tabLst>
            </a:pPr>
            <a:r>
              <a:rPr sz="2600" dirty="0">
                <a:latin typeface="Calibri"/>
                <a:cs typeface="Calibri"/>
              </a:rPr>
              <a:t>Um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hiperplano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ponto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1D,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reta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2D,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plano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3D,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 dirty="0">
              <a:latin typeface="Calibri"/>
              <a:cs typeface="Calibri"/>
            </a:endParaRPr>
          </a:p>
          <a:p>
            <a:pPr marL="749300" marR="81280" lvl="1" indent="-228600" algn="just">
              <a:lnSpc>
                <a:spcPts val="2110"/>
              </a:lnSpc>
              <a:spcBef>
                <a:spcPts val="525"/>
              </a:spcBef>
              <a:buFont typeface="Wingdings"/>
              <a:buChar char=""/>
              <a:tabLst>
                <a:tab pos="749300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coeficiente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𝑎</a:t>
            </a:r>
            <a:r>
              <a:rPr sz="2400" baseline="-15625" dirty="0">
                <a:latin typeface="Cambria Math"/>
                <a:cs typeface="Cambria Math"/>
              </a:rPr>
              <a:t>0</a:t>
            </a:r>
            <a:r>
              <a:rPr sz="2400" spc="27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b="1" i="1" dirty="0">
                <a:latin typeface="Calibri"/>
                <a:cs typeface="Calibri"/>
              </a:rPr>
              <a:t>bias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dá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deslocamento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relação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origem.</a:t>
            </a:r>
            <a:endParaRPr sz="2200" dirty="0">
              <a:latin typeface="Calibri"/>
              <a:cs typeface="Calibri"/>
            </a:endParaRPr>
          </a:p>
          <a:p>
            <a:pPr marL="749300" lvl="1" indent="-228600" algn="just">
              <a:lnSpc>
                <a:spcPts val="2360"/>
              </a:lnSpc>
              <a:buFont typeface="Wingdings"/>
              <a:buChar char=""/>
              <a:tabLst>
                <a:tab pos="749300" algn="l"/>
              </a:tabLst>
            </a:pPr>
            <a:r>
              <a:rPr sz="2200" dirty="0">
                <a:latin typeface="Calibri"/>
                <a:cs typeface="Calibri"/>
              </a:rPr>
              <a:t>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restante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orientação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</a:t>
            </a:r>
            <a:endParaRPr sz="2200" dirty="0">
              <a:latin typeface="Calibri"/>
              <a:cs typeface="Calibri"/>
            </a:endParaRPr>
          </a:p>
          <a:p>
            <a:pPr marL="749300">
              <a:lnSpc>
                <a:spcPts val="2375"/>
              </a:lnSpc>
            </a:pPr>
            <a:r>
              <a:rPr sz="2200" b="1" i="1" spc="-10" dirty="0">
                <a:latin typeface="Calibri"/>
                <a:cs typeface="Calibri"/>
              </a:rPr>
              <a:t>hiperplano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347" y="2640451"/>
            <a:ext cx="2787930" cy="3199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Funções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discriminantes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7575" y="1600200"/>
            <a:ext cx="705421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Nosso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objetivo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encontrar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8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função discriminante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 </a:t>
            </a:r>
            <a:r>
              <a:rPr sz="2800" dirty="0">
                <a:latin typeface="Calibri"/>
                <a:cs typeface="Calibri"/>
              </a:rPr>
              <a:t>atribuída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seja: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79330" y="3091433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5" h="328929">
                <a:moveTo>
                  <a:pt x="332104" y="0"/>
                </a:moveTo>
                <a:lnTo>
                  <a:pt x="327405" y="13335"/>
                </a:lnTo>
                <a:lnTo>
                  <a:pt x="346456" y="21597"/>
                </a:lnTo>
                <a:lnTo>
                  <a:pt x="362839" y="33051"/>
                </a:lnTo>
                <a:lnTo>
                  <a:pt x="387603" y="65531"/>
                </a:lnTo>
                <a:lnTo>
                  <a:pt x="402177" y="109219"/>
                </a:lnTo>
                <a:lnTo>
                  <a:pt x="407035" y="162813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4" y="315594"/>
                </a:lnTo>
                <a:lnTo>
                  <a:pt x="332104" y="328929"/>
                </a:lnTo>
                <a:lnTo>
                  <a:pt x="376936" y="307895"/>
                </a:lnTo>
                <a:lnTo>
                  <a:pt x="409955" y="271525"/>
                </a:lnTo>
                <a:lnTo>
                  <a:pt x="430244" y="222678"/>
                </a:lnTo>
                <a:lnTo>
                  <a:pt x="437006" y="164591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4" y="0"/>
                </a:lnTo>
                <a:close/>
              </a:path>
              <a:path w="43751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6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879330" y="3548634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5" h="328929">
                <a:moveTo>
                  <a:pt x="332104" y="0"/>
                </a:moveTo>
                <a:lnTo>
                  <a:pt x="327405" y="13335"/>
                </a:lnTo>
                <a:lnTo>
                  <a:pt x="346456" y="21597"/>
                </a:lnTo>
                <a:lnTo>
                  <a:pt x="362839" y="33051"/>
                </a:lnTo>
                <a:lnTo>
                  <a:pt x="387603" y="65531"/>
                </a:lnTo>
                <a:lnTo>
                  <a:pt x="402177" y="109219"/>
                </a:lnTo>
                <a:lnTo>
                  <a:pt x="407035" y="162813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4" y="315594"/>
                </a:lnTo>
                <a:lnTo>
                  <a:pt x="332104" y="328929"/>
                </a:lnTo>
                <a:lnTo>
                  <a:pt x="376936" y="307895"/>
                </a:lnTo>
                <a:lnTo>
                  <a:pt x="409955" y="271525"/>
                </a:lnTo>
                <a:lnTo>
                  <a:pt x="430244" y="222678"/>
                </a:lnTo>
                <a:lnTo>
                  <a:pt x="437006" y="164591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4" y="0"/>
                </a:lnTo>
                <a:close/>
              </a:path>
              <a:path w="437515" h="328929">
                <a:moveTo>
                  <a:pt x="104901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2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29972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64090" y="4005834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5" h="328929">
                <a:moveTo>
                  <a:pt x="332104" y="0"/>
                </a:moveTo>
                <a:lnTo>
                  <a:pt x="327405" y="13335"/>
                </a:lnTo>
                <a:lnTo>
                  <a:pt x="346455" y="21597"/>
                </a:lnTo>
                <a:lnTo>
                  <a:pt x="362838" y="33051"/>
                </a:lnTo>
                <a:lnTo>
                  <a:pt x="387603" y="65532"/>
                </a:lnTo>
                <a:lnTo>
                  <a:pt x="402177" y="109220"/>
                </a:lnTo>
                <a:lnTo>
                  <a:pt x="407034" y="162814"/>
                </a:lnTo>
                <a:lnTo>
                  <a:pt x="405800" y="191845"/>
                </a:lnTo>
                <a:lnTo>
                  <a:pt x="395997" y="241859"/>
                </a:lnTo>
                <a:lnTo>
                  <a:pt x="376455" y="280965"/>
                </a:lnTo>
                <a:lnTo>
                  <a:pt x="346650" y="307306"/>
                </a:lnTo>
                <a:lnTo>
                  <a:pt x="327913" y="315595"/>
                </a:lnTo>
                <a:lnTo>
                  <a:pt x="332104" y="328930"/>
                </a:lnTo>
                <a:lnTo>
                  <a:pt x="376935" y="307895"/>
                </a:lnTo>
                <a:lnTo>
                  <a:pt x="409955" y="271526"/>
                </a:lnTo>
                <a:lnTo>
                  <a:pt x="430244" y="222678"/>
                </a:lnTo>
                <a:lnTo>
                  <a:pt x="437006" y="164592"/>
                </a:lnTo>
                <a:lnTo>
                  <a:pt x="435296" y="134417"/>
                </a:lnTo>
                <a:lnTo>
                  <a:pt x="421683" y="80974"/>
                </a:lnTo>
                <a:lnTo>
                  <a:pt x="394827" y="37468"/>
                </a:lnTo>
                <a:lnTo>
                  <a:pt x="355965" y="8616"/>
                </a:lnTo>
                <a:lnTo>
                  <a:pt x="332104" y="0"/>
                </a:lnTo>
                <a:close/>
              </a:path>
              <a:path w="437515" h="328929">
                <a:moveTo>
                  <a:pt x="104901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29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598914" y="2959456"/>
            <a:ext cx="1423670" cy="1397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35"/>
              </a:spcBef>
              <a:tabLst>
                <a:tab pos="398145" algn="l"/>
                <a:tab pos="848994" algn="l"/>
              </a:tabLst>
            </a:pP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mbria Math"/>
                <a:cs typeface="Cambria Math"/>
              </a:rPr>
              <a:t>	&lt;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0</a:t>
            </a:r>
            <a:endParaRPr sz="2800" dirty="0">
              <a:latin typeface="Cambria Math"/>
              <a:cs typeface="Cambria Math"/>
            </a:endParaRPr>
          </a:p>
          <a:p>
            <a:pPr marL="26034">
              <a:lnSpc>
                <a:spcPct val="100000"/>
              </a:lnSpc>
              <a:spcBef>
                <a:spcPts val="240"/>
              </a:spcBef>
              <a:tabLst>
                <a:tab pos="398145" algn="l"/>
                <a:tab pos="848994" algn="l"/>
              </a:tabLst>
            </a:pP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mbria Math"/>
                <a:cs typeface="Cambria Math"/>
              </a:rPr>
              <a:t>	&gt;</a:t>
            </a:r>
            <a:r>
              <a:rPr sz="2800" spc="13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0</a:t>
            </a:r>
            <a:endParaRPr sz="28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  <a:tabLst>
                <a:tab pos="382905" algn="l"/>
                <a:tab pos="833755" algn="l"/>
              </a:tabLst>
            </a:pP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0</a:t>
            </a:r>
            <a:endParaRPr sz="2800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4727575" y="4800600"/>
                <a:ext cx="7454392" cy="1599156"/>
              </a:xfrm>
              <a:prstGeom prst="rect">
                <a:avLst/>
              </a:prstGeom>
            </p:spPr>
            <p:txBody>
              <a:bodyPr vert="horz" wrap="square" lIns="0" tIns="59690" rIns="0" bIns="0" rtlCol="0">
                <a:spAutoFit/>
              </a:bodyPr>
              <a:lstStyle/>
              <a:p>
                <a:pPr marL="241300" marR="5080" indent="-228600">
                  <a:lnSpc>
                    <a:spcPts val="3030"/>
                  </a:lnSpc>
                  <a:spcBef>
                    <a:spcPts val="47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OBS.: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Podemos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usar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também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funções discriminates</a:t>
                </a:r>
                <a:r>
                  <a:rPr lang="pt-BR" sz="28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20" dirty="0">
                    <a:latin typeface="Calibri"/>
                    <a:cs typeface="Calibri"/>
                  </a:rPr>
                  <a:t>não-</a:t>
                </a:r>
                <a:r>
                  <a:rPr lang="pt-BR" sz="2800" b="1" i="1" dirty="0">
                    <a:latin typeface="Calibri"/>
                    <a:cs typeface="Calibri"/>
                  </a:rPr>
                  <a:t>lineares</a:t>
                </a:r>
                <a:r>
                  <a:rPr lang="pt-BR" sz="28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em</a:t>
                </a:r>
                <a:r>
                  <a:rPr lang="pt-BR" sz="2800" b="1" i="1" spc="-8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 err="1">
                    <a:solidFill>
                      <a:srgbClr val="FF0000"/>
                    </a:solidFill>
                    <a:latin typeface="Calibri"/>
                    <a:cs typeface="Calibri"/>
                  </a:rPr>
                  <a:t>relação</a:t>
                </a:r>
                <a:r>
                  <a:rPr lang="pt-BR" sz="2800" b="1" i="1" spc="-7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25" dirty="0" err="1">
                    <a:solidFill>
                      <a:srgbClr val="FF0000"/>
                    </a:solidFill>
                    <a:latin typeface="Calibri"/>
                    <a:cs typeface="Calibri"/>
                  </a:rPr>
                  <a:t>aos</a:t>
                </a:r>
                <a:r>
                  <a:rPr lang="pt-BR" sz="2800" b="1" i="1" spc="-25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atributos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e.g.,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d>
                      <m:dPr>
                        <m:ctrlPr>
                          <a:rPr lang="pt-BR" sz="28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80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  <m:t>𝒙</m:t>
                        </m:r>
                      </m:e>
                    </m:d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3075" i="1" baseline="-16260" dirty="0" smtClean="0">
                        <a:latin typeface="Cambria Math" panose="02040503050406030204" pitchFamily="18" charset="0"/>
                        <a:cs typeface="Cambria Math"/>
                      </a:rPr>
                      <m:t>0</m:t>
                    </m:r>
                    <m:r>
                      <a:rPr lang="pt-BR" sz="3075" b="0" i="1" dirty="0" smtClean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sSubSup>
                      <m:sSubSupPr>
                        <m:ctrlPr>
                          <a:rPr lang="pt-BR" sz="3075" b="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3075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𝑥</m:t>
                        </m:r>
                      </m:e>
                      <m:sub>
                        <m:r>
                          <a:rPr lang="pt-BR" sz="3075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1</m:t>
                        </m:r>
                      </m:sub>
                      <m:sup>
                        <m:r>
                          <a:rPr lang="pt-BR" sz="3075" b="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2</m:t>
                        </m:r>
                      </m:sup>
                    </m:sSubSup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sSubSup>
                      <m:sSub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3075" spc="419" baseline="2845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(eq.</a:t>
                </a:r>
                <a:r>
                  <a:rPr lang="pt-BR" sz="2800" spc="-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um </a:t>
                </a:r>
                <a:r>
                  <a:rPr lang="pt-BR" sz="2800" dirty="0">
                    <a:latin typeface="Calibri"/>
                    <a:cs typeface="Calibri"/>
                  </a:rPr>
                  <a:t>círculo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centrado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origem,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3075" spc="53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85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mbria Math"/>
                    <a:cs typeface="Cambria Math"/>
                  </a:rPr>
                  <a:t>−𝑟</a:t>
                </a:r>
                <a:r>
                  <a:rPr lang="pt-BR" sz="3075" spc="-15" baseline="27100" dirty="0">
                    <a:latin typeface="Cambria Math"/>
                    <a:cs typeface="Cambria Math"/>
                  </a:rPr>
                  <a:t>2</a:t>
                </a:r>
                <a:r>
                  <a:rPr lang="pt-BR" sz="2800" spc="-10" dirty="0">
                    <a:latin typeface="Calibri"/>
                    <a:cs typeface="Calibri"/>
                  </a:rPr>
                  <a:t>).</a:t>
                </a:r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575" y="4800600"/>
                <a:ext cx="7454392" cy="1599156"/>
              </a:xfrm>
              <a:prstGeom prst="rect">
                <a:avLst/>
              </a:prstGeom>
              <a:blipFill>
                <a:blip r:embed="rId2"/>
                <a:stretch>
                  <a:fillRect l="-2537" t="-6107" r="-1555" b="-12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bject 14"/>
          <p:cNvSpPr txBox="1"/>
          <p:nvPr/>
        </p:nvSpPr>
        <p:spPr>
          <a:xfrm>
            <a:off x="11216767" y="3766565"/>
            <a:ext cx="965200" cy="864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Indeterminação: </a:t>
            </a:r>
            <a:r>
              <a:rPr sz="1100" dirty="0">
                <a:latin typeface="Calibri"/>
                <a:cs typeface="Calibri"/>
              </a:rPr>
              <a:t>empate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entre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35" dirty="0">
                <a:latin typeface="Calibri"/>
                <a:cs typeface="Calibri"/>
              </a:rPr>
              <a:t>as </a:t>
            </a:r>
            <a:r>
              <a:rPr sz="1100" dirty="0">
                <a:latin typeface="Calibri"/>
                <a:cs typeface="Calibri"/>
              </a:rPr>
              <a:t>classes,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pois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a</a:t>
            </a:r>
            <a:r>
              <a:rPr sz="1100" dirty="0">
                <a:latin typeface="Calibri"/>
                <a:cs typeface="Calibri"/>
              </a:rPr>
              <a:t> amostra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está </a:t>
            </a:r>
            <a:r>
              <a:rPr sz="1100" dirty="0">
                <a:latin typeface="Calibri"/>
                <a:cs typeface="Calibri"/>
              </a:rPr>
              <a:t>sobre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 </a:t>
            </a:r>
            <a:r>
              <a:rPr sz="1100" spc="-10" dirty="0">
                <a:latin typeface="Calibri"/>
                <a:cs typeface="Calibri"/>
              </a:rPr>
              <a:t>função.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4234" y="4038980"/>
            <a:ext cx="179324" cy="10756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7347" y="2640451"/>
            <a:ext cx="2787930" cy="319912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198479" y="2927350"/>
            <a:ext cx="10026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Acima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função.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51793" y="3107689"/>
            <a:ext cx="179450" cy="1075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1161903" y="3380613"/>
            <a:ext cx="1039494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Abaixo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função.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42522" y="3551554"/>
            <a:ext cx="179450" cy="10756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17A6F3E-976A-D9EE-8D16-6D519C6032B1}"/>
                  </a:ext>
                </a:extLst>
              </p:cNvPr>
              <p:cNvSpPr txBox="1"/>
              <p:nvPr/>
            </p:nvSpPr>
            <p:spPr>
              <a:xfrm>
                <a:off x="5629328" y="3039092"/>
                <a:ext cx="1426352" cy="1375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</m:e>
                            <m:e>
                              <m: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B17A6F3E-976A-D9EE-8D16-6D519C603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9328" y="3039092"/>
                <a:ext cx="1426352" cy="13756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aixaDeTexto 21">
            <a:extLst>
              <a:ext uri="{FF2B5EF4-FFF2-40B4-BE49-F238E27FC236}">
                <a16:creationId xmlns:a16="http://schemas.microsoft.com/office/drawing/2014/main" id="{906ABAA1-07B8-F6F9-8A7A-155BEE0D10F3}"/>
              </a:ext>
            </a:extLst>
          </p:cNvPr>
          <p:cNvSpPr txBox="1"/>
          <p:nvPr/>
        </p:nvSpPr>
        <p:spPr>
          <a:xfrm>
            <a:off x="6654812" y="3871413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uma ou outra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4770"/>
              </a:lnSpc>
              <a:spcBef>
                <a:spcPts val="690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Encontrando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os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pesos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função </a:t>
            </a:r>
            <a:r>
              <a:rPr sz="4400" b="0" dirty="0">
                <a:latin typeface="Calibri Light"/>
                <a:cs typeface="Calibri Light"/>
              </a:rPr>
              <a:t>discriminante,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mbria Math"/>
                <a:cs typeface="Cambria Math"/>
              </a:rPr>
              <a:t>𝑔(𝒙)</a:t>
            </a:r>
            <a:r>
              <a:rPr sz="4400" b="0" dirty="0">
                <a:latin typeface="Calibri Light"/>
                <a:cs typeface="Calibri Light"/>
              </a:rPr>
              <a:t>,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visualmente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8252" y="1793493"/>
            <a:ext cx="39738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Analisem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18252" y="2514600"/>
            <a:ext cx="5810885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spcBef>
                <a:spcPts val="95"/>
              </a:spcBef>
              <a:buFont typeface="Arial"/>
              <a:buChar char="•"/>
              <a:tabLst>
                <a:tab pos="241300" algn="l"/>
                <a:tab pos="4843780" algn="l"/>
                <a:tab pos="5450840" algn="l"/>
              </a:tabLst>
            </a:pPr>
            <a:r>
              <a:rPr sz="2800" spc="-50" dirty="0">
                <a:latin typeface="Calibri"/>
                <a:cs typeface="Calibri"/>
              </a:rPr>
              <a:t>Temos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𝑥</a:t>
            </a:r>
            <a:r>
              <a:rPr lang="pt-BR" sz="2800" spc="-50" baseline="-25000" dirty="0">
                <a:latin typeface="Cambria Math"/>
                <a:cs typeface="Cambria Math"/>
              </a:rPr>
              <a:t>1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𝑥</a:t>
            </a:r>
            <a:r>
              <a:rPr lang="pt-BR" sz="2800" spc="-50" baseline="-25000" dirty="0">
                <a:latin typeface="Cambria Math"/>
                <a:cs typeface="Cambria Math"/>
              </a:rPr>
              <a:t>2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spc="-50" dirty="0">
                <a:latin typeface="Calibri"/>
                <a:cs typeface="Calibri"/>
              </a:rPr>
              <a:t>e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queremos</a:t>
            </a:r>
            <a:r>
              <a:rPr lang="pt-BR" sz="2800" spc="-8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encontrar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uma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b="1" i="1" spc="-10" dirty="0">
                <a:latin typeface="Calibri"/>
                <a:cs typeface="Calibri"/>
              </a:rPr>
              <a:t>função discriminante</a:t>
            </a:r>
            <a:r>
              <a:rPr lang="pt-BR" sz="2800" spc="-10" dirty="0">
                <a:latin typeface="Calibri"/>
                <a:cs typeface="Calibri"/>
              </a:rPr>
              <a:t>,</a:t>
            </a:r>
            <a:r>
              <a:rPr lang="pt-BR" sz="2800" spc="-80" dirty="0">
                <a:latin typeface="Calibri"/>
                <a:cs typeface="Calibri"/>
              </a:rPr>
              <a:t> </a:t>
            </a:r>
            <a:r>
              <a:rPr lang="pt-BR" sz="2800" spc="-50" dirty="0">
                <a:latin typeface="Cambria Math"/>
                <a:cs typeface="Cambria Math"/>
              </a:rPr>
              <a:t>𝑔(𝒙)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3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que</a:t>
            </a:r>
            <a:r>
              <a:rPr lang="pt-BR" sz="2800" spc="-1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as</a:t>
            </a:r>
            <a:r>
              <a:rPr lang="pt-BR" sz="2800" spc="-3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separe.</a:t>
            </a:r>
            <a:endParaRPr lang="pt-BR"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18252" y="3987036"/>
            <a:ext cx="6584315" cy="26453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1300" marR="92964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função discriminante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tenha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boa </a:t>
            </a:r>
            <a:r>
              <a:rPr sz="2800" spc="-10" dirty="0">
                <a:latin typeface="Calibri"/>
                <a:cs typeface="Calibri"/>
              </a:rPr>
              <a:t>capacidade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generalização?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90000"/>
              </a:lnSpc>
              <a:spcBef>
                <a:spcPts val="500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spc="-10" dirty="0">
                <a:latin typeface="Calibri"/>
                <a:cs typeface="Calibri"/>
              </a:rPr>
              <a:t>Lembrem-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princípio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navalha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Occam: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explicação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simples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(i.e.,</a:t>
            </a:r>
            <a:r>
              <a:rPr sz="24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menos complexa)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geralmente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provável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de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estar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correta.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71016" y="2572130"/>
            <a:ext cx="2450465" cy="2437765"/>
            <a:chOff x="1271016" y="2572130"/>
            <a:chExt cx="2450465" cy="243776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0363" y="3639184"/>
              <a:ext cx="199262" cy="20815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5471" y="2884677"/>
              <a:ext cx="199262" cy="2081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6103" y="2968370"/>
              <a:ext cx="199263" cy="2081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8541" y="4633213"/>
              <a:ext cx="182244" cy="2214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06957" y="4431410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4"/>
                  </a:moveTo>
                  <a:lnTo>
                    <a:pt x="540004" y="540004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1016" y="2572130"/>
              <a:ext cx="2450465" cy="2437765"/>
            </a:xfrm>
            <a:custGeom>
              <a:avLst/>
              <a:gdLst/>
              <a:ahLst/>
              <a:cxnLst/>
              <a:rect l="l" t="t" r="r" b="b"/>
              <a:pathLst>
                <a:path w="2450465" h="2437765">
                  <a:moveTo>
                    <a:pt x="2450084" y="2399665"/>
                  </a:moveTo>
                  <a:lnTo>
                    <a:pt x="2437384" y="2393315"/>
                  </a:lnTo>
                  <a:lnTo>
                    <a:pt x="2373884" y="2361565"/>
                  </a:lnTo>
                  <a:lnTo>
                    <a:pt x="2373884" y="2393315"/>
                  </a:lnTo>
                  <a:lnTo>
                    <a:pt x="44450" y="2393315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411984"/>
                  </a:lnTo>
                  <a:lnTo>
                    <a:pt x="44450" y="2411984"/>
                  </a:lnTo>
                  <a:lnTo>
                    <a:pt x="44450" y="2406015"/>
                  </a:lnTo>
                  <a:lnTo>
                    <a:pt x="2373884" y="2406015"/>
                  </a:lnTo>
                  <a:lnTo>
                    <a:pt x="2373884" y="2437765"/>
                  </a:lnTo>
                  <a:lnTo>
                    <a:pt x="2437384" y="2406015"/>
                  </a:lnTo>
                  <a:lnTo>
                    <a:pt x="2450084" y="2399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5116" y="4292091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708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7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25116" y="4292091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708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5665" y="4505451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709" y="0"/>
                  </a:moveTo>
                  <a:lnTo>
                    <a:pt x="0" y="208787"/>
                  </a:lnTo>
                  <a:lnTo>
                    <a:pt x="169545" y="208787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45665" y="4505451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709" y="0"/>
                  </a:lnTo>
                  <a:lnTo>
                    <a:pt x="169545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9799" y="4611751"/>
              <a:ext cx="182244" cy="2214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541" y="4129150"/>
              <a:ext cx="182244" cy="2214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9315" y="3774313"/>
              <a:ext cx="182245" cy="2214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39773" y="3390391"/>
              <a:ext cx="199262" cy="2080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04112" y="3233293"/>
              <a:ext cx="206501" cy="20815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6030" y="3497833"/>
              <a:ext cx="182244" cy="22148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21078" y="3046094"/>
              <a:ext cx="199390" cy="20815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0402" y="2983229"/>
              <a:ext cx="182245" cy="22148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3769486" y="4784293"/>
            <a:ext cx="289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7500" y="223608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09852" y="495033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0475" y="431419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60475" y="377875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60475" y="323926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1694" y="27155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99589" y="496404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39720" y="496315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90773" y="49634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13886" y="496315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304226" y="2809303"/>
            <a:ext cx="2173605" cy="2167890"/>
            <a:chOff x="1304226" y="2809303"/>
            <a:chExt cx="2173605" cy="2167890"/>
          </a:xfrm>
        </p:grpSpPr>
        <p:sp>
          <p:nvSpPr>
            <p:cNvPr id="39" name="object 39"/>
            <p:cNvSpPr/>
            <p:nvPr/>
          </p:nvSpPr>
          <p:spPr>
            <a:xfrm>
              <a:off x="1851151" y="4435094"/>
              <a:ext cx="1624965" cy="540385"/>
            </a:xfrm>
            <a:custGeom>
              <a:avLst/>
              <a:gdLst/>
              <a:ahLst/>
              <a:cxnLst/>
              <a:rect l="l" t="t" r="r" b="b"/>
              <a:pathLst>
                <a:path w="1624964" h="540385">
                  <a:moveTo>
                    <a:pt x="0" y="540003"/>
                  </a:moveTo>
                  <a:lnTo>
                    <a:pt x="540004" y="540003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  <a:path w="1624964" h="540385">
                  <a:moveTo>
                    <a:pt x="543433" y="540003"/>
                  </a:moveTo>
                  <a:lnTo>
                    <a:pt x="1083437" y="540003"/>
                  </a:lnTo>
                  <a:lnTo>
                    <a:pt x="1083437" y="0"/>
                  </a:lnTo>
                  <a:lnTo>
                    <a:pt x="543433" y="0"/>
                  </a:lnTo>
                  <a:lnTo>
                    <a:pt x="543433" y="540003"/>
                  </a:lnTo>
                  <a:close/>
                </a:path>
                <a:path w="1624964" h="540385">
                  <a:moveTo>
                    <a:pt x="1084834" y="540003"/>
                  </a:moveTo>
                  <a:lnTo>
                    <a:pt x="1624838" y="540003"/>
                  </a:lnTo>
                  <a:lnTo>
                    <a:pt x="1624838" y="0"/>
                  </a:lnTo>
                  <a:lnTo>
                    <a:pt x="1084834" y="0"/>
                  </a:lnTo>
                  <a:lnTo>
                    <a:pt x="1084834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10766" y="3892169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3"/>
                  </a:moveTo>
                  <a:lnTo>
                    <a:pt x="540004" y="540003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05813" y="2810891"/>
              <a:ext cx="2170430" cy="1621790"/>
            </a:xfrm>
            <a:custGeom>
              <a:avLst/>
              <a:gdLst/>
              <a:ahLst/>
              <a:cxnLst/>
              <a:rect l="l" t="t" r="r" b="b"/>
              <a:pathLst>
                <a:path w="2170429" h="1621789">
                  <a:moveTo>
                    <a:pt x="546354" y="1621281"/>
                  </a:moveTo>
                  <a:lnTo>
                    <a:pt x="1086358" y="1621281"/>
                  </a:lnTo>
                  <a:lnTo>
                    <a:pt x="1086358" y="1081277"/>
                  </a:lnTo>
                  <a:lnTo>
                    <a:pt x="546354" y="1081277"/>
                  </a:lnTo>
                  <a:lnTo>
                    <a:pt x="546354" y="1621281"/>
                  </a:lnTo>
                  <a:close/>
                </a:path>
                <a:path w="2170429" h="1621789">
                  <a:moveTo>
                    <a:pt x="1088771" y="1621281"/>
                  </a:moveTo>
                  <a:lnTo>
                    <a:pt x="1628775" y="1621281"/>
                  </a:lnTo>
                  <a:lnTo>
                    <a:pt x="1628775" y="1081277"/>
                  </a:lnTo>
                  <a:lnTo>
                    <a:pt x="1088771" y="1081277"/>
                  </a:lnTo>
                  <a:lnTo>
                    <a:pt x="1088771" y="1621281"/>
                  </a:lnTo>
                  <a:close/>
                </a:path>
                <a:path w="2170429" h="1621789">
                  <a:moveTo>
                    <a:pt x="1630172" y="1619630"/>
                  </a:moveTo>
                  <a:lnTo>
                    <a:pt x="2170176" y="1619630"/>
                  </a:lnTo>
                  <a:lnTo>
                    <a:pt x="2170176" y="1079626"/>
                  </a:lnTo>
                  <a:lnTo>
                    <a:pt x="1630172" y="1079626"/>
                  </a:lnTo>
                  <a:lnTo>
                    <a:pt x="1630172" y="1619630"/>
                  </a:lnTo>
                  <a:close/>
                </a:path>
                <a:path w="2170429" h="1621789">
                  <a:moveTo>
                    <a:pt x="3810" y="1079499"/>
                  </a:moveTo>
                  <a:lnTo>
                    <a:pt x="543814" y="1079499"/>
                  </a:lnTo>
                  <a:lnTo>
                    <a:pt x="543814" y="539495"/>
                  </a:lnTo>
                  <a:lnTo>
                    <a:pt x="3810" y="539495"/>
                  </a:lnTo>
                  <a:lnTo>
                    <a:pt x="3810" y="1079499"/>
                  </a:lnTo>
                  <a:close/>
                </a:path>
                <a:path w="2170429" h="1621789">
                  <a:moveTo>
                    <a:pt x="545592" y="1079372"/>
                  </a:moveTo>
                  <a:lnTo>
                    <a:pt x="1085596" y="1079372"/>
                  </a:lnTo>
                  <a:lnTo>
                    <a:pt x="1085596" y="539368"/>
                  </a:lnTo>
                  <a:lnTo>
                    <a:pt x="545592" y="539368"/>
                  </a:lnTo>
                  <a:lnTo>
                    <a:pt x="545592" y="1079372"/>
                  </a:lnTo>
                  <a:close/>
                </a:path>
                <a:path w="2170429" h="1621789">
                  <a:moveTo>
                    <a:pt x="1088771" y="1078991"/>
                  </a:moveTo>
                  <a:lnTo>
                    <a:pt x="1628775" y="1078991"/>
                  </a:lnTo>
                  <a:lnTo>
                    <a:pt x="1628775" y="538987"/>
                  </a:lnTo>
                  <a:lnTo>
                    <a:pt x="1088771" y="538987"/>
                  </a:lnTo>
                  <a:lnTo>
                    <a:pt x="1088771" y="1078991"/>
                  </a:lnTo>
                  <a:close/>
                </a:path>
                <a:path w="2170429" h="1621789">
                  <a:moveTo>
                    <a:pt x="1627505" y="1080642"/>
                  </a:moveTo>
                  <a:lnTo>
                    <a:pt x="2167509" y="1080642"/>
                  </a:lnTo>
                  <a:lnTo>
                    <a:pt x="2167509" y="540638"/>
                  </a:lnTo>
                  <a:lnTo>
                    <a:pt x="1627505" y="540638"/>
                  </a:lnTo>
                  <a:lnTo>
                    <a:pt x="1627505" y="1080642"/>
                  </a:lnTo>
                  <a:close/>
                </a:path>
                <a:path w="2170429" h="1621789">
                  <a:moveTo>
                    <a:pt x="0" y="540003"/>
                  </a:moveTo>
                  <a:lnTo>
                    <a:pt x="540004" y="540003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  <a:path w="2170429" h="1621789">
                  <a:moveTo>
                    <a:pt x="548894" y="540892"/>
                  </a:moveTo>
                  <a:lnTo>
                    <a:pt x="1088898" y="540892"/>
                  </a:lnTo>
                  <a:lnTo>
                    <a:pt x="1088898" y="888"/>
                  </a:lnTo>
                  <a:lnTo>
                    <a:pt x="548894" y="888"/>
                  </a:lnTo>
                  <a:lnTo>
                    <a:pt x="548894" y="540892"/>
                  </a:lnTo>
                  <a:close/>
                </a:path>
                <a:path w="2170429" h="1621789">
                  <a:moveTo>
                    <a:pt x="1087247" y="541400"/>
                  </a:moveTo>
                  <a:lnTo>
                    <a:pt x="1627251" y="541400"/>
                  </a:lnTo>
                  <a:lnTo>
                    <a:pt x="1627251" y="1396"/>
                  </a:lnTo>
                  <a:lnTo>
                    <a:pt x="1087247" y="1396"/>
                  </a:lnTo>
                  <a:lnTo>
                    <a:pt x="1087247" y="541400"/>
                  </a:lnTo>
                  <a:close/>
                </a:path>
                <a:path w="2170429" h="1621789">
                  <a:moveTo>
                    <a:pt x="1628775" y="540003"/>
                  </a:moveTo>
                  <a:lnTo>
                    <a:pt x="2168779" y="540003"/>
                  </a:lnTo>
                  <a:lnTo>
                    <a:pt x="2168779" y="0"/>
                  </a:lnTo>
                  <a:lnTo>
                    <a:pt x="1628775" y="0"/>
                  </a:lnTo>
                  <a:lnTo>
                    <a:pt x="1628775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69084" y="4214368"/>
              <a:ext cx="182245" cy="22148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44902" y="3919474"/>
              <a:ext cx="182245" cy="22148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3428" y="3430524"/>
              <a:ext cx="182245" cy="22148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7226" y="4594860"/>
              <a:ext cx="182245" cy="22148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30880" y="3118739"/>
              <a:ext cx="182244" cy="22148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13050" y="2858516"/>
              <a:ext cx="199390" cy="2081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4770"/>
              </a:lnSpc>
              <a:spcBef>
                <a:spcPts val="690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Encontrando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os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pesos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função </a:t>
            </a:r>
            <a:r>
              <a:rPr sz="4400" b="0" dirty="0">
                <a:latin typeface="Calibri Light"/>
                <a:cs typeface="Calibri Light"/>
              </a:rPr>
              <a:t>discriminante,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mbria Math"/>
                <a:cs typeface="Cambria Math"/>
              </a:rPr>
              <a:t>𝑔(𝒙)</a:t>
            </a:r>
            <a:r>
              <a:rPr sz="4400" b="0" dirty="0">
                <a:latin typeface="Calibri Light"/>
                <a:cs typeface="Calibri Light"/>
              </a:rPr>
              <a:t>,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visualmente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8252" y="1793493"/>
            <a:ext cx="5659755" cy="121443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Qual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função discriminante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tenha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boa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capacidade</a:t>
            </a:r>
            <a:r>
              <a:rPr lang="pt-BR" sz="2800" spc="-45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de</a:t>
            </a:r>
            <a:r>
              <a:rPr lang="pt-BR" sz="2800" spc="-4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generalização?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1452" y="3048000"/>
            <a:ext cx="6267450" cy="104592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495300" marR="30480" indent="-228600">
              <a:lnSpc>
                <a:spcPct val="90200"/>
              </a:lnSpc>
              <a:spcBef>
                <a:spcPts val="525"/>
              </a:spcBef>
              <a:buFont typeface="Wingdings"/>
              <a:buChar char=""/>
              <a:tabLst>
                <a:tab pos="495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formato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seguindo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princípio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navalha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Occam,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reta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traçada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33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𝑥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57502" y="2792729"/>
            <a:ext cx="2450465" cy="2437765"/>
            <a:chOff x="1357502" y="2792729"/>
            <a:chExt cx="2450465" cy="24377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722" y="3859783"/>
              <a:ext cx="199390" cy="2081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1957" y="3105276"/>
              <a:ext cx="199262" cy="20815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2589" y="3188969"/>
              <a:ext cx="199262" cy="2081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5027" y="4853812"/>
              <a:ext cx="182245" cy="22148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93316" y="4652009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4"/>
                  </a:moveTo>
                  <a:lnTo>
                    <a:pt x="540004" y="540004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7503" y="2792729"/>
              <a:ext cx="2450465" cy="2437765"/>
            </a:xfrm>
            <a:custGeom>
              <a:avLst/>
              <a:gdLst/>
              <a:ahLst/>
              <a:cxnLst/>
              <a:rect l="l" t="t" r="r" b="b"/>
              <a:pathLst>
                <a:path w="2450465" h="2437765">
                  <a:moveTo>
                    <a:pt x="2450084" y="2399665"/>
                  </a:moveTo>
                  <a:lnTo>
                    <a:pt x="2437384" y="2393315"/>
                  </a:lnTo>
                  <a:lnTo>
                    <a:pt x="2373884" y="2361565"/>
                  </a:lnTo>
                  <a:lnTo>
                    <a:pt x="2373884" y="2393315"/>
                  </a:lnTo>
                  <a:lnTo>
                    <a:pt x="44450" y="2393315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411984"/>
                  </a:lnTo>
                  <a:lnTo>
                    <a:pt x="44450" y="2411984"/>
                  </a:lnTo>
                  <a:lnTo>
                    <a:pt x="44450" y="2406015"/>
                  </a:lnTo>
                  <a:lnTo>
                    <a:pt x="2373884" y="2406015"/>
                  </a:lnTo>
                  <a:lnTo>
                    <a:pt x="2373884" y="2437765"/>
                  </a:lnTo>
                  <a:lnTo>
                    <a:pt x="2437384" y="2406015"/>
                  </a:lnTo>
                  <a:lnTo>
                    <a:pt x="2450084" y="2399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2516" y="3718432"/>
              <a:ext cx="182244" cy="2214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6133" y="3610990"/>
              <a:ext cx="199390" cy="2081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0598" y="3454018"/>
              <a:ext cx="206375" cy="2080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7565" y="3266693"/>
              <a:ext cx="199390" cy="2081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411475" y="4512690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836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8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11475" y="4512690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836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32025" y="4726050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836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8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32025" y="4726050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836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01901" y="4349876"/>
              <a:ext cx="182244" cy="2214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5802" y="3994911"/>
              <a:ext cx="182245" cy="2214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56889" y="3203828"/>
              <a:ext cx="182245" cy="221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96286" y="4832350"/>
              <a:ext cx="182244" cy="22161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855973" y="5004892"/>
            <a:ext cx="289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3810" y="2456815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394841" y="3030854"/>
            <a:ext cx="1628139" cy="1622425"/>
          </a:xfrm>
          <a:custGeom>
            <a:avLst/>
            <a:gdLst/>
            <a:ahLst/>
            <a:cxnLst/>
            <a:rect l="l" t="t" r="r" b="b"/>
            <a:pathLst>
              <a:path w="1628139" h="1622425">
                <a:moveTo>
                  <a:pt x="0" y="1621917"/>
                </a:moveTo>
                <a:lnTo>
                  <a:pt x="1627632" y="0"/>
                </a:lnTo>
              </a:path>
            </a:pathLst>
          </a:custGeom>
          <a:ln w="28575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296416" y="517105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47038" y="3999357"/>
            <a:ext cx="102870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7038" y="3459302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7952" y="293624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86204" y="518477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26335" y="518388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77133" y="518414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00373" y="518388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394396" y="2726817"/>
            <a:ext cx="2610485" cy="2470785"/>
            <a:chOff x="1394396" y="2726817"/>
            <a:chExt cx="2610485" cy="2470785"/>
          </a:xfrm>
        </p:grpSpPr>
        <p:sp>
          <p:nvSpPr>
            <p:cNvPr id="36" name="object 36"/>
            <p:cNvSpPr/>
            <p:nvPr/>
          </p:nvSpPr>
          <p:spPr>
            <a:xfrm>
              <a:off x="1395983" y="3031490"/>
              <a:ext cx="2166620" cy="2164715"/>
            </a:xfrm>
            <a:custGeom>
              <a:avLst/>
              <a:gdLst/>
              <a:ahLst/>
              <a:cxnLst/>
              <a:rect l="l" t="t" r="r" b="b"/>
              <a:pathLst>
                <a:path w="2166620" h="2164715">
                  <a:moveTo>
                    <a:pt x="541654" y="2164206"/>
                  </a:moveTo>
                  <a:lnTo>
                    <a:pt x="1081659" y="2164206"/>
                  </a:lnTo>
                  <a:lnTo>
                    <a:pt x="1081659" y="1624202"/>
                  </a:lnTo>
                  <a:lnTo>
                    <a:pt x="541654" y="1624202"/>
                  </a:lnTo>
                  <a:lnTo>
                    <a:pt x="541654" y="2164206"/>
                  </a:lnTo>
                  <a:close/>
                </a:path>
                <a:path w="2166620" h="2164715">
                  <a:moveTo>
                    <a:pt x="1085088" y="2164206"/>
                  </a:moveTo>
                  <a:lnTo>
                    <a:pt x="1625092" y="2164206"/>
                  </a:lnTo>
                  <a:lnTo>
                    <a:pt x="1625092" y="1624202"/>
                  </a:lnTo>
                  <a:lnTo>
                    <a:pt x="1085088" y="1624202"/>
                  </a:lnTo>
                  <a:lnTo>
                    <a:pt x="1085088" y="2164206"/>
                  </a:lnTo>
                  <a:close/>
                </a:path>
                <a:path w="2166620" h="2164715">
                  <a:moveTo>
                    <a:pt x="1626489" y="2164206"/>
                  </a:moveTo>
                  <a:lnTo>
                    <a:pt x="2166492" y="2164206"/>
                  </a:lnTo>
                  <a:lnTo>
                    <a:pt x="2166492" y="1624202"/>
                  </a:lnTo>
                  <a:lnTo>
                    <a:pt x="1626489" y="1624202"/>
                  </a:lnTo>
                  <a:lnTo>
                    <a:pt x="1626489" y="2164206"/>
                  </a:lnTo>
                  <a:close/>
                </a:path>
                <a:path w="2166620" h="2164715">
                  <a:moveTo>
                    <a:pt x="1143" y="1621281"/>
                  </a:moveTo>
                  <a:lnTo>
                    <a:pt x="541147" y="1621281"/>
                  </a:lnTo>
                  <a:lnTo>
                    <a:pt x="541147" y="1081277"/>
                  </a:lnTo>
                  <a:lnTo>
                    <a:pt x="1143" y="1081277"/>
                  </a:lnTo>
                  <a:lnTo>
                    <a:pt x="1143" y="1621281"/>
                  </a:lnTo>
                  <a:close/>
                </a:path>
                <a:path w="2166620" h="2164715">
                  <a:moveTo>
                    <a:pt x="542671" y="1621281"/>
                  </a:moveTo>
                  <a:lnTo>
                    <a:pt x="1082675" y="1621281"/>
                  </a:lnTo>
                  <a:lnTo>
                    <a:pt x="1082675" y="1081277"/>
                  </a:lnTo>
                  <a:lnTo>
                    <a:pt x="542671" y="1081277"/>
                  </a:lnTo>
                  <a:lnTo>
                    <a:pt x="542671" y="1621281"/>
                  </a:lnTo>
                  <a:close/>
                </a:path>
                <a:path w="2166620" h="2164715">
                  <a:moveTo>
                    <a:pt x="1085088" y="1621281"/>
                  </a:moveTo>
                  <a:lnTo>
                    <a:pt x="1625092" y="1621281"/>
                  </a:lnTo>
                  <a:lnTo>
                    <a:pt x="1625092" y="1081277"/>
                  </a:lnTo>
                  <a:lnTo>
                    <a:pt x="1085088" y="1081277"/>
                  </a:lnTo>
                  <a:lnTo>
                    <a:pt x="1085088" y="1621281"/>
                  </a:lnTo>
                  <a:close/>
                </a:path>
                <a:path w="2166620" h="2164715">
                  <a:moveTo>
                    <a:pt x="1626489" y="1619630"/>
                  </a:moveTo>
                  <a:lnTo>
                    <a:pt x="2166492" y="1619630"/>
                  </a:lnTo>
                  <a:lnTo>
                    <a:pt x="2166492" y="1079626"/>
                  </a:lnTo>
                  <a:lnTo>
                    <a:pt x="1626489" y="1079626"/>
                  </a:lnTo>
                  <a:lnTo>
                    <a:pt x="1626489" y="1619630"/>
                  </a:lnTo>
                  <a:close/>
                </a:path>
                <a:path w="2166620" h="2164715">
                  <a:moveTo>
                    <a:pt x="0" y="1079499"/>
                  </a:moveTo>
                  <a:lnTo>
                    <a:pt x="540004" y="1079499"/>
                  </a:lnTo>
                  <a:lnTo>
                    <a:pt x="540004" y="539495"/>
                  </a:lnTo>
                  <a:lnTo>
                    <a:pt x="0" y="539495"/>
                  </a:lnTo>
                  <a:lnTo>
                    <a:pt x="0" y="1079499"/>
                  </a:lnTo>
                  <a:close/>
                </a:path>
                <a:path w="2166620" h="2164715">
                  <a:moveTo>
                    <a:pt x="541909" y="1079372"/>
                  </a:moveTo>
                  <a:lnTo>
                    <a:pt x="1081913" y="1079372"/>
                  </a:lnTo>
                  <a:lnTo>
                    <a:pt x="1081913" y="539368"/>
                  </a:lnTo>
                  <a:lnTo>
                    <a:pt x="541909" y="539368"/>
                  </a:lnTo>
                  <a:lnTo>
                    <a:pt x="541909" y="1079372"/>
                  </a:lnTo>
                  <a:close/>
                </a:path>
                <a:path w="2166620" h="2164715">
                  <a:moveTo>
                    <a:pt x="1085088" y="1078991"/>
                  </a:moveTo>
                  <a:lnTo>
                    <a:pt x="1625092" y="1078991"/>
                  </a:lnTo>
                  <a:lnTo>
                    <a:pt x="1625092" y="538987"/>
                  </a:lnTo>
                  <a:lnTo>
                    <a:pt x="1085088" y="538987"/>
                  </a:lnTo>
                  <a:lnTo>
                    <a:pt x="1085088" y="1078991"/>
                  </a:lnTo>
                  <a:close/>
                </a:path>
                <a:path w="2166620" h="2164715">
                  <a:moveTo>
                    <a:pt x="1623822" y="1080642"/>
                  </a:moveTo>
                  <a:lnTo>
                    <a:pt x="2163826" y="1080642"/>
                  </a:lnTo>
                  <a:lnTo>
                    <a:pt x="2163826" y="540638"/>
                  </a:lnTo>
                  <a:lnTo>
                    <a:pt x="1623822" y="540638"/>
                  </a:lnTo>
                  <a:lnTo>
                    <a:pt x="1623822" y="1080642"/>
                  </a:lnTo>
                  <a:close/>
                </a:path>
                <a:path w="2166620" h="2164715">
                  <a:moveTo>
                    <a:pt x="2666" y="540003"/>
                  </a:moveTo>
                  <a:lnTo>
                    <a:pt x="542671" y="540003"/>
                  </a:lnTo>
                  <a:lnTo>
                    <a:pt x="542671" y="0"/>
                  </a:lnTo>
                  <a:lnTo>
                    <a:pt x="2666" y="0"/>
                  </a:lnTo>
                  <a:lnTo>
                    <a:pt x="2666" y="540003"/>
                  </a:lnTo>
                  <a:close/>
                </a:path>
                <a:path w="2166620" h="2164715">
                  <a:moveTo>
                    <a:pt x="545210" y="540892"/>
                  </a:moveTo>
                  <a:lnTo>
                    <a:pt x="1085215" y="540892"/>
                  </a:lnTo>
                  <a:lnTo>
                    <a:pt x="1085215" y="888"/>
                  </a:lnTo>
                  <a:lnTo>
                    <a:pt x="545210" y="888"/>
                  </a:lnTo>
                  <a:lnTo>
                    <a:pt x="545210" y="540892"/>
                  </a:lnTo>
                  <a:close/>
                </a:path>
                <a:path w="2166620" h="2164715">
                  <a:moveTo>
                    <a:pt x="1083564" y="541400"/>
                  </a:moveTo>
                  <a:lnTo>
                    <a:pt x="1623568" y="541400"/>
                  </a:lnTo>
                  <a:lnTo>
                    <a:pt x="1623568" y="1396"/>
                  </a:lnTo>
                  <a:lnTo>
                    <a:pt x="1083564" y="1396"/>
                  </a:lnTo>
                  <a:lnTo>
                    <a:pt x="1083564" y="541400"/>
                  </a:lnTo>
                  <a:close/>
                </a:path>
                <a:path w="2166620" h="2164715">
                  <a:moveTo>
                    <a:pt x="1625092" y="540003"/>
                  </a:moveTo>
                  <a:lnTo>
                    <a:pt x="2165095" y="540003"/>
                  </a:lnTo>
                  <a:lnTo>
                    <a:pt x="2165095" y="0"/>
                  </a:lnTo>
                  <a:lnTo>
                    <a:pt x="1625092" y="0"/>
                  </a:lnTo>
                  <a:lnTo>
                    <a:pt x="1625092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55571" y="4434967"/>
              <a:ext cx="182244" cy="2214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1261" y="4140073"/>
              <a:ext cx="182244" cy="22148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9914" y="3651123"/>
              <a:ext cx="182245" cy="22148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13712" y="4815459"/>
              <a:ext cx="182244" cy="22148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7367" y="3339338"/>
              <a:ext cx="182244" cy="22148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9537" y="3079115"/>
              <a:ext cx="199262" cy="20815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009645" y="2726817"/>
              <a:ext cx="995044" cy="304165"/>
            </a:xfrm>
            <a:custGeom>
              <a:avLst/>
              <a:gdLst/>
              <a:ahLst/>
              <a:cxnLst/>
              <a:rect l="l" t="t" r="r" b="b"/>
              <a:pathLst>
                <a:path w="995045" h="304164">
                  <a:moveTo>
                    <a:pt x="919561" y="30912"/>
                  </a:moveTo>
                  <a:lnTo>
                    <a:pt x="884808" y="39624"/>
                  </a:lnTo>
                  <a:lnTo>
                    <a:pt x="769874" y="69977"/>
                  </a:lnTo>
                  <a:lnTo>
                    <a:pt x="525018" y="138049"/>
                  </a:lnTo>
                  <a:lnTo>
                    <a:pt x="0" y="291973"/>
                  </a:lnTo>
                  <a:lnTo>
                    <a:pt x="3556" y="304165"/>
                  </a:lnTo>
                  <a:lnTo>
                    <a:pt x="400431" y="187198"/>
                  </a:lnTo>
                  <a:lnTo>
                    <a:pt x="773176" y="82169"/>
                  </a:lnTo>
                  <a:lnTo>
                    <a:pt x="773648" y="82169"/>
                  </a:lnTo>
                  <a:lnTo>
                    <a:pt x="887983" y="51943"/>
                  </a:lnTo>
                  <a:lnTo>
                    <a:pt x="922629" y="43226"/>
                  </a:lnTo>
                  <a:lnTo>
                    <a:pt x="919561" y="30912"/>
                  </a:lnTo>
                  <a:close/>
                </a:path>
                <a:path w="995045" h="304164">
                  <a:moveTo>
                    <a:pt x="773648" y="82169"/>
                  </a:moveTo>
                  <a:lnTo>
                    <a:pt x="773176" y="82169"/>
                  </a:lnTo>
                  <a:lnTo>
                    <a:pt x="773648" y="82169"/>
                  </a:lnTo>
                  <a:close/>
                </a:path>
                <a:path w="995045" h="304164">
                  <a:moveTo>
                    <a:pt x="984200" y="27812"/>
                  </a:moveTo>
                  <a:lnTo>
                    <a:pt x="931926" y="27812"/>
                  </a:lnTo>
                  <a:lnTo>
                    <a:pt x="934974" y="40132"/>
                  </a:lnTo>
                  <a:lnTo>
                    <a:pt x="922629" y="43226"/>
                  </a:lnTo>
                  <a:lnTo>
                    <a:pt x="930275" y="73913"/>
                  </a:lnTo>
                  <a:lnTo>
                    <a:pt x="984200" y="27812"/>
                  </a:lnTo>
                  <a:close/>
                </a:path>
                <a:path w="995045" h="304164">
                  <a:moveTo>
                    <a:pt x="931926" y="27812"/>
                  </a:moveTo>
                  <a:lnTo>
                    <a:pt x="919561" y="30912"/>
                  </a:lnTo>
                  <a:lnTo>
                    <a:pt x="922629" y="43226"/>
                  </a:lnTo>
                  <a:lnTo>
                    <a:pt x="934974" y="40132"/>
                  </a:lnTo>
                  <a:lnTo>
                    <a:pt x="931926" y="27812"/>
                  </a:lnTo>
                  <a:close/>
                </a:path>
                <a:path w="995045" h="304164">
                  <a:moveTo>
                    <a:pt x="911859" y="0"/>
                  </a:moveTo>
                  <a:lnTo>
                    <a:pt x="919561" y="30912"/>
                  </a:lnTo>
                  <a:lnTo>
                    <a:pt x="931926" y="27812"/>
                  </a:lnTo>
                  <a:lnTo>
                    <a:pt x="984200" y="27812"/>
                  </a:lnTo>
                  <a:lnTo>
                    <a:pt x="995044" y="18542"/>
                  </a:lnTo>
                  <a:lnTo>
                    <a:pt x="911859" y="0"/>
                  </a:lnTo>
                  <a:close/>
                </a:path>
              </a:pathLst>
            </a:custGeom>
            <a:solidFill>
              <a:srgbClr val="4170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bject 45"/>
              <p:cNvSpPr txBox="1"/>
              <p:nvPr/>
            </p:nvSpPr>
            <p:spPr>
              <a:xfrm>
                <a:off x="4000753" y="2502906"/>
                <a:ext cx="586358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45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753" y="2502906"/>
                <a:ext cx="586358" cy="289823"/>
              </a:xfrm>
              <a:prstGeom prst="rect">
                <a:avLst/>
              </a:prstGeom>
              <a:blipFill>
                <a:blip r:embed="rId14"/>
                <a:stretch>
                  <a:fillRect l="-4167" r="-7292" b="-361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4770"/>
              </a:lnSpc>
              <a:spcBef>
                <a:spcPts val="690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Encontrando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os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pesos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função </a:t>
            </a:r>
            <a:r>
              <a:rPr sz="4400" b="0" dirty="0">
                <a:latin typeface="Calibri Light"/>
                <a:cs typeface="Calibri Light"/>
              </a:rPr>
              <a:t>discriminante,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mbria Math"/>
                <a:cs typeface="Cambria Math"/>
              </a:rPr>
              <a:t>𝑔(𝒙)</a:t>
            </a:r>
            <a:r>
              <a:rPr sz="4400" b="0" dirty="0">
                <a:latin typeface="Calibri Light"/>
                <a:cs typeface="Calibri Light"/>
              </a:rPr>
              <a:t>,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visualmente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20" y="1759966"/>
            <a:ext cx="6363970" cy="114185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Visualmente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traçamos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posição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separe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melhor</a:t>
            </a:r>
            <a:r>
              <a:rPr lang="pt-BR" sz="2800" spc="-1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forma</a:t>
            </a:r>
            <a:r>
              <a:rPr lang="pt-BR" sz="2800" spc="-14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possível.</a:t>
            </a:r>
            <a:endParaRPr lang="pt-BR"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03520" y="2941377"/>
            <a:ext cx="6631305" cy="109722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6700" marR="304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discriminante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esta </a:t>
            </a:r>
            <a:r>
              <a:rPr sz="2800" dirty="0">
                <a:latin typeface="Calibri"/>
                <a:cs typeface="Calibri"/>
              </a:rPr>
              <a:t>reta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espaço</a:t>
            </a:r>
            <a:r>
              <a:rPr sz="2800"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45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45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dada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plano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6290626" y="3986468"/>
                <a:ext cx="4657091" cy="43313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  <a:tabLst>
                    <a:tab pos="409575" algn="l"/>
                    <a:tab pos="8604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	=</m:t>
                      </m:r>
                      <m:r>
                        <a:rPr lang="pt-BR" sz="2800" i="1" spc="14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baseline="-16260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𝑎</m:t>
                      </m:r>
                      <m:r>
                        <a:rPr lang="pt-BR" sz="3075" i="1" spc="-30" baseline="-1626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𝑥</m:t>
                      </m:r>
                      <m:r>
                        <a:rPr lang="pt-BR" sz="3075" i="1" spc="-30" baseline="-16260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</m:oMath>
                  </m:oMathPara>
                </a14:m>
                <a:endParaRPr sz="3075" baseline="-1626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626" y="3986468"/>
                <a:ext cx="4657091" cy="433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5328920" y="4447413"/>
            <a:ext cx="6517005" cy="19443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definimos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gráfico,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 encontrar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b="1" i="1" dirty="0">
                <a:latin typeface="Calibri"/>
                <a:cs typeface="Calibri"/>
              </a:rPr>
              <a:t>regiões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decisão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pesos?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94358" y="3038601"/>
            <a:ext cx="1797685" cy="1970405"/>
            <a:chOff x="1594358" y="3038601"/>
            <a:chExt cx="1797685" cy="19704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123" y="3793108"/>
              <a:ext cx="199390" cy="20815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4358" y="3038601"/>
              <a:ext cx="199262" cy="2081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990" y="3122294"/>
              <a:ext cx="199262" cy="2081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27427" y="4787137"/>
              <a:ext cx="182245" cy="2214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4916" y="3651757"/>
              <a:ext cx="182244" cy="2214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8533" y="3544315"/>
              <a:ext cx="199390" cy="20815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42999" y="3387343"/>
              <a:ext cx="206375" cy="2080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59965" y="3200018"/>
              <a:ext cx="199390" cy="20815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63875" y="4446015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836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8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63875" y="4446015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836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84425" y="4659375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836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83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84425" y="4659375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836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54301" y="4283201"/>
              <a:ext cx="182244" cy="2214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78202" y="3928236"/>
              <a:ext cx="182245" cy="22148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09290" y="3137153"/>
              <a:ext cx="182245" cy="22148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48686" y="4765675"/>
              <a:ext cx="182244" cy="22161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2099817" y="2444876"/>
            <a:ext cx="312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𝑅</a:t>
            </a:r>
            <a:r>
              <a:rPr sz="2175" spc="-37" baseline="-15325" dirty="0">
                <a:latin typeface="Cambria Math"/>
                <a:cs typeface="Cambria Math"/>
              </a:rPr>
              <a:t>?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08373" y="4938776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28"/>
              <p:cNvSpPr txBox="1"/>
              <p:nvPr/>
            </p:nvSpPr>
            <p:spPr>
              <a:xfrm>
                <a:off x="3292220" y="4118619"/>
                <a:ext cx="1410970" cy="418769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593725" algn="l"/>
                    <a:tab pos="1109980" algn="l"/>
                  </a:tabLst>
                </a:pPr>
                <a:r>
                  <a:rPr lang="pt-BR" sz="2000" spc="-25" dirty="0">
                    <a:latin typeface="Cambria Math"/>
                    <a:cs typeface="Cambria Math"/>
                  </a:rPr>
                  <a:t>𝑅</a:t>
                </a:r>
                <a:r>
                  <a:rPr lang="pt-BR" sz="2175" spc="-37" baseline="-15325" dirty="0">
                    <a:latin typeface="Cambria Math"/>
                    <a:cs typeface="Cambria Math"/>
                  </a:rPr>
                  <a:t>?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pt-BR" sz="2700" i="1" baseline="1543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700" b="0" i="1" baseline="1543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700" i="1" spc="-75" baseline="1543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700" i="1" baseline="1543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2700" baseline="1543" dirty="0">
                    <a:latin typeface="Cambria Math"/>
                    <a:cs typeface="Cambria Math"/>
                  </a:rPr>
                  <a:t>?</a:t>
                </a:r>
                <a:r>
                  <a:rPr lang="pt-BR" sz="2700" spc="-150" baseline="1543" dirty="0">
                    <a:latin typeface="Cambria Math"/>
                    <a:cs typeface="Cambria Math"/>
                  </a:rPr>
                  <a:t> </a:t>
                </a:r>
                <a:r>
                  <a:rPr lang="pt-BR" sz="2700" spc="-75" baseline="1543" dirty="0">
                    <a:latin typeface="Cambria Math"/>
                    <a:cs typeface="Cambria Math"/>
                  </a:rPr>
                  <a:t>0</a:t>
                </a:r>
                <a:endParaRPr sz="2700" baseline="1543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220" y="4118619"/>
                <a:ext cx="1410970" cy="418769"/>
              </a:xfrm>
              <a:prstGeom prst="rect">
                <a:avLst/>
              </a:prstGeom>
              <a:blipFill>
                <a:blip r:embed="rId13"/>
                <a:stretch>
                  <a:fillRect l="-7328" r="-3017" b="-30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bject 30"/>
          <p:cNvSpPr txBox="1"/>
          <p:nvPr/>
        </p:nvSpPr>
        <p:spPr>
          <a:xfrm>
            <a:off x="2668651" y="2460052"/>
            <a:ext cx="805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9590" algn="l"/>
              </a:tabLst>
            </a:pPr>
            <a:r>
              <a:rPr sz="1800" dirty="0">
                <a:latin typeface="Cambria Math"/>
                <a:cs typeface="Cambria Math"/>
              </a:rPr>
              <a:t>𝑔</a:t>
            </a:r>
            <a:r>
              <a:rPr lang="pt-BR" spc="385" dirty="0">
                <a:latin typeface="Cambria Math"/>
                <a:cs typeface="Cambria Math"/>
              </a:rPr>
              <a:t>(</a:t>
            </a:r>
            <a:r>
              <a:rPr sz="1800" spc="-50" dirty="0">
                <a:latin typeface="Cambria Math"/>
                <a:cs typeface="Cambria Math"/>
              </a:rPr>
              <a:t>𝒙</a:t>
            </a:r>
            <a:r>
              <a:rPr lang="pt-BR" sz="1800" spc="-50" dirty="0">
                <a:latin typeface="Cambria Math"/>
                <a:cs typeface="Cambria Math"/>
              </a:rPr>
              <a:t>)</a:t>
            </a:r>
            <a:r>
              <a:rPr sz="1800" dirty="0">
                <a:latin typeface="Cambria Math"/>
                <a:cs typeface="Cambria Math"/>
              </a:rPr>
              <a:t>	?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0</a:t>
            </a:r>
            <a:endParaRPr sz="1800" dirty="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09902" y="2726054"/>
            <a:ext cx="2450465" cy="2437765"/>
            <a:chOff x="1509902" y="2726054"/>
            <a:chExt cx="2450465" cy="2437765"/>
          </a:xfrm>
        </p:grpSpPr>
        <p:sp>
          <p:nvSpPr>
            <p:cNvPr id="32" name="object 32"/>
            <p:cNvSpPr/>
            <p:nvPr/>
          </p:nvSpPr>
          <p:spPr>
            <a:xfrm>
              <a:off x="1545716" y="4585334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4"/>
                  </a:moveTo>
                  <a:lnTo>
                    <a:pt x="540004" y="540004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09903" y="2726054"/>
              <a:ext cx="2450465" cy="2437765"/>
            </a:xfrm>
            <a:custGeom>
              <a:avLst/>
              <a:gdLst/>
              <a:ahLst/>
              <a:cxnLst/>
              <a:rect l="l" t="t" r="r" b="b"/>
              <a:pathLst>
                <a:path w="2450465" h="2437765">
                  <a:moveTo>
                    <a:pt x="2450084" y="2399665"/>
                  </a:moveTo>
                  <a:lnTo>
                    <a:pt x="2437384" y="2393315"/>
                  </a:lnTo>
                  <a:lnTo>
                    <a:pt x="2373884" y="2361565"/>
                  </a:lnTo>
                  <a:lnTo>
                    <a:pt x="2373884" y="2393315"/>
                  </a:lnTo>
                  <a:lnTo>
                    <a:pt x="44450" y="2393315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411984"/>
                  </a:lnTo>
                  <a:lnTo>
                    <a:pt x="44450" y="2411984"/>
                  </a:lnTo>
                  <a:lnTo>
                    <a:pt x="44450" y="2406015"/>
                  </a:lnTo>
                  <a:lnTo>
                    <a:pt x="2373884" y="2406015"/>
                  </a:lnTo>
                  <a:lnTo>
                    <a:pt x="2373884" y="2437765"/>
                  </a:lnTo>
                  <a:lnTo>
                    <a:pt x="2437384" y="2406015"/>
                  </a:lnTo>
                  <a:lnTo>
                    <a:pt x="2450084" y="2399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47240" y="2964179"/>
              <a:ext cx="1628139" cy="1622425"/>
            </a:xfrm>
            <a:custGeom>
              <a:avLst/>
              <a:gdLst/>
              <a:ahLst/>
              <a:cxnLst/>
              <a:rect l="l" t="t" r="r" b="b"/>
              <a:pathLst>
                <a:path w="1628139" h="1622425">
                  <a:moveTo>
                    <a:pt x="0" y="1621917"/>
                  </a:moveTo>
                  <a:lnTo>
                    <a:pt x="1627632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426210" y="23900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48816" y="510425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99413" y="4468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99413" y="393268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99413" y="339318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00302" y="286913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38604" y="5117668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578735" y="5116779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29788" y="511771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52773" y="5116779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546796" y="2963227"/>
            <a:ext cx="2169795" cy="2167890"/>
            <a:chOff x="1546796" y="2963227"/>
            <a:chExt cx="2169795" cy="2167890"/>
          </a:xfrm>
        </p:grpSpPr>
        <p:sp>
          <p:nvSpPr>
            <p:cNvPr id="46" name="object 46"/>
            <p:cNvSpPr/>
            <p:nvPr/>
          </p:nvSpPr>
          <p:spPr>
            <a:xfrm>
              <a:off x="1548383" y="2964814"/>
              <a:ext cx="2166620" cy="2164715"/>
            </a:xfrm>
            <a:custGeom>
              <a:avLst/>
              <a:gdLst/>
              <a:ahLst/>
              <a:cxnLst/>
              <a:rect l="l" t="t" r="r" b="b"/>
              <a:pathLst>
                <a:path w="2166620" h="2164715">
                  <a:moveTo>
                    <a:pt x="541654" y="2164206"/>
                  </a:moveTo>
                  <a:lnTo>
                    <a:pt x="1081659" y="2164206"/>
                  </a:lnTo>
                  <a:lnTo>
                    <a:pt x="1081659" y="1624202"/>
                  </a:lnTo>
                  <a:lnTo>
                    <a:pt x="541654" y="1624202"/>
                  </a:lnTo>
                  <a:lnTo>
                    <a:pt x="541654" y="2164206"/>
                  </a:lnTo>
                  <a:close/>
                </a:path>
                <a:path w="2166620" h="2164715">
                  <a:moveTo>
                    <a:pt x="1085088" y="2164206"/>
                  </a:moveTo>
                  <a:lnTo>
                    <a:pt x="1625092" y="2164206"/>
                  </a:lnTo>
                  <a:lnTo>
                    <a:pt x="1625092" y="1624202"/>
                  </a:lnTo>
                  <a:lnTo>
                    <a:pt x="1085088" y="1624202"/>
                  </a:lnTo>
                  <a:lnTo>
                    <a:pt x="1085088" y="2164206"/>
                  </a:lnTo>
                  <a:close/>
                </a:path>
                <a:path w="2166620" h="2164715">
                  <a:moveTo>
                    <a:pt x="1626489" y="2164206"/>
                  </a:moveTo>
                  <a:lnTo>
                    <a:pt x="2166492" y="2164206"/>
                  </a:lnTo>
                  <a:lnTo>
                    <a:pt x="2166492" y="1624202"/>
                  </a:lnTo>
                  <a:lnTo>
                    <a:pt x="1626489" y="1624202"/>
                  </a:lnTo>
                  <a:lnTo>
                    <a:pt x="1626489" y="2164206"/>
                  </a:lnTo>
                  <a:close/>
                </a:path>
                <a:path w="2166620" h="2164715">
                  <a:moveTo>
                    <a:pt x="1143" y="1621281"/>
                  </a:moveTo>
                  <a:lnTo>
                    <a:pt x="541147" y="1621281"/>
                  </a:lnTo>
                  <a:lnTo>
                    <a:pt x="541147" y="1081277"/>
                  </a:lnTo>
                  <a:lnTo>
                    <a:pt x="1143" y="1081277"/>
                  </a:lnTo>
                  <a:lnTo>
                    <a:pt x="1143" y="1621281"/>
                  </a:lnTo>
                  <a:close/>
                </a:path>
                <a:path w="2166620" h="2164715">
                  <a:moveTo>
                    <a:pt x="542671" y="1621281"/>
                  </a:moveTo>
                  <a:lnTo>
                    <a:pt x="1082675" y="1621281"/>
                  </a:lnTo>
                  <a:lnTo>
                    <a:pt x="1082675" y="1081277"/>
                  </a:lnTo>
                  <a:lnTo>
                    <a:pt x="542671" y="1081277"/>
                  </a:lnTo>
                  <a:lnTo>
                    <a:pt x="542671" y="1621281"/>
                  </a:lnTo>
                  <a:close/>
                </a:path>
                <a:path w="2166620" h="2164715">
                  <a:moveTo>
                    <a:pt x="1085088" y="1621281"/>
                  </a:moveTo>
                  <a:lnTo>
                    <a:pt x="1625092" y="1621281"/>
                  </a:lnTo>
                  <a:lnTo>
                    <a:pt x="1625092" y="1081277"/>
                  </a:lnTo>
                  <a:lnTo>
                    <a:pt x="1085088" y="1081277"/>
                  </a:lnTo>
                  <a:lnTo>
                    <a:pt x="1085088" y="1621281"/>
                  </a:lnTo>
                  <a:close/>
                </a:path>
                <a:path w="2166620" h="2164715">
                  <a:moveTo>
                    <a:pt x="1626489" y="1619630"/>
                  </a:moveTo>
                  <a:lnTo>
                    <a:pt x="2166492" y="1619630"/>
                  </a:lnTo>
                  <a:lnTo>
                    <a:pt x="2166492" y="1079626"/>
                  </a:lnTo>
                  <a:lnTo>
                    <a:pt x="1626489" y="1079626"/>
                  </a:lnTo>
                  <a:lnTo>
                    <a:pt x="1626489" y="1619630"/>
                  </a:lnTo>
                  <a:close/>
                </a:path>
                <a:path w="2166620" h="2164715">
                  <a:moveTo>
                    <a:pt x="0" y="1079499"/>
                  </a:moveTo>
                  <a:lnTo>
                    <a:pt x="540004" y="1079499"/>
                  </a:lnTo>
                  <a:lnTo>
                    <a:pt x="540004" y="539495"/>
                  </a:lnTo>
                  <a:lnTo>
                    <a:pt x="0" y="539495"/>
                  </a:lnTo>
                  <a:lnTo>
                    <a:pt x="0" y="1079499"/>
                  </a:lnTo>
                  <a:close/>
                </a:path>
                <a:path w="2166620" h="2164715">
                  <a:moveTo>
                    <a:pt x="541909" y="1079372"/>
                  </a:moveTo>
                  <a:lnTo>
                    <a:pt x="1081913" y="1079372"/>
                  </a:lnTo>
                  <a:lnTo>
                    <a:pt x="1081913" y="539368"/>
                  </a:lnTo>
                  <a:lnTo>
                    <a:pt x="541909" y="539368"/>
                  </a:lnTo>
                  <a:lnTo>
                    <a:pt x="541909" y="1079372"/>
                  </a:lnTo>
                  <a:close/>
                </a:path>
                <a:path w="2166620" h="2164715">
                  <a:moveTo>
                    <a:pt x="1085088" y="1078991"/>
                  </a:moveTo>
                  <a:lnTo>
                    <a:pt x="1625092" y="1078991"/>
                  </a:lnTo>
                  <a:lnTo>
                    <a:pt x="1625092" y="538987"/>
                  </a:lnTo>
                  <a:lnTo>
                    <a:pt x="1085088" y="538987"/>
                  </a:lnTo>
                  <a:lnTo>
                    <a:pt x="1085088" y="1078991"/>
                  </a:lnTo>
                  <a:close/>
                </a:path>
                <a:path w="2166620" h="2164715">
                  <a:moveTo>
                    <a:pt x="1623822" y="1080642"/>
                  </a:moveTo>
                  <a:lnTo>
                    <a:pt x="2163826" y="1080642"/>
                  </a:lnTo>
                  <a:lnTo>
                    <a:pt x="2163826" y="540638"/>
                  </a:lnTo>
                  <a:lnTo>
                    <a:pt x="1623822" y="540638"/>
                  </a:lnTo>
                  <a:lnTo>
                    <a:pt x="1623822" y="1080642"/>
                  </a:lnTo>
                  <a:close/>
                </a:path>
                <a:path w="2166620" h="2164715">
                  <a:moveTo>
                    <a:pt x="2666" y="540003"/>
                  </a:moveTo>
                  <a:lnTo>
                    <a:pt x="542671" y="540003"/>
                  </a:lnTo>
                  <a:lnTo>
                    <a:pt x="542671" y="0"/>
                  </a:lnTo>
                  <a:lnTo>
                    <a:pt x="2666" y="0"/>
                  </a:lnTo>
                  <a:lnTo>
                    <a:pt x="2666" y="540003"/>
                  </a:lnTo>
                  <a:close/>
                </a:path>
                <a:path w="2166620" h="2164715">
                  <a:moveTo>
                    <a:pt x="545210" y="540892"/>
                  </a:moveTo>
                  <a:lnTo>
                    <a:pt x="1085215" y="540892"/>
                  </a:lnTo>
                  <a:lnTo>
                    <a:pt x="1085215" y="888"/>
                  </a:lnTo>
                  <a:lnTo>
                    <a:pt x="545210" y="888"/>
                  </a:lnTo>
                  <a:lnTo>
                    <a:pt x="545210" y="540892"/>
                  </a:lnTo>
                  <a:close/>
                </a:path>
                <a:path w="2166620" h="2164715">
                  <a:moveTo>
                    <a:pt x="1083564" y="541400"/>
                  </a:moveTo>
                  <a:lnTo>
                    <a:pt x="1623568" y="541400"/>
                  </a:lnTo>
                  <a:lnTo>
                    <a:pt x="1623568" y="1396"/>
                  </a:lnTo>
                  <a:lnTo>
                    <a:pt x="1083564" y="1396"/>
                  </a:lnTo>
                  <a:lnTo>
                    <a:pt x="1083564" y="541400"/>
                  </a:lnTo>
                  <a:close/>
                </a:path>
                <a:path w="2166620" h="2164715">
                  <a:moveTo>
                    <a:pt x="1625092" y="540003"/>
                  </a:moveTo>
                  <a:lnTo>
                    <a:pt x="2165095" y="540003"/>
                  </a:lnTo>
                  <a:lnTo>
                    <a:pt x="2165095" y="0"/>
                  </a:lnTo>
                  <a:lnTo>
                    <a:pt x="1625092" y="0"/>
                  </a:lnTo>
                  <a:lnTo>
                    <a:pt x="1625092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07971" y="4368291"/>
              <a:ext cx="182244" cy="22148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83661" y="4073397"/>
              <a:ext cx="182244" cy="22148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2314" y="3584447"/>
              <a:ext cx="182245" cy="22148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66112" y="4748783"/>
              <a:ext cx="182244" cy="22148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69767" y="3272662"/>
              <a:ext cx="182244" cy="22148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51937" y="3012439"/>
              <a:ext cx="199262" cy="20815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bject 54"/>
              <p:cNvSpPr txBox="1"/>
              <p:nvPr/>
            </p:nvSpPr>
            <p:spPr>
              <a:xfrm>
                <a:off x="4021455" y="2444876"/>
                <a:ext cx="805180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𝑔</m:t>
                      </m:r>
                      <m:r>
                        <a:rPr lang="pt-BR" sz="1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1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4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455" y="2444876"/>
                <a:ext cx="805180" cy="289823"/>
              </a:xfrm>
              <a:prstGeom prst="rect">
                <a:avLst/>
              </a:prstGeom>
              <a:blipFill>
                <a:blip r:embed="rId16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bject 55"/>
          <p:cNvSpPr/>
          <p:nvPr/>
        </p:nvSpPr>
        <p:spPr>
          <a:xfrm>
            <a:off x="3162045" y="2660142"/>
            <a:ext cx="995044" cy="304165"/>
          </a:xfrm>
          <a:custGeom>
            <a:avLst/>
            <a:gdLst/>
            <a:ahLst/>
            <a:cxnLst/>
            <a:rect l="l" t="t" r="r" b="b"/>
            <a:pathLst>
              <a:path w="995045" h="304164">
                <a:moveTo>
                  <a:pt x="919561" y="30912"/>
                </a:moveTo>
                <a:lnTo>
                  <a:pt x="884808" y="39624"/>
                </a:lnTo>
                <a:lnTo>
                  <a:pt x="769874" y="69977"/>
                </a:lnTo>
                <a:lnTo>
                  <a:pt x="525018" y="138049"/>
                </a:lnTo>
                <a:lnTo>
                  <a:pt x="0" y="291973"/>
                </a:lnTo>
                <a:lnTo>
                  <a:pt x="3556" y="304165"/>
                </a:lnTo>
                <a:lnTo>
                  <a:pt x="400431" y="187198"/>
                </a:lnTo>
                <a:lnTo>
                  <a:pt x="773176" y="82169"/>
                </a:lnTo>
                <a:lnTo>
                  <a:pt x="773648" y="82169"/>
                </a:lnTo>
                <a:lnTo>
                  <a:pt x="887983" y="51943"/>
                </a:lnTo>
                <a:lnTo>
                  <a:pt x="922629" y="43226"/>
                </a:lnTo>
                <a:lnTo>
                  <a:pt x="919561" y="30912"/>
                </a:lnTo>
                <a:close/>
              </a:path>
              <a:path w="995045" h="304164">
                <a:moveTo>
                  <a:pt x="773648" y="82169"/>
                </a:moveTo>
                <a:lnTo>
                  <a:pt x="773176" y="82169"/>
                </a:lnTo>
                <a:lnTo>
                  <a:pt x="773648" y="82169"/>
                </a:lnTo>
                <a:close/>
              </a:path>
              <a:path w="995045" h="304164">
                <a:moveTo>
                  <a:pt x="984200" y="27812"/>
                </a:moveTo>
                <a:lnTo>
                  <a:pt x="931926" y="27812"/>
                </a:lnTo>
                <a:lnTo>
                  <a:pt x="934974" y="40132"/>
                </a:lnTo>
                <a:lnTo>
                  <a:pt x="922629" y="43226"/>
                </a:lnTo>
                <a:lnTo>
                  <a:pt x="930275" y="73913"/>
                </a:lnTo>
                <a:lnTo>
                  <a:pt x="984200" y="27812"/>
                </a:lnTo>
                <a:close/>
              </a:path>
              <a:path w="995045" h="304164">
                <a:moveTo>
                  <a:pt x="931926" y="27812"/>
                </a:moveTo>
                <a:lnTo>
                  <a:pt x="919561" y="30912"/>
                </a:lnTo>
                <a:lnTo>
                  <a:pt x="922629" y="43226"/>
                </a:lnTo>
                <a:lnTo>
                  <a:pt x="934974" y="40132"/>
                </a:lnTo>
                <a:lnTo>
                  <a:pt x="931926" y="27812"/>
                </a:lnTo>
                <a:close/>
              </a:path>
              <a:path w="995045" h="304164">
                <a:moveTo>
                  <a:pt x="911859" y="0"/>
                </a:moveTo>
                <a:lnTo>
                  <a:pt x="919561" y="30912"/>
                </a:lnTo>
                <a:lnTo>
                  <a:pt x="931926" y="27812"/>
                </a:lnTo>
                <a:lnTo>
                  <a:pt x="984200" y="27812"/>
                </a:lnTo>
                <a:lnTo>
                  <a:pt x="995044" y="18542"/>
                </a:lnTo>
                <a:lnTo>
                  <a:pt x="911859" y="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196" y="53086"/>
            <a:ext cx="9491980" cy="13017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 marR="5080">
              <a:lnSpc>
                <a:spcPts val="4760"/>
              </a:lnSpc>
              <a:spcBef>
                <a:spcPts val="69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Encontrando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os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pesos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função </a:t>
            </a:r>
            <a:r>
              <a:rPr sz="4400" b="0" dirty="0">
                <a:latin typeface="Calibri Light"/>
                <a:cs typeface="Calibri Light"/>
              </a:rPr>
              <a:t>discriminante,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mbria Math"/>
                <a:cs typeface="Cambria Math"/>
              </a:rPr>
              <a:t>𝑔(𝒙)</a:t>
            </a:r>
            <a:r>
              <a:rPr sz="4400" b="0" dirty="0">
                <a:latin typeface="Calibri Light"/>
                <a:cs typeface="Calibri Light"/>
              </a:rPr>
              <a:t>,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visualmente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993" y="4191000"/>
            <a:ext cx="9888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incógnitas,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sistema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equações: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2"/>
              <p:cNvSpPr txBox="1"/>
              <p:nvPr/>
            </p:nvSpPr>
            <p:spPr>
              <a:xfrm>
                <a:off x="840993" y="6021779"/>
                <a:ext cx="10243820" cy="8102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ts val="3329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800" spc="-10" dirty="0">
                    <a:latin typeface="Calibri"/>
                    <a:cs typeface="Calibri"/>
                  </a:rPr>
                  <a:t>Resolvendo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sistema,</a:t>
                </a:r>
                <a:r>
                  <a:rPr lang="pt-BR" sz="2800" spc="-20" dirty="0">
                    <a:latin typeface="Calibri"/>
                    <a:cs typeface="Calibri"/>
                  </a:rPr>
                  <a:t> encontramos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0</a:t>
                </a:r>
                <a:r>
                  <a:rPr lang="pt-BR" sz="3075" spc="59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2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3075" spc="59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2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𝑎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3075" spc="600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=</a:t>
                </a:r>
                <a:r>
                  <a:rPr lang="pt-BR" sz="2800" spc="114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−1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então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723900" lvl="1" indent="-229235">
                  <a:lnSpc>
                    <a:spcPts val="2850"/>
                  </a:lnSpc>
                  <a:buFont typeface="Wingdings"/>
                  <a:buChar char=""/>
                  <a:tabLst>
                    <a:tab pos="724535" algn="l"/>
                    <a:tab pos="1040765" algn="l"/>
                    <a:tab pos="1428115" algn="l"/>
                  </a:tabLst>
                </a:pPr>
                <a14:m>
                  <m:oMath xmlns:m="http://schemas.openxmlformats.org/officeDocument/2006/math">
                    <m:r>
                      <a:rPr lang="pt-BR" sz="2400" i="1" spc="-50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d>
                      <m:dPr>
                        <m:ctrlPr>
                          <a:rPr lang="pt-BR" sz="2400" b="0" i="1" spc="-5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pt-BR" sz="2400" i="1" spc="-50" dirty="0">
                            <a:latin typeface="Cambria Math" panose="02040503050406030204" pitchFamily="18" charset="0"/>
                            <a:cs typeface="Cambria Math"/>
                          </a:rPr>
                          <m:t>𝒙</m:t>
                        </m:r>
                      </m:e>
                    </m:d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625" i="1" baseline="-15873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400" i="1" dirty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400" i="1" spc="-25" dirty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625" i="1" spc="-37" baseline="-15873" dirty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</m:oMath>
                </a14:m>
                <a:endParaRPr sz="2625" baseline="-15873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93" y="6021779"/>
                <a:ext cx="10243820" cy="810260"/>
              </a:xfrm>
              <a:prstGeom prst="rect">
                <a:avLst/>
              </a:prstGeom>
              <a:blipFill>
                <a:blip r:embed="rId2"/>
                <a:stretch>
                  <a:fillRect l="-1607" t="-14286" r="-952" b="-165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object 14"/>
          <p:cNvGrpSpPr/>
          <p:nvPr/>
        </p:nvGrpSpPr>
        <p:grpSpPr>
          <a:xfrm>
            <a:off x="5294884" y="1605661"/>
            <a:ext cx="2450465" cy="2438400"/>
            <a:chOff x="5294884" y="1605661"/>
            <a:chExt cx="2450465" cy="243840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04231" y="2672714"/>
              <a:ext cx="199263" cy="2081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9339" y="1918335"/>
              <a:ext cx="199389" cy="2080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9971" y="2002027"/>
              <a:ext cx="199389" cy="2081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2409" y="3666871"/>
              <a:ext cx="182244" cy="2214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30825" y="3465068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3"/>
                  </a:moveTo>
                  <a:lnTo>
                    <a:pt x="540003" y="540003"/>
                  </a:lnTo>
                  <a:lnTo>
                    <a:pt x="540003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94884" y="1605660"/>
              <a:ext cx="2450465" cy="2438400"/>
            </a:xfrm>
            <a:custGeom>
              <a:avLst/>
              <a:gdLst/>
              <a:ahLst/>
              <a:cxnLst/>
              <a:rect l="l" t="t" r="r" b="b"/>
              <a:pathLst>
                <a:path w="2450465" h="2438400">
                  <a:moveTo>
                    <a:pt x="2450084" y="2399792"/>
                  </a:moveTo>
                  <a:lnTo>
                    <a:pt x="2437384" y="2393442"/>
                  </a:lnTo>
                  <a:lnTo>
                    <a:pt x="2373884" y="2361692"/>
                  </a:lnTo>
                  <a:lnTo>
                    <a:pt x="2373884" y="2393442"/>
                  </a:lnTo>
                  <a:lnTo>
                    <a:pt x="44450" y="2393442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412111"/>
                  </a:lnTo>
                  <a:lnTo>
                    <a:pt x="44450" y="2412111"/>
                  </a:lnTo>
                  <a:lnTo>
                    <a:pt x="44450" y="2406142"/>
                  </a:lnTo>
                  <a:lnTo>
                    <a:pt x="2373884" y="2406142"/>
                  </a:lnTo>
                  <a:lnTo>
                    <a:pt x="2373884" y="2437892"/>
                  </a:lnTo>
                  <a:lnTo>
                    <a:pt x="2437384" y="2406142"/>
                  </a:lnTo>
                  <a:lnTo>
                    <a:pt x="2450084" y="2399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49898" y="2531363"/>
              <a:ext cx="182245" cy="22148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3641" y="2423922"/>
              <a:ext cx="199262" cy="2081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7980" y="2266950"/>
              <a:ext cx="206502" cy="2081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45073" y="2079625"/>
              <a:ext cx="199262" cy="20815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48984" y="3325621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5" h="208914">
                  <a:moveTo>
                    <a:pt x="84708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7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48984" y="3325621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5" h="208914">
                  <a:moveTo>
                    <a:pt x="0" y="208787"/>
                  </a:moveTo>
                  <a:lnTo>
                    <a:pt x="84708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69533" y="3539109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5" h="208914">
                  <a:moveTo>
                    <a:pt x="84708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7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69533" y="3539109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5" h="208914">
                  <a:moveTo>
                    <a:pt x="0" y="208787"/>
                  </a:moveTo>
                  <a:lnTo>
                    <a:pt x="84708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39409" y="3162808"/>
              <a:ext cx="182244" cy="22148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63183" y="2807969"/>
              <a:ext cx="182244" cy="22148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4271" y="2016759"/>
              <a:ext cx="182372" cy="22148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33794" y="3645408"/>
              <a:ext cx="182245" cy="22148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33"/>
              <p:cNvSpPr txBox="1"/>
              <p:nvPr/>
            </p:nvSpPr>
            <p:spPr>
              <a:xfrm>
                <a:off x="7538718" y="2616579"/>
                <a:ext cx="118681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887094" algn="l"/>
                  </a:tabLst>
                </a:pPr>
                <a:r>
                  <a:rPr lang="pt-BR" sz="1800" dirty="0">
                    <a:latin typeface="Cambria Math"/>
                    <a:cs typeface="Cambria Math"/>
                  </a:rPr>
                  <a:t>𝑅</a:t>
                </a:r>
                <a:r>
                  <a:rPr lang="pt-BR" sz="1950" baseline="-14957" dirty="0">
                    <a:latin typeface="Cambria Math"/>
                    <a:cs typeface="Cambria Math"/>
                  </a:rPr>
                  <a:t>?</a:t>
                </a:r>
                <a:r>
                  <a:rPr lang="pt-BR" sz="1800" dirty="0">
                    <a:latin typeface="Cambria Math"/>
                    <a:cs typeface="Cambria Math"/>
                  </a:rPr>
                  <a:t>:</a:t>
                </a:r>
                <a:r>
                  <a:rPr lang="pt-BR" sz="1800" spc="-85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?</a:t>
                </a:r>
                <a:r>
                  <a:rPr lang="pt-BR" sz="1800" spc="-105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33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8718" y="2616579"/>
                <a:ext cx="1186815" cy="299720"/>
              </a:xfrm>
              <a:prstGeom prst="rect">
                <a:avLst/>
              </a:prstGeom>
              <a:blipFill>
                <a:blip r:embed="rId12"/>
                <a:stretch>
                  <a:fillRect l="-8247" t="-24490" r="-7216" b="-428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35"/>
              <p:cNvSpPr txBox="1"/>
              <p:nvPr/>
            </p:nvSpPr>
            <p:spPr>
              <a:xfrm>
                <a:off x="5860586" y="1431519"/>
                <a:ext cx="118681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887094" algn="l"/>
                  </a:tabLst>
                </a:pPr>
                <a:r>
                  <a:rPr lang="pt-BR" sz="1800" dirty="0">
                    <a:latin typeface="Cambria Math"/>
                    <a:cs typeface="Cambria Math"/>
                  </a:rPr>
                  <a:t>𝑅</a:t>
                </a:r>
                <a:r>
                  <a:rPr lang="pt-BR" sz="1950" baseline="-14957" dirty="0">
                    <a:latin typeface="Cambria Math"/>
                    <a:cs typeface="Cambria Math"/>
                  </a:rPr>
                  <a:t>?</a:t>
                </a:r>
                <a:r>
                  <a:rPr lang="pt-BR" sz="1800" dirty="0">
                    <a:latin typeface="Cambria Math"/>
                    <a:cs typeface="Cambria Math"/>
                  </a:rPr>
                  <a:t>:</a:t>
                </a:r>
                <a:r>
                  <a:rPr lang="pt-BR" sz="1800" spc="-85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?</a:t>
                </a:r>
                <a:r>
                  <a:rPr lang="pt-BR" sz="1800" spc="-100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86" y="1431519"/>
                <a:ext cx="1186815" cy="299720"/>
              </a:xfrm>
              <a:prstGeom prst="rect">
                <a:avLst/>
              </a:prstGeom>
              <a:blipFill>
                <a:blip r:embed="rId13"/>
                <a:stretch>
                  <a:fillRect l="-7692" t="-24490" r="-7179" b="-408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36"/>
          <p:cNvSpPr txBox="1"/>
          <p:nvPr/>
        </p:nvSpPr>
        <p:spPr>
          <a:xfrm>
            <a:off x="7793735" y="381800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211826" y="126961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32348" y="1843913"/>
            <a:ext cx="1628139" cy="1622425"/>
          </a:xfrm>
          <a:custGeom>
            <a:avLst/>
            <a:gdLst/>
            <a:ahLst/>
            <a:cxnLst/>
            <a:rect l="l" t="t" r="r" b="b"/>
            <a:pathLst>
              <a:path w="1628140" h="1622425">
                <a:moveTo>
                  <a:pt x="0" y="1621916"/>
                </a:moveTo>
                <a:lnTo>
                  <a:pt x="1627631" y="0"/>
                </a:lnTo>
              </a:path>
            </a:pathLst>
          </a:custGeom>
          <a:ln w="28575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234432" y="3983177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85028" y="33477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85028" y="281216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85028" y="1749044"/>
            <a:ext cx="104139" cy="732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23965" y="3997579"/>
            <a:ext cx="17170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2450" algn="l"/>
                <a:tab pos="1103630" algn="l"/>
                <a:tab pos="1626235" algn="l"/>
              </a:tabLst>
            </a:pPr>
            <a:r>
              <a:rPr sz="1200" spc="-50" dirty="0">
                <a:latin typeface="Calibri"/>
                <a:cs typeface="Calibri"/>
              </a:rPr>
              <a:t>1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50" dirty="0">
                <a:latin typeface="Calibri"/>
                <a:cs typeface="Calibri"/>
              </a:rPr>
              <a:t>2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50" dirty="0">
                <a:latin typeface="Calibri"/>
                <a:cs typeface="Calibri"/>
              </a:rPr>
              <a:t>3</a:t>
            </a:r>
            <a:r>
              <a:rPr sz="1200" dirty="0">
                <a:latin typeface="Calibri"/>
                <a:cs typeface="Calibri"/>
              </a:rPr>
              <a:t>	</a:t>
            </a:r>
            <a:r>
              <a:rPr sz="1200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331904" y="1842960"/>
            <a:ext cx="2169795" cy="2167255"/>
            <a:chOff x="5331904" y="1842960"/>
            <a:chExt cx="2169795" cy="2167255"/>
          </a:xfrm>
        </p:grpSpPr>
        <p:sp>
          <p:nvSpPr>
            <p:cNvPr id="45" name="object 45"/>
            <p:cNvSpPr/>
            <p:nvPr/>
          </p:nvSpPr>
          <p:spPr>
            <a:xfrm>
              <a:off x="5333491" y="1844548"/>
              <a:ext cx="2166620" cy="2164080"/>
            </a:xfrm>
            <a:custGeom>
              <a:avLst/>
              <a:gdLst/>
              <a:ahLst/>
              <a:cxnLst/>
              <a:rect l="l" t="t" r="r" b="b"/>
              <a:pathLst>
                <a:path w="2166620" h="2164079">
                  <a:moveTo>
                    <a:pt x="541655" y="2164079"/>
                  </a:moveTo>
                  <a:lnTo>
                    <a:pt x="1081659" y="2164079"/>
                  </a:lnTo>
                  <a:lnTo>
                    <a:pt x="1081659" y="1624076"/>
                  </a:lnTo>
                  <a:lnTo>
                    <a:pt x="541655" y="1624076"/>
                  </a:lnTo>
                  <a:lnTo>
                    <a:pt x="541655" y="2164079"/>
                  </a:lnTo>
                  <a:close/>
                </a:path>
                <a:path w="2166620" h="2164079">
                  <a:moveTo>
                    <a:pt x="1085088" y="2164079"/>
                  </a:moveTo>
                  <a:lnTo>
                    <a:pt x="1625091" y="2164079"/>
                  </a:lnTo>
                  <a:lnTo>
                    <a:pt x="1625091" y="1624076"/>
                  </a:lnTo>
                  <a:lnTo>
                    <a:pt x="1085088" y="1624076"/>
                  </a:lnTo>
                  <a:lnTo>
                    <a:pt x="1085088" y="2164079"/>
                  </a:lnTo>
                  <a:close/>
                </a:path>
                <a:path w="2166620" h="2164079">
                  <a:moveTo>
                    <a:pt x="1626489" y="2164079"/>
                  </a:moveTo>
                  <a:lnTo>
                    <a:pt x="2166492" y="2164079"/>
                  </a:lnTo>
                  <a:lnTo>
                    <a:pt x="2166492" y="1624076"/>
                  </a:lnTo>
                  <a:lnTo>
                    <a:pt x="1626489" y="1624076"/>
                  </a:lnTo>
                  <a:lnTo>
                    <a:pt x="1626489" y="2164079"/>
                  </a:lnTo>
                  <a:close/>
                </a:path>
                <a:path w="2166620" h="2164079">
                  <a:moveTo>
                    <a:pt x="1143" y="1621281"/>
                  </a:moveTo>
                  <a:lnTo>
                    <a:pt x="541147" y="1621281"/>
                  </a:lnTo>
                  <a:lnTo>
                    <a:pt x="541147" y="1081277"/>
                  </a:lnTo>
                  <a:lnTo>
                    <a:pt x="1143" y="1081277"/>
                  </a:lnTo>
                  <a:lnTo>
                    <a:pt x="1143" y="1621281"/>
                  </a:lnTo>
                  <a:close/>
                </a:path>
                <a:path w="2166620" h="2164079">
                  <a:moveTo>
                    <a:pt x="542671" y="1621281"/>
                  </a:moveTo>
                  <a:lnTo>
                    <a:pt x="1082675" y="1621281"/>
                  </a:lnTo>
                  <a:lnTo>
                    <a:pt x="1082675" y="1081277"/>
                  </a:lnTo>
                  <a:lnTo>
                    <a:pt x="542671" y="1081277"/>
                  </a:lnTo>
                  <a:lnTo>
                    <a:pt x="542671" y="1621281"/>
                  </a:lnTo>
                  <a:close/>
                </a:path>
                <a:path w="2166620" h="2164079">
                  <a:moveTo>
                    <a:pt x="1085088" y="1621281"/>
                  </a:moveTo>
                  <a:lnTo>
                    <a:pt x="1625091" y="1621281"/>
                  </a:lnTo>
                  <a:lnTo>
                    <a:pt x="1625091" y="1081277"/>
                  </a:lnTo>
                  <a:lnTo>
                    <a:pt x="1085088" y="1081277"/>
                  </a:lnTo>
                  <a:lnTo>
                    <a:pt x="1085088" y="1621281"/>
                  </a:lnTo>
                  <a:close/>
                </a:path>
                <a:path w="2166620" h="2164079">
                  <a:moveTo>
                    <a:pt x="1626489" y="1619630"/>
                  </a:moveTo>
                  <a:lnTo>
                    <a:pt x="2166492" y="1619630"/>
                  </a:lnTo>
                  <a:lnTo>
                    <a:pt x="2166492" y="1079627"/>
                  </a:lnTo>
                  <a:lnTo>
                    <a:pt x="1626489" y="1079627"/>
                  </a:lnTo>
                  <a:lnTo>
                    <a:pt x="1626489" y="1619630"/>
                  </a:lnTo>
                  <a:close/>
                </a:path>
                <a:path w="2166620" h="2164079">
                  <a:moveTo>
                    <a:pt x="0" y="1079500"/>
                  </a:moveTo>
                  <a:lnTo>
                    <a:pt x="540003" y="1079500"/>
                  </a:lnTo>
                  <a:lnTo>
                    <a:pt x="540003" y="539496"/>
                  </a:lnTo>
                  <a:lnTo>
                    <a:pt x="0" y="539496"/>
                  </a:lnTo>
                  <a:lnTo>
                    <a:pt x="0" y="1079500"/>
                  </a:lnTo>
                  <a:close/>
                </a:path>
                <a:path w="2166620" h="2164079">
                  <a:moveTo>
                    <a:pt x="541909" y="1079373"/>
                  </a:moveTo>
                  <a:lnTo>
                    <a:pt x="1081913" y="1079373"/>
                  </a:lnTo>
                  <a:lnTo>
                    <a:pt x="1081913" y="539369"/>
                  </a:lnTo>
                  <a:lnTo>
                    <a:pt x="541909" y="539369"/>
                  </a:lnTo>
                  <a:lnTo>
                    <a:pt x="541909" y="1079373"/>
                  </a:lnTo>
                  <a:close/>
                </a:path>
                <a:path w="2166620" h="2164079">
                  <a:moveTo>
                    <a:pt x="1085088" y="1078991"/>
                  </a:moveTo>
                  <a:lnTo>
                    <a:pt x="1625091" y="1078991"/>
                  </a:lnTo>
                  <a:lnTo>
                    <a:pt x="1625091" y="538988"/>
                  </a:lnTo>
                  <a:lnTo>
                    <a:pt x="1085088" y="538988"/>
                  </a:lnTo>
                  <a:lnTo>
                    <a:pt x="1085088" y="1078991"/>
                  </a:lnTo>
                  <a:close/>
                </a:path>
                <a:path w="2166620" h="2164079">
                  <a:moveTo>
                    <a:pt x="1623694" y="1080642"/>
                  </a:moveTo>
                  <a:lnTo>
                    <a:pt x="2163698" y="1080642"/>
                  </a:lnTo>
                  <a:lnTo>
                    <a:pt x="2163698" y="540638"/>
                  </a:lnTo>
                  <a:lnTo>
                    <a:pt x="1623694" y="540638"/>
                  </a:lnTo>
                  <a:lnTo>
                    <a:pt x="1623694" y="1080642"/>
                  </a:lnTo>
                  <a:close/>
                </a:path>
                <a:path w="2166620" h="2164079">
                  <a:moveTo>
                    <a:pt x="2540" y="540003"/>
                  </a:moveTo>
                  <a:lnTo>
                    <a:pt x="542544" y="540003"/>
                  </a:lnTo>
                  <a:lnTo>
                    <a:pt x="542544" y="0"/>
                  </a:lnTo>
                  <a:lnTo>
                    <a:pt x="2540" y="0"/>
                  </a:lnTo>
                  <a:lnTo>
                    <a:pt x="2540" y="540003"/>
                  </a:lnTo>
                  <a:close/>
                </a:path>
                <a:path w="2166620" h="2164079">
                  <a:moveTo>
                    <a:pt x="545084" y="540892"/>
                  </a:moveTo>
                  <a:lnTo>
                    <a:pt x="1085088" y="540892"/>
                  </a:lnTo>
                  <a:lnTo>
                    <a:pt x="1085088" y="888"/>
                  </a:lnTo>
                  <a:lnTo>
                    <a:pt x="545084" y="888"/>
                  </a:lnTo>
                  <a:lnTo>
                    <a:pt x="545084" y="540892"/>
                  </a:lnTo>
                  <a:close/>
                </a:path>
                <a:path w="2166620" h="2164079">
                  <a:moveTo>
                    <a:pt x="1083564" y="541401"/>
                  </a:moveTo>
                  <a:lnTo>
                    <a:pt x="1623567" y="541401"/>
                  </a:lnTo>
                  <a:lnTo>
                    <a:pt x="1623567" y="1397"/>
                  </a:lnTo>
                  <a:lnTo>
                    <a:pt x="1083564" y="1397"/>
                  </a:lnTo>
                  <a:lnTo>
                    <a:pt x="1083564" y="541401"/>
                  </a:lnTo>
                  <a:close/>
                </a:path>
                <a:path w="2166620" h="2164079">
                  <a:moveTo>
                    <a:pt x="1625091" y="540003"/>
                  </a:moveTo>
                  <a:lnTo>
                    <a:pt x="2165095" y="540003"/>
                  </a:lnTo>
                  <a:lnTo>
                    <a:pt x="2165095" y="0"/>
                  </a:lnTo>
                  <a:lnTo>
                    <a:pt x="1625091" y="0"/>
                  </a:lnTo>
                  <a:lnTo>
                    <a:pt x="1625091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93079" y="3248025"/>
              <a:ext cx="182245" cy="22148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68769" y="2953004"/>
              <a:ext cx="182245" cy="22148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7295" y="2464054"/>
              <a:ext cx="182372" cy="22148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51220" y="3628517"/>
              <a:ext cx="182244" cy="221487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54875" y="2152396"/>
              <a:ext cx="182245" cy="22148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37045" y="1892173"/>
              <a:ext cx="199262" cy="20815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object 53"/>
              <p:cNvSpPr txBox="1"/>
              <p:nvPr/>
            </p:nvSpPr>
            <p:spPr>
              <a:xfrm>
                <a:off x="8014089" y="1335904"/>
                <a:ext cx="1025017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541020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=</a:t>
                </a:r>
                <a:r>
                  <a:rPr lang="pt-BR" sz="1800" spc="105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3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089" y="1335904"/>
                <a:ext cx="1025017" cy="289823"/>
              </a:xfrm>
              <a:prstGeom prst="rect">
                <a:avLst/>
              </a:prstGeom>
              <a:blipFill>
                <a:blip r:embed="rId18"/>
                <a:stretch>
                  <a:fillRect l="-7143" t="-25000" b="-458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bject 54"/>
          <p:cNvSpPr/>
          <p:nvPr/>
        </p:nvSpPr>
        <p:spPr>
          <a:xfrm>
            <a:off x="6947027" y="1539875"/>
            <a:ext cx="995044" cy="304165"/>
          </a:xfrm>
          <a:custGeom>
            <a:avLst/>
            <a:gdLst/>
            <a:ahLst/>
            <a:cxnLst/>
            <a:rect l="l" t="t" r="r" b="b"/>
            <a:pathLst>
              <a:path w="995045" h="304164">
                <a:moveTo>
                  <a:pt x="919638" y="30926"/>
                </a:moveTo>
                <a:lnTo>
                  <a:pt x="769874" y="69976"/>
                </a:lnTo>
                <a:lnTo>
                  <a:pt x="525018" y="138049"/>
                </a:lnTo>
                <a:lnTo>
                  <a:pt x="0" y="291846"/>
                </a:lnTo>
                <a:lnTo>
                  <a:pt x="3682" y="304038"/>
                </a:lnTo>
                <a:lnTo>
                  <a:pt x="528574" y="150240"/>
                </a:lnTo>
                <a:lnTo>
                  <a:pt x="713867" y="98298"/>
                </a:lnTo>
                <a:lnTo>
                  <a:pt x="714208" y="98298"/>
                </a:lnTo>
                <a:lnTo>
                  <a:pt x="887983" y="51942"/>
                </a:lnTo>
                <a:lnTo>
                  <a:pt x="922664" y="43155"/>
                </a:lnTo>
                <a:lnTo>
                  <a:pt x="919638" y="30926"/>
                </a:lnTo>
                <a:close/>
              </a:path>
              <a:path w="995045" h="304164">
                <a:moveTo>
                  <a:pt x="714208" y="98298"/>
                </a:moveTo>
                <a:lnTo>
                  <a:pt x="713867" y="98298"/>
                </a:lnTo>
                <a:lnTo>
                  <a:pt x="714208" y="98298"/>
                </a:lnTo>
                <a:close/>
              </a:path>
              <a:path w="995045" h="304164">
                <a:moveTo>
                  <a:pt x="984200" y="27812"/>
                </a:moveTo>
                <a:lnTo>
                  <a:pt x="931926" y="27812"/>
                </a:lnTo>
                <a:lnTo>
                  <a:pt x="935101" y="40004"/>
                </a:lnTo>
                <a:lnTo>
                  <a:pt x="922664" y="43155"/>
                </a:lnTo>
                <a:lnTo>
                  <a:pt x="930275" y="73913"/>
                </a:lnTo>
                <a:lnTo>
                  <a:pt x="984200" y="27812"/>
                </a:lnTo>
                <a:close/>
              </a:path>
              <a:path w="995045" h="304164">
                <a:moveTo>
                  <a:pt x="931926" y="27812"/>
                </a:moveTo>
                <a:lnTo>
                  <a:pt x="919638" y="30926"/>
                </a:lnTo>
                <a:lnTo>
                  <a:pt x="922664" y="43155"/>
                </a:lnTo>
                <a:lnTo>
                  <a:pt x="935101" y="40004"/>
                </a:lnTo>
                <a:lnTo>
                  <a:pt x="931926" y="27812"/>
                </a:lnTo>
                <a:close/>
              </a:path>
              <a:path w="995045" h="304164">
                <a:moveTo>
                  <a:pt x="911987" y="0"/>
                </a:moveTo>
                <a:lnTo>
                  <a:pt x="919638" y="30926"/>
                </a:lnTo>
                <a:lnTo>
                  <a:pt x="931926" y="27812"/>
                </a:lnTo>
                <a:lnTo>
                  <a:pt x="984200" y="27812"/>
                </a:lnTo>
                <a:lnTo>
                  <a:pt x="995045" y="18541"/>
                </a:lnTo>
                <a:lnTo>
                  <a:pt x="911987" y="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D06921FF-9FB2-5FE3-340B-AE7044F930B6}"/>
                  </a:ext>
                </a:extLst>
              </p:cNvPr>
              <p:cNvSpPr txBox="1"/>
              <p:nvPr/>
            </p:nvSpPr>
            <p:spPr>
              <a:xfrm>
                <a:off x="1504096" y="4648200"/>
                <a:ext cx="59954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D06921FF-9FB2-5FE3-340B-AE7044F93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96" y="4648200"/>
                <a:ext cx="5995424" cy="369332"/>
              </a:xfrm>
              <a:prstGeom prst="rect">
                <a:avLst/>
              </a:prstGeom>
              <a:blipFill>
                <a:blip r:embed="rId19"/>
                <a:stretch>
                  <a:fillRect l="-2950" t="-18333" r="-102" b="-4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FD5D0F03-29DE-8E1A-D049-FFC99B97E372}"/>
                  </a:ext>
                </a:extLst>
              </p:cNvPr>
              <p:cNvSpPr txBox="1"/>
              <p:nvPr/>
            </p:nvSpPr>
            <p:spPr>
              <a:xfrm>
                <a:off x="1504096" y="5087088"/>
                <a:ext cx="79368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FD5D0F03-29DE-8E1A-D049-FFC99B97E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96" y="5087088"/>
                <a:ext cx="7936853" cy="369332"/>
              </a:xfrm>
              <a:prstGeom prst="rect">
                <a:avLst/>
              </a:prstGeom>
              <a:blipFill>
                <a:blip r:embed="rId20"/>
                <a:stretch>
                  <a:fillRect l="-2227" t="-16393" b="-459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671674A7-81AB-15F6-C19C-6B233D9A1C3F}"/>
                  </a:ext>
                </a:extLst>
              </p:cNvPr>
              <p:cNvSpPr txBox="1"/>
              <p:nvPr/>
            </p:nvSpPr>
            <p:spPr>
              <a:xfrm>
                <a:off x="1504096" y="5490754"/>
                <a:ext cx="84273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pt-BR" sz="2400" dirty="0"/>
              </a:p>
            </p:txBody>
          </p:sp>
        </mc:Choice>
        <mc:Fallback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671674A7-81AB-15F6-C19C-6B233D9A1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96" y="5490754"/>
                <a:ext cx="8427372" cy="369332"/>
              </a:xfrm>
              <a:prstGeom prst="rect">
                <a:avLst/>
              </a:prstGeom>
              <a:blipFill>
                <a:blip r:embed="rId21"/>
                <a:stretch>
                  <a:fillRect l="-2098" t="-18333" r="-362" b="-4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4770"/>
              </a:lnSpc>
              <a:spcBef>
                <a:spcPts val="690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Encontrando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os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pesos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função </a:t>
            </a:r>
            <a:r>
              <a:rPr sz="4400" b="0" dirty="0">
                <a:latin typeface="Calibri Light"/>
                <a:cs typeface="Calibri Light"/>
              </a:rPr>
              <a:t>discriminante,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mbria Math"/>
                <a:cs typeface="Cambria Math"/>
              </a:rPr>
              <a:t>𝑔(𝒙)</a:t>
            </a:r>
            <a:r>
              <a:rPr sz="4400" b="0" dirty="0">
                <a:latin typeface="Calibri Light"/>
                <a:cs typeface="Calibri Light"/>
              </a:rPr>
              <a:t>,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visualmente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4974463" y="1670151"/>
                <a:ext cx="6730618" cy="1166345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ts val="302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sz="2800" spc="-10" dirty="0">
                    <a:latin typeface="Calibri"/>
                    <a:cs typeface="Calibri"/>
                  </a:rPr>
                  <a:t>Agora,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vamos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definir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as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latin typeface="Calibri"/>
                    <a:cs typeface="Calibri"/>
                  </a:rPr>
                  <a:t>regiões</a:t>
                </a:r>
                <a:r>
                  <a:rPr sz="2800" b="1" i="1" spc="-8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latin typeface="Calibri"/>
                    <a:cs typeface="Calibri"/>
                  </a:rPr>
                  <a:t>de</a:t>
                </a:r>
                <a:r>
                  <a:rPr sz="2800" b="1" i="1" spc="-80" dirty="0"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latin typeface="Calibri"/>
                    <a:cs typeface="Calibri"/>
                  </a:rPr>
                  <a:t>decisão</a:t>
                </a:r>
                <a:endParaRPr sz="2800" dirty="0">
                  <a:latin typeface="Calibri"/>
                  <a:cs typeface="Calibri"/>
                </a:endParaRPr>
              </a:p>
              <a:p>
                <a:pPr marL="241300">
                  <a:lnSpc>
                    <a:spcPts val="3025"/>
                  </a:lnSpc>
                  <a:tabLst>
                    <a:tab pos="5154930" algn="l"/>
                    <a:tab pos="5605780" algn="l"/>
                  </a:tabLst>
                </a:pPr>
                <a:r>
                  <a:rPr sz="2800" spc="-10" dirty="0">
                    <a:latin typeface="Calibri"/>
                    <a:cs typeface="Calibri"/>
                  </a:rPr>
                  <a:t>substituindo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alguns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valores</a:t>
                </a:r>
                <a:r>
                  <a:rPr sz="2800" spc="-90" dirty="0">
                    <a:latin typeface="Calibri"/>
                    <a:cs typeface="Calibri"/>
                  </a:rPr>
                  <a:t> </a:t>
                </a:r>
                <a:r>
                  <a:rPr sz="2800" dirty="0" err="1">
                    <a:latin typeface="Calibri"/>
                    <a:cs typeface="Calibri"/>
                  </a:rPr>
                  <a:t>em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800" i="1" spc="-50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)=</m:t>
                    </m:r>
                    <m:r>
                      <a:rPr lang="pt-BR" sz="2800" i="1" dirty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800" i="1" spc="-50" dirty="0" smtClean="0">
                        <a:latin typeface="Cambria Math" panose="02040503050406030204" pitchFamily="18" charset="0"/>
                        <a:cs typeface="Cambria Math"/>
                      </a:rPr>
                      <m:t>+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baseline="-16260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800" i="1" spc="-2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3075" i="1" spc="-37" baseline="-16260" dirty="0" smtClean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800" i="1" spc="-25" dirty="0" smtClean="0">
                        <a:latin typeface="Cambria Math" panose="02040503050406030204" pitchFamily="18" charset="0"/>
                        <a:cs typeface="Calibri"/>
                      </a:rPr>
                      <m:t>.</m:t>
                    </m:r>
                  </m:oMath>
                </a14:m>
                <a:endParaRPr lang="pt-BR"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463" y="1670151"/>
                <a:ext cx="6730618" cy="1166345"/>
              </a:xfrm>
              <a:prstGeom prst="rect">
                <a:avLst/>
              </a:prstGeom>
              <a:blipFill>
                <a:blip r:embed="rId2"/>
                <a:stretch>
                  <a:fillRect l="-2808" t="-120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bject 7"/>
          <p:cNvSpPr txBox="1"/>
          <p:nvPr/>
        </p:nvSpPr>
        <p:spPr>
          <a:xfrm>
            <a:off x="5198287" y="2837628"/>
            <a:ext cx="5294630" cy="135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700" indent="-228600">
              <a:lnSpc>
                <a:spcPts val="2850"/>
              </a:lnSpc>
              <a:buFont typeface="Wingdings"/>
              <a:buChar char=""/>
              <a:tabLst>
                <a:tab pos="520700" algn="l"/>
                <a:tab pos="4297680" algn="l"/>
                <a:tab pos="4684395" algn="l"/>
              </a:tabLst>
            </a:pP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55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55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resulta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&gt;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0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977900" lvl="1" indent="-229235">
              <a:lnSpc>
                <a:spcPts val="2355"/>
              </a:lnSpc>
              <a:spcBef>
                <a:spcPts val="30"/>
              </a:spcBef>
              <a:buFont typeface="Wingdings"/>
              <a:buChar char=""/>
              <a:tabLst>
                <a:tab pos="978535" algn="l"/>
              </a:tabLst>
            </a:pPr>
            <a:r>
              <a:rPr sz="2000" dirty="0">
                <a:latin typeface="Calibri"/>
                <a:cs typeface="Calibri"/>
              </a:rPr>
              <a:t>Região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 </a:t>
            </a:r>
            <a:r>
              <a:rPr sz="2000" b="1" i="1" dirty="0">
                <a:solidFill>
                  <a:srgbClr val="00AFEF"/>
                </a:solidFill>
                <a:latin typeface="Calibri"/>
                <a:cs typeface="Calibri"/>
              </a:rPr>
              <a:t>positiva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𝐶</a:t>
            </a:r>
            <a:r>
              <a:rPr sz="2175" spc="-37" baseline="-15325" dirty="0">
                <a:latin typeface="Cambria Math"/>
                <a:cs typeface="Cambria Math"/>
              </a:rPr>
              <a:t>2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520700" indent="-228600">
              <a:lnSpc>
                <a:spcPts val="2835"/>
              </a:lnSpc>
              <a:buFont typeface="Wingdings"/>
              <a:buChar char=""/>
              <a:tabLst>
                <a:tab pos="520700" algn="l"/>
                <a:tab pos="4297680" algn="l"/>
                <a:tab pos="4684395" algn="l"/>
              </a:tabLst>
            </a:pP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55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54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resulta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&lt;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0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977900" lvl="1" indent="-229235">
              <a:lnSpc>
                <a:spcPct val="100000"/>
              </a:lnSpc>
              <a:spcBef>
                <a:spcPts val="40"/>
              </a:spcBef>
              <a:buFont typeface="Wingdings"/>
              <a:buChar char=""/>
              <a:tabLst>
                <a:tab pos="978535" algn="l"/>
              </a:tabLst>
            </a:pPr>
            <a:r>
              <a:rPr sz="2000" dirty="0">
                <a:latin typeface="Calibri"/>
                <a:cs typeface="Calibri"/>
              </a:rPr>
              <a:t>Região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negativa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𝐶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43987" y="4235728"/>
            <a:ext cx="5038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286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79400" algn="l"/>
                <a:tab pos="4056379" algn="l"/>
                <a:tab pos="4443095" algn="l"/>
              </a:tabLst>
            </a:pPr>
            <a:r>
              <a:rPr lang="pt-BR" sz="2400" dirty="0">
                <a:latin typeface="Cambria Math"/>
                <a:cs typeface="Cambria Math"/>
              </a:rPr>
              <a:t>𝑥</a:t>
            </a:r>
            <a:r>
              <a:rPr lang="pt-BR" sz="2625" baseline="-15873" dirty="0">
                <a:latin typeface="Cambria Math"/>
                <a:cs typeface="Cambria Math"/>
              </a:rPr>
              <a:t>1</a:t>
            </a:r>
            <a:r>
              <a:rPr lang="pt-BR" sz="2625" spc="555" baseline="-15873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=</a:t>
            </a:r>
            <a:r>
              <a:rPr lang="pt-BR" sz="2400" spc="114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1 </a:t>
            </a:r>
            <a:r>
              <a:rPr lang="pt-BR" sz="2400" dirty="0">
                <a:latin typeface="Calibri"/>
                <a:cs typeface="Calibri"/>
              </a:rPr>
              <a:t>e</a:t>
            </a:r>
            <a:r>
              <a:rPr lang="pt-BR" sz="2400" spc="-1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𝑥</a:t>
            </a:r>
            <a:r>
              <a:rPr lang="pt-BR" sz="2625" baseline="-15873" dirty="0">
                <a:latin typeface="Cambria Math"/>
                <a:cs typeface="Cambria Math"/>
              </a:rPr>
              <a:t>2</a:t>
            </a:r>
            <a:r>
              <a:rPr lang="pt-BR" sz="2625" spc="555" baseline="-15873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=</a:t>
            </a:r>
            <a:r>
              <a:rPr lang="pt-BR" sz="2400" spc="114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2</a:t>
            </a:r>
            <a:r>
              <a:rPr lang="pt-BR" sz="2400" spc="-25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libri"/>
                <a:cs typeface="Calibri"/>
              </a:rPr>
              <a:t>resulta</a:t>
            </a:r>
            <a:r>
              <a:rPr lang="pt-BR" sz="2400" spc="-1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em</a:t>
            </a:r>
            <a:r>
              <a:rPr lang="pt-BR" sz="2400" spc="-15" dirty="0">
                <a:latin typeface="Calibri"/>
                <a:cs typeface="Calibri"/>
              </a:rPr>
              <a:t> </a:t>
            </a:r>
            <a:r>
              <a:rPr lang="pt-BR" sz="2400" spc="-50" dirty="0">
                <a:latin typeface="Cambria Math"/>
                <a:cs typeface="Cambria Math"/>
              </a:rPr>
              <a:t>𝑔(𝒙)</a:t>
            </a:r>
            <a:r>
              <a:rPr lang="pt-BR" sz="2400" dirty="0">
                <a:latin typeface="Cambria Math"/>
                <a:cs typeface="Cambria Math"/>
              </a:rPr>
              <a:t>	=</a:t>
            </a:r>
            <a:r>
              <a:rPr lang="pt-BR" sz="2400" spc="135" dirty="0">
                <a:latin typeface="Cambria Math"/>
                <a:cs typeface="Cambria Math"/>
              </a:rPr>
              <a:t> </a:t>
            </a:r>
            <a:r>
              <a:rPr lang="pt-BR" sz="2400" spc="-25" dirty="0">
                <a:latin typeface="Cambria Math"/>
                <a:cs typeface="Cambria Math"/>
              </a:rPr>
              <a:t>0</a:t>
            </a:r>
            <a:r>
              <a:rPr lang="pt-BR" sz="2400" spc="-25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89116" y="4648835"/>
            <a:ext cx="5815965" cy="1370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160"/>
              </a:lnSpc>
              <a:spcBef>
                <a:spcPts val="100"/>
              </a:spcBef>
              <a:buFont typeface="Wingdings"/>
              <a:buChar char=""/>
              <a:tabLst>
                <a:tab pos="241300" algn="l"/>
              </a:tabLst>
            </a:pPr>
            <a:r>
              <a:rPr sz="2000" b="1" i="1" spc="-10" dirty="0">
                <a:latin typeface="Calibri"/>
                <a:cs typeface="Calibri"/>
              </a:rPr>
              <a:t>Indeterminação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afirmar 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o</a:t>
            </a:r>
            <a:endParaRPr sz="2000" dirty="0">
              <a:latin typeface="Calibri"/>
              <a:cs typeface="Calibri"/>
            </a:endParaRPr>
          </a:p>
          <a:p>
            <a:pPr marL="241300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exemplo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pertence.</a:t>
            </a:r>
            <a:endParaRPr sz="2000" dirty="0">
              <a:latin typeface="Calibri"/>
              <a:cs typeface="Calibri"/>
            </a:endParaRPr>
          </a:p>
          <a:p>
            <a:pPr marL="241300" marR="41910" indent="-228600">
              <a:lnSpc>
                <a:spcPct val="80000"/>
              </a:lnSpc>
              <a:spcBef>
                <a:spcPts val="509"/>
              </a:spcBef>
              <a:buFont typeface="Wingdings"/>
              <a:buChar char="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Podemos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atribuir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arbitrariamente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duas </a:t>
            </a:r>
            <a:r>
              <a:rPr sz="2000" dirty="0">
                <a:latin typeface="Calibri"/>
                <a:cs typeface="Calibri"/>
              </a:rPr>
              <a:t>classes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escolher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 que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possui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número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74463" y="5940958"/>
            <a:ext cx="6757034" cy="793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estrutura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fluxo.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37526" y="2738247"/>
            <a:ext cx="2450465" cy="2437765"/>
            <a:chOff x="937526" y="2738247"/>
            <a:chExt cx="2450465" cy="243776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6822" y="3805300"/>
              <a:ext cx="199301" cy="20815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1981" y="3050794"/>
              <a:ext cx="199301" cy="20815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2626" y="3134487"/>
              <a:ext cx="199364" cy="2081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5038" y="4799329"/>
              <a:ext cx="182244" cy="2214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73416" y="4597526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0" y="540004"/>
                  </a:moveTo>
                  <a:lnTo>
                    <a:pt x="540004" y="540004"/>
                  </a:lnTo>
                  <a:lnTo>
                    <a:pt x="540004" y="0"/>
                  </a:lnTo>
                  <a:lnTo>
                    <a:pt x="0" y="0"/>
                  </a:lnTo>
                  <a:lnTo>
                    <a:pt x="0" y="54000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7526" y="2738246"/>
              <a:ext cx="2450465" cy="2437765"/>
            </a:xfrm>
            <a:custGeom>
              <a:avLst/>
              <a:gdLst/>
              <a:ahLst/>
              <a:cxnLst/>
              <a:rect l="l" t="t" r="r" b="b"/>
              <a:pathLst>
                <a:path w="2450465" h="2437765">
                  <a:moveTo>
                    <a:pt x="2450071" y="2399665"/>
                  </a:moveTo>
                  <a:lnTo>
                    <a:pt x="2437371" y="2393315"/>
                  </a:lnTo>
                  <a:lnTo>
                    <a:pt x="2373871" y="2361565"/>
                  </a:lnTo>
                  <a:lnTo>
                    <a:pt x="2373871" y="2393315"/>
                  </a:lnTo>
                  <a:lnTo>
                    <a:pt x="44450" y="2393315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2411984"/>
                  </a:lnTo>
                  <a:lnTo>
                    <a:pt x="44450" y="2411984"/>
                  </a:lnTo>
                  <a:lnTo>
                    <a:pt x="44450" y="2406015"/>
                  </a:lnTo>
                  <a:lnTo>
                    <a:pt x="2373871" y="2406015"/>
                  </a:lnTo>
                  <a:lnTo>
                    <a:pt x="2373871" y="2437765"/>
                  </a:lnTo>
                  <a:lnTo>
                    <a:pt x="2437371" y="2406015"/>
                  </a:lnTo>
                  <a:lnTo>
                    <a:pt x="2450071" y="23996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92527" y="3663950"/>
              <a:ext cx="182245" cy="2214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6270" y="3556508"/>
              <a:ext cx="199262" cy="20815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0597" y="3399409"/>
              <a:ext cx="206514" cy="20815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87702" y="3212211"/>
              <a:ext cx="199263" cy="20815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991613" y="4458207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709" y="0"/>
                  </a:moveTo>
                  <a:lnTo>
                    <a:pt x="0" y="208788"/>
                  </a:lnTo>
                  <a:lnTo>
                    <a:pt x="169544" y="208788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91613" y="4458207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8"/>
                  </a:moveTo>
                  <a:lnTo>
                    <a:pt x="84709" y="0"/>
                  </a:lnTo>
                  <a:lnTo>
                    <a:pt x="169544" y="208788"/>
                  </a:lnTo>
                  <a:lnTo>
                    <a:pt x="0" y="208788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12163" y="4671567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84709" y="0"/>
                  </a:moveTo>
                  <a:lnTo>
                    <a:pt x="0" y="208787"/>
                  </a:lnTo>
                  <a:lnTo>
                    <a:pt x="169544" y="208787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12163" y="4671567"/>
              <a:ext cx="169545" cy="208915"/>
            </a:xfrm>
            <a:custGeom>
              <a:avLst/>
              <a:gdLst/>
              <a:ahLst/>
              <a:cxnLst/>
              <a:rect l="l" t="t" r="r" b="b"/>
              <a:pathLst>
                <a:path w="169544" h="208914">
                  <a:moveTo>
                    <a:pt x="0" y="208787"/>
                  </a:moveTo>
                  <a:lnTo>
                    <a:pt x="84709" y="0"/>
                  </a:lnTo>
                  <a:lnTo>
                    <a:pt x="169544" y="208787"/>
                  </a:lnTo>
                  <a:lnTo>
                    <a:pt x="0" y="208787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2038" y="4295266"/>
              <a:ext cx="182244" cy="22148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05813" y="3940429"/>
              <a:ext cx="182244" cy="2214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6901" y="3149345"/>
              <a:ext cx="182244" cy="22148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74915" y="2976372"/>
              <a:ext cx="1628139" cy="1622425"/>
            </a:xfrm>
            <a:custGeom>
              <a:avLst/>
              <a:gdLst/>
              <a:ahLst/>
              <a:cxnLst/>
              <a:rect l="l" t="t" r="r" b="b"/>
              <a:pathLst>
                <a:path w="1628139" h="1622425">
                  <a:moveTo>
                    <a:pt x="0" y="1621916"/>
                  </a:moveTo>
                  <a:lnTo>
                    <a:pt x="1627695" y="0"/>
                  </a:lnTo>
                </a:path>
              </a:pathLst>
            </a:custGeom>
            <a:ln w="28575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76424" y="4777867"/>
              <a:ext cx="182244" cy="22148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33"/>
              <p:cNvSpPr txBox="1"/>
              <p:nvPr/>
            </p:nvSpPr>
            <p:spPr>
              <a:xfrm>
                <a:off x="3181236" y="3833240"/>
                <a:ext cx="1325245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925194" algn="l"/>
                  </a:tabLst>
                </a:pPr>
                <a:r>
                  <a:rPr lang="pt-BR" sz="1800" dirty="0">
                    <a:latin typeface="Cambria Math"/>
                    <a:cs typeface="Cambria Math"/>
                  </a:rPr>
                  <a:t>𝑅</a:t>
                </a:r>
                <a:r>
                  <a:rPr lang="pt-BR" sz="1950" baseline="-14957" dirty="0">
                    <a:latin typeface="Cambria Math"/>
                    <a:cs typeface="Cambria Math"/>
                  </a:rPr>
                  <a:t>2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:</m:t>
                    </m:r>
                    <m:r>
                      <a:rPr lang="pt-BR" sz="1800" i="1" spc="-8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&gt;</a:t>
                </a:r>
                <a:r>
                  <a:rPr lang="pt-BR" sz="1800" spc="100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33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236" y="3833240"/>
                <a:ext cx="1325245" cy="299720"/>
              </a:xfrm>
              <a:prstGeom prst="rect">
                <a:avLst/>
              </a:prstGeom>
              <a:blipFill>
                <a:blip r:embed="rId13"/>
                <a:stretch>
                  <a:fillRect l="-7373" t="-24490" r="-7834" b="-408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35"/>
              <p:cNvSpPr txBox="1"/>
              <p:nvPr/>
            </p:nvSpPr>
            <p:spPr>
              <a:xfrm>
                <a:off x="1490681" y="2595880"/>
                <a:ext cx="13208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  <a:tabLst>
                    <a:tab pos="920750" algn="l"/>
                  </a:tabLst>
                </a:pPr>
                <a:r>
                  <a:rPr lang="pt-BR" sz="1800" dirty="0">
                    <a:latin typeface="Cambria Math"/>
                    <a:cs typeface="Cambria Math"/>
                  </a:rPr>
                  <a:t>𝑅</a:t>
                </a:r>
                <a:r>
                  <a:rPr lang="pt-BR" sz="1950" baseline="-14957" dirty="0">
                    <a:latin typeface="Cambria Math"/>
                    <a:cs typeface="Cambria Math"/>
                  </a:rPr>
                  <a:t>1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:</m:t>
                    </m:r>
                    <m:r>
                      <a:rPr lang="pt-BR" sz="1800" i="1" spc="-95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&lt;</a:t>
                </a:r>
                <a:r>
                  <a:rPr lang="pt-BR" sz="1800" spc="100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681" y="2595880"/>
                <a:ext cx="1320800" cy="299720"/>
              </a:xfrm>
              <a:prstGeom prst="rect">
                <a:avLst/>
              </a:prstGeom>
              <a:blipFill>
                <a:blip r:embed="rId14"/>
                <a:stretch>
                  <a:fillRect l="-7407" t="-24490" r="-8333" b="-408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bject 36"/>
          <p:cNvSpPr txBox="1"/>
          <p:nvPr/>
        </p:nvSpPr>
        <p:spPr>
          <a:xfrm>
            <a:off x="3435984" y="4950967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3744" y="2402204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76401" y="511644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27024" y="448030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7024" y="39448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27024" y="340537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7938" y="2881325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66214" y="5129860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06345" y="512927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57398" y="5129225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80385" y="512927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74483" y="2975419"/>
            <a:ext cx="2169795" cy="2167890"/>
            <a:chOff x="974483" y="2975419"/>
            <a:chExt cx="2169795" cy="2167890"/>
          </a:xfrm>
        </p:grpSpPr>
        <p:sp>
          <p:nvSpPr>
            <p:cNvPr id="48" name="object 48"/>
            <p:cNvSpPr/>
            <p:nvPr/>
          </p:nvSpPr>
          <p:spPr>
            <a:xfrm>
              <a:off x="976071" y="2977007"/>
              <a:ext cx="2166620" cy="2164715"/>
            </a:xfrm>
            <a:custGeom>
              <a:avLst/>
              <a:gdLst/>
              <a:ahLst/>
              <a:cxnLst/>
              <a:rect l="l" t="t" r="r" b="b"/>
              <a:pathLst>
                <a:path w="2166620" h="2164715">
                  <a:moveTo>
                    <a:pt x="541578" y="2164206"/>
                  </a:moveTo>
                  <a:lnTo>
                    <a:pt x="1081582" y="2164206"/>
                  </a:lnTo>
                  <a:lnTo>
                    <a:pt x="1081582" y="1624202"/>
                  </a:lnTo>
                  <a:lnTo>
                    <a:pt x="541578" y="1624202"/>
                  </a:lnTo>
                  <a:lnTo>
                    <a:pt x="541578" y="2164206"/>
                  </a:lnTo>
                  <a:close/>
                </a:path>
                <a:path w="2166620" h="2164715">
                  <a:moveTo>
                    <a:pt x="1085011" y="2164206"/>
                  </a:moveTo>
                  <a:lnTo>
                    <a:pt x="1625015" y="2164206"/>
                  </a:lnTo>
                  <a:lnTo>
                    <a:pt x="1625015" y="1624202"/>
                  </a:lnTo>
                  <a:lnTo>
                    <a:pt x="1085011" y="1624202"/>
                  </a:lnTo>
                  <a:lnTo>
                    <a:pt x="1085011" y="2164206"/>
                  </a:lnTo>
                  <a:close/>
                </a:path>
                <a:path w="2166620" h="2164715">
                  <a:moveTo>
                    <a:pt x="1626539" y="2164206"/>
                  </a:moveTo>
                  <a:lnTo>
                    <a:pt x="2166543" y="2164206"/>
                  </a:lnTo>
                  <a:lnTo>
                    <a:pt x="2166543" y="1624202"/>
                  </a:lnTo>
                  <a:lnTo>
                    <a:pt x="1626539" y="1624202"/>
                  </a:lnTo>
                  <a:lnTo>
                    <a:pt x="1626539" y="2164206"/>
                  </a:lnTo>
                  <a:close/>
                </a:path>
                <a:path w="2166620" h="2164715">
                  <a:moveTo>
                    <a:pt x="1143" y="1621281"/>
                  </a:moveTo>
                  <a:lnTo>
                    <a:pt x="541147" y="1621281"/>
                  </a:lnTo>
                  <a:lnTo>
                    <a:pt x="541147" y="1081277"/>
                  </a:lnTo>
                  <a:lnTo>
                    <a:pt x="1143" y="1081277"/>
                  </a:lnTo>
                  <a:lnTo>
                    <a:pt x="1143" y="1621281"/>
                  </a:lnTo>
                  <a:close/>
                </a:path>
                <a:path w="2166620" h="2164715">
                  <a:moveTo>
                    <a:pt x="542721" y="1621281"/>
                  </a:moveTo>
                  <a:lnTo>
                    <a:pt x="1082725" y="1621281"/>
                  </a:lnTo>
                  <a:lnTo>
                    <a:pt x="1082725" y="1081277"/>
                  </a:lnTo>
                  <a:lnTo>
                    <a:pt x="542721" y="1081277"/>
                  </a:lnTo>
                  <a:lnTo>
                    <a:pt x="542721" y="1621281"/>
                  </a:lnTo>
                  <a:close/>
                </a:path>
                <a:path w="2166620" h="2164715">
                  <a:moveTo>
                    <a:pt x="1085011" y="1621281"/>
                  </a:moveTo>
                  <a:lnTo>
                    <a:pt x="1625015" y="1621281"/>
                  </a:lnTo>
                  <a:lnTo>
                    <a:pt x="1625015" y="1081277"/>
                  </a:lnTo>
                  <a:lnTo>
                    <a:pt x="1085011" y="1081277"/>
                  </a:lnTo>
                  <a:lnTo>
                    <a:pt x="1085011" y="1621281"/>
                  </a:lnTo>
                  <a:close/>
                </a:path>
                <a:path w="2166620" h="2164715">
                  <a:moveTo>
                    <a:pt x="1626539" y="1619630"/>
                  </a:moveTo>
                  <a:lnTo>
                    <a:pt x="2166543" y="1619630"/>
                  </a:lnTo>
                  <a:lnTo>
                    <a:pt x="2166543" y="1079626"/>
                  </a:lnTo>
                  <a:lnTo>
                    <a:pt x="1626539" y="1079626"/>
                  </a:lnTo>
                  <a:lnTo>
                    <a:pt x="1626539" y="1619630"/>
                  </a:lnTo>
                  <a:close/>
                </a:path>
                <a:path w="2166620" h="2164715">
                  <a:moveTo>
                    <a:pt x="0" y="1079499"/>
                  </a:moveTo>
                  <a:lnTo>
                    <a:pt x="540004" y="1079499"/>
                  </a:lnTo>
                  <a:lnTo>
                    <a:pt x="540004" y="539495"/>
                  </a:lnTo>
                  <a:lnTo>
                    <a:pt x="0" y="539495"/>
                  </a:lnTo>
                  <a:lnTo>
                    <a:pt x="0" y="1079499"/>
                  </a:lnTo>
                  <a:close/>
                </a:path>
                <a:path w="2166620" h="2164715">
                  <a:moveTo>
                    <a:pt x="541832" y="1079372"/>
                  </a:moveTo>
                  <a:lnTo>
                    <a:pt x="1081836" y="1079372"/>
                  </a:lnTo>
                  <a:lnTo>
                    <a:pt x="1081836" y="539368"/>
                  </a:lnTo>
                  <a:lnTo>
                    <a:pt x="541832" y="539368"/>
                  </a:lnTo>
                  <a:lnTo>
                    <a:pt x="541832" y="1079372"/>
                  </a:lnTo>
                  <a:close/>
                </a:path>
                <a:path w="2166620" h="2164715">
                  <a:moveTo>
                    <a:pt x="1085011" y="1078991"/>
                  </a:moveTo>
                  <a:lnTo>
                    <a:pt x="1625015" y="1078991"/>
                  </a:lnTo>
                  <a:lnTo>
                    <a:pt x="1625015" y="538988"/>
                  </a:lnTo>
                  <a:lnTo>
                    <a:pt x="1085011" y="538988"/>
                  </a:lnTo>
                  <a:lnTo>
                    <a:pt x="1085011" y="1078991"/>
                  </a:lnTo>
                  <a:close/>
                </a:path>
                <a:path w="2166620" h="2164715">
                  <a:moveTo>
                    <a:pt x="1623745" y="1080642"/>
                  </a:moveTo>
                  <a:lnTo>
                    <a:pt x="2163749" y="1080642"/>
                  </a:lnTo>
                  <a:lnTo>
                    <a:pt x="2163749" y="540638"/>
                  </a:lnTo>
                  <a:lnTo>
                    <a:pt x="1623745" y="540638"/>
                  </a:lnTo>
                  <a:lnTo>
                    <a:pt x="1623745" y="1080642"/>
                  </a:lnTo>
                  <a:close/>
                </a:path>
                <a:path w="2166620" h="2164715">
                  <a:moveTo>
                    <a:pt x="2603" y="540003"/>
                  </a:moveTo>
                  <a:lnTo>
                    <a:pt x="542607" y="540003"/>
                  </a:lnTo>
                  <a:lnTo>
                    <a:pt x="542607" y="0"/>
                  </a:lnTo>
                  <a:lnTo>
                    <a:pt x="2603" y="0"/>
                  </a:lnTo>
                  <a:lnTo>
                    <a:pt x="2603" y="540003"/>
                  </a:lnTo>
                  <a:close/>
                </a:path>
                <a:path w="2166620" h="2164715">
                  <a:moveTo>
                    <a:pt x="545134" y="540892"/>
                  </a:moveTo>
                  <a:lnTo>
                    <a:pt x="1085138" y="540892"/>
                  </a:lnTo>
                  <a:lnTo>
                    <a:pt x="1085138" y="888"/>
                  </a:lnTo>
                  <a:lnTo>
                    <a:pt x="545134" y="888"/>
                  </a:lnTo>
                  <a:lnTo>
                    <a:pt x="545134" y="540892"/>
                  </a:lnTo>
                  <a:close/>
                </a:path>
                <a:path w="2166620" h="2164715">
                  <a:moveTo>
                    <a:pt x="1083487" y="541401"/>
                  </a:moveTo>
                  <a:lnTo>
                    <a:pt x="1623491" y="541401"/>
                  </a:lnTo>
                  <a:lnTo>
                    <a:pt x="1623491" y="1397"/>
                  </a:lnTo>
                  <a:lnTo>
                    <a:pt x="1083487" y="1397"/>
                  </a:lnTo>
                  <a:lnTo>
                    <a:pt x="1083487" y="541401"/>
                  </a:lnTo>
                  <a:close/>
                </a:path>
                <a:path w="2166620" h="2164715">
                  <a:moveTo>
                    <a:pt x="1625015" y="540003"/>
                  </a:moveTo>
                  <a:lnTo>
                    <a:pt x="2165019" y="540003"/>
                  </a:lnTo>
                  <a:lnTo>
                    <a:pt x="2165019" y="0"/>
                  </a:lnTo>
                  <a:lnTo>
                    <a:pt x="1625015" y="0"/>
                  </a:lnTo>
                  <a:lnTo>
                    <a:pt x="1625015" y="5400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35646" y="4380484"/>
              <a:ext cx="182308" cy="22148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11400" y="4085590"/>
              <a:ext cx="182244" cy="22148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9926" y="3596640"/>
              <a:ext cx="182244" cy="22148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93774" y="4760976"/>
              <a:ext cx="182257" cy="22148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97379" y="3284855"/>
              <a:ext cx="182244" cy="22148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79549" y="3024632"/>
              <a:ext cx="199389" cy="208152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object 56"/>
              <p:cNvSpPr txBox="1"/>
              <p:nvPr/>
            </p:nvSpPr>
            <p:spPr>
              <a:xfrm>
                <a:off x="3634493" y="2445702"/>
                <a:ext cx="915669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541020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b="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18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=</a:t>
                </a:r>
                <a:r>
                  <a:rPr lang="pt-BR" sz="1800" spc="105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6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493" y="2445702"/>
                <a:ext cx="915669" cy="300355"/>
              </a:xfrm>
              <a:prstGeom prst="rect">
                <a:avLst/>
              </a:prstGeom>
              <a:blipFill>
                <a:blip r:embed="rId20"/>
                <a:stretch>
                  <a:fillRect l="-8000" t="-24490" r="-12000" b="-428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bject 57"/>
          <p:cNvSpPr/>
          <p:nvPr/>
        </p:nvSpPr>
        <p:spPr>
          <a:xfrm>
            <a:off x="2589657" y="2672333"/>
            <a:ext cx="995044" cy="304165"/>
          </a:xfrm>
          <a:custGeom>
            <a:avLst/>
            <a:gdLst/>
            <a:ahLst/>
            <a:cxnLst/>
            <a:rect l="l" t="t" r="r" b="b"/>
            <a:pathLst>
              <a:path w="995045" h="304164">
                <a:moveTo>
                  <a:pt x="919681" y="30882"/>
                </a:moveTo>
                <a:lnTo>
                  <a:pt x="884808" y="39624"/>
                </a:lnTo>
                <a:lnTo>
                  <a:pt x="769873" y="69976"/>
                </a:lnTo>
                <a:lnTo>
                  <a:pt x="525018" y="138049"/>
                </a:lnTo>
                <a:lnTo>
                  <a:pt x="0" y="291973"/>
                </a:lnTo>
                <a:lnTo>
                  <a:pt x="3556" y="304164"/>
                </a:lnTo>
                <a:lnTo>
                  <a:pt x="591312" y="132461"/>
                </a:lnTo>
                <a:lnTo>
                  <a:pt x="773176" y="82168"/>
                </a:lnTo>
                <a:lnTo>
                  <a:pt x="773648" y="82168"/>
                </a:lnTo>
                <a:lnTo>
                  <a:pt x="887983" y="51942"/>
                </a:lnTo>
                <a:lnTo>
                  <a:pt x="922750" y="43204"/>
                </a:lnTo>
                <a:lnTo>
                  <a:pt x="919681" y="30882"/>
                </a:lnTo>
                <a:close/>
              </a:path>
              <a:path w="995045" h="304164">
                <a:moveTo>
                  <a:pt x="773648" y="82168"/>
                </a:moveTo>
                <a:lnTo>
                  <a:pt x="773176" y="82168"/>
                </a:lnTo>
                <a:lnTo>
                  <a:pt x="773648" y="82168"/>
                </a:lnTo>
                <a:close/>
              </a:path>
              <a:path w="995045" h="304164">
                <a:moveTo>
                  <a:pt x="984221" y="27812"/>
                </a:moveTo>
                <a:lnTo>
                  <a:pt x="931926" y="27812"/>
                </a:lnTo>
                <a:lnTo>
                  <a:pt x="934973" y="40131"/>
                </a:lnTo>
                <a:lnTo>
                  <a:pt x="922750" y="43204"/>
                </a:lnTo>
                <a:lnTo>
                  <a:pt x="930402" y="73913"/>
                </a:lnTo>
                <a:lnTo>
                  <a:pt x="984221" y="27812"/>
                </a:lnTo>
                <a:close/>
              </a:path>
              <a:path w="995045" h="304164">
                <a:moveTo>
                  <a:pt x="931926" y="27812"/>
                </a:moveTo>
                <a:lnTo>
                  <a:pt x="919681" y="30882"/>
                </a:lnTo>
                <a:lnTo>
                  <a:pt x="922750" y="43204"/>
                </a:lnTo>
                <a:lnTo>
                  <a:pt x="934973" y="40131"/>
                </a:lnTo>
                <a:lnTo>
                  <a:pt x="931926" y="27812"/>
                </a:lnTo>
                <a:close/>
              </a:path>
              <a:path w="995045" h="304164">
                <a:moveTo>
                  <a:pt x="911987" y="0"/>
                </a:moveTo>
                <a:lnTo>
                  <a:pt x="919681" y="30882"/>
                </a:lnTo>
                <a:lnTo>
                  <a:pt x="931926" y="27812"/>
                </a:lnTo>
                <a:lnTo>
                  <a:pt x="984221" y="27812"/>
                </a:lnTo>
                <a:lnTo>
                  <a:pt x="995044" y="18541"/>
                </a:lnTo>
                <a:lnTo>
                  <a:pt x="911987" y="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199371" y="3233927"/>
            <a:ext cx="675005" cy="231140"/>
          </a:xfrm>
          <a:custGeom>
            <a:avLst/>
            <a:gdLst/>
            <a:ahLst/>
            <a:cxnLst/>
            <a:rect l="l" t="t" r="r" b="b"/>
            <a:pathLst>
              <a:path w="675004" h="231139">
                <a:moveTo>
                  <a:pt x="601315" y="33193"/>
                </a:moveTo>
                <a:lnTo>
                  <a:pt x="0" y="224917"/>
                </a:lnTo>
                <a:lnTo>
                  <a:pt x="1904" y="231012"/>
                </a:lnTo>
                <a:lnTo>
                  <a:pt x="603264" y="39275"/>
                </a:lnTo>
                <a:lnTo>
                  <a:pt x="601315" y="33193"/>
                </a:lnTo>
                <a:close/>
              </a:path>
              <a:path w="675004" h="231139">
                <a:moveTo>
                  <a:pt x="658205" y="29337"/>
                </a:moveTo>
                <a:lnTo>
                  <a:pt x="613409" y="29337"/>
                </a:lnTo>
                <a:lnTo>
                  <a:pt x="615314" y="35433"/>
                </a:lnTo>
                <a:lnTo>
                  <a:pt x="603264" y="39275"/>
                </a:lnTo>
                <a:lnTo>
                  <a:pt x="613918" y="72517"/>
                </a:lnTo>
                <a:lnTo>
                  <a:pt x="658205" y="29337"/>
                </a:lnTo>
                <a:close/>
              </a:path>
              <a:path w="675004" h="231139">
                <a:moveTo>
                  <a:pt x="613409" y="29337"/>
                </a:moveTo>
                <a:lnTo>
                  <a:pt x="601315" y="33193"/>
                </a:lnTo>
                <a:lnTo>
                  <a:pt x="603264" y="39275"/>
                </a:lnTo>
                <a:lnTo>
                  <a:pt x="615314" y="35433"/>
                </a:lnTo>
                <a:lnTo>
                  <a:pt x="613409" y="29337"/>
                </a:lnTo>
                <a:close/>
              </a:path>
              <a:path w="675004" h="231139">
                <a:moveTo>
                  <a:pt x="590676" y="0"/>
                </a:moveTo>
                <a:lnTo>
                  <a:pt x="601315" y="33193"/>
                </a:lnTo>
                <a:lnTo>
                  <a:pt x="613409" y="29337"/>
                </a:lnTo>
                <a:lnTo>
                  <a:pt x="658205" y="29337"/>
                </a:lnTo>
                <a:lnTo>
                  <a:pt x="674877" y="13081"/>
                </a:lnTo>
                <a:lnTo>
                  <a:pt x="59067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330181" y="3871340"/>
            <a:ext cx="544195" cy="223520"/>
          </a:xfrm>
          <a:custGeom>
            <a:avLst/>
            <a:gdLst/>
            <a:ahLst/>
            <a:cxnLst/>
            <a:rect l="l" t="t" r="r" b="b"/>
            <a:pathLst>
              <a:path w="544195" h="223520">
                <a:moveTo>
                  <a:pt x="472000" y="32591"/>
                </a:moveTo>
                <a:lnTo>
                  <a:pt x="0" y="217550"/>
                </a:lnTo>
                <a:lnTo>
                  <a:pt x="2286" y="223519"/>
                </a:lnTo>
                <a:lnTo>
                  <a:pt x="474289" y="38435"/>
                </a:lnTo>
                <a:lnTo>
                  <a:pt x="472000" y="32591"/>
                </a:lnTo>
                <a:close/>
              </a:path>
              <a:path w="544195" h="223520">
                <a:moveTo>
                  <a:pt x="525861" y="27939"/>
                </a:moveTo>
                <a:lnTo>
                  <a:pt x="483870" y="27939"/>
                </a:lnTo>
                <a:lnTo>
                  <a:pt x="486156" y="33781"/>
                </a:lnTo>
                <a:lnTo>
                  <a:pt x="474289" y="38435"/>
                </a:lnTo>
                <a:lnTo>
                  <a:pt x="487045" y="70992"/>
                </a:lnTo>
                <a:lnTo>
                  <a:pt x="525861" y="27939"/>
                </a:lnTo>
                <a:close/>
              </a:path>
              <a:path w="544195" h="223520">
                <a:moveTo>
                  <a:pt x="483870" y="27939"/>
                </a:moveTo>
                <a:lnTo>
                  <a:pt x="472000" y="32591"/>
                </a:lnTo>
                <a:lnTo>
                  <a:pt x="474289" y="38435"/>
                </a:lnTo>
                <a:lnTo>
                  <a:pt x="486156" y="33781"/>
                </a:lnTo>
                <a:lnTo>
                  <a:pt x="483870" y="27939"/>
                </a:lnTo>
                <a:close/>
              </a:path>
              <a:path w="544195" h="223520">
                <a:moveTo>
                  <a:pt x="459232" y="0"/>
                </a:moveTo>
                <a:lnTo>
                  <a:pt x="472000" y="32591"/>
                </a:lnTo>
                <a:lnTo>
                  <a:pt x="483870" y="27939"/>
                </a:lnTo>
                <a:lnTo>
                  <a:pt x="525861" y="27939"/>
                </a:lnTo>
                <a:lnTo>
                  <a:pt x="544068" y="7746"/>
                </a:lnTo>
                <a:lnTo>
                  <a:pt x="4592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35" dirty="0">
                <a:latin typeface="Calibri Light"/>
                <a:cs typeface="Calibri Light"/>
              </a:rPr>
              <a:t>Teoria</a:t>
            </a:r>
            <a:r>
              <a:rPr sz="4400" b="0" spc="-1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Bayesiana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decisão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65775" y="1793493"/>
            <a:ext cx="6011545" cy="380555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teoria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Bayesiana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abordagem</a:t>
            </a:r>
            <a:r>
              <a:rPr sz="2800" b="1" i="1" spc="-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estatística</a:t>
            </a:r>
            <a:r>
              <a:rPr sz="2800"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classificação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Ela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explora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conhecimento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probabilidades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classes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atributos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custos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associados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cada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decisão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12700" marR="60325">
              <a:lnSpc>
                <a:spcPts val="3030"/>
              </a:lnSpc>
              <a:spcBef>
                <a:spcPts val="1005"/>
              </a:spcBef>
            </a:pP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464" y="2664079"/>
            <a:ext cx="4462018" cy="23298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35" dirty="0">
                <a:latin typeface="Calibri Light"/>
                <a:cs typeface="Calibri Light"/>
              </a:rPr>
              <a:t>Teoria</a:t>
            </a:r>
            <a:r>
              <a:rPr sz="4400" b="0" spc="-1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Bayesiana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decisão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0320" y="1609039"/>
            <a:ext cx="7091680" cy="4904356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04800" marR="94932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304800" algn="l"/>
              </a:tabLst>
            </a:pPr>
            <a:r>
              <a:rPr sz="2800" spc="-20" dirty="0">
                <a:latin typeface="Calibri"/>
                <a:cs typeface="Calibri"/>
              </a:rPr>
              <a:t>Vamos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spc="-10" dirty="0">
                <a:latin typeface="Calibri"/>
                <a:cs typeface="Calibri"/>
              </a:rPr>
              <a:t>classificado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7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∈</a:t>
            </a:r>
            <a:r>
              <a:rPr sz="2800" spc="9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ℝ</a:t>
            </a:r>
            <a:r>
              <a:rPr sz="3075" spc="-30" baseline="27100" dirty="0">
                <a:latin typeface="Cambria Math"/>
                <a:cs typeface="Cambria Math"/>
              </a:rPr>
              <a:t>𝐾×1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04800" marR="585470" indent="-228600">
              <a:lnSpc>
                <a:spcPts val="2800"/>
              </a:lnSpc>
              <a:spcBef>
                <a:spcPts val="885"/>
              </a:spcBef>
              <a:buFont typeface="Arial"/>
              <a:buChar char="•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pertence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somente </a:t>
            </a:r>
            <a:r>
              <a:rPr sz="2800" dirty="0">
                <a:latin typeface="Calibri"/>
                <a:cs typeface="Calibri"/>
              </a:rPr>
              <a:t>uma,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𝑞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existem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todo</a:t>
            </a:r>
            <a:endParaRPr sz="2800" dirty="0">
              <a:latin typeface="Calibri"/>
              <a:cs typeface="Calibri"/>
            </a:endParaRPr>
          </a:p>
          <a:p>
            <a:pPr marL="304800">
              <a:lnSpc>
                <a:spcPts val="2795"/>
              </a:lnSpc>
            </a:pP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possíveis.</a:t>
            </a:r>
            <a:endParaRPr sz="2800" dirty="0">
              <a:latin typeface="Calibri"/>
              <a:cs typeface="Calibri"/>
            </a:endParaRPr>
          </a:p>
          <a:p>
            <a:pPr marL="762000" marR="81280" lvl="1" indent="-228600">
              <a:lnSpc>
                <a:spcPts val="2470"/>
              </a:lnSpc>
              <a:spcBef>
                <a:spcPts val="620"/>
              </a:spcBef>
              <a:buFont typeface="Wingdings"/>
              <a:buChar char=""/>
              <a:tabLst>
                <a:tab pos="762000" algn="l"/>
                <a:tab pos="1095375" algn="l"/>
                <a:tab pos="1618615" algn="l"/>
              </a:tabLst>
            </a:pP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25" dirty="0">
                <a:latin typeface="Cambria Math"/>
                <a:cs typeface="Cambria Math"/>
              </a:rPr>
              <a:t>𝐶</a:t>
            </a:r>
            <a:r>
              <a:rPr sz="2625" spc="-37" baseline="-15873" dirty="0">
                <a:latin typeface="Cambria Math"/>
                <a:cs typeface="Cambria Math"/>
              </a:rPr>
              <a:t>𝑞</a:t>
            </a:r>
            <a:r>
              <a:rPr lang="pt-BR" sz="2625" spc="-37" dirty="0">
                <a:latin typeface="Cambria Math"/>
                <a:cs typeface="Cambria Math"/>
              </a:rPr>
              <a:t>)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denota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probabilidade</a:t>
            </a:r>
            <a:r>
              <a:rPr sz="2400" b="1" i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priori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à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𝐶</a:t>
            </a:r>
            <a:r>
              <a:rPr sz="2625" spc="-37" baseline="-15873" dirty="0">
                <a:latin typeface="Cambria Math"/>
                <a:cs typeface="Cambria Math"/>
              </a:rPr>
              <a:t>𝑞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62000" marR="200025" lvl="1" indent="-228600">
              <a:lnSpc>
                <a:spcPct val="83000"/>
              </a:lnSpc>
              <a:spcBef>
                <a:spcPts val="755"/>
              </a:spcBef>
              <a:buFont typeface="Wingdings"/>
              <a:buChar char=""/>
              <a:tabLst>
                <a:tab pos="762000" algn="l"/>
                <a:tab pos="3576954" algn="l"/>
                <a:tab pos="4099560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palavras,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25" dirty="0">
                <a:latin typeface="Cambria Math"/>
                <a:cs typeface="Cambria Math"/>
              </a:rPr>
              <a:t>𝐶</a:t>
            </a:r>
            <a:r>
              <a:rPr sz="2625" spc="-37" baseline="-15873" dirty="0">
                <a:latin typeface="Cambria Math"/>
                <a:cs typeface="Cambria Math"/>
              </a:rPr>
              <a:t>𝑞</a:t>
            </a:r>
            <a:r>
              <a:rPr lang="pt-BR" sz="2625" spc="-37" dirty="0">
                <a:latin typeface="Cambria Math"/>
                <a:cs typeface="Cambria Math"/>
              </a:rPr>
              <a:t>)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indica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probabilidade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400" b="1" i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um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6F2F9F"/>
                </a:solidFill>
                <a:latin typeface="Calibri"/>
                <a:cs typeface="Calibri"/>
              </a:rPr>
              <a:t>exemplo</a:t>
            </a:r>
            <a:r>
              <a:rPr sz="2400" b="1" i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arbitrário</a:t>
            </a:r>
            <a:r>
              <a:rPr sz="2400" b="1" i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desconhecido)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pertencer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à</a:t>
            </a:r>
            <a:r>
              <a:rPr sz="2400" b="1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6F2F9F"/>
                </a:solidFill>
                <a:latin typeface="Calibri"/>
                <a:cs typeface="Calibri"/>
              </a:rPr>
              <a:t>classe</a:t>
            </a:r>
            <a:r>
              <a:rPr sz="2400" b="1" i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𝑪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𝒒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04800" marR="579755" indent="-228600">
              <a:lnSpc>
                <a:spcPct val="80000"/>
              </a:lnSpc>
              <a:spcBef>
                <a:spcPts val="1110"/>
              </a:spcBef>
              <a:buFont typeface="Wingdings"/>
              <a:buChar char=""/>
              <a:tabLst>
                <a:tab pos="304800" algn="l"/>
              </a:tabLst>
            </a:pPr>
            <a:r>
              <a:rPr sz="2800" dirty="0">
                <a:latin typeface="Calibri"/>
                <a:cs typeface="Calibri"/>
              </a:rPr>
              <a:t>Agora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10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libri"/>
                <a:cs typeface="Calibri"/>
              </a:rPr>
              <a:t>seja </a:t>
            </a:r>
            <a:r>
              <a:rPr sz="2800" spc="-10" dirty="0">
                <a:latin typeface="Calibri"/>
                <a:cs typeface="Calibri"/>
              </a:rPr>
              <a:t>observado.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399" y="2814701"/>
            <a:ext cx="4462018" cy="23298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35" dirty="0">
                <a:latin typeface="Calibri Light"/>
                <a:cs typeface="Calibri Light"/>
              </a:rPr>
              <a:t>Teoria</a:t>
            </a:r>
            <a:r>
              <a:rPr sz="4400" b="0" spc="-1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Bayesiana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decisão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9200" y="2049592"/>
            <a:ext cx="6965950" cy="44767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6700" marR="354330" indent="-228600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qual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ele </a:t>
            </a:r>
            <a:r>
              <a:rPr sz="2800" spc="-10" dirty="0">
                <a:latin typeface="Calibri"/>
                <a:cs typeface="Calibri"/>
              </a:rPr>
              <a:t>pertence?</a:t>
            </a:r>
            <a:endParaRPr sz="2800" dirty="0">
              <a:latin typeface="Calibri"/>
              <a:cs typeface="Calibri"/>
            </a:endParaRPr>
          </a:p>
          <a:p>
            <a:pPr marL="723900" marR="247015" lvl="1" indent="-228600">
              <a:lnSpc>
                <a:spcPct val="90200"/>
              </a:lnSpc>
              <a:spcBef>
                <a:spcPts val="525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intuitiva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bastante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poderosa</a:t>
            </a:r>
            <a:r>
              <a:rPr sz="2400" spc="-50" dirty="0">
                <a:latin typeface="Calibri"/>
                <a:cs typeface="Calibri"/>
              </a:rPr>
              <a:t> é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escolher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classe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mostre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mais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provável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tendo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vista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atributos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exemplo,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AF50"/>
                </a:solidFill>
                <a:latin typeface="Cambria Math"/>
                <a:cs typeface="Cambria Math"/>
              </a:rPr>
              <a:t>𝒙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ts val="2590"/>
              </a:lnSpc>
              <a:spcBef>
                <a:spcPts val="535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tomada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favor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 </a:t>
            </a:r>
            <a:r>
              <a:rPr sz="2400" dirty="0">
                <a:latin typeface="Calibri"/>
                <a:cs typeface="Calibri"/>
              </a:rPr>
              <a:t>cuja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posteriori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probabilidade </a:t>
            </a:r>
            <a:r>
              <a:rPr sz="2400" dirty="0">
                <a:latin typeface="Calibri"/>
                <a:cs typeface="Calibri"/>
              </a:rPr>
              <a:t>após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observação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máxima.</a:t>
            </a:r>
            <a:endParaRPr sz="2400" dirty="0">
              <a:latin typeface="Calibri"/>
              <a:cs typeface="Calibri"/>
            </a:endParaRPr>
          </a:p>
          <a:p>
            <a:pPr marL="723900" lvl="1" indent="-228600">
              <a:lnSpc>
                <a:spcPts val="2735"/>
              </a:lnSpc>
              <a:spcBef>
                <a:spcPts val="170"/>
              </a:spcBef>
              <a:buFont typeface="Wingdings"/>
              <a:buChar char=""/>
              <a:tabLst>
                <a:tab pos="7239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posteriori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à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735"/>
              </a:lnSpc>
            </a:pPr>
            <a:r>
              <a:rPr sz="2400" b="1" i="1" dirty="0">
                <a:latin typeface="Calibri"/>
                <a:cs typeface="Calibri"/>
              </a:rPr>
              <a:t>probabilidade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condicional</a:t>
            </a:r>
            <a:endParaRPr sz="2400" dirty="0">
              <a:latin typeface="Calibri"/>
              <a:cs typeface="Calibri"/>
            </a:endParaRPr>
          </a:p>
          <a:p>
            <a:pPr marL="582295" algn="ctr">
              <a:lnSpc>
                <a:spcPct val="100000"/>
              </a:lnSpc>
              <a:spcBef>
                <a:spcPts val="495"/>
              </a:spcBef>
              <a:tabLst>
                <a:tab pos="916305" algn="l"/>
                <a:tab pos="1643380" algn="l"/>
              </a:tabLst>
            </a:pP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20" dirty="0">
                <a:latin typeface="Cambria Math"/>
                <a:cs typeface="Cambria Math"/>
              </a:rPr>
              <a:t>𝐶</a:t>
            </a:r>
            <a:r>
              <a:rPr sz="2625" spc="-30" baseline="-15873" dirty="0">
                <a:latin typeface="Cambria Math"/>
                <a:cs typeface="Cambria Math"/>
              </a:rPr>
              <a:t>𝑞</a:t>
            </a:r>
            <a:r>
              <a:rPr sz="2400" spc="-20" dirty="0">
                <a:latin typeface="Cambria Math"/>
                <a:cs typeface="Cambria Math"/>
              </a:rPr>
              <a:t>|𝒙</a:t>
            </a:r>
            <a:r>
              <a:rPr lang="pt-BR" sz="2400" spc="-2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399" y="2814701"/>
            <a:ext cx="4462018" cy="23298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1490" y="2959100"/>
            <a:ext cx="86690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462395" algn="l"/>
                <a:tab pos="8277225" algn="l"/>
              </a:tabLst>
            </a:pPr>
            <a:r>
              <a:rPr sz="6000" b="0" dirty="0">
                <a:latin typeface="Calibri"/>
                <a:cs typeface="Calibri"/>
              </a:rPr>
              <a:t>Como</a:t>
            </a:r>
            <a:r>
              <a:rPr sz="6000" b="0" spc="-45" dirty="0">
                <a:latin typeface="Calibri"/>
                <a:cs typeface="Calibri"/>
              </a:rPr>
              <a:t> </a:t>
            </a:r>
            <a:r>
              <a:rPr sz="6000" b="0" dirty="0" err="1">
                <a:latin typeface="Calibri"/>
                <a:cs typeface="Calibri"/>
              </a:rPr>
              <a:t>calculamos</a:t>
            </a:r>
            <a:r>
              <a:rPr sz="6000" b="0" spc="-30" dirty="0">
                <a:latin typeface="Calibri"/>
                <a:cs typeface="Calibri"/>
              </a:rPr>
              <a:t> </a:t>
            </a:r>
            <a:r>
              <a:rPr sz="6000" b="0" spc="-50" dirty="0">
                <a:latin typeface="Cambria Math"/>
                <a:cs typeface="Cambria Math"/>
              </a:rPr>
              <a:t>𝑃</a:t>
            </a:r>
            <a:r>
              <a:rPr lang="pt-BR" sz="6000" b="0" spc="-50" dirty="0"/>
              <a:t>(</a:t>
            </a:r>
            <a:r>
              <a:rPr sz="6000" b="0" spc="-310" dirty="0">
                <a:latin typeface="Cambria Math"/>
                <a:cs typeface="Cambria Math"/>
              </a:rPr>
              <a:t>𝐶</a:t>
            </a:r>
            <a:r>
              <a:rPr sz="6525" b="0" spc="652" baseline="-15325" dirty="0">
                <a:latin typeface="Cambria Math"/>
                <a:cs typeface="Cambria Math"/>
              </a:rPr>
              <a:t>𝑞</a:t>
            </a:r>
            <a:r>
              <a:rPr sz="6000" b="0" spc="40" dirty="0">
                <a:latin typeface="Cambria Math"/>
                <a:cs typeface="Cambria Math"/>
              </a:rPr>
              <a:t>|</a:t>
            </a:r>
            <a:r>
              <a:rPr sz="6000" b="0" spc="45" dirty="0">
                <a:latin typeface="Cambria Math"/>
                <a:cs typeface="Cambria Math"/>
              </a:rPr>
              <a:t>𝒙</a:t>
            </a:r>
            <a:r>
              <a:rPr lang="pt-BR" sz="6000" b="0" spc="45" dirty="0">
                <a:latin typeface="Cambria Math"/>
                <a:cs typeface="Cambria Math"/>
              </a:rPr>
              <a:t>)</a:t>
            </a:r>
            <a:r>
              <a:rPr sz="6000" b="0" dirty="0">
                <a:latin typeface="Cambria Math"/>
                <a:cs typeface="Cambria Math"/>
              </a:rPr>
              <a:t>	</a:t>
            </a:r>
            <a:r>
              <a:rPr sz="6000" b="0" spc="-50" dirty="0">
                <a:latin typeface="Calibri"/>
                <a:cs typeface="Calibri"/>
              </a:rPr>
              <a:t>?</a:t>
            </a:r>
            <a:endParaRPr sz="6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35" dirty="0">
                <a:latin typeface="Calibri Light"/>
                <a:cs typeface="Calibri Light"/>
              </a:rPr>
              <a:t>Teoria</a:t>
            </a:r>
            <a:r>
              <a:rPr sz="4400" b="0" spc="-1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Bayesiana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decisão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2692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40" dirty="0">
                <a:latin typeface="Calibri"/>
                <a:cs typeface="Calibri"/>
              </a:rPr>
              <a:t>Teorema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Bayes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2187" y="3420795"/>
            <a:ext cx="10207625" cy="86690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63500" marR="43180">
              <a:lnSpc>
                <a:spcPts val="3170"/>
              </a:lnSpc>
              <a:spcBef>
                <a:spcPts val="360"/>
              </a:spcBef>
              <a:tabLst>
                <a:tab pos="1933575" algn="l"/>
                <a:tab pos="2367915" algn="l"/>
                <a:tab pos="2507615" algn="l"/>
                <a:tab pos="3436620" algn="l"/>
              </a:tabLst>
            </a:pPr>
            <a:r>
              <a:rPr sz="2800" dirty="0">
                <a:latin typeface="Calibri"/>
                <a:cs typeface="Calibri"/>
              </a:rPr>
              <a:t>onde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lang="pt-BR" sz="2800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𝒙|𝐶</a:t>
            </a:r>
            <a:r>
              <a:rPr sz="3075" spc="-30" baseline="-16260" dirty="0">
                <a:latin typeface="Cambria Math"/>
                <a:cs typeface="Cambria Math"/>
              </a:rPr>
              <a:t>𝑞</a:t>
            </a:r>
            <a:r>
              <a:rPr lang="pt-BR" sz="3075" spc="-30" dirty="0">
                <a:latin typeface="Cambria Math"/>
                <a:cs typeface="Cambria Math"/>
              </a:rPr>
              <a:t>)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denominado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verossimilhança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likelihood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termo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normalmente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evidência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FEE62EF-B2AA-3997-8CC5-6FCC304744B2}"/>
                  </a:ext>
                </a:extLst>
              </p:cNvPr>
              <p:cNvSpPr txBox="1"/>
              <p:nvPr/>
            </p:nvSpPr>
            <p:spPr>
              <a:xfrm>
                <a:off x="3751158" y="2297100"/>
                <a:ext cx="4689682" cy="97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FEE62EF-B2AA-3997-8CC5-6FCC30474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158" y="2297100"/>
                <a:ext cx="4689682" cy="9742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Máxima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probabilidade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posteriori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(MAP)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693" y="1704629"/>
            <a:ext cx="10490200" cy="1952971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79400" marR="526415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Esta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conhecida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critério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da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máxima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probabilidade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posteriori</a:t>
            </a:r>
            <a:r>
              <a:rPr sz="2800" b="1" i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latin typeface="Calibri"/>
                <a:cs typeface="Calibri"/>
              </a:rPr>
              <a:t>(MAP,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maximum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posteriori probability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79400" indent="-228600">
              <a:lnSpc>
                <a:spcPts val="3080"/>
              </a:lnSpc>
              <a:spcBef>
                <a:spcPts val="434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𝑞</a:t>
            </a:r>
            <a:r>
              <a:rPr sz="3075" spc="457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maximiza</a:t>
            </a:r>
            <a:endParaRPr sz="2800" dirty="0">
              <a:latin typeface="Calibri"/>
              <a:cs typeface="Calibri"/>
            </a:endParaRPr>
          </a:p>
          <a:p>
            <a:pPr marL="279400">
              <a:lnSpc>
                <a:spcPts val="2880"/>
              </a:lnSpc>
              <a:tabLst>
                <a:tab pos="657225" algn="l"/>
                <a:tab pos="1426845" algn="l"/>
              </a:tabLst>
            </a:pP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𝐶</a:t>
            </a:r>
            <a:r>
              <a:rPr sz="3075" spc="-30" baseline="-16260" dirty="0">
                <a:latin typeface="Cambria Math"/>
                <a:cs typeface="Cambria Math"/>
              </a:rPr>
              <a:t>𝑖</a:t>
            </a:r>
            <a:r>
              <a:rPr sz="2800" spc="-20" dirty="0">
                <a:latin typeface="Cambria Math"/>
                <a:cs typeface="Cambria Math"/>
              </a:rPr>
              <a:t>|𝒙</a:t>
            </a:r>
            <a:r>
              <a:rPr lang="pt-BR" sz="2800" spc="-2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matemática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19605" y="4741926"/>
            <a:ext cx="856615" cy="328930"/>
          </a:xfrm>
          <a:custGeom>
            <a:avLst/>
            <a:gdLst/>
            <a:ahLst/>
            <a:cxnLst/>
            <a:rect l="l" t="t" r="r" b="b"/>
            <a:pathLst>
              <a:path w="856614" h="328929">
                <a:moveTo>
                  <a:pt x="751205" y="0"/>
                </a:moveTo>
                <a:lnTo>
                  <a:pt x="746506" y="13335"/>
                </a:lnTo>
                <a:lnTo>
                  <a:pt x="765556" y="21597"/>
                </a:lnTo>
                <a:lnTo>
                  <a:pt x="781938" y="33051"/>
                </a:lnTo>
                <a:lnTo>
                  <a:pt x="806704" y="65531"/>
                </a:lnTo>
                <a:lnTo>
                  <a:pt x="821277" y="109219"/>
                </a:lnTo>
                <a:lnTo>
                  <a:pt x="826135" y="162813"/>
                </a:lnTo>
                <a:lnTo>
                  <a:pt x="824900" y="191845"/>
                </a:lnTo>
                <a:lnTo>
                  <a:pt x="815097" y="241859"/>
                </a:lnTo>
                <a:lnTo>
                  <a:pt x="795555" y="280965"/>
                </a:lnTo>
                <a:lnTo>
                  <a:pt x="765750" y="307306"/>
                </a:lnTo>
                <a:lnTo>
                  <a:pt x="747013" y="315594"/>
                </a:lnTo>
                <a:lnTo>
                  <a:pt x="751205" y="328930"/>
                </a:lnTo>
                <a:lnTo>
                  <a:pt x="796035" y="307879"/>
                </a:lnTo>
                <a:lnTo>
                  <a:pt x="829056" y="271399"/>
                </a:lnTo>
                <a:lnTo>
                  <a:pt x="849344" y="222662"/>
                </a:lnTo>
                <a:lnTo>
                  <a:pt x="856107" y="164592"/>
                </a:lnTo>
                <a:lnTo>
                  <a:pt x="854396" y="134417"/>
                </a:lnTo>
                <a:lnTo>
                  <a:pt x="840783" y="80974"/>
                </a:lnTo>
                <a:lnTo>
                  <a:pt x="813927" y="37468"/>
                </a:lnTo>
                <a:lnTo>
                  <a:pt x="775065" y="8616"/>
                </a:lnTo>
                <a:lnTo>
                  <a:pt x="751205" y="0"/>
                </a:lnTo>
                <a:close/>
              </a:path>
              <a:path w="856614" h="328929">
                <a:moveTo>
                  <a:pt x="104902" y="0"/>
                </a:moveTo>
                <a:lnTo>
                  <a:pt x="60118" y="21113"/>
                </a:lnTo>
                <a:lnTo>
                  <a:pt x="27050" y="57657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2" y="328930"/>
                </a:lnTo>
                <a:lnTo>
                  <a:pt x="108965" y="315594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5"/>
                </a:lnTo>
                <a:lnTo>
                  <a:pt x="29971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4693" y="4299584"/>
            <a:ext cx="10568305" cy="793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equivalente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maximizar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seu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numerador,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025"/>
              </a:lnSpc>
              <a:tabLst>
                <a:tab pos="644525" algn="l"/>
                <a:tab pos="1415415" algn="l"/>
              </a:tabLst>
            </a:pP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0" dirty="0">
                <a:latin typeface="Cambria Math"/>
                <a:cs typeface="Cambria Math"/>
              </a:rPr>
              <a:t>𝒙|𝐶</a:t>
            </a:r>
            <a:r>
              <a:rPr sz="3075" spc="-30" baseline="-16260" dirty="0">
                <a:latin typeface="Cambria Math"/>
                <a:cs typeface="Cambria Math"/>
              </a:rPr>
              <a:t>𝑖</a:t>
            </a:r>
            <a:r>
              <a:rPr sz="3075" baseline="-16260" dirty="0">
                <a:latin typeface="Cambria Math"/>
                <a:cs typeface="Cambria Math"/>
              </a:rPr>
              <a:t>	</a:t>
            </a:r>
            <a:r>
              <a:rPr sz="2800" dirty="0">
                <a:latin typeface="Cambria Math"/>
                <a:cs typeface="Cambria Math"/>
              </a:rPr>
              <a:t>𝑃(𝐶</a:t>
            </a:r>
            <a:r>
              <a:rPr sz="3075" baseline="-16260" dirty="0">
                <a:latin typeface="Cambria Math"/>
                <a:cs typeface="Cambria Math"/>
              </a:rPr>
              <a:t>𝑖</a:t>
            </a:r>
            <a:r>
              <a:rPr sz="280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que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67605" y="5763031"/>
            <a:ext cx="437515" cy="328930"/>
          </a:xfrm>
          <a:custGeom>
            <a:avLst/>
            <a:gdLst/>
            <a:ahLst/>
            <a:cxnLst/>
            <a:rect l="l" t="t" r="r" b="b"/>
            <a:pathLst>
              <a:path w="437514" h="328929">
                <a:moveTo>
                  <a:pt x="332105" y="0"/>
                </a:moveTo>
                <a:lnTo>
                  <a:pt x="327406" y="13347"/>
                </a:lnTo>
                <a:lnTo>
                  <a:pt x="346456" y="21612"/>
                </a:lnTo>
                <a:lnTo>
                  <a:pt x="362839" y="33053"/>
                </a:lnTo>
                <a:lnTo>
                  <a:pt x="387604" y="65455"/>
                </a:lnTo>
                <a:lnTo>
                  <a:pt x="402177" y="109167"/>
                </a:lnTo>
                <a:lnTo>
                  <a:pt x="407035" y="162814"/>
                </a:lnTo>
                <a:lnTo>
                  <a:pt x="405800" y="191819"/>
                </a:lnTo>
                <a:lnTo>
                  <a:pt x="395997" y="241839"/>
                </a:lnTo>
                <a:lnTo>
                  <a:pt x="376455" y="280906"/>
                </a:lnTo>
                <a:lnTo>
                  <a:pt x="346650" y="307266"/>
                </a:lnTo>
                <a:lnTo>
                  <a:pt x="327914" y="315569"/>
                </a:lnTo>
                <a:lnTo>
                  <a:pt x="332105" y="328917"/>
                </a:lnTo>
                <a:lnTo>
                  <a:pt x="376936" y="307868"/>
                </a:lnTo>
                <a:lnTo>
                  <a:pt x="409956" y="271437"/>
                </a:lnTo>
                <a:lnTo>
                  <a:pt x="430244" y="222651"/>
                </a:lnTo>
                <a:lnTo>
                  <a:pt x="437007" y="164541"/>
                </a:lnTo>
                <a:lnTo>
                  <a:pt x="435296" y="134392"/>
                </a:lnTo>
                <a:lnTo>
                  <a:pt x="421683" y="80948"/>
                </a:lnTo>
                <a:lnTo>
                  <a:pt x="394827" y="37438"/>
                </a:lnTo>
                <a:lnTo>
                  <a:pt x="355965" y="8610"/>
                </a:lnTo>
                <a:lnTo>
                  <a:pt x="332105" y="0"/>
                </a:lnTo>
                <a:close/>
              </a:path>
              <a:path w="437514" h="328929">
                <a:moveTo>
                  <a:pt x="104902" y="0"/>
                </a:moveTo>
                <a:lnTo>
                  <a:pt x="60118" y="21089"/>
                </a:lnTo>
                <a:lnTo>
                  <a:pt x="27051" y="57658"/>
                </a:lnTo>
                <a:lnTo>
                  <a:pt x="6762" y="106527"/>
                </a:lnTo>
                <a:lnTo>
                  <a:pt x="0" y="164541"/>
                </a:lnTo>
                <a:lnTo>
                  <a:pt x="1690" y="194761"/>
                </a:lnTo>
                <a:lnTo>
                  <a:pt x="15216" y="248210"/>
                </a:lnTo>
                <a:lnTo>
                  <a:pt x="42054" y="291575"/>
                </a:lnTo>
                <a:lnTo>
                  <a:pt x="80968" y="320316"/>
                </a:lnTo>
                <a:lnTo>
                  <a:pt x="104902" y="328917"/>
                </a:lnTo>
                <a:lnTo>
                  <a:pt x="108966" y="315569"/>
                </a:lnTo>
                <a:lnTo>
                  <a:pt x="90249" y="307266"/>
                </a:lnTo>
                <a:lnTo>
                  <a:pt x="74104" y="295711"/>
                </a:lnTo>
                <a:lnTo>
                  <a:pt x="49530" y="262851"/>
                </a:lnTo>
                <a:lnTo>
                  <a:pt x="34845" y="218162"/>
                </a:lnTo>
                <a:lnTo>
                  <a:pt x="29972" y="162814"/>
                </a:lnTo>
                <a:lnTo>
                  <a:pt x="31188" y="134748"/>
                </a:lnTo>
                <a:lnTo>
                  <a:pt x="40955" y="86070"/>
                </a:lnTo>
                <a:lnTo>
                  <a:pt x="60577" y="47668"/>
                </a:lnTo>
                <a:lnTo>
                  <a:pt x="90624" y="21612"/>
                </a:lnTo>
                <a:lnTo>
                  <a:pt x="109601" y="13347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4693" y="5662371"/>
            <a:ext cx="10466705" cy="7931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65"/>
              </a:spcBef>
              <a:tabLst>
                <a:tab pos="3667760" algn="l"/>
                <a:tab pos="4100195" algn="l"/>
              </a:tabLst>
            </a:pP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denominador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b="1" i="1" dirty="0">
                <a:latin typeface="Calibri"/>
                <a:cs typeface="Calibri"/>
              </a:rPr>
              <a:t>não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depende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classes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testadas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servindo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fator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escala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critério.</a:t>
            </a:r>
            <a:endParaRPr sz="2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3DF5EA6-E876-AEB8-CDA8-6B4E523D6128}"/>
                  </a:ext>
                </a:extLst>
              </p:cNvPr>
              <p:cNvSpPr txBox="1"/>
              <p:nvPr/>
            </p:nvSpPr>
            <p:spPr>
              <a:xfrm>
                <a:off x="3675946" y="3657600"/>
                <a:ext cx="4913845" cy="619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MAP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=1,…,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3DF5EA6-E876-AEB8-CDA8-6B4E523D6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946" y="3657600"/>
                <a:ext cx="4913845" cy="619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1DAF4F1-E2B0-CA9A-3AF2-69621B1CF8AD}"/>
                  </a:ext>
                </a:extLst>
              </p:cNvPr>
              <p:cNvSpPr txBox="1"/>
              <p:nvPr/>
            </p:nvSpPr>
            <p:spPr>
              <a:xfrm>
                <a:off x="3176067" y="5067610"/>
                <a:ext cx="5839867" cy="619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MAP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=1,…,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A1DAF4F1-E2B0-CA9A-3AF2-69621B1CF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067" y="5067610"/>
                <a:ext cx="5839867" cy="619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Máxima</a:t>
            </a:r>
            <a:r>
              <a:rPr sz="4400" b="0" spc="-13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verossimilhança</a:t>
            </a:r>
            <a:r>
              <a:rPr sz="4400" b="0" spc="-135" dirty="0">
                <a:latin typeface="Calibri Light"/>
                <a:cs typeface="Calibri Light"/>
              </a:rPr>
              <a:t> </a:t>
            </a:r>
            <a:r>
              <a:rPr sz="4400" b="0" spc="-20" dirty="0">
                <a:latin typeface="Calibri Light"/>
                <a:cs typeface="Calibri Light"/>
              </a:rPr>
              <a:t>(ML)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551" y="1524000"/>
            <a:ext cx="10554970" cy="21668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79400" marR="43180" indent="-228600">
              <a:lnSpc>
                <a:spcPct val="90200"/>
              </a:lnSpc>
              <a:spcBef>
                <a:spcPts val="425"/>
              </a:spcBef>
              <a:buFont typeface="Arial"/>
              <a:buChar char="•"/>
              <a:tabLst>
                <a:tab pos="2794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decisor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máxima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verossimilhança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(ML,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maximum likelihood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pressuposto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não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há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informação</a:t>
            </a:r>
            <a:r>
              <a:rPr sz="28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estatística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sobre</a:t>
            </a:r>
            <a:r>
              <a:rPr sz="2800" b="1" i="1" spc="-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as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classes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𝑃(𝐶</a:t>
            </a:r>
            <a:r>
              <a:rPr sz="3075" spc="-15" baseline="-16260" dirty="0">
                <a:latin typeface="Cambria Math"/>
                <a:cs typeface="Cambria Math"/>
              </a:rPr>
              <a:t>𝑖</a:t>
            </a:r>
            <a:r>
              <a:rPr sz="2800" spc="-10" dirty="0">
                <a:latin typeface="Cambria Math"/>
                <a:cs typeface="Cambria Math"/>
              </a:rPr>
              <a:t>)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79400" marR="910590" indent="-228600">
              <a:lnSpc>
                <a:spcPts val="3170"/>
              </a:lnSpc>
              <a:spcBef>
                <a:spcPts val="1019"/>
              </a:spcBef>
              <a:buFont typeface="Arial"/>
              <a:buChar char="•"/>
              <a:tabLst>
                <a:tab pos="279400" algn="l"/>
                <a:tab pos="7553959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critério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decisão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favor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classe</a:t>
            </a:r>
            <a:r>
              <a:rPr sz="2800" b="1" i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71C4"/>
                </a:solidFill>
                <a:latin typeface="Cambria Math"/>
                <a:cs typeface="Cambria Math"/>
              </a:rPr>
              <a:t>𝐶</a:t>
            </a:r>
            <a:r>
              <a:rPr sz="3075" baseline="-16260" dirty="0">
                <a:solidFill>
                  <a:srgbClr val="4471C4"/>
                </a:solidFill>
                <a:latin typeface="Cambria Math"/>
                <a:cs typeface="Cambria Math"/>
              </a:rPr>
              <a:t>𝑞</a:t>
            </a:r>
            <a:r>
              <a:rPr sz="3075" spc="397" baseline="-16260" dirty="0">
                <a:solidFill>
                  <a:srgbClr val="4471C4"/>
                </a:solidFill>
                <a:latin typeface="Cambria Math"/>
                <a:cs typeface="Cambria Math"/>
              </a:rPr>
              <a:t> </a:t>
            </a:r>
            <a:r>
              <a:rPr sz="2800" b="1" i="1" spc="-25" dirty="0">
                <a:solidFill>
                  <a:srgbClr val="00AF50"/>
                </a:solidFill>
                <a:latin typeface="Calibri"/>
                <a:cs typeface="Calibri"/>
              </a:rPr>
              <a:t>que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maximiza</a:t>
            </a:r>
            <a:r>
              <a:rPr sz="28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8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00AF50"/>
                </a:solidFill>
                <a:latin typeface="Calibri"/>
                <a:cs typeface="Calibri"/>
              </a:rPr>
              <a:t>probabilidade</a:t>
            </a:r>
            <a:r>
              <a:rPr sz="2800" b="1" i="1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800" b="1" i="1" spc="-114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verossimilhança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20" dirty="0">
                <a:latin typeface="Cambria Math"/>
                <a:cs typeface="Cambria Math"/>
              </a:rPr>
              <a:t>𝒙|𝐶</a:t>
            </a:r>
            <a:r>
              <a:rPr sz="3075" spc="-30" baseline="-16260" dirty="0">
                <a:latin typeface="Cambria Math"/>
                <a:cs typeface="Cambria Math"/>
              </a:rPr>
              <a:t>𝑖</a:t>
            </a:r>
            <a:r>
              <a:rPr lang="pt-BR" sz="3075" spc="-30" dirty="0">
                <a:latin typeface="Cambria Math"/>
                <a:cs typeface="Cambria Math"/>
              </a:rPr>
              <a:t>)</a:t>
            </a:r>
            <a:endParaRPr sz="3075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0551" y="4646324"/>
            <a:ext cx="10850245" cy="9162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OBS</a:t>
            </a:r>
            <a:r>
              <a:rPr sz="2800" dirty="0">
                <a:latin typeface="Calibri"/>
                <a:cs typeface="Calibri"/>
              </a:rPr>
              <a:t>.1: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diferença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critérios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incorporar</a:t>
            </a:r>
            <a:r>
              <a:rPr lang="pt-BR" sz="2800" spc="-1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o</a:t>
            </a:r>
            <a:r>
              <a:rPr lang="pt-BR" sz="2800" spc="-50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conhecimento</a:t>
            </a:r>
            <a:r>
              <a:rPr lang="pt-BR" sz="2800" spc="-3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das</a:t>
            </a:r>
            <a:r>
              <a:rPr lang="pt-BR" sz="2800" spc="-65" dirty="0">
                <a:latin typeface="Calibri"/>
                <a:cs typeface="Calibri"/>
              </a:rPr>
              <a:t> </a:t>
            </a:r>
            <a:r>
              <a:rPr lang="pt-BR" sz="2800" b="1" i="1" spc="-10" dirty="0">
                <a:latin typeface="Calibri"/>
                <a:cs typeface="Calibri"/>
              </a:rPr>
              <a:t>probabilidades</a:t>
            </a:r>
            <a:r>
              <a:rPr lang="pt-BR" sz="2800" b="1" i="1" spc="-45" dirty="0">
                <a:latin typeface="Calibri"/>
                <a:cs typeface="Calibri"/>
              </a:rPr>
              <a:t> </a:t>
            </a:r>
            <a:r>
              <a:rPr lang="pt-BR" sz="2800" b="1" i="1" dirty="0">
                <a:latin typeface="Calibri"/>
                <a:cs typeface="Calibri"/>
              </a:rPr>
              <a:t>a</a:t>
            </a:r>
            <a:r>
              <a:rPr lang="pt-BR" sz="2800" b="1" i="1" spc="-55" dirty="0">
                <a:latin typeface="Calibri"/>
                <a:cs typeface="Calibri"/>
              </a:rPr>
              <a:t> </a:t>
            </a:r>
            <a:r>
              <a:rPr lang="pt-BR" sz="2800" b="1" i="1" dirty="0">
                <a:latin typeface="Calibri"/>
                <a:cs typeface="Calibri"/>
              </a:rPr>
              <a:t>priori</a:t>
            </a:r>
            <a:r>
              <a:rPr lang="pt-BR" sz="2800" dirty="0">
                <a:latin typeface="Calibri"/>
                <a:cs typeface="Calibri"/>
              </a:rPr>
              <a:t>,</a:t>
            </a:r>
            <a:r>
              <a:rPr lang="pt-BR" sz="2800" spc="-40" dirty="0">
                <a:latin typeface="Calibri"/>
                <a:cs typeface="Calibri"/>
              </a:rPr>
              <a:t> </a:t>
            </a:r>
            <a:r>
              <a:rPr lang="pt-BR" sz="2800" dirty="0">
                <a:latin typeface="Calibri"/>
                <a:cs typeface="Calibri"/>
              </a:rPr>
              <a:t>i.e.,</a:t>
            </a:r>
            <a:r>
              <a:rPr lang="pt-BR" sz="2800" spc="-40" dirty="0">
                <a:latin typeface="Calibri"/>
                <a:cs typeface="Calibri"/>
              </a:rPr>
              <a:t> </a:t>
            </a:r>
            <a:r>
              <a:rPr lang="pt-BR" sz="2800" spc="-50" dirty="0">
                <a:latin typeface="Cambria Math"/>
                <a:cs typeface="Cambria Math"/>
              </a:rPr>
              <a:t>𝑃(</a:t>
            </a:r>
            <a:r>
              <a:rPr lang="pt-BR" sz="2800" spc="-25" dirty="0">
                <a:latin typeface="Cambria Math"/>
                <a:cs typeface="Cambria Math"/>
              </a:rPr>
              <a:t>𝐶</a:t>
            </a:r>
            <a:r>
              <a:rPr lang="pt-BR" sz="3075" spc="-37" baseline="-16260" dirty="0">
                <a:latin typeface="Cambria Math"/>
                <a:cs typeface="Cambria Math"/>
              </a:rPr>
              <a:t>𝑖</a:t>
            </a:r>
            <a:r>
              <a:rPr lang="pt-BR" sz="3075" spc="-37" dirty="0">
                <a:latin typeface="Cambria Math"/>
                <a:cs typeface="Cambria Math"/>
              </a:rPr>
              <a:t>).</a:t>
            </a:r>
            <a:r>
              <a:rPr lang="pt-BR" sz="3075" baseline="-16260" dirty="0">
                <a:latin typeface="Cambria Math"/>
                <a:cs typeface="Cambria Math"/>
              </a:rPr>
              <a:t>	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0"/>
              <p:cNvSpPr txBox="1"/>
              <p:nvPr/>
            </p:nvSpPr>
            <p:spPr>
              <a:xfrm>
                <a:off x="860551" y="5755443"/>
                <a:ext cx="11122661" cy="87395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spcBef>
                    <a:spcPts val="95"/>
                  </a:spcBef>
                  <a:buFont typeface="Arial"/>
                  <a:buChar char="•"/>
                  <a:tabLst>
                    <a:tab pos="266700" algn="l"/>
                    <a:tab pos="7705725" algn="l"/>
                  </a:tabLst>
                </a:pPr>
                <a:r>
                  <a:rPr lang="pt-BR" sz="2800" b="1" dirty="0">
                    <a:latin typeface="Calibri"/>
                    <a:cs typeface="Calibri"/>
                  </a:rPr>
                  <a:t>OBS</a:t>
                </a:r>
                <a:r>
                  <a:rPr lang="pt-BR" sz="2800" dirty="0">
                    <a:latin typeface="Calibri"/>
                    <a:cs typeface="Calibri"/>
                  </a:rPr>
                  <a:t>.2: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caso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classes</a:t>
                </a:r>
                <a:r>
                  <a:rPr lang="pt-BR" sz="2800" b="1" i="1" spc="-75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solidFill>
                      <a:srgbClr val="4471C4"/>
                    </a:solidFill>
                    <a:latin typeface="Calibri"/>
                    <a:cs typeface="Calibri"/>
                  </a:rPr>
                  <a:t>sejam</a:t>
                </a:r>
                <a:r>
                  <a:rPr lang="pt-BR" sz="2800" b="1" i="1" spc="-70" dirty="0">
                    <a:solidFill>
                      <a:srgbClr val="4471C4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solidFill>
                      <a:srgbClr val="4471C4"/>
                    </a:solidFill>
                    <a:latin typeface="Calibri"/>
                    <a:cs typeface="Calibri"/>
                  </a:rPr>
                  <a:t>equiprováveis</a:t>
                </a:r>
                <a:r>
                  <a:rPr lang="pt-BR" sz="2800" spc="-10" dirty="0">
                    <a:latin typeface="Calibri"/>
                    <a:cs typeface="Calibri"/>
                  </a:rPr>
                  <a:t>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i.e.,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spc="-20" dirty="0" smtClean="0">
                        <a:latin typeface="Cambria Math" panose="02040503050406030204" pitchFamily="18" charset="0"/>
                        <a:cs typeface="Calibri"/>
                      </a:rPr>
                      <m:t>𝑃</m:t>
                    </m:r>
                    <m:d>
                      <m:dPr>
                        <m:ctrlPr>
                          <a:rPr lang="ar-AE" sz="2800" i="1" spc="-20" dirty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pc="-20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ar-AE" sz="2800" i="1" spc="-20" dirty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pc="-20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 sz="2800" b="0" i="1" spc="-20" dirty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ar-AE" sz="2800" i="1" spc="-20" dirty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  <m:r>
                      <a:rPr lang="ar-AE" sz="2800" i="1" spc="-20" dirty="0">
                        <a:latin typeface="Cambria Math" panose="02040503050406030204" pitchFamily="18" charset="0"/>
                        <a:cs typeface="Calibri"/>
                      </a:rPr>
                      <m:t>/</m:t>
                    </m:r>
                    <m:r>
                      <a:rPr lang="ar-AE" sz="2800" i="1" spc="-20" dirty="0">
                        <a:latin typeface="Cambria Math" panose="02040503050406030204" pitchFamily="18" charset="0"/>
                        <a:cs typeface="Calibri"/>
                      </a:rPr>
                      <m:t>𝑄</m:t>
                    </m:r>
                    <m:r>
                      <a:rPr lang="ar-AE" sz="2800" i="1" spc="-20" dirty="0">
                        <a:latin typeface="Cambria Math" panose="02040503050406030204" pitchFamily="18" charset="0"/>
                        <a:cs typeface="Calibri"/>
                      </a:rPr>
                      <m:t>,∀</m:t>
                    </m:r>
                    <m:r>
                      <a:rPr lang="ar-AE" sz="2800" i="1" spc="-20" dirty="0">
                        <a:latin typeface="Cambria Math" panose="02040503050406030204" pitchFamily="18" charset="0"/>
                        <a:cs typeface="Calibri"/>
                      </a:rPr>
                      <m:t>𝑖</m:t>
                    </m:r>
                  </m:oMath>
                </a14:m>
                <a:r>
                  <a:rPr lang="ar-AE" sz="2800" spc="-20" dirty="0">
                    <a:latin typeface="Calibri"/>
                    <a:cs typeface="Calibri"/>
                  </a:rPr>
                  <a:t>, </a:t>
                </a:r>
                <a:r>
                  <a:rPr lang="pt-BR" sz="2800" spc="-20" dirty="0">
                    <a:latin typeface="Calibri"/>
                    <a:cs typeface="Calibri"/>
                  </a:rPr>
                  <a:t>então, maximizar a </a:t>
                </a:r>
                <a:r>
                  <a:rPr lang="pt-BR" sz="2800" b="1" i="1" spc="-20" dirty="0">
                    <a:latin typeface="Calibri"/>
                    <a:cs typeface="Calibri"/>
                  </a:rPr>
                  <a:t>probabilidade a posteriori</a:t>
                </a:r>
                <a:r>
                  <a:rPr lang="pt-BR" sz="2800" b="1" spc="-20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dá a mesma solução que o ML.</a:t>
                </a:r>
              </a:p>
            </p:txBody>
          </p:sp>
        </mc:Choice>
        <mc:Fallback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51" y="5755443"/>
                <a:ext cx="11122661" cy="873957"/>
              </a:xfrm>
              <a:prstGeom prst="rect">
                <a:avLst/>
              </a:prstGeom>
              <a:blipFill>
                <a:blip r:embed="rId2"/>
                <a:stretch>
                  <a:fillRect l="-1479" t="-10417" b="-243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8B4DC79-AA8B-015D-F538-6B048761B581}"/>
                  </a:ext>
                </a:extLst>
              </p:cNvPr>
              <p:cNvSpPr txBox="1"/>
              <p:nvPr/>
            </p:nvSpPr>
            <p:spPr>
              <a:xfrm>
                <a:off x="3666938" y="3875950"/>
                <a:ext cx="4858125" cy="619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ML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8B4DC79-AA8B-015D-F538-6B048761B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938" y="3875950"/>
                <a:ext cx="4858125" cy="619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diagnóstico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doenças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83900" cy="44183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71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  <a:tab pos="1379855" algn="l"/>
                <a:tab pos="2382520" algn="l"/>
                <a:tab pos="3109595" algn="l"/>
                <a:tab pos="4491990" algn="l"/>
                <a:tab pos="6433820" algn="l"/>
                <a:tab pos="6983730" algn="l"/>
                <a:tab pos="8811895" algn="l"/>
                <a:tab pos="9352915" algn="l"/>
                <a:tab pos="10169525" algn="l"/>
              </a:tabLst>
            </a:pPr>
            <a:r>
              <a:rPr sz="2800" spc="-10" dirty="0">
                <a:latin typeface="Calibri"/>
                <a:cs typeface="Calibri"/>
              </a:rPr>
              <a:t>Vamos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supor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estamos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trabalhando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no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diagnóstico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uma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nova </a:t>
            </a:r>
            <a:r>
              <a:rPr sz="2800" dirty="0">
                <a:latin typeface="Calibri"/>
                <a:cs typeface="Calibri"/>
              </a:rPr>
              <a:t>doença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fizemos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testes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indivíduos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distintos.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190"/>
              </a:lnSpc>
              <a:spcBef>
                <a:spcPts val="625"/>
              </a:spcBef>
              <a:buFont typeface="Arial"/>
              <a:buChar char="•"/>
              <a:tabLst>
                <a:tab pos="241300" algn="l"/>
                <a:tab pos="1129665" algn="l"/>
                <a:tab pos="2908300" algn="l"/>
                <a:tab pos="3403600" algn="l"/>
                <a:tab pos="5163820" algn="l"/>
                <a:tab pos="7176134" algn="l"/>
                <a:tab pos="7894320" algn="l"/>
                <a:tab pos="8425815" algn="l"/>
                <a:tab pos="9354185" algn="l"/>
              </a:tabLst>
            </a:pPr>
            <a:r>
              <a:rPr sz="2800" spc="-20" dirty="0">
                <a:latin typeface="Calibri"/>
                <a:cs typeface="Calibri"/>
              </a:rPr>
              <a:t>Após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coletarmos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resultados,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descobrimos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20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deles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i="1" spc="-10" dirty="0">
                <a:solidFill>
                  <a:srgbClr val="4471C4"/>
                </a:solidFill>
                <a:latin typeface="Calibri"/>
                <a:cs typeface="Calibri"/>
              </a:rPr>
              <a:t>realmente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possuíam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doença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(20%)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80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estavam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saudáveis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(80%).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  <a:tab pos="998855" algn="l"/>
                <a:tab pos="2693035" algn="l"/>
                <a:tab pos="3458845" algn="l"/>
                <a:tab pos="5154930" algn="l"/>
                <a:tab pos="6743065" algn="l"/>
                <a:tab pos="7127240" algn="l"/>
                <a:tab pos="8484235" algn="l"/>
                <a:tab pos="9314815" algn="l"/>
              </a:tabLst>
            </a:pPr>
            <a:r>
              <a:rPr sz="2800" spc="-25" dirty="0">
                <a:latin typeface="Calibri"/>
                <a:cs typeface="Calibri"/>
              </a:rPr>
              <a:t>Dos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indivíduos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realmente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possuíam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doença,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90%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receberam </a:t>
            </a:r>
            <a:r>
              <a:rPr sz="2800" dirty="0">
                <a:latin typeface="Calibri"/>
                <a:cs typeface="Calibri"/>
              </a:rPr>
              <a:t>positivo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doença.</a:t>
            </a:r>
            <a:endParaRPr sz="2800" dirty="0">
              <a:latin typeface="Calibri"/>
              <a:cs typeface="Calibri"/>
            </a:endParaRPr>
          </a:p>
          <a:p>
            <a:pPr marL="241300" marR="8255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1007744" algn="l"/>
                <a:tab pos="1673860" algn="l"/>
                <a:tab pos="2376170" algn="l"/>
                <a:tab pos="3071495" algn="l"/>
                <a:tab pos="4598670" algn="l"/>
                <a:tab pos="4919980" algn="l"/>
                <a:tab pos="6127750" algn="l"/>
                <a:tab pos="7494270" algn="l"/>
                <a:tab pos="9203055" algn="l"/>
                <a:tab pos="10494645" algn="l"/>
              </a:tabLst>
            </a:pPr>
            <a:r>
              <a:rPr sz="2800" spc="-25" dirty="0">
                <a:latin typeface="Calibri"/>
                <a:cs typeface="Calibri"/>
              </a:rPr>
              <a:t>30%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dos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que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não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possuíam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doença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também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receberam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positivo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no </a:t>
            </a:r>
            <a:r>
              <a:rPr sz="2800" spc="-10" dirty="0">
                <a:latin typeface="Calibri"/>
                <a:cs typeface="Calibri"/>
              </a:rPr>
              <a:t>teste.</a:t>
            </a:r>
            <a:endParaRPr sz="2800" dirty="0">
              <a:latin typeface="Calibri"/>
              <a:cs typeface="Calibri"/>
            </a:endParaRPr>
          </a:p>
          <a:p>
            <a:pPr marL="241300" marR="635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Pergunta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indivíduo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realizar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teste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receber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 positivo,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realmente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doença?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diagnóstico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doenças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(solução)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667332"/>
            <a:ext cx="364045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Informações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possuímos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659609"/>
            <a:ext cx="10846435" cy="11747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ts val="258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  <a:tab pos="4824095" algn="l"/>
                <a:tab pos="5990590" algn="l"/>
              </a:tabLst>
            </a:pPr>
            <a:r>
              <a:rPr sz="2400" dirty="0">
                <a:latin typeface="Calibri"/>
                <a:cs typeface="Calibri"/>
              </a:rPr>
              <a:t>Pergunta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probabilistica: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10" dirty="0" err="1">
                <a:latin typeface="Cambria Math"/>
                <a:cs typeface="Cambria Math"/>
              </a:rPr>
              <a:t>doença</a:t>
            </a:r>
            <a:r>
              <a:rPr lang="pt-BR" sz="2400" dirty="0">
                <a:latin typeface="Cambria Math"/>
                <a:cs typeface="Cambria Math"/>
              </a:rPr>
              <a:t>|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lang="pt-BR" sz="2400" dirty="0">
                <a:latin typeface="Cambria Math"/>
                <a:cs typeface="Cambria Math"/>
              </a:rPr>
              <a:t>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indivíduo </a:t>
            </a:r>
            <a:r>
              <a:rPr sz="2400" dirty="0">
                <a:latin typeface="Calibri"/>
                <a:cs typeface="Calibri"/>
              </a:rPr>
              <a:t>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doença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resultado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observado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positivo?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Probabilidades: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727599"/>
              </p:ext>
            </p:extLst>
          </p:nvPr>
        </p:nvGraphicFramePr>
        <p:xfrm>
          <a:off x="3212514" y="3449600"/>
          <a:ext cx="8550860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5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13855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𝑃(+|doença)</a:t>
                      </a:r>
                      <a:r>
                        <a:rPr sz="1800" spc="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0.9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𝑃(+|sem_doença)</a:t>
                      </a:r>
                      <a:r>
                        <a:rPr sz="18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0.3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34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𝑃(doença)</a:t>
                      </a:r>
                      <a:r>
                        <a:rPr sz="18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0.2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31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𝑃(sem_doença)</a:t>
                      </a:r>
                      <a:r>
                        <a:rPr sz="1800" spc="-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0.8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 gridSpan="2">
                  <a:txBody>
                    <a:bodyPr/>
                    <a:lstStyle/>
                    <a:p>
                      <a:pPr marL="419734">
                        <a:lnSpc>
                          <a:spcPct val="100000"/>
                        </a:lnSpc>
                        <a:spcBef>
                          <a:spcPts val="260"/>
                        </a:spcBef>
                        <a:tabLst>
                          <a:tab pos="5487670" algn="l"/>
                          <a:tab pos="7070090" algn="l"/>
                        </a:tabLst>
                      </a:pPr>
                      <a:r>
                        <a:rPr lang="pt-BR" dirty="0"/>
                        <a:t>𝑃(+) = 𝑃(+|doença)𝑃(doença) + 𝑃(+| </a:t>
                      </a:r>
                      <a:r>
                        <a:rPr lang="pt-BR" dirty="0" err="1"/>
                        <a:t>sem_doença</a:t>
                      </a:r>
                      <a:r>
                        <a:rPr lang="pt-BR" dirty="0"/>
                        <a:t>) 𝑃(</a:t>
                      </a:r>
                      <a:r>
                        <a:rPr lang="pt-BR" dirty="0" err="1"/>
                        <a:t>sem_doença</a:t>
                      </a:r>
                      <a:r>
                        <a:rPr lang="pt-BR" dirty="0"/>
                        <a:t>) = 0.42 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16939" y="4734814"/>
            <a:ext cx="41890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teorema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41209" y="4994275"/>
            <a:ext cx="468884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probabilidade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não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doença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mesmo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tendo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seu </a:t>
            </a:r>
            <a:r>
              <a:rPr sz="1600" dirty="0">
                <a:latin typeface="Calibri"/>
                <a:cs typeface="Calibri"/>
              </a:rPr>
              <a:t>teste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positivo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aproximadamente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57%, ou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seja,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probabilidade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falsos</a:t>
            </a:r>
            <a:r>
              <a:rPr sz="1600" b="1" i="1" spc="-2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positivos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alta.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Portanto,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este </a:t>
            </a:r>
            <a:r>
              <a:rPr sz="1600" dirty="0">
                <a:latin typeface="Calibri"/>
                <a:cs typeface="Calibri"/>
              </a:rPr>
              <a:t>não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confiável.</a:t>
            </a:r>
            <a:endParaRPr sz="1600" dirty="0">
              <a:latin typeface="Calibri"/>
              <a:cs typeface="Calibri"/>
            </a:endParaRP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204DAE76-997A-D9DD-9458-20278C8C4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2153"/>
              </p:ext>
            </p:extLst>
          </p:nvPr>
        </p:nvGraphicFramePr>
        <p:xfrm>
          <a:off x="1116900" y="2161682"/>
          <a:ext cx="10230550" cy="4086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15275">
                  <a:extLst>
                    <a:ext uri="{9D8B030D-6E8A-4147-A177-3AD203B41FA5}">
                      <a16:colId xmlns:a16="http://schemas.microsoft.com/office/drawing/2014/main" val="2914980237"/>
                    </a:ext>
                  </a:extLst>
                </a:gridCol>
                <a:gridCol w="5115275">
                  <a:extLst>
                    <a:ext uri="{9D8B030D-6E8A-4147-A177-3AD203B41FA5}">
                      <a16:colId xmlns:a16="http://schemas.microsoft.com/office/drawing/2014/main" val="1348654082"/>
                    </a:ext>
                  </a:extLst>
                </a:gridCol>
              </a:tblGrid>
              <a:tr h="40862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+mn-lt"/>
                          <a:cs typeface="Calibri"/>
                        </a:rPr>
                        <a:t>2</a:t>
                      </a:r>
                      <a:r>
                        <a:rPr lang="pt-BR" sz="1800" spc="-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classes:</a:t>
                      </a:r>
                      <a:r>
                        <a:rPr lang="pt-BR" sz="18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possui</a:t>
                      </a:r>
                      <a:r>
                        <a:rPr lang="pt-BR" sz="1800" spc="-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doença</a:t>
                      </a:r>
                      <a:r>
                        <a:rPr lang="pt-BR" sz="18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e</a:t>
                      </a:r>
                      <a:r>
                        <a:rPr lang="pt-BR" sz="18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não possui</a:t>
                      </a:r>
                      <a:r>
                        <a:rPr lang="pt-BR" sz="1800" spc="-10" dirty="0">
                          <a:latin typeface="+mn-lt"/>
                          <a:cs typeface="Calibri"/>
                        </a:rPr>
                        <a:t> doença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>
                          <a:latin typeface="+mn-lt"/>
                          <a:cs typeface="Calibri"/>
                        </a:rPr>
                        <a:t>1</a:t>
                      </a:r>
                      <a:r>
                        <a:rPr lang="pt-BR" sz="18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atributo: resultado</a:t>
                      </a:r>
                      <a:r>
                        <a:rPr lang="pt-BR" sz="1800" spc="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do</a:t>
                      </a:r>
                      <a:r>
                        <a:rPr lang="pt-BR" sz="1800" spc="1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teste:</a:t>
                      </a:r>
                      <a:r>
                        <a:rPr lang="pt-BR" sz="18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+</a:t>
                      </a:r>
                      <a:r>
                        <a:rPr lang="pt-BR" sz="1800" spc="-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dirty="0">
                          <a:latin typeface="+mn-lt"/>
                          <a:cs typeface="Calibri"/>
                        </a:rPr>
                        <a:t>ou</a:t>
                      </a:r>
                      <a:r>
                        <a:rPr lang="pt-BR" sz="1800" spc="15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pt-BR" sz="1800" spc="-50" dirty="0">
                          <a:latin typeface="+mn-lt"/>
                          <a:cs typeface="Calibri"/>
                        </a:rPr>
                        <a:t>–</a:t>
                      </a:r>
                      <a:endParaRPr lang="pt-BR" sz="1800" dirty="0">
                        <a:latin typeface="+mn-lt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458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8BA2C03-A162-ADC2-8201-8AEB16B422EA}"/>
                  </a:ext>
                </a:extLst>
              </p:cNvPr>
              <p:cNvSpPr txBox="1"/>
              <p:nvPr/>
            </p:nvSpPr>
            <p:spPr>
              <a:xfrm>
                <a:off x="1208778" y="5224773"/>
                <a:ext cx="4903778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doen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ç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|+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+|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doen</m:t>
                              </m:r>
                              <m: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ç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doen</m:t>
                              </m:r>
                              <m: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ç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(+)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429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8BA2C03-A162-ADC2-8201-8AEB16B42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78" y="5224773"/>
                <a:ext cx="4903778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5E7F1806-FFF4-D829-140D-4146EF405F16}"/>
                  </a:ext>
                </a:extLst>
              </p:cNvPr>
              <p:cNvSpPr txBox="1"/>
              <p:nvPr/>
            </p:nvSpPr>
            <p:spPr>
              <a:xfrm>
                <a:off x="1208778" y="6043658"/>
                <a:ext cx="6370527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sem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doen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ç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|+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+|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sem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doen</m:t>
                              </m:r>
                              <m: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ç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sem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doen</m:t>
                              </m:r>
                              <m: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ç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(+)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571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5E7F1806-FFF4-D829-140D-4146EF405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778" y="6043658"/>
                <a:ext cx="6370527" cy="586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Bayes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1793493"/>
            <a:ext cx="10737215" cy="2678938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66700" marR="121920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assumem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estatisticamente independentes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outros.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alteração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influencia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diretamente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altera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qualquer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spcBef>
                <a:spcPts val="73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𝑞</a:t>
            </a:r>
            <a:r>
              <a:rPr sz="3075" spc="434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75" dirty="0">
                <a:latin typeface="Cambria Math"/>
                <a:cs typeface="Cambria Math"/>
              </a:rPr>
              <a:t> </a:t>
            </a:r>
            <a:r>
              <a:rPr sz="2800" dirty="0" err="1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</a:t>
            </a:r>
            <a:r>
              <a:rPr lang="pt-BR" sz="2800" spc="-25" dirty="0">
                <a:latin typeface="Calibri"/>
                <a:cs typeface="Calibri"/>
              </a:rPr>
              <a:t> </a:t>
            </a:r>
            <a:r>
              <a:rPr lang="pt-BR" sz="2800" spc="-10" dirty="0">
                <a:latin typeface="Calibri"/>
                <a:cs typeface="Calibri"/>
              </a:rPr>
              <a:t>reescrita</a:t>
            </a:r>
            <a:r>
              <a:rPr lang="pt-BR" sz="2800" spc="-75" dirty="0">
                <a:latin typeface="Calibri"/>
                <a:cs typeface="Calibri"/>
              </a:rPr>
              <a:t> </a:t>
            </a:r>
            <a:r>
              <a:rPr lang="pt-BR" sz="2800" spc="-20" dirty="0">
                <a:latin typeface="Calibri"/>
                <a:cs typeface="Calibri"/>
              </a:rPr>
              <a:t>como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D546BCF-4122-AD48-2C29-8CD618151C41}"/>
                  </a:ext>
                </a:extLst>
              </p:cNvPr>
              <p:cNvSpPr txBox="1"/>
              <p:nvPr/>
            </p:nvSpPr>
            <p:spPr>
              <a:xfrm>
                <a:off x="3712410" y="4267200"/>
                <a:ext cx="4767181" cy="24374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pt-BR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4D546BCF-4122-AD48-2C29-8CD618151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410" y="4267200"/>
                <a:ext cx="4767181" cy="2437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Bayes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14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independência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critérios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3885413"/>
            <a:ext cx="8091805" cy="206311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Aplicações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típicas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naïve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Bayes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incluem</a:t>
            </a:r>
            <a:endParaRPr sz="28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filtragem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spam,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0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classificação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documento,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sentimentos,</a:t>
            </a:r>
            <a:endParaRPr sz="240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detecção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modulações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digitais,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B5E780D-C6C3-0DBC-6EE6-A585433F597A}"/>
                  </a:ext>
                </a:extLst>
              </p:cNvPr>
              <p:cNvSpPr txBox="1"/>
              <p:nvPr/>
            </p:nvSpPr>
            <p:spPr>
              <a:xfrm>
                <a:off x="2211764" y="2275750"/>
                <a:ext cx="7768473" cy="619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MAP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B5E780D-C6C3-0DBC-6EE6-A585433F5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764" y="2275750"/>
                <a:ext cx="7768473" cy="619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4FF9A50-B125-8184-57FB-2B45972A6999}"/>
                  </a:ext>
                </a:extLst>
              </p:cNvPr>
              <p:cNvSpPr txBox="1"/>
              <p:nvPr/>
            </p:nvSpPr>
            <p:spPr>
              <a:xfrm>
                <a:off x="2766980" y="3149743"/>
                <a:ext cx="6658041" cy="619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ML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,…,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4FF9A50-B125-8184-57FB-2B45972A6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980" y="3149743"/>
                <a:ext cx="6658041" cy="619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4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Bayes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0689590" cy="487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329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Vantagens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implementado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altamente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escalável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Funciona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poucos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dados.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10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Classificação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rápida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aplicações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tempo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real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651510" lvl="1" indent="-228600">
              <a:lnSpc>
                <a:spcPct val="80000"/>
              </a:lnSpc>
              <a:spcBef>
                <a:spcPts val="54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apresentar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desempenho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métodos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classificação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altamente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sofisticados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aplicações.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Desvantagens</a:t>
            </a:r>
            <a:endParaRPr sz="2800" dirty="0">
              <a:latin typeface="Calibri"/>
              <a:cs typeface="Calibri"/>
            </a:endParaRPr>
          </a:p>
          <a:p>
            <a:pPr marL="698500" marR="507365" lvl="1" indent="-228600">
              <a:lnSpc>
                <a:spcPct val="80000"/>
              </a:lnSpc>
              <a:spcBef>
                <a:spcPts val="55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independentes,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é </a:t>
            </a:r>
            <a:r>
              <a:rPr sz="2400" dirty="0">
                <a:latin typeface="Calibri"/>
                <a:cs typeface="Calibri"/>
              </a:rPr>
              <a:t>verdade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prática.</a:t>
            </a:r>
            <a:endParaRPr sz="2400" dirty="0">
              <a:latin typeface="Calibri"/>
              <a:cs typeface="Calibri"/>
            </a:endParaRPr>
          </a:p>
          <a:p>
            <a:pPr marL="698500" marR="888365" lvl="1" indent="-228600">
              <a:lnSpc>
                <a:spcPct val="8000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consegue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condicionais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(i.e., </a:t>
            </a:r>
            <a:r>
              <a:rPr sz="2400" b="1" i="1" dirty="0">
                <a:latin typeface="Calibri"/>
                <a:cs typeface="Calibri"/>
              </a:rPr>
              <a:t>verossimilhanças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driblar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esse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técnica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suavização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Laplace).</a:t>
            </a:r>
            <a:endParaRPr sz="2400" dirty="0">
              <a:latin typeface="Calibri"/>
              <a:cs typeface="Calibri"/>
            </a:endParaRPr>
          </a:p>
          <a:p>
            <a:pPr marL="698500" marR="735965" lvl="1" indent="-228600">
              <a:lnSpc>
                <a:spcPts val="2300"/>
              </a:lnSpc>
              <a:spcBef>
                <a:spcPts val="484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necessário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conheça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condicionais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dos </a:t>
            </a:r>
            <a:r>
              <a:rPr sz="2400" spc="-10" dirty="0">
                <a:latin typeface="Calibri"/>
                <a:cs typeface="Calibri"/>
              </a:rPr>
              <a:t>atributos.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Tipos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classificadores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Bayes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5963" y="1828800"/>
            <a:ext cx="10760075" cy="3885231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92100" marR="55880" indent="-228600">
              <a:lnSpc>
                <a:spcPct val="94600"/>
              </a:lnSpc>
              <a:spcBef>
                <a:spcPts val="275"/>
              </a:spcBef>
              <a:buFont typeface="Arial"/>
              <a:buChar char="•"/>
              <a:tabLst>
                <a:tab pos="292100" algn="l"/>
                <a:tab pos="5248275" algn="l"/>
                <a:tab pos="6256020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prática,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condicionais,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verossimilhanças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50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 classe,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𝑞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𝑥</a:t>
            </a:r>
            <a:r>
              <a:rPr sz="3075" spc="-15" baseline="-16260" dirty="0">
                <a:latin typeface="Cambria Math"/>
                <a:cs typeface="Cambria Math"/>
              </a:rPr>
              <a:t>𝑘</a:t>
            </a:r>
            <a:r>
              <a:rPr sz="2800" spc="-10" dirty="0">
                <a:latin typeface="Cambria Math"/>
                <a:cs typeface="Cambria Math"/>
              </a:rPr>
              <a:t>|𝐶</a:t>
            </a:r>
            <a:r>
              <a:rPr sz="3075" spc="-15" baseline="-16260" dirty="0">
                <a:latin typeface="Cambria Math"/>
                <a:cs typeface="Cambria Math"/>
              </a:rPr>
              <a:t>𝑞</a:t>
            </a:r>
            <a:r>
              <a:rPr lang="pt-BR" sz="3075" spc="-15" dirty="0">
                <a:latin typeface="Cambria Math"/>
                <a:cs typeface="Cambria Math"/>
              </a:rPr>
              <a:t>)</a:t>
            </a:r>
            <a:r>
              <a:rPr sz="2800" spc="-10" dirty="0">
                <a:latin typeface="Cambria Math"/>
                <a:cs typeface="Cambria Math"/>
              </a:rPr>
              <a:t>,</a:t>
            </a:r>
            <a:r>
              <a:rPr sz="2800" spc="-1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∀𝑘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geralmente </a:t>
            </a:r>
            <a:r>
              <a:rPr sz="2800" dirty="0">
                <a:latin typeface="Calibri"/>
                <a:cs typeface="Calibri"/>
              </a:rPr>
              <a:t>modeladas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usando-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distribuição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probabilidade,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distribuições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Gaussiana,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Multinominal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Bernoulli.</a:t>
            </a:r>
            <a:endParaRPr sz="2800" dirty="0">
              <a:latin typeface="Calibri"/>
              <a:cs typeface="Calibri"/>
            </a:endParaRPr>
          </a:p>
          <a:p>
            <a:pPr marL="292100" marR="109220" indent="-228600">
              <a:lnSpc>
                <a:spcPts val="3350"/>
              </a:lnSpc>
              <a:spcBef>
                <a:spcPts val="785"/>
              </a:spcBef>
              <a:buFont typeface="Arial"/>
              <a:buChar char="•"/>
              <a:tabLst>
                <a:tab pos="292100" algn="l"/>
                <a:tab pos="7699375" algn="l"/>
                <a:tab pos="8705215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tem-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tipos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diferentes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suposição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feita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condicional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10" dirty="0">
                <a:latin typeface="Cambria Math"/>
                <a:cs typeface="Cambria Math"/>
              </a:rPr>
              <a:t>𝑥</a:t>
            </a:r>
            <a:r>
              <a:rPr sz="3075" spc="-15" baseline="-16260" dirty="0">
                <a:latin typeface="Cambria Math"/>
                <a:cs typeface="Cambria Math"/>
              </a:rPr>
              <a:t>𝑘</a:t>
            </a:r>
            <a:r>
              <a:rPr sz="2800" spc="-10" dirty="0">
                <a:latin typeface="Cambria Math"/>
                <a:cs typeface="Cambria Math"/>
              </a:rPr>
              <a:t>|𝐶</a:t>
            </a:r>
            <a:r>
              <a:rPr sz="3075" spc="-15" baseline="-16260" dirty="0">
                <a:latin typeface="Cambria Math"/>
                <a:cs typeface="Cambria Math"/>
              </a:rPr>
              <a:t>𝑞</a:t>
            </a:r>
            <a:r>
              <a:rPr lang="pt-BR" sz="3075" spc="-15" dirty="0">
                <a:latin typeface="Cambria Math"/>
                <a:cs typeface="Cambria Math"/>
              </a:rPr>
              <a:t>)</a:t>
            </a:r>
            <a:r>
              <a:rPr sz="2800" spc="-5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749300" lvl="1" indent="-229235">
              <a:lnSpc>
                <a:spcPct val="100000"/>
              </a:lnSpc>
              <a:spcBef>
                <a:spcPts val="250"/>
              </a:spcBef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libri"/>
                <a:cs typeface="Calibri"/>
              </a:rPr>
              <a:t>Classificador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Gaussiano</a:t>
            </a:r>
            <a:endParaRPr sz="2400" dirty="0">
              <a:latin typeface="Calibri"/>
              <a:cs typeface="Calibri"/>
            </a:endParaRPr>
          </a:p>
          <a:p>
            <a:pPr marL="7493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libri"/>
                <a:cs typeface="Calibri"/>
              </a:rPr>
              <a:t>Classificador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Multinomial</a:t>
            </a:r>
            <a:endParaRPr sz="2400" dirty="0">
              <a:latin typeface="Calibri"/>
              <a:cs typeface="Calibri"/>
            </a:endParaRPr>
          </a:p>
          <a:p>
            <a:pPr marL="749300" lvl="1" indent="-229235">
              <a:lnSpc>
                <a:spcPct val="100000"/>
              </a:lnSpc>
              <a:spcBef>
                <a:spcPts val="209"/>
              </a:spcBef>
              <a:buFont typeface="Wingdings"/>
              <a:buChar char=""/>
              <a:tabLst>
                <a:tab pos="749935" algn="l"/>
              </a:tabLst>
            </a:pPr>
            <a:r>
              <a:rPr sz="2400" dirty="0">
                <a:latin typeface="Calibri"/>
                <a:cs typeface="Calibri"/>
              </a:rPr>
              <a:t>Classificador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Bernoulli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Gaussiano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559" y="1609039"/>
            <a:ext cx="10542270" cy="32181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3025"/>
              </a:lnSpc>
              <a:spcBef>
                <a:spcPts val="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Até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agora,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cálculos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são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categóricos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025"/>
              </a:lnSpc>
              <a:spcBef>
                <a:spcPts val="32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variáveis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contínuas</a:t>
            </a:r>
            <a:r>
              <a:rPr sz="2800" spc="-10" dirty="0">
                <a:latin typeface="Calibri"/>
                <a:cs typeface="Calibri"/>
              </a:rPr>
              <a:t>?</a:t>
            </a:r>
            <a:endParaRPr sz="2800" dirty="0">
              <a:latin typeface="Calibri"/>
              <a:cs typeface="Calibri"/>
            </a:endParaRPr>
          </a:p>
          <a:p>
            <a:pPr marL="266700" marR="299085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lidamos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...,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𝐾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apresentam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valores contínuos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suposição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típica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sejam </a:t>
            </a:r>
            <a:r>
              <a:rPr sz="2800" dirty="0">
                <a:latin typeface="Calibri"/>
                <a:cs typeface="Calibri"/>
              </a:rPr>
              <a:t>distribuídos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acordo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distribuição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normal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Gaussiana</a:t>
            </a:r>
            <a:r>
              <a:rPr sz="2800" spc="-10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335"/>
              </a:lnSpc>
              <a:spcBef>
                <a:spcPts val="34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parâmetros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35" dirty="0">
                <a:latin typeface="Calibri"/>
                <a:cs typeface="Calibri"/>
              </a:rPr>
              <a:t> faz-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 err="1">
                <a:latin typeface="Calibri"/>
                <a:cs typeface="Calibri"/>
              </a:rPr>
              <a:t>seguinte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1461115" y="5906737"/>
                <a:ext cx="10122535" cy="90980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79400" indent="-228600">
                  <a:spcBef>
                    <a:spcPts val="100"/>
                  </a:spcBef>
                  <a:buFont typeface="Wingdings"/>
                  <a:buChar char=""/>
                  <a:tabLst>
                    <a:tab pos="279400" algn="l"/>
                    <a:tab pos="4980940" algn="l"/>
                    <a:tab pos="753745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seguida,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calcula-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média,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</m:sub>
                        </m:sSub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, 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variância,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 spc="-2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ar-AE" sz="24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𝜎</m:t>
                        </m:r>
                      </m:e>
                      <m:sub>
                        <m:r>
                          <a:rPr lang="pt-BR" sz="24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𝑥𝑘</m:t>
                        </m:r>
                        <m:r>
                          <a:rPr lang="pt-BR" sz="24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4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pc="-20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</m:sub>
                        </m:sSub>
                      </m:sub>
                      <m:sup>
                        <m:r>
                          <a:rPr lang="pt-BR" sz="2400" b="0" i="1" spc="-2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ar-AE" sz="2625" baseline="28571" dirty="0">
                    <a:latin typeface="Cambria Math"/>
                    <a:cs typeface="Cambria Math"/>
                  </a:rPr>
                  <a:t>	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ar-AE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atributo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 spc="-2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625" i="1" spc="-37" baseline="-15873" dirty="0" smtClean="0">
                        <a:latin typeface="Cambria Math" panose="02040503050406030204" pitchFamily="18" charset="0"/>
                        <a:cs typeface="Cambria Math"/>
                      </a:rPr>
                      <m:t>𝑘</m:t>
                    </m:r>
                  </m:oMath>
                </a14:m>
                <a:r>
                  <a:rPr lang="pt-BR" sz="2625" spc="-37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 relação à classe,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  <a:cs typeface="Calibri"/>
                          </a:rPr>
                          <m:t>𝐶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, a que pertence</a:t>
                </a:r>
                <a:r>
                  <a:rPr lang="pt-BR" sz="2800" spc="-10" dirty="0">
                    <a:latin typeface="Calibri"/>
                    <a:cs typeface="Calibri"/>
                  </a:rPr>
                  <a:t>.</a:t>
                </a:r>
                <a:endParaRPr sz="2625" baseline="-15873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115" y="5906737"/>
                <a:ext cx="10122535" cy="909801"/>
              </a:xfrm>
              <a:prstGeom prst="rect">
                <a:avLst/>
              </a:prstGeom>
              <a:blipFill>
                <a:blip r:embed="rId2"/>
                <a:stretch>
                  <a:fillRect l="-1265" t="-6711" b="-228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A01AC94E-E8AA-5093-6D82-79204B57D110}"/>
              </a:ext>
            </a:extLst>
          </p:cNvPr>
          <p:cNvSpPr txBox="1"/>
          <p:nvPr/>
        </p:nvSpPr>
        <p:spPr>
          <a:xfrm>
            <a:off x="916559" y="4992131"/>
            <a:ext cx="10758280" cy="68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3900" marR="457200" lvl="1" indent="-228600">
              <a:lnSpc>
                <a:spcPts val="2300"/>
              </a:lnSpc>
              <a:spcBef>
                <a:spcPts val="535"/>
              </a:spcBef>
              <a:buFont typeface="Wingdings"/>
              <a:buChar char=""/>
              <a:tabLst>
                <a:tab pos="724535" algn="l"/>
              </a:tabLst>
            </a:pPr>
            <a:r>
              <a:rPr lang="pt-BR" sz="2400" spc="-5" dirty="0">
                <a:latin typeface="Calibri"/>
                <a:cs typeface="Calibri"/>
              </a:rPr>
              <a:t>Primeiro, segmenta-se os atributos, 𝑥</a:t>
            </a:r>
            <a:r>
              <a:rPr lang="pt-BR" sz="2400" spc="-5" baseline="-25000" dirty="0">
                <a:latin typeface="Calibri"/>
                <a:cs typeface="Calibri"/>
              </a:rPr>
              <a:t>1</a:t>
            </a:r>
            <a:r>
              <a:rPr lang="pt-BR" sz="2400" spc="-5" dirty="0">
                <a:latin typeface="Calibri"/>
                <a:cs typeface="Calibri"/>
              </a:rPr>
              <a:t>, ..., 𝑥</a:t>
            </a:r>
            <a:r>
              <a:rPr lang="pt-BR" sz="2400" spc="-5" baseline="-25000" dirty="0">
                <a:latin typeface="Calibri"/>
                <a:cs typeface="Calibri"/>
              </a:rPr>
              <a:t>𝐾</a:t>
            </a:r>
            <a:r>
              <a:rPr lang="pt-BR" sz="2400" spc="-5" dirty="0">
                <a:latin typeface="Calibri"/>
                <a:cs typeface="Calibri"/>
              </a:rPr>
              <a:t>, de acordo com a classe a que pertencem;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Gaussiano</a:t>
            </a:r>
            <a:endParaRPr sz="4400" dirty="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1024382" y="1535048"/>
                <a:ext cx="9587230" cy="1309012"/>
              </a:xfrm>
              <a:prstGeom prst="rect">
                <a:avLst/>
              </a:prstGeom>
            </p:spPr>
            <p:txBody>
              <a:bodyPr vert="horz" wrap="square" lIns="0" tIns="45719" rIns="0" bIns="0" rtlCol="0">
                <a:spAutoFit/>
              </a:bodyPr>
              <a:lstStyle/>
              <a:p>
                <a:pPr marL="292100" marR="43180" indent="-228600">
                  <a:lnSpc>
                    <a:spcPts val="3170"/>
                  </a:lnSpc>
                  <a:spcBef>
                    <a:spcPts val="359"/>
                  </a:spcBef>
                  <a:buFont typeface="Arial"/>
                  <a:buChar char="•"/>
                  <a:tabLst>
                    <a:tab pos="292100" algn="l"/>
                    <a:tab pos="5763895" algn="l"/>
                    <a:tab pos="6851650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Assim,</a:t>
                </a:r>
                <a:r>
                  <a:rPr sz="2800" spc="-3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probabilidade</a:t>
                </a:r>
                <a:r>
                  <a:rPr sz="2800" spc="-20" dirty="0">
                    <a:latin typeface="Calibri"/>
                    <a:cs typeface="Calibri"/>
                  </a:rPr>
                  <a:t> </a:t>
                </a:r>
                <a:r>
                  <a:rPr sz="2800" spc="-10" dirty="0" err="1">
                    <a:latin typeface="Calibri"/>
                    <a:cs typeface="Calibri"/>
                  </a:rPr>
                  <a:t>condicional</a:t>
                </a:r>
                <a:r>
                  <a:rPr sz="2800" spc="-95" dirty="0">
                    <a:latin typeface="Calibri"/>
                    <a:cs typeface="Calibri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𝑃</a:t>
                </a:r>
                <a:r>
                  <a:rPr lang="pt-BR" sz="2800" spc="-50" dirty="0">
                    <a:latin typeface="Cambria Math"/>
                    <a:cs typeface="Cambria Math"/>
                  </a:rPr>
                  <a:t>(</a:t>
                </a:r>
                <a:r>
                  <a:rPr sz="2800" spc="-10" dirty="0">
                    <a:latin typeface="Cambria Math"/>
                    <a:cs typeface="Cambria Math"/>
                  </a:rPr>
                  <a:t>𝑥</a:t>
                </a:r>
                <a:r>
                  <a:rPr sz="3075" spc="-15" baseline="-16260" dirty="0">
                    <a:latin typeface="Cambria Math"/>
                    <a:cs typeface="Cambria Math"/>
                  </a:rPr>
                  <a:t>𝑘</a:t>
                </a:r>
                <a:r>
                  <a:rPr sz="2800" spc="-10" dirty="0">
                    <a:latin typeface="Cambria Math"/>
                    <a:cs typeface="Cambria Math"/>
                  </a:rPr>
                  <a:t>|𝐶</a:t>
                </a:r>
                <a:r>
                  <a:rPr sz="3075" spc="-15" baseline="-16260" dirty="0">
                    <a:latin typeface="Cambria Math"/>
                    <a:cs typeface="Cambria Math"/>
                  </a:rPr>
                  <a:t>𝑞</a:t>
                </a:r>
                <a:r>
                  <a:rPr lang="pt-BR" sz="3075" spc="-15" dirty="0">
                    <a:latin typeface="Cambria Math"/>
                    <a:cs typeface="Cambria Math"/>
                  </a:rPr>
                  <a:t>)</a:t>
                </a:r>
                <a:r>
                  <a:rPr sz="3075" baseline="-16260" dirty="0">
                    <a:latin typeface="Cambria Math"/>
                    <a:cs typeface="Cambria Math"/>
                  </a:rPr>
                  <a:t>	</a:t>
                </a:r>
                <a:r>
                  <a:rPr sz="2800" dirty="0">
                    <a:latin typeface="Calibri"/>
                    <a:cs typeface="Calibri"/>
                  </a:rPr>
                  <a:t>pode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ser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calculada </a:t>
                </a:r>
                <a:r>
                  <a:rPr sz="2800" spc="-25" dirty="0">
                    <a:latin typeface="Calibri"/>
                    <a:cs typeface="Calibri"/>
                  </a:rPr>
                  <a:t>inserindo-</a:t>
                </a:r>
                <a:r>
                  <a:rPr sz="2800" dirty="0">
                    <a:latin typeface="Calibri"/>
                    <a:cs typeface="Calibri"/>
                  </a:rPr>
                  <a:t>se</a:t>
                </a:r>
                <a:r>
                  <a:rPr sz="2800" spc="1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o</a:t>
                </a:r>
                <a:r>
                  <a:rPr sz="2800" spc="-4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valor</a:t>
                </a:r>
                <a:r>
                  <a:rPr sz="2800" spc="-4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</a:t>
                </a:r>
                <a:r>
                  <a:rPr sz="2800" spc="-2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𝑥</a:t>
                </a:r>
                <a:r>
                  <a:rPr sz="3075" baseline="-16260" dirty="0">
                    <a:latin typeface="Cambria Math"/>
                    <a:cs typeface="Cambria Math"/>
                  </a:rPr>
                  <a:t>𝑘</a:t>
                </a:r>
                <a:r>
                  <a:rPr sz="3075" spc="465" baseline="-16260" dirty="0">
                    <a:latin typeface="Cambria Math"/>
                    <a:cs typeface="Cambria Math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na</a:t>
                </a:r>
                <a:r>
                  <a:rPr sz="2800" spc="-2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equação</a:t>
                </a:r>
                <a:r>
                  <a:rPr sz="2800" spc="-3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da</a:t>
                </a:r>
                <a:r>
                  <a:rPr sz="2800" spc="-15" dirty="0">
                    <a:latin typeface="Calibri"/>
                    <a:cs typeface="Calibri"/>
                  </a:rPr>
                  <a:t> </a:t>
                </a:r>
                <a:r>
                  <a:rPr sz="2800" b="1" i="1" spc="-10" dirty="0" err="1">
                    <a:latin typeface="Calibri"/>
                    <a:cs typeface="Calibri"/>
                  </a:rPr>
                  <a:t>distribuição</a:t>
                </a:r>
                <a:r>
                  <a:rPr sz="2800" b="1" i="1" spc="-20" dirty="0"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latin typeface="Calibri"/>
                    <a:cs typeface="Calibri"/>
                  </a:rPr>
                  <a:t>Normal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 parametrizada</a:t>
                </a:r>
                <a:r>
                  <a:rPr lang="pt-BR" sz="2800" b="1" i="1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pc="-7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r>
                          <a:rPr lang="pt-BR" sz="2800" b="0" i="1" spc="-70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pc="-70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</m:sub>
                        </m:sSub>
                      </m:sub>
                    </m:sSub>
                    <m:r>
                      <a:rPr lang="pt-BR" sz="2800" b="0" i="0" spc="-7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80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8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pt-BR" sz="28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r>
                          <a:rPr lang="pt-BR" sz="28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pc="-15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</m:sub>
                        </m:sSub>
                      </m:sub>
                      <m:sup>
                        <m:r>
                          <a:rPr lang="pt-BR" sz="28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sz="3075" dirty="0">
                    <a:latin typeface="Cambria Math"/>
                    <a:cs typeface="Cambria Math"/>
                  </a:rPr>
                  <a:t>.</a:t>
                </a:r>
                <a:r>
                  <a:rPr lang="pt-BR" sz="3075" baseline="29810" dirty="0">
                    <a:latin typeface="Cambria Math"/>
                    <a:cs typeface="Cambria Math"/>
                  </a:rPr>
                  <a:t>	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82" y="1535048"/>
                <a:ext cx="9587230" cy="1309012"/>
              </a:xfrm>
              <a:prstGeom prst="rect">
                <a:avLst/>
              </a:prstGeom>
              <a:blipFill>
                <a:blip r:embed="rId2"/>
                <a:stretch>
                  <a:fillRect l="-1462" t="-11163" r="-2352" b="-102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 txBox="1"/>
          <p:nvPr/>
        </p:nvSpPr>
        <p:spPr>
          <a:xfrm>
            <a:off x="916939" y="4414882"/>
            <a:ext cx="10676890" cy="193293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OBS</a:t>
            </a:r>
            <a:r>
              <a:rPr sz="2800" spc="-10" dirty="0">
                <a:latin typeface="Calibri"/>
                <a:cs typeface="Calibri"/>
              </a:rPr>
              <a:t>.: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2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Além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suposição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independência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suposição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forte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pois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atributos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seguem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distribuição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normal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391160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Embora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verdade,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supondo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distribuição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torna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cálculos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fáceis.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00CD9CED-B2B5-F92F-C9E7-950128C10C90}"/>
                  </a:ext>
                </a:extLst>
              </p:cNvPr>
              <p:cNvSpPr txBox="1"/>
              <p:nvPr/>
            </p:nvSpPr>
            <p:spPr>
              <a:xfrm>
                <a:off x="3093031" y="2937554"/>
                <a:ext cx="5981894" cy="15186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00CD9CED-B2B5-F92F-C9E7-950128C1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031" y="2937554"/>
                <a:ext cx="5981894" cy="15186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411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Probabilidade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prática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esportes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94789"/>
            <a:ext cx="10220325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Nesse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vamos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classficador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Naïve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Bayes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Gaussiano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probabilidade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dos </a:t>
            </a:r>
            <a:r>
              <a:rPr sz="2000" dirty="0">
                <a:latin typeface="Calibri"/>
                <a:cs typeface="Calibri"/>
              </a:rPr>
              <a:t>jogadores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jogarem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condições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climáticas.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Baseado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abaixo,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probabilidade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jogadores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jogarem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temperatura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25 </a:t>
            </a:r>
            <a:r>
              <a:rPr sz="2000" dirty="0">
                <a:latin typeface="Cambria Math"/>
                <a:cs typeface="Cambria Math"/>
              </a:rPr>
              <a:t>°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humidade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62%?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68635" y="2488882"/>
          <a:ext cx="4305300" cy="4173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2400" b="1" spc="-44" baseline="1736" dirty="0">
                          <a:latin typeface="Calibri"/>
                          <a:cs typeface="Calibri"/>
                        </a:rPr>
                        <a:t>Temperatura</a:t>
                      </a:r>
                      <a:r>
                        <a:rPr sz="2400" b="1" spc="7" baseline="1736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30" baseline="1736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°</a:t>
                      </a:r>
                      <a:r>
                        <a:rPr sz="2400" b="1" spc="-30" baseline="1736" dirty="0">
                          <a:latin typeface="Calibri"/>
                          <a:cs typeface="Calibri"/>
                        </a:rPr>
                        <a:t>C]</a:t>
                      </a:r>
                      <a:endParaRPr sz="2400" baseline="1736">
                        <a:latin typeface="Calibri"/>
                        <a:cs typeface="Calibri"/>
                      </a:endParaRPr>
                    </a:p>
                  </a:txBody>
                  <a:tcPr marL="0" marR="0" marT="279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Humidade</a:t>
                      </a:r>
                      <a:r>
                        <a:rPr sz="16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[%]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Jogar?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29.44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85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Não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26.67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Não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28.33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86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21.11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20.00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18.33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70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Não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17.78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65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22.22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Não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20.56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70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23.89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80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23.89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70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22.22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27.22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75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Sim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21.67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91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Não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411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Probabilidade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prática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esportes</a:t>
            </a:r>
            <a:endParaRPr sz="4400">
              <a:latin typeface="Calibri Light"/>
              <a:cs typeface="Calibr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57379"/>
              </p:ext>
            </p:extLst>
          </p:nvPr>
        </p:nvGraphicFramePr>
        <p:xfrm>
          <a:off x="1464627" y="2253043"/>
          <a:ext cx="3023235" cy="1560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 gridSpan="2"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700" b="1" spc="-37" baseline="1543" dirty="0">
                          <a:latin typeface="Calibri"/>
                          <a:cs typeface="Calibri"/>
                        </a:rPr>
                        <a:t>Temperatura</a:t>
                      </a:r>
                      <a:r>
                        <a:rPr sz="2700" b="1" spc="-60" baseline="1543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700" b="1" spc="-30" baseline="1543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1800" spc="-20" dirty="0">
                          <a:latin typeface="Cambria Math"/>
                          <a:cs typeface="Cambria Math"/>
                        </a:rPr>
                        <a:t>°</a:t>
                      </a:r>
                      <a:r>
                        <a:rPr sz="2700" b="1" spc="-30" baseline="1543" dirty="0">
                          <a:latin typeface="Calibri"/>
                          <a:cs typeface="Calibri"/>
                        </a:rPr>
                        <a:t>C]</a:t>
                      </a:r>
                      <a:endParaRPr sz="2700" baseline="1543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E[temp.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jogar=sim]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22.78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std(temp.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jogar=sim)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3.42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E[temp.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jogar=não]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23.67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std(temp.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jogar=não)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4.39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797347"/>
              </p:ext>
            </p:extLst>
          </p:nvPr>
        </p:nvGraphicFramePr>
        <p:xfrm>
          <a:off x="5100637" y="2253043"/>
          <a:ext cx="3034664" cy="1560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 gridSpan="2">
                  <a:txBody>
                    <a:bodyPr/>
                    <a:lstStyle/>
                    <a:p>
                      <a:pPr marL="84328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Humidade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[%]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E[hum.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jogar=sim]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79.11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std(hum.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jogar=sim)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10.22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E[hum.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jogar=não]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86.20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std(hum.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|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jogar=não)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9.73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1522298"/>
            <a:ext cx="100272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Primeiro,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precisamos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calcular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média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variância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atributo,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seja,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temperatura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humidade.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560094"/>
              </p:ext>
            </p:extLst>
          </p:nvPr>
        </p:nvGraphicFramePr>
        <p:xfrm>
          <a:off x="8747442" y="2253043"/>
          <a:ext cx="2067560" cy="62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6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(jogar=sim)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9/14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29209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i="1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(jogar=não)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5/14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16939" y="5298185"/>
            <a:ext cx="1052004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Agora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calculamos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probabilidades:</a:t>
            </a:r>
            <a:endParaRPr sz="18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(jogar=sim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temp.=25,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hum.=62)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(temp.=25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jogar=sim)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(hum.=62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jogar=sim)</a:t>
            </a: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(jogar=sim)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5.83e-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 dirty="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(jogar=não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temp.=25,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hum.=62)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(temp.=25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jogar=não)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(hum.=62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|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jogar=não)</a:t>
            </a:r>
            <a:r>
              <a:rPr sz="1800" i="1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(jogar=não)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5.78e-</a:t>
            </a:r>
            <a:r>
              <a:rPr sz="1800" spc="-50" dirty="0">
                <a:latin typeface="Calibri"/>
                <a:cs typeface="Calibri"/>
              </a:rPr>
              <a:t>5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Calibri"/>
              <a:cs typeface="Calibri"/>
            </a:endParaRPr>
          </a:p>
          <a:p>
            <a:pPr marL="299085" algn="ctr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Portanto,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probabilidade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é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maior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para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caso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deles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jogarem.</a:t>
            </a:r>
            <a:endParaRPr sz="1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C6BEE313-21F0-2F8D-4384-1049936438BA}"/>
                  </a:ext>
                </a:extLst>
              </p:cNvPr>
              <p:cNvSpPr txBox="1"/>
              <p:nvPr/>
            </p:nvSpPr>
            <p:spPr>
              <a:xfrm>
                <a:off x="8445733" y="3077289"/>
                <a:ext cx="2912913" cy="867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C6BEE313-21F0-2F8D-4384-104993643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5733" y="3077289"/>
                <a:ext cx="2912913" cy="8677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8B933A12-BCF9-EACA-14A0-ADA638F38FE5}"/>
                  </a:ext>
                </a:extLst>
              </p:cNvPr>
              <p:cNvSpPr txBox="1"/>
              <p:nvPr/>
            </p:nvSpPr>
            <p:spPr>
              <a:xfrm>
                <a:off x="76200" y="4004543"/>
                <a:ext cx="5885073" cy="54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temp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.=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jogar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sim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42</m:t>
                        </m:r>
                        <m:rad>
                          <m:radPr>
                            <m:deg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78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42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0944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8B933A12-BCF9-EACA-14A0-ADA638F38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4004543"/>
                <a:ext cx="5885073" cy="545727"/>
              </a:xfrm>
              <a:prstGeom prst="rect">
                <a:avLst/>
              </a:prstGeom>
              <a:blipFill>
                <a:blip r:embed="rId3"/>
                <a:stretch>
                  <a:fillRect b="-11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57D0AD0-C6A4-15A3-9476-F832E01D7C7D}"/>
                  </a:ext>
                </a:extLst>
              </p:cNvPr>
              <p:cNvSpPr txBox="1"/>
              <p:nvPr/>
            </p:nvSpPr>
            <p:spPr>
              <a:xfrm>
                <a:off x="76200" y="4633267"/>
                <a:ext cx="5886676" cy="54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temp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.=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jogar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39</m:t>
                        </m:r>
                        <m:rad>
                          <m:radPr>
                            <m:deg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39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0869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57D0AD0-C6A4-15A3-9476-F832E01D7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4633267"/>
                <a:ext cx="5886676" cy="5457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17BD0D58-4C1D-5659-6ABC-8A6186363BE9}"/>
                  </a:ext>
                </a:extLst>
              </p:cNvPr>
              <p:cNvSpPr txBox="1"/>
              <p:nvPr/>
            </p:nvSpPr>
            <p:spPr>
              <a:xfrm>
                <a:off x="6289599" y="4004543"/>
                <a:ext cx="5918736" cy="54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hum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.=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jogar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sim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22</m:t>
                        </m:r>
                        <m:rad>
                          <m:radPr>
                            <m:deg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62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79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0096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17BD0D58-4C1D-5659-6ABC-8A6186363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599" y="4004543"/>
                <a:ext cx="5918736" cy="545727"/>
              </a:xfrm>
              <a:prstGeom prst="rect">
                <a:avLst/>
              </a:prstGeom>
              <a:blipFill>
                <a:blip r:embed="rId5"/>
                <a:stretch>
                  <a:fillRect b="-11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4919BFD-4FDD-7DB2-61C2-4874147F55E9}"/>
                  </a:ext>
                </a:extLst>
              </p:cNvPr>
              <p:cNvSpPr txBox="1"/>
              <p:nvPr/>
            </p:nvSpPr>
            <p:spPr>
              <a:xfrm>
                <a:off x="6289599" y="4633267"/>
                <a:ext cx="5740802" cy="5457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hum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.=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jogar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ã</m:t>
                        </m:r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73</m:t>
                        </m:r>
                        <m:rad>
                          <m:radPr>
                            <m:deg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62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86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73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0019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24919BFD-4FDD-7DB2-61C2-4874147F5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599" y="4633267"/>
                <a:ext cx="5740802" cy="5457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Detecção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símbolos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BPSK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em </a:t>
            </a:r>
            <a:r>
              <a:rPr sz="4400" b="0" dirty="0">
                <a:latin typeface="Calibri Light"/>
                <a:cs typeface="Calibri Light"/>
              </a:rPr>
              <a:t>canais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spc="-20" dirty="0">
                <a:latin typeface="Calibri Light"/>
                <a:cs typeface="Calibri Light"/>
              </a:rPr>
              <a:t>AWGN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904239" y="1681048"/>
                <a:ext cx="10868660" cy="1779905"/>
              </a:xfrm>
              <a:prstGeom prst="rect">
                <a:avLst/>
              </a:prstGeom>
            </p:spPr>
            <p:txBody>
              <a:bodyPr vert="horz" wrap="square" lIns="0" tIns="104775" rIns="0" bIns="0" rtlCol="0">
                <a:spAutoFit/>
              </a:bodyPr>
              <a:lstStyle/>
              <a:p>
                <a:pPr marL="254000" marR="577850" indent="-228600">
                  <a:lnSpc>
                    <a:spcPct val="70000"/>
                  </a:lnSpc>
                  <a:spcBef>
                    <a:spcPts val="825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Imagine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codificador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converte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8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𝑚</a:t>
                </a:r>
                <a:r>
                  <a:rPr lang="pt-BR" sz="2000" dirty="0">
                    <a:latin typeface="Calibri"/>
                    <a:cs typeface="Calibri"/>
                  </a:rPr>
                  <a:t>-ésimo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bit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mensagem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composta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por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0s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1s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nos </a:t>
                </a:r>
                <a:r>
                  <a:rPr lang="pt-BR" sz="2000" dirty="0">
                    <a:latin typeface="Calibri"/>
                    <a:cs typeface="Calibri"/>
                  </a:rPr>
                  <a:t>símbolos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𝑠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0</a:t>
                </a:r>
                <a:r>
                  <a:rPr lang="pt-BR" sz="2175" spc="277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=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-</a:t>
                </a:r>
                <a:r>
                  <a:rPr lang="pt-BR" sz="2000" dirty="0">
                    <a:latin typeface="Calibri"/>
                    <a:cs typeface="Calibri"/>
                  </a:rPr>
                  <a:t>1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</a:t>
                </a:r>
                <a:r>
                  <a:rPr lang="pt-BR" sz="2000" spc="4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𝑠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1</a:t>
                </a:r>
                <a:r>
                  <a:rPr lang="pt-BR" sz="2175" spc="292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=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1,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𝑚</a:t>
                </a:r>
                <a:r>
                  <a:rPr lang="pt-BR" sz="2000" spc="13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10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0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1,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respectivamente.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54000" indent="-228600">
                  <a:lnSpc>
                    <a:spcPct val="100000"/>
                  </a:lnSpc>
                  <a:spcBef>
                    <a:spcPts val="280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Em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seguida,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os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símbolos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codificados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passam por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canal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AWGN</a:t>
                </a:r>
                <a:r>
                  <a:rPr lang="pt-BR" sz="2000" spc="-9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cuja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saída</a:t>
                </a:r>
                <a:r>
                  <a:rPr lang="pt-BR" sz="2000" spc="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é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dada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por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46990" algn="ctr">
                  <a:lnSpc>
                    <a:spcPct val="100000"/>
                  </a:lnSpc>
                  <a:spcBef>
                    <a:spcPts val="28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dirty="0" smtClean="0">
                          <a:latin typeface="Cambria Math" panose="02040503050406030204" pitchFamily="18" charset="0"/>
                          <a:cs typeface="Cambria Math"/>
                        </a:rPr>
                        <m:t>𝑦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𝑠</m:t>
                      </m:r>
                      <m:r>
                        <a:rPr lang="pt-BR" sz="2175" i="1" baseline="-15325" dirty="0">
                          <a:latin typeface="Cambria Math" panose="02040503050406030204" pitchFamily="18" charset="0"/>
                          <a:cs typeface="Cambria Math"/>
                        </a:rPr>
                        <m:t>𝑚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𝑤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libri"/>
                        </a:rPr>
                        <m:t>,</m:t>
                      </m:r>
                      <m:r>
                        <a:rPr lang="pt-BR" sz="2000" i="1" spc="15" dirty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sz="2000" i="0" dirty="0">
                          <a:latin typeface="Cambria Math" panose="02040503050406030204" pitchFamily="18" charset="0"/>
                          <a:cs typeface="Calibri"/>
                        </a:rPr>
                        <m:t>onde</m:t>
                      </m:r>
                      <m:r>
                        <a:rPr lang="pt-BR" sz="2000" i="1" spc="-10" dirty="0">
                          <a:latin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𝑤</m:t>
                      </m:r>
                      <m:r>
                        <a:rPr lang="pt-BR" sz="2000" i="1" spc="7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~ 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𝑁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0</m:t>
                      </m:r>
                      <m:r>
                        <a:rPr lang="pt-BR" sz="2000" i="1" dirty="0">
                          <a:latin typeface="Cambria Math" panose="02040503050406030204" pitchFamily="18" charset="0"/>
                          <a:cs typeface="Cambria Math"/>
                        </a:rPr>
                        <m:t>, </m:t>
                      </m:r>
                      <m:r>
                        <a:rPr lang="pt-BR" sz="2000" i="1" spc="35" dirty="0">
                          <a:latin typeface="Cambria Math" panose="02040503050406030204" pitchFamily="18" charset="0"/>
                          <a:cs typeface="Cambria Math"/>
                        </a:rPr>
                        <m:t>𝜎</m:t>
                      </m:r>
                      <m:r>
                        <a:rPr lang="pt-BR" sz="2175" i="1" spc="52" baseline="28735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000" i="1" spc="35" dirty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000" i="1" spc="35" dirty="0">
                          <a:latin typeface="Cambria Math" panose="02040503050406030204" pitchFamily="18" charset="0"/>
                          <a:cs typeface="Calibri"/>
                        </a:rPr>
                        <m:t>.</m:t>
                      </m:r>
                    </m:oMath>
                  </m:oMathPara>
                </a14:m>
                <a:endParaRPr lang="pt-BR" sz="2000" dirty="0">
                  <a:latin typeface="Calibri"/>
                  <a:cs typeface="Calibri"/>
                </a:endParaRPr>
              </a:p>
              <a:p>
                <a:pPr marL="254000" indent="-228600">
                  <a:lnSpc>
                    <a:spcPts val="2039"/>
                  </a:lnSpc>
                  <a:spcBef>
                    <a:spcPts val="280"/>
                  </a:spcBef>
                  <a:buFont typeface="Arial"/>
                  <a:buChar char="•"/>
                  <a:tabLst>
                    <a:tab pos="253365" algn="l"/>
                    <a:tab pos="254000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Finalmente,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detector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tem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tarefa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recuperar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os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bits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transmitidos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tal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forma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probabilidade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54000">
                  <a:lnSpc>
                    <a:spcPts val="2039"/>
                  </a:lnSpc>
                </a:pP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7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erro,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spc="-55" dirty="0">
                    <a:latin typeface="Cambria Math"/>
                    <a:cs typeface="Cambria Math"/>
                  </a:rPr>
                  <a:t>𝑃</a:t>
                </a:r>
                <a:r>
                  <a:rPr lang="pt-BR" sz="2175" spc="-82" baseline="-15325" dirty="0">
                    <a:latin typeface="Cambria Math"/>
                    <a:cs typeface="Cambria Math"/>
                  </a:rPr>
                  <a:t>𝑒</a:t>
                </a:r>
                <a:r>
                  <a:rPr lang="pt-BR" sz="2175" spc="442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80" dirty="0">
                    <a:latin typeface="Cambria Math"/>
                    <a:cs typeface="Cambria Math"/>
                  </a:rPr>
                  <a:t> </a:t>
                </a:r>
                <a:r>
                  <a:rPr lang="pt-BR" sz="2000" spc="-35" dirty="0">
                    <a:latin typeface="Cambria Math"/>
                    <a:cs typeface="Cambria Math"/>
                  </a:rPr>
                  <a:t>𝑃</a:t>
                </a:r>
                <a:r>
                  <a:rPr lang="pt-BR" sz="2000" spc="-75" dirty="0">
                    <a:latin typeface="Cambria Math"/>
                    <a:cs typeface="Cambria Math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000" b="0" i="1" spc="-7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000" b="0" i="1" spc="-75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</m:acc>
                  </m:oMath>
                </a14:m>
                <a:r>
                  <a:rPr lang="pt-BR" sz="2000" spc="28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≠</a:t>
                </a:r>
                <a:r>
                  <a:rPr lang="pt-BR" sz="2000" spc="8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𝑚)</a:t>
                </a:r>
                <a:r>
                  <a:rPr lang="pt-BR" sz="2000" dirty="0">
                    <a:latin typeface="Calibri"/>
                    <a:cs typeface="Calibri"/>
                  </a:rPr>
                  <a:t>,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seja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minimizada.</a:t>
                </a:r>
                <a:endParaRPr sz="20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39" y="1681048"/>
                <a:ext cx="10868660" cy="1779905"/>
              </a:xfrm>
              <a:prstGeom prst="rect">
                <a:avLst/>
              </a:prstGeom>
              <a:blipFill>
                <a:blip r:embed="rId2"/>
                <a:stretch>
                  <a:fillRect l="-1122" t="-3767" r="-1122" b="-54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4704334" y="3663340"/>
            <a:ext cx="1073785" cy="5473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5557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225"/>
              </a:spcBef>
            </a:pPr>
            <a:r>
              <a:rPr sz="1400" spc="-10" dirty="0">
                <a:latin typeface="Calibri"/>
                <a:cs typeface="Calibri"/>
              </a:rPr>
              <a:t>Codificador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97502" y="3898646"/>
            <a:ext cx="307340" cy="76200"/>
          </a:xfrm>
          <a:custGeom>
            <a:avLst/>
            <a:gdLst/>
            <a:ahLst/>
            <a:cxnLst/>
            <a:rect l="l" t="t" r="r" b="b"/>
            <a:pathLst>
              <a:path w="307339" h="76200">
                <a:moveTo>
                  <a:pt x="230632" y="0"/>
                </a:moveTo>
                <a:lnTo>
                  <a:pt x="230632" y="76199"/>
                </a:lnTo>
                <a:lnTo>
                  <a:pt x="300482" y="41274"/>
                </a:lnTo>
                <a:lnTo>
                  <a:pt x="243332" y="41274"/>
                </a:lnTo>
                <a:lnTo>
                  <a:pt x="243332" y="34924"/>
                </a:lnTo>
                <a:lnTo>
                  <a:pt x="300482" y="34924"/>
                </a:lnTo>
                <a:lnTo>
                  <a:pt x="230632" y="0"/>
                </a:lnTo>
                <a:close/>
              </a:path>
              <a:path w="307339" h="76200">
                <a:moveTo>
                  <a:pt x="230632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230632" y="41274"/>
                </a:lnTo>
                <a:lnTo>
                  <a:pt x="230632" y="34924"/>
                </a:lnTo>
                <a:close/>
              </a:path>
              <a:path w="307339" h="76200">
                <a:moveTo>
                  <a:pt x="300482" y="34924"/>
                </a:moveTo>
                <a:lnTo>
                  <a:pt x="243332" y="34924"/>
                </a:lnTo>
                <a:lnTo>
                  <a:pt x="243332" y="41274"/>
                </a:lnTo>
                <a:lnTo>
                  <a:pt x="300482" y="41274"/>
                </a:lnTo>
                <a:lnTo>
                  <a:pt x="306832" y="38099"/>
                </a:lnTo>
                <a:lnTo>
                  <a:pt x="300482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77991" y="3898646"/>
            <a:ext cx="307340" cy="76200"/>
          </a:xfrm>
          <a:custGeom>
            <a:avLst/>
            <a:gdLst/>
            <a:ahLst/>
            <a:cxnLst/>
            <a:rect l="l" t="t" r="r" b="b"/>
            <a:pathLst>
              <a:path w="307339" h="76200">
                <a:moveTo>
                  <a:pt x="230632" y="0"/>
                </a:moveTo>
                <a:lnTo>
                  <a:pt x="230632" y="76199"/>
                </a:lnTo>
                <a:lnTo>
                  <a:pt x="300482" y="41274"/>
                </a:lnTo>
                <a:lnTo>
                  <a:pt x="243332" y="41274"/>
                </a:lnTo>
                <a:lnTo>
                  <a:pt x="243332" y="34924"/>
                </a:lnTo>
                <a:lnTo>
                  <a:pt x="300482" y="34924"/>
                </a:lnTo>
                <a:lnTo>
                  <a:pt x="230632" y="0"/>
                </a:lnTo>
                <a:close/>
              </a:path>
              <a:path w="307339" h="76200">
                <a:moveTo>
                  <a:pt x="230632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230632" y="41274"/>
                </a:lnTo>
                <a:lnTo>
                  <a:pt x="230632" y="34924"/>
                </a:lnTo>
                <a:close/>
              </a:path>
              <a:path w="307339" h="76200">
                <a:moveTo>
                  <a:pt x="300482" y="34924"/>
                </a:moveTo>
                <a:lnTo>
                  <a:pt x="243332" y="34924"/>
                </a:lnTo>
                <a:lnTo>
                  <a:pt x="243332" y="41274"/>
                </a:lnTo>
                <a:lnTo>
                  <a:pt x="300482" y="41274"/>
                </a:lnTo>
                <a:lnTo>
                  <a:pt x="306832" y="38099"/>
                </a:lnTo>
                <a:lnTo>
                  <a:pt x="300482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92571" y="3663340"/>
            <a:ext cx="1073785" cy="5473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370"/>
              </a:lnSpc>
            </a:pPr>
            <a:r>
              <a:rPr sz="1200" spc="-20" dirty="0">
                <a:latin typeface="Calibri"/>
                <a:cs typeface="Calibri"/>
              </a:rPr>
              <a:t>Canal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200" spc="-20" dirty="0">
                <a:latin typeface="Calibri"/>
                <a:cs typeface="Calibri"/>
              </a:rPr>
              <a:t>AWGN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200" dirty="0">
                <a:latin typeface="Cambria Math"/>
                <a:cs typeface="Cambria Math"/>
              </a:rPr>
              <a:t>𝑁(0,</a:t>
            </a:r>
            <a:r>
              <a:rPr sz="1200" spc="-35" dirty="0">
                <a:latin typeface="Cambria Math"/>
                <a:cs typeface="Cambria Math"/>
              </a:rPr>
              <a:t> </a:t>
            </a:r>
            <a:r>
              <a:rPr sz="1200" spc="25" dirty="0">
                <a:latin typeface="Cambria Math"/>
                <a:cs typeface="Cambria Math"/>
              </a:rPr>
              <a:t>𝜎</a:t>
            </a:r>
            <a:r>
              <a:rPr sz="1275" spc="37" baseline="29411" dirty="0">
                <a:latin typeface="Cambria Math"/>
                <a:cs typeface="Cambria Math"/>
              </a:rPr>
              <a:t>2</a:t>
            </a:r>
            <a:r>
              <a:rPr sz="1200" spc="25" dirty="0">
                <a:latin typeface="Cambria Math"/>
                <a:cs typeface="Cambria Math"/>
              </a:rPr>
              <a:t>)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0934" y="3663340"/>
            <a:ext cx="1073785" cy="5473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15557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225"/>
              </a:spcBef>
            </a:pPr>
            <a:r>
              <a:rPr sz="1400" spc="-10" dirty="0">
                <a:latin typeface="Calibri"/>
                <a:cs typeface="Calibri"/>
              </a:rPr>
              <a:t>Detector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66356" y="3898646"/>
            <a:ext cx="307340" cy="76200"/>
          </a:xfrm>
          <a:custGeom>
            <a:avLst/>
            <a:gdLst/>
            <a:ahLst/>
            <a:cxnLst/>
            <a:rect l="l" t="t" r="r" b="b"/>
            <a:pathLst>
              <a:path w="307340" h="76200">
                <a:moveTo>
                  <a:pt x="230632" y="0"/>
                </a:moveTo>
                <a:lnTo>
                  <a:pt x="230632" y="76199"/>
                </a:lnTo>
                <a:lnTo>
                  <a:pt x="300482" y="41274"/>
                </a:lnTo>
                <a:lnTo>
                  <a:pt x="243332" y="41274"/>
                </a:lnTo>
                <a:lnTo>
                  <a:pt x="243332" y="34924"/>
                </a:lnTo>
                <a:lnTo>
                  <a:pt x="300482" y="34924"/>
                </a:lnTo>
                <a:lnTo>
                  <a:pt x="230632" y="0"/>
                </a:lnTo>
                <a:close/>
              </a:path>
              <a:path w="307340" h="76200">
                <a:moveTo>
                  <a:pt x="230632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230632" y="41274"/>
                </a:lnTo>
                <a:lnTo>
                  <a:pt x="230632" y="34924"/>
                </a:lnTo>
                <a:close/>
              </a:path>
              <a:path w="307340" h="76200">
                <a:moveTo>
                  <a:pt x="300482" y="34924"/>
                </a:moveTo>
                <a:lnTo>
                  <a:pt x="243332" y="34924"/>
                </a:lnTo>
                <a:lnTo>
                  <a:pt x="243332" y="41274"/>
                </a:lnTo>
                <a:lnTo>
                  <a:pt x="300482" y="41274"/>
                </a:lnTo>
                <a:lnTo>
                  <a:pt x="306832" y="38099"/>
                </a:lnTo>
                <a:lnTo>
                  <a:pt x="300482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54593" y="3898646"/>
            <a:ext cx="307340" cy="76200"/>
          </a:xfrm>
          <a:custGeom>
            <a:avLst/>
            <a:gdLst/>
            <a:ahLst/>
            <a:cxnLst/>
            <a:rect l="l" t="t" r="r" b="b"/>
            <a:pathLst>
              <a:path w="307340" h="76200">
                <a:moveTo>
                  <a:pt x="230631" y="0"/>
                </a:moveTo>
                <a:lnTo>
                  <a:pt x="230631" y="76199"/>
                </a:lnTo>
                <a:lnTo>
                  <a:pt x="300481" y="41274"/>
                </a:lnTo>
                <a:lnTo>
                  <a:pt x="243331" y="41274"/>
                </a:lnTo>
                <a:lnTo>
                  <a:pt x="243331" y="34924"/>
                </a:lnTo>
                <a:lnTo>
                  <a:pt x="300481" y="34924"/>
                </a:lnTo>
                <a:lnTo>
                  <a:pt x="230631" y="0"/>
                </a:lnTo>
                <a:close/>
              </a:path>
              <a:path w="307340" h="76200">
                <a:moveTo>
                  <a:pt x="230631" y="34924"/>
                </a:moveTo>
                <a:lnTo>
                  <a:pt x="0" y="34924"/>
                </a:lnTo>
                <a:lnTo>
                  <a:pt x="0" y="41274"/>
                </a:lnTo>
                <a:lnTo>
                  <a:pt x="230631" y="41274"/>
                </a:lnTo>
                <a:lnTo>
                  <a:pt x="230631" y="34924"/>
                </a:lnTo>
                <a:close/>
              </a:path>
              <a:path w="307340" h="76200">
                <a:moveTo>
                  <a:pt x="300481" y="34924"/>
                </a:moveTo>
                <a:lnTo>
                  <a:pt x="243331" y="34924"/>
                </a:lnTo>
                <a:lnTo>
                  <a:pt x="243331" y="41274"/>
                </a:lnTo>
                <a:lnTo>
                  <a:pt x="300481" y="41274"/>
                </a:lnTo>
                <a:lnTo>
                  <a:pt x="306831" y="38099"/>
                </a:lnTo>
                <a:lnTo>
                  <a:pt x="300481" y="349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66998" y="3700652"/>
            <a:ext cx="1302385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algn="ctr">
              <a:lnSpc>
                <a:spcPts val="1675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Mensagem,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mbria Math"/>
                <a:cs typeface="Cambria Math"/>
              </a:rPr>
              <a:t>𝑚</a:t>
            </a:r>
            <a:endParaRPr sz="1400">
              <a:latin typeface="Cambria Math"/>
              <a:cs typeface="Cambria Math"/>
            </a:endParaRPr>
          </a:p>
          <a:p>
            <a:pPr algn="ctr">
              <a:lnSpc>
                <a:spcPts val="1675"/>
              </a:lnSpc>
            </a:pPr>
            <a:r>
              <a:rPr sz="1400" spc="-10" dirty="0">
                <a:latin typeface="Calibri"/>
                <a:cs typeface="Calibri"/>
              </a:rPr>
              <a:t>{0,0,1,01,1,1,0,...}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86373" y="3648583"/>
            <a:ext cx="2724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mbria Math"/>
                <a:cs typeface="Cambria Math"/>
              </a:rPr>
              <a:t>𝑠</a:t>
            </a:r>
            <a:r>
              <a:rPr sz="1500" spc="-37" baseline="-16666" dirty="0">
                <a:latin typeface="Cambria Math"/>
                <a:cs typeface="Cambria Math"/>
              </a:rPr>
              <a:t>𝑚</a:t>
            </a:r>
            <a:endParaRPr sz="1500" baseline="-16666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57668" y="3652520"/>
            <a:ext cx="1257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mbria Math"/>
                <a:cs typeface="Cambria Math"/>
              </a:rPr>
              <a:t>𝑦</a:t>
            </a:r>
            <a:endParaRPr sz="1400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>
              <a:xfrm>
                <a:off x="8690864" y="3649726"/>
                <a:ext cx="205104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sz="14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864" y="3649726"/>
                <a:ext cx="205104" cy="228268"/>
              </a:xfrm>
              <a:prstGeom prst="rect">
                <a:avLst/>
              </a:prstGeom>
              <a:blipFill>
                <a:blip r:embed="rId3"/>
                <a:stretch>
                  <a:fillRect l="-15152" t="-18919" r="-6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object 15"/>
          <p:cNvGrpSpPr/>
          <p:nvPr/>
        </p:nvGrpSpPr>
        <p:grpSpPr>
          <a:xfrm>
            <a:off x="2098441" y="4356375"/>
            <a:ext cx="2581910" cy="2243455"/>
            <a:chOff x="2098441" y="4356375"/>
            <a:chExt cx="2581910" cy="224345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2975" y="4356375"/>
              <a:ext cx="2081923" cy="969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387282" y="4479518"/>
              <a:ext cx="2292985" cy="25400"/>
            </a:xfrm>
            <a:custGeom>
              <a:avLst/>
              <a:gdLst/>
              <a:ahLst/>
              <a:cxnLst/>
              <a:rect l="l" t="t" r="r" b="b"/>
              <a:pathLst>
                <a:path w="2292985" h="25400">
                  <a:moveTo>
                    <a:pt x="2292566" y="0"/>
                  </a:moveTo>
                  <a:lnTo>
                    <a:pt x="0" y="0"/>
                  </a:lnTo>
                  <a:lnTo>
                    <a:pt x="0" y="2463"/>
                  </a:lnTo>
                  <a:lnTo>
                    <a:pt x="571601" y="2463"/>
                  </a:lnTo>
                  <a:lnTo>
                    <a:pt x="571601" y="25387"/>
                  </a:lnTo>
                  <a:lnTo>
                    <a:pt x="574065" y="25387"/>
                  </a:lnTo>
                  <a:lnTo>
                    <a:pt x="574065" y="2463"/>
                  </a:lnTo>
                  <a:lnTo>
                    <a:pt x="1717268" y="2463"/>
                  </a:lnTo>
                  <a:lnTo>
                    <a:pt x="1717268" y="25387"/>
                  </a:lnTo>
                  <a:lnTo>
                    <a:pt x="1719732" y="25387"/>
                  </a:lnTo>
                  <a:lnTo>
                    <a:pt x="1719732" y="2463"/>
                  </a:lnTo>
                  <a:lnTo>
                    <a:pt x="2292566" y="2463"/>
                  </a:lnTo>
                  <a:lnTo>
                    <a:pt x="229256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73734" y="4828926"/>
              <a:ext cx="573405" cy="1733550"/>
            </a:xfrm>
            <a:custGeom>
              <a:avLst/>
              <a:gdLst/>
              <a:ahLst/>
              <a:cxnLst/>
              <a:rect l="l" t="t" r="r" b="b"/>
              <a:pathLst>
                <a:path w="573405" h="1733550">
                  <a:moveTo>
                    <a:pt x="572832" y="0"/>
                  </a:moveTo>
                  <a:lnTo>
                    <a:pt x="0" y="0"/>
                  </a:lnTo>
                  <a:lnTo>
                    <a:pt x="0" y="1733370"/>
                  </a:lnTo>
                  <a:lnTo>
                    <a:pt x="572833" y="1733370"/>
                  </a:lnTo>
                  <a:lnTo>
                    <a:pt x="572832" y="0"/>
                  </a:lnTo>
                  <a:close/>
                </a:path>
              </a:pathLst>
            </a:custGeom>
            <a:solidFill>
              <a:srgbClr val="0071BC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72448" y="4828133"/>
              <a:ext cx="575310" cy="1735455"/>
            </a:xfrm>
            <a:custGeom>
              <a:avLst/>
              <a:gdLst/>
              <a:ahLst/>
              <a:cxnLst/>
              <a:rect l="l" t="t" r="r" b="b"/>
              <a:pathLst>
                <a:path w="575310" h="1735454">
                  <a:moveTo>
                    <a:pt x="575297" y="0"/>
                  </a:moveTo>
                  <a:lnTo>
                    <a:pt x="1993" y="0"/>
                  </a:lnTo>
                  <a:lnTo>
                    <a:pt x="1993" y="1270"/>
                  </a:lnTo>
                  <a:lnTo>
                    <a:pt x="1358" y="1905"/>
                  </a:lnTo>
                  <a:lnTo>
                    <a:pt x="1358" y="1270"/>
                  </a:lnTo>
                  <a:lnTo>
                    <a:pt x="1993" y="1270"/>
                  </a:lnTo>
                  <a:lnTo>
                    <a:pt x="1993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1733905"/>
                  </a:lnTo>
                  <a:lnTo>
                    <a:pt x="2463" y="1733905"/>
                  </a:lnTo>
                  <a:lnTo>
                    <a:pt x="2463" y="2540"/>
                  </a:lnTo>
                  <a:lnTo>
                    <a:pt x="1358" y="2540"/>
                  </a:lnTo>
                  <a:lnTo>
                    <a:pt x="1358" y="2032"/>
                  </a:lnTo>
                  <a:lnTo>
                    <a:pt x="2463" y="2032"/>
                  </a:lnTo>
                  <a:lnTo>
                    <a:pt x="572833" y="2032"/>
                  </a:lnTo>
                  <a:lnTo>
                    <a:pt x="572833" y="2540"/>
                  </a:lnTo>
                  <a:lnTo>
                    <a:pt x="572833" y="1735175"/>
                  </a:lnTo>
                  <a:lnTo>
                    <a:pt x="575297" y="1735175"/>
                  </a:lnTo>
                  <a:lnTo>
                    <a:pt x="575297" y="2540"/>
                  </a:lnTo>
                  <a:lnTo>
                    <a:pt x="573938" y="2540"/>
                  </a:lnTo>
                  <a:lnTo>
                    <a:pt x="573938" y="1905"/>
                  </a:lnTo>
                  <a:lnTo>
                    <a:pt x="574065" y="2032"/>
                  </a:lnTo>
                  <a:lnTo>
                    <a:pt x="575297" y="2032"/>
                  </a:lnTo>
                  <a:lnTo>
                    <a:pt x="575297" y="1270"/>
                  </a:lnTo>
                  <a:lnTo>
                    <a:pt x="575297" y="800"/>
                  </a:lnTo>
                  <a:lnTo>
                    <a:pt x="5752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9400" y="4826461"/>
              <a:ext cx="573405" cy="1736089"/>
            </a:xfrm>
            <a:custGeom>
              <a:avLst/>
              <a:gdLst/>
              <a:ahLst/>
              <a:cxnLst/>
              <a:rect l="l" t="t" r="r" b="b"/>
              <a:pathLst>
                <a:path w="573404" h="1736090">
                  <a:moveTo>
                    <a:pt x="572832" y="0"/>
                  </a:moveTo>
                  <a:lnTo>
                    <a:pt x="0" y="0"/>
                  </a:lnTo>
                  <a:lnTo>
                    <a:pt x="0" y="1735834"/>
                  </a:lnTo>
                  <a:lnTo>
                    <a:pt x="572833" y="1735834"/>
                  </a:lnTo>
                  <a:lnTo>
                    <a:pt x="572832" y="0"/>
                  </a:lnTo>
                  <a:close/>
                </a:path>
              </a:pathLst>
            </a:custGeom>
            <a:solidFill>
              <a:srgbClr val="0071BC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8115" y="4825593"/>
              <a:ext cx="575310" cy="1737995"/>
            </a:xfrm>
            <a:custGeom>
              <a:avLst/>
              <a:gdLst/>
              <a:ahLst/>
              <a:cxnLst/>
              <a:rect l="l" t="t" r="r" b="b"/>
              <a:pathLst>
                <a:path w="575310" h="1737995">
                  <a:moveTo>
                    <a:pt x="575297" y="0"/>
                  </a:moveTo>
                  <a:lnTo>
                    <a:pt x="2070" y="0"/>
                  </a:lnTo>
                  <a:lnTo>
                    <a:pt x="2070" y="1270"/>
                  </a:lnTo>
                  <a:lnTo>
                    <a:pt x="1435" y="1905"/>
                  </a:lnTo>
                  <a:lnTo>
                    <a:pt x="1435" y="1270"/>
                  </a:lnTo>
                  <a:lnTo>
                    <a:pt x="2070" y="1270"/>
                  </a:lnTo>
                  <a:lnTo>
                    <a:pt x="2070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0" y="1736445"/>
                  </a:lnTo>
                  <a:lnTo>
                    <a:pt x="2463" y="1736445"/>
                  </a:lnTo>
                  <a:lnTo>
                    <a:pt x="2463" y="2540"/>
                  </a:lnTo>
                  <a:lnTo>
                    <a:pt x="1435" y="2540"/>
                  </a:lnTo>
                  <a:lnTo>
                    <a:pt x="1435" y="2108"/>
                  </a:lnTo>
                  <a:lnTo>
                    <a:pt x="2463" y="2108"/>
                  </a:lnTo>
                  <a:lnTo>
                    <a:pt x="572833" y="2108"/>
                  </a:lnTo>
                  <a:lnTo>
                    <a:pt x="572833" y="2540"/>
                  </a:lnTo>
                  <a:lnTo>
                    <a:pt x="572833" y="1737715"/>
                  </a:lnTo>
                  <a:lnTo>
                    <a:pt x="575297" y="1737715"/>
                  </a:lnTo>
                  <a:lnTo>
                    <a:pt x="575297" y="2540"/>
                  </a:lnTo>
                  <a:lnTo>
                    <a:pt x="573862" y="2540"/>
                  </a:lnTo>
                  <a:lnTo>
                    <a:pt x="573862" y="1905"/>
                  </a:lnTo>
                  <a:lnTo>
                    <a:pt x="574065" y="2108"/>
                  </a:lnTo>
                  <a:lnTo>
                    <a:pt x="575297" y="2108"/>
                  </a:lnTo>
                  <a:lnTo>
                    <a:pt x="575297" y="1270"/>
                  </a:lnTo>
                  <a:lnTo>
                    <a:pt x="575297" y="876"/>
                  </a:lnTo>
                  <a:lnTo>
                    <a:pt x="5752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06243" y="4479518"/>
              <a:ext cx="2373630" cy="2120265"/>
            </a:xfrm>
            <a:custGeom>
              <a:avLst/>
              <a:gdLst/>
              <a:ahLst/>
              <a:cxnLst/>
              <a:rect l="l" t="t" r="r" b="b"/>
              <a:pathLst>
                <a:path w="2373629" h="2120265">
                  <a:moveTo>
                    <a:pt x="44538" y="2077110"/>
                  </a:moveTo>
                  <a:lnTo>
                    <a:pt x="36017" y="2055075"/>
                  </a:lnTo>
                  <a:lnTo>
                    <a:pt x="36017" y="2073935"/>
                  </a:lnTo>
                  <a:lnTo>
                    <a:pt x="36017" y="2096465"/>
                  </a:lnTo>
                  <a:lnTo>
                    <a:pt x="34709" y="2103907"/>
                  </a:lnTo>
                  <a:lnTo>
                    <a:pt x="29425" y="2111387"/>
                  </a:lnTo>
                  <a:lnTo>
                    <a:pt x="26200" y="2113254"/>
                  </a:lnTo>
                  <a:lnTo>
                    <a:pt x="18465" y="2113254"/>
                  </a:lnTo>
                  <a:lnTo>
                    <a:pt x="15214" y="2111387"/>
                  </a:lnTo>
                  <a:lnTo>
                    <a:pt x="9956" y="2103945"/>
                  </a:lnTo>
                  <a:lnTo>
                    <a:pt x="8648" y="2096465"/>
                  </a:lnTo>
                  <a:lnTo>
                    <a:pt x="8648" y="2073935"/>
                  </a:lnTo>
                  <a:lnTo>
                    <a:pt x="10096" y="2066251"/>
                  </a:lnTo>
                  <a:lnTo>
                    <a:pt x="12992" y="2062073"/>
                  </a:lnTo>
                  <a:lnTo>
                    <a:pt x="15290" y="2058797"/>
                  </a:lnTo>
                  <a:lnTo>
                    <a:pt x="18376" y="2057171"/>
                  </a:lnTo>
                  <a:lnTo>
                    <a:pt x="26162" y="2057171"/>
                  </a:lnTo>
                  <a:lnTo>
                    <a:pt x="29438" y="2059025"/>
                  </a:lnTo>
                  <a:lnTo>
                    <a:pt x="34709" y="2066442"/>
                  </a:lnTo>
                  <a:lnTo>
                    <a:pt x="36017" y="2073935"/>
                  </a:lnTo>
                  <a:lnTo>
                    <a:pt x="36017" y="2055075"/>
                  </a:lnTo>
                  <a:lnTo>
                    <a:pt x="34772" y="2053907"/>
                  </a:lnTo>
                  <a:lnTo>
                    <a:pt x="29235" y="2050948"/>
                  </a:lnTo>
                  <a:lnTo>
                    <a:pt x="26009" y="2050199"/>
                  </a:lnTo>
                  <a:lnTo>
                    <a:pt x="17348" y="2050199"/>
                  </a:lnTo>
                  <a:lnTo>
                    <a:pt x="0" y="2077110"/>
                  </a:lnTo>
                  <a:lnTo>
                    <a:pt x="0" y="2085213"/>
                  </a:lnTo>
                  <a:lnTo>
                    <a:pt x="15722" y="2120176"/>
                  </a:lnTo>
                  <a:lnTo>
                    <a:pt x="27343" y="2120176"/>
                  </a:lnTo>
                  <a:lnTo>
                    <a:pt x="31496" y="2118830"/>
                  </a:lnTo>
                  <a:lnTo>
                    <a:pt x="38061" y="2113432"/>
                  </a:lnTo>
                  <a:lnTo>
                    <a:pt x="38176" y="2113254"/>
                  </a:lnTo>
                  <a:lnTo>
                    <a:pt x="40538" y="2109609"/>
                  </a:lnTo>
                  <a:lnTo>
                    <a:pt x="43840" y="2099741"/>
                  </a:lnTo>
                  <a:lnTo>
                    <a:pt x="44538" y="2094191"/>
                  </a:lnTo>
                  <a:lnTo>
                    <a:pt x="44538" y="2077110"/>
                  </a:lnTo>
                  <a:close/>
                </a:path>
                <a:path w="2373629" h="2120265">
                  <a:moveTo>
                    <a:pt x="2373604" y="25"/>
                  </a:moveTo>
                  <a:lnTo>
                    <a:pt x="2372372" y="25"/>
                  </a:lnTo>
                  <a:lnTo>
                    <a:pt x="2348230" y="0"/>
                  </a:lnTo>
                  <a:lnTo>
                    <a:pt x="2348230" y="2463"/>
                  </a:lnTo>
                  <a:lnTo>
                    <a:pt x="2371140" y="2463"/>
                  </a:lnTo>
                  <a:lnTo>
                    <a:pt x="2371140" y="346951"/>
                  </a:lnTo>
                  <a:lnTo>
                    <a:pt x="2348230" y="346951"/>
                  </a:lnTo>
                  <a:lnTo>
                    <a:pt x="2348230" y="349415"/>
                  </a:lnTo>
                  <a:lnTo>
                    <a:pt x="2371140" y="349415"/>
                  </a:lnTo>
                  <a:lnTo>
                    <a:pt x="2371140" y="693839"/>
                  </a:lnTo>
                  <a:lnTo>
                    <a:pt x="2348230" y="693839"/>
                  </a:lnTo>
                  <a:lnTo>
                    <a:pt x="2348230" y="696315"/>
                  </a:lnTo>
                  <a:lnTo>
                    <a:pt x="2371140" y="696315"/>
                  </a:lnTo>
                  <a:lnTo>
                    <a:pt x="2371140" y="1040790"/>
                  </a:lnTo>
                  <a:lnTo>
                    <a:pt x="2348230" y="1040790"/>
                  </a:lnTo>
                  <a:lnTo>
                    <a:pt x="2348230" y="1043254"/>
                  </a:lnTo>
                  <a:lnTo>
                    <a:pt x="2371140" y="1043254"/>
                  </a:lnTo>
                  <a:lnTo>
                    <a:pt x="2371140" y="1387690"/>
                  </a:lnTo>
                  <a:lnTo>
                    <a:pt x="2348230" y="1387690"/>
                  </a:lnTo>
                  <a:lnTo>
                    <a:pt x="2348230" y="1390154"/>
                  </a:lnTo>
                  <a:lnTo>
                    <a:pt x="2371140" y="1390154"/>
                  </a:lnTo>
                  <a:lnTo>
                    <a:pt x="2371140" y="1734629"/>
                  </a:lnTo>
                  <a:lnTo>
                    <a:pt x="2348230" y="1734629"/>
                  </a:lnTo>
                  <a:lnTo>
                    <a:pt x="2348230" y="1737093"/>
                  </a:lnTo>
                  <a:lnTo>
                    <a:pt x="2371140" y="1737093"/>
                  </a:lnTo>
                  <a:lnTo>
                    <a:pt x="2371140" y="2081542"/>
                  </a:lnTo>
                  <a:lnTo>
                    <a:pt x="2348230" y="2081542"/>
                  </a:lnTo>
                  <a:lnTo>
                    <a:pt x="1800771" y="2081542"/>
                  </a:lnTo>
                  <a:lnTo>
                    <a:pt x="1800771" y="2058619"/>
                  </a:lnTo>
                  <a:lnTo>
                    <a:pt x="1798307" y="2058619"/>
                  </a:lnTo>
                  <a:lnTo>
                    <a:pt x="1798307" y="2081542"/>
                  </a:lnTo>
                  <a:lnTo>
                    <a:pt x="655104" y="2081542"/>
                  </a:lnTo>
                  <a:lnTo>
                    <a:pt x="655104" y="2058619"/>
                  </a:lnTo>
                  <a:lnTo>
                    <a:pt x="652640" y="2058619"/>
                  </a:lnTo>
                  <a:lnTo>
                    <a:pt x="652640" y="2081542"/>
                  </a:lnTo>
                  <a:lnTo>
                    <a:pt x="105194" y="2081542"/>
                  </a:lnTo>
                  <a:lnTo>
                    <a:pt x="82270" y="2081542"/>
                  </a:lnTo>
                  <a:lnTo>
                    <a:pt x="82270" y="1737093"/>
                  </a:lnTo>
                  <a:lnTo>
                    <a:pt x="105194" y="1737093"/>
                  </a:lnTo>
                  <a:lnTo>
                    <a:pt x="105194" y="1734629"/>
                  </a:lnTo>
                  <a:lnTo>
                    <a:pt x="82270" y="1734629"/>
                  </a:lnTo>
                  <a:lnTo>
                    <a:pt x="82270" y="349415"/>
                  </a:lnTo>
                  <a:lnTo>
                    <a:pt x="105194" y="349415"/>
                  </a:lnTo>
                  <a:lnTo>
                    <a:pt x="105194" y="346951"/>
                  </a:lnTo>
                  <a:lnTo>
                    <a:pt x="82270" y="346951"/>
                  </a:lnTo>
                  <a:lnTo>
                    <a:pt x="82270" y="2463"/>
                  </a:lnTo>
                  <a:lnTo>
                    <a:pt x="105194" y="2463"/>
                  </a:lnTo>
                  <a:lnTo>
                    <a:pt x="105194" y="0"/>
                  </a:lnTo>
                  <a:lnTo>
                    <a:pt x="81038" y="0"/>
                  </a:lnTo>
                  <a:lnTo>
                    <a:pt x="79806" y="25"/>
                  </a:lnTo>
                  <a:lnTo>
                    <a:pt x="79806" y="2082774"/>
                  </a:lnTo>
                  <a:lnTo>
                    <a:pt x="81038" y="2082774"/>
                  </a:lnTo>
                  <a:lnTo>
                    <a:pt x="81038" y="2084006"/>
                  </a:lnTo>
                  <a:lnTo>
                    <a:pt x="105194" y="2084006"/>
                  </a:lnTo>
                  <a:lnTo>
                    <a:pt x="2348230" y="2084006"/>
                  </a:lnTo>
                  <a:lnTo>
                    <a:pt x="2372372" y="2084006"/>
                  </a:lnTo>
                  <a:lnTo>
                    <a:pt x="2373604" y="2084006"/>
                  </a:lnTo>
                  <a:lnTo>
                    <a:pt x="2373604" y="2082774"/>
                  </a:lnTo>
                  <a:lnTo>
                    <a:pt x="2373604" y="2081542"/>
                  </a:lnTo>
                  <a:lnTo>
                    <a:pt x="2373604" y="25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1248" y="6182791"/>
              <a:ext cx="113852" cy="699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1248" y="4795109"/>
              <a:ext cx="127590" cy="6995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1248" y="4448213"/>
              <a:ext cx="127028" cy="6995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441" y="5142054"/>
              <a:ext cx="312997" cy="763791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2936375" y="6620298"/>
            <a:ext cx="45085" cy="70485"/>
          </a:xfrm>
          <a:custGeom>
            <a:avLst/>
            <a:gdLst/>
            <a:ahLst/>
            <a:cxnLst/>
            <a:rect l="l" t="t" r="r" b="b"/>
            <a:pathLst>
              <a:path w="45085" h="70484">
                <a:moveTo>
                  <a:pt x="26017" y="0"/>
                </a:moveTo>
                <a:lnTo>
                  <a:pt x="17345" y="0"/>
                </a:lnTo>
                <a:lnTo>
                  <a:pt x="13205" y="1340"/>
                </a:lnTo>
                <a:lnTo>
                  <a:pt x="0" y="26905"/>
                </a:lnTo>
                <a:lnTo>
                  <a:pt x="0" y="35005"/>
                </a:lnTo>
                <a:lnTo>
                  <a:pt x="15719" y="69965"/>
                </a:lnTo>
                <a:lnTo>
                  <a:pt x="27348" y="69965"/>
                </a:lnTo>
                <a:lnTo>
                  <a:pt x="31487" y="68620"/>
                </a:lnTo>
                <a:lnTo>
                  <a:pt x="34788" y="65923"/>
                </a:lnTo>
                <a:lnTo>
                  <a:pt x="38041" y="63227"/>
                </a:lnTo>
                <a:lnTo>
                  <a:pt x="38155" y="63049"/>
                </a:lnTo>
                <a:lnTo>
                  <a:pt x="18478" y="63049"/>
                </a:lnTo>
                <a:lnTo>
                  <a:pt x="15222" y="61181"/>
                </a:lnTo>
                <a:lnTo>
                  <a:pt x="12548" y="57439"/>
                </a:lnTo>
                <a:lnTo>
                  <a:pt x="9953" y="53742"/>
                </a:lnTo>
                <a:lnTo>
                  <a:pt x="8623" y="46254"/>
                </a:lnTo>
                <a:lnTo>
                  <a:pt x="8628" y="23726"/>
                </a:lnTo>
                <a:lnTo>
                  <a:pt x="10101" y="16045"/>
                </a:lnTo>
                <a:lnTo>
                  <a:pt x="12959" y="11870"/>
                </a:lnTo>
                <a:lnTo>
                  <a:pt x="15275" y="8597"/>
                </a:lnTo>
                <a:lnTo>
                  <a:pt x="18379" y="6965"/>
                </a:lnTo>
                <a:lnTo>
                  <a:pt x="37796" y="6965"/>
                </a:lnTo>
                <a:lnTo>
                  <a:pt x="37055" y="5831"/>
                </a:lnTo>
                <a:lnTo>
                  <a:pt x="34739" y="3697"/>
                </a:lnTo>
                <a:lnTo>
                  <a:pt x="29220" y="739"/>
                </a:lnTo>
                <a:lnTo>
                  <a:pt x="26017" y="0"/>
                </a:lnTo>
                <a:close/>
              </a:path>
              <a:path w="45085" h="70484">
                <a:moveTo>
                  <a:pt x="37796" y="6965"/>
                </a:moveTo>
                <a:lnTo>
                  <a:pt x="26165" y="6965"/>
                </a:lnTo>
                <a:lnTo>
                  <a:pt x="29417" y="8819"/>
                </a:lnTo>
                <a:lnTo>
                  <a:pt x="32078" y="12526"/>
                </a:lnTo>
                <a:lnTo>
                  <a:pt x="34690" y="16233"/>
                </a:lnTo>
                <a:lnTo>
                  <a:pt x="36020" y="23726"/>
                </a:lnTo>
                <a:lnTo>
                  <a:pt x="36015" y="46254"/>
                </a:lnTo>
                <a:lnTo>
                  <a:pt x="34690" y="53703"/>
                </a:lnTo>
                <a:lnTo>
                  <a:pt x="32061" y="57464"/>
                </a:lnTo>
                <a:lnTo>
                  <a:pt x="29409" y="61186"/>
                </a:lnTo>
                <a:lnTo>
                  <a:pt x="26165" y="63049"/>
                </a:lnTo>
                <a:lnTo>
                  <a:pt x="38155" y="63049"/>
                </a:lnTo>
                <a:lnTo>
                  <a:pt x="44524" y="26905"/>
                </a:lnTo>
                <a:lnTo>
                  <a:pt x="44151" y="22814"/>
                </a:lnTo>
                <a:lnTo>
                  <a:pt x="42081" y="14808"/>
                </a:lnTo>
                <a:lnTo>
                  <a:pt x="40652" y="11412"/>
                </a:lnTo>
                <a:lnTo>
                  <a:pt x="38862" y="8597"/>
                </a:lnTo>
                <a:lnTo>
                  <a:pt x="37796" y="6965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088496" y="6620298"/>
            <a:ext cx="25400" cy="69215"/>
          </a:xfrm>
          <a:custGeom>
            <a:avLst/>
            <a:gdLst/>
            <a:ahLst/>
            <a:cxnLst/>
            <a:rect l="l" t="t" r="r" b="b"/>
            <a:pathLst>
              <a:path w="25400" h="69215">
                <a:moveTo>
                  <a:pt x="25229" y="0"/>
                </a:moveTo>
                <a:lnTo>
                  <a:pt x="19808" y="0"/>
                </a:lnTo>
                <a:lnTo>
                  <a:pt x="18330" y="2957"/>
                </a:lnTo>
                <a:lnTo>
                  <a:pt x="15817" y="6014"/>
                </a:lnTo>
                <a:lnTo>
                  <a:pt x="8771" y="12309"/>
                </a:lnTo>
                <a:lnTo>
                  <a:pt x="4681" y="14985"/>
                </a:lnTo>
                <a:lnTo>
                  <a:pt x="0" y="17199"/>
                </a:lnTo>
                <a:lnTo>
                  <a:pt x="0" y="25333"/>
                </a:lnTo>
                <a:lnTo>
                  <a:pt x="16803" y="15188"/>
                </a:lnTo>
                <a:lnTo>
                  <a:pt x="16803" y="68797"/>
                </a:lnTo>
                <a:lnTo>
                  <a:pt x="25229" y="68797"/>
                </a:lnTo>
                <a:lnTo>
                  <a:pt x="2522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50127" y="6755191"/>
            <a:ext cx="167341" cy="76604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8429652" y="4372087"/>
            <a:ext cx="3157220" cy="2336165"/>
            <a:chOff x="8429652" y="4372087"/>
            <a:chExt cx="3157220" cy="2336165"/>
          </a:xfrm>
        </p:grpSpPr>
        <p:sp>
          <p:nvSpPr>
            <p:cNvPr id="31" name="object 31"/>
            <p:cNvSpPr/>
            <p:nvPr/>
          </p:nvSpPr>
          <p:spPr>
            <a:xfrm>
              <a:off x="8636703" y="4423468"/>
              <a:ext cx="2369185" cy="2152650"/>
            </a:xfrm>
            <a:custGeom>
              <a:avLst/>
              <a:gdLst/>
              <a:ahLst/>
              <a:cxnLst/>
              <a:rect l="l" t="t" r="r" b="b"/>
              <a:pathLst>
                <a:path w="2369184" h="2152650">
                  <a:moveTo>
                    <a:pt x="0" y="2152353"/>
                  </a:moveTo>
                  <a:lnTo>
                    <a:pt x="0" y="0"/>
                  </a:lnTo>
                </a:path>
                <a:path w="2369184" h="2152650">
                  <a:moveTo>
                    <a:pt x="592282" y="2152353"/>
                  </a:moveTo>
                  <a:lnTo>
                    <a:pt x="592282" y="0"/>
                  </a:lnTo>
                </a:path>
                <a:path w="2369184" h="2152650">
                  <a:moveTo>
                    <a:pt x="1184565" y="2152353"/>
                  </a:moveTo>
                  <a:lnTo>
                    <a:pt x="1184564" y="0"/>
                  </a:lnTo>
                </a:path>
                <a:path w="2369184" h="2152650">
                  <a:moveTo>
                    <a:pt x="1776847" y="2152353"/>
                  </a:moveTo>
                  <a:lnTo>
                    <a:pt x="1776846" y="0"/>
                  </a:lnTo>
                </a:path>
                <a:path w="2369184" h="2152650">
                  <a:moveTo>
                    <a:pt x="2369129" y="2152353"/>
                  </a:moveTo>
                  <a:lnTo>
                    <a:pt x="2369128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48167" y="6467836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48167" y="6404665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648167" y="6342442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16795" y="6295402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46858" y="6295402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88" y="0"/>
                  </a:lnTo>
                  <a:lnTo>
                    <a:pt x="122288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57" y="0"/>
                  </a:lnTo>
                  <a:lnTo>
                    <a:pt x="152857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26" y="0"/>
                  </a:lnTo>
                  <a:lnTo>
                    <a:pt x="183426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17" y="0"/>
                  </a:moveTo>
                  <a:lnTo>
                    <a:pt x="213995" y="0"/>
                  </a:lnTo>
                  <a:lnTo>
                    <a:pt x="213995" y="2552"/>
                  </a:lnTo>
                  <a:lnTo>
                    <a:pt x="217817" y="2552"/>
                  </a:lnTo>
                  <a:lnTo>
                    <a:pt x="217817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86" y="0"/>
                  </a:moveTo>
                  <a:lnTo>
                    <a:pt x="244563" y="0"/>
                  </a:lnTo>
                  <a:lnTo>
                    <a:pt x="244563" y="2552"/>
                  </a:lnTo>
                  <a:lnTo>
                    <a:pt x="248386" y="2552"/>
                  </a:lnTo>
                  <a:lnTo>
                    <a:pt x="248386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55" y="0"/>
                  </a:moveTo>
                  <a:lnTo>
                    <a:pt x="275132" y="0"/>
                  </a:lnTo>
                  <a:lnTo>
                    <a:pt x="275132" y="2552"/>
                  </a:lnTo>
                  <a:lnTo>
                    <a:pt x="278955" y="2552"/>
                  </a:lnTo>
                  <a:lnTo>
                    <a:pt x="278955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24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24" y="2552"/>
                  </a:lnTo>
                  <a:lnTo>
                    <a:pt x="309524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93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93" y="2552"/>
                  </a:lnTo>
                  <a:lnTo>
                    <a:pt x="340093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62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62" y="2552"/>
                  </a:lnTo>
                  <a:lnTo>
                    <a:pt x="370662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405" y="0"/>
                  </a:lnTo>
                  <a:lnTo>
                    <a:pt x="504405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74" y="0"/>
                  </a:lnTo>
                  <a:lnTo>
                    <a:pt x="534974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43" y="0"/>
                  </a:lnTo>
                  <a:lnTo>
                    <a:pt x="565543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35" y="0"/>
                  </a:moveTo>
                  <a:lnTo>
                    <a:pt x="596112" y="0"/>
                  </a:lnTo>
                  <a:lnTo>
                    <a:pt x="596112" y="2552"/>
                  </a:lnTo>
                  <a:lnTo>
                    <a:pt x="599935" y="2552"/>
                  </a:lnTo>
                  <a:lnTo>
                    <a:pt x="599935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504" y="0"/>
                  </a:moveTo>
                  <a:lnTo>
                    <a:pt x="626681" y="0"/>
                  </a:lnTo>
                  <a:lnTo>
                    <a:pt x="626681" y="2552"/>
                  </a:lnTo>
                  <a:lnTo>
                    <a:pt x="630504" y="2552"/>
                  </a:lnTo>
                  <a:lnTo>
                    <a:pt x="630504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73" y="0"/>
                  </a:moveTo>
                  <a:lnTo>
                    <a:pt x="657250" y="0"/>
                  </a:lnTo>
                  <a:lnTo>
                    <a:pt x="657250" y="2552"/>
                  </a:lnTo>
                  <a:lnTo>
                    <a:pt x="661073" y="2552"/>
                  </a:lnTo>
                  <a:lnTo>
                    <a:pt x="661073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42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42" y="2552"/>
                  </a:lnTo>
                  <a:lnTo>
                    <a:pt x="691642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210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210" y="2552"/>
                  </a:lnTo>
                  <a:lnTo>
                    <a:pt x="722210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79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79" y="2552"/>
                  </a:lnTo>
                  <a:lnTo>
                    <a:pt x="752779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23" y="0"/>
                  </a:lnTo>
                  <a:lnTo>
                    <a:pt x="886523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92" y="0"/>
                  </a:lnTo>
                  <a:lnTo>
                    <a:pt x="917092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61" y="0"/>
                  </a:lnTo>
                  <a:lnTo>
                    <a:pt x="947661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52" y="0"/>
                  </a:moveTo>
                  <a:lnTo>
                    <a:pt x="978230" y="0"/>
                  </a:lnTo>
                  <a:lnTo>
                    <a:pt x="978230" y="2552"/>
                  </a:lnTo>
                  <a:lnTo>
                    <a:pt x="982052" y="2552"/>
                  </a:lnTo>
                  <a:lnTo>
                    <a:pt x="982052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21" y="0"/>
                  </a:moveTo>
                  <a:lnTo>
                    <a:pt x="1008799" y="0"/>
                  </a:lnTo>
                  <a:lnTo>
                    <a:pt x="1008799" y="2552"/>
                  </a:lnTo>
                  <a:lnTo>
                    <a:pt x="1012621" y="2552"/>
                  </a:lnTo>
                  <a:lnTo>
                    <a:pt x="1012621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90" y="0"/>
                  </a:moveTo>
                  <a:lnTo>
                    <a:pt x="1039368" y="0"/>
                  </a:lnTo>
                  <a:lnTo>
                    <a:pt x="1039368" y="2552"/>
                  </a:lnTo>
                  <a:lnTo>
                    <a:pt x="1043190" y="2552"/>
                  </a:lnTo>
                  <a:lnTo>
                    <a:pt x="1043190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59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59" y="2552"/>
                  </a:lnTo>
                  <a:lnTo>
                    <a:pt x="1073759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48167" y="6271386"/>
              <a:ext cx="2357755" cy="26670"/>
            </a:xfrm>
            <a:custGeom>
              <a:avLst/>
              <a:gdLst/>
              <a:ahLst/>
              <a:cxnLst/>
              <a:rect l="l" t="t" r="r" b="b"/>
              <a:pathLst>
                <a:path w="2357754" h="26670">
                  <a:moveTo>
                    <a:pt x="3810" y="24015"/>
                  </a:moveTo>
                  <a:lnTo>
                    <a:pt x="0" y="24015"/>
                  </a:lnTo>
                  <a:lnTo>
                    <a:pt x="0" y="26568"/>
                  </a:lnTo>
                  <a:lnTo>
                    <a:pt x="3810" y="26568"/>
                  </a:lnTo>
                  <a:lnTo>
                    <a:pt x="3810" y="24015"/>
                  </a:lnTo>
                  <a:close/>
                </a:path>
                <a:path w="2357754" h="26670">
                  <a:moveTo>
                    <a:pt x="19100" y="24015"/>
                  </a:moveTo>
                  <a:lnTo>
                    <a:pt x="15278" y="24015"/>
                  </a:lnTo>
                  <a:lnTo>
                    <a:pt x="15278" y="26568"/>
                  </a:lnTo>
                  <a:lnTo>
                    <a:pt x="19100" y="26568"/>
                  </a:lnTo>
                  <a:lnTo>
                    <a:pt x="19100" y="24015"/>
                  </a:lnTo>
                  <a:close/>
                </a:path>
                <a:path w="2357754" h="26670">
                  <a:moveTo>
                    <a:pt x="34391" y="24015"/>
                  </a:moveTo>
                  <a:lnTo>
                    <a:pt x="30568" y="24015"/>
                  </a:lnTo>
                  <a:lnTo>
                    <a:pt x="30568" y="26568"/>
                  </a:lnTo>
                  <a:lnTo>
                    <a:pt x="34391" y="26568"/>
                  </a:lnTo>
                  <a:lnTo>
                    <a:pt x="34391" y="24015"/>
                  </a:lnTo>
                  <a:close/>
                </a:path>
                <a:path w="2357754" h="26670">
                  <a:moveTo>
                    <a:pt x="49669" y="24015"/>
                  </a:moveTo>
                  <a:lnTo>
                    <a:pt x="45847" y="24015"/>
                  </a:lnTo>
                  <a:lnTo>
                    <a:pt x="45847" y="26568"/>
                  </a:lnTo>
                  <a:lnTo>
                    <a:pt x="49669" y="26568"/>
                  </a:lnTo>
                  <a:lnTo>
                    <a:pt x="49669" y="24015"/>
                  </a:lnTo>
                  <a:close/>
                </a:path>
                <a:path w="2357754" h="26670">
                  <a:moveTo>
                    <a:pt x="64960" y="24015"/>
                  </a:moveTo>
                  <a:lnTo>
                    <a:pt x="61137" y="24015"/>
                  </a:lnTo>
                  <a:lnTo>
                    <a:pt x="61137" y="26568"/>
                  </a:lnTo>
                  <a:lnTo>
                    <a:pt x="64960" y="26568"/>
                  </a:lnTo>
                  <a:lnTo>
                    <a:pt x="64960" y="24015"/>
                  </a:lnTo>
                  <a:close/>
                </a:path>
                <a:path w="2357754" h="26670">
                  <a:moveTo>
                    <a:pt x="80238" y="24015"/>
                  </a:moveTo>
                  <a:lnTo>
                    <a:pt x="76415" y="24015"/>
                  </a:lnTo>
                  <a:lnTo>
                    <a:pt x="76415" y="26568"/>
                  </a:lnTo>
                  <a:lnTo>
                    <a:pt x="80238" y="26568"/>
                  </a:lnTo>
                  <a:lnTo>
                    <a:pt x="80238" y="24015"/>
                  </a:lnTo>
                  <a:close/>
                </a:path>
                <a:path w="2357754" h="26670">
                  <a:moveTo>
                    <a:pt x="95529" y="24015"/>
                  </a:moveTo>
                  <a:lnTo>
                    <a:pt x="91706" y="24015"/>
                  </a:lnTo>
                  <a:lnTo>
                    <a:pt x="91706" y="26568"/>
                  </a:lnTo>
                  <a:lnTo>
                    <a:pt x="95529" y="26568"/>
                  </a:lnTo>
                  <a:lnTo>
                    <a:pt x="95529" y="24015"/>
                  </a:lnTo>
                  <a:close/>
                </a:path>
                <a:path w="2357754" h="26670">
                  <a:moveTo>
                    <a:pt x="110807" y="24015"/>
                  </a:moveTo>
                  <a:lnTo>
                    <a:pt x="106984" y="24015"/>
                  </a:lnTo>
                  <a:lnTo>
                    <a:pt x="106984" y="26568"/>
                  </a:lnTo>
                  <a:lnTo>
                    <a:pt x="110807" y="26568"/>
                  </a:lnTo>
                  <a:lnTo>
                    <a:pt x="110807" y="24015"/>
                  </a:lnTo>
                  <a:close/>
                </a:path>
                <a:path w="2357754" h="26670">
                  <a:moveTo>
                    <a:pt x="126098" y="24015"/>
                  </a:moveTo>
                  <a:lnTo>
                    <a:pt x="122275" y="24015"/>
                  </a:lnTo>
                  <a:lnTo>
                    <a:pt x="122275" y="26568"/>
                  </a:lnTo>
                  <a:lnTo>
                    <a:pt x="126098" y="26568"/>
                  </a:lnTo>
                  <a:lnTo>
                    <a:pt x="126098" y="24015"/>
                  </a:lnTo>
                  <a:close/>
                </a:path>
                <a:path w="2357754" h="26670">
                  <a:moveTo>
                    <a:pt x="141376" y="24015"/>
                  </a:moveTo>
                  <a:lnTo>
                    <a:pt x="137553" y="24015"/>
                  </a:lnTo>
                  <a:lnTo>
                    <a:pt x="137553" y="26568"/>
                  </a:lnTo>
                  <a:lnTo>
                    <a:pt x="141376" y="26568"/>
                  </a:lnTo>
                  <a:lnTo>
                    <a:pt x="141376" y="24015"/>
                  </a:lnTo>
                  <a:close/>
                </a:path>
                <a:path w="2357754" h="26670">
                  <a:moveTo>
                    <a:pt x="156667" y="24015"/>
                  </a:moveTo>
                  <a:lnTo>
                    <a:pt x="152844" y="24015"/>
                  </a:lnTo>
                  <a:lnTo>
                    <a:pt x="152844" y="26568"/>
                  </a:lnTo>
                  <a:lnTo>
                    <a:pt x="156667" y="26568"/>
                  </a:lnTo>
                  <a:lnTo>
                    <a:pt x="156667" y="24015"/>
                  </a:lnTo>
                  <a:close/>
                </a:path>
                <a:path w="2357754" h="26670">
                  <a:moveTo>
                    <a:pt x="171945" y="24015"/>
                  </a:moveTo>
                  <a:lnTo>
                    <a:pt x="168122" y="24015"/>
                  </a:lnTo>
                  <a:lnTo>
                    <a:pt x="168122" y="26568"/>
                  </a:lnTo>
                  <a:lnTo>
                    <a:pt x="171945" y="26568"/>
                  </a:lnTo>
                  <a:lnTo>
                    <a:pt x="171945" y="24015"/>
                  </a:lnTo>
                  <a:close/>
                </a:path>
                <a:path w="2357754" h="26670">
                  <a:moveTo>
                    <a:pt x="187236" y="24015"/>
                  </a:moveTo>
                  <a:lnTo>
                    <a:pt x="183413" y="24015"/>
                  </a:lnTo>
                  <a:lnTo>
                    <a:pt x="183413" y="26568"/>
                  </a:lnTo>
                  <a:lnTo>
                    <a:pt x="187236" y="26568"/>
                  </a:lnTo>
                  <a:lnTo>
                    <a:pt x="187236" y="24015"/>
                  </a:lnTo>
                  <a:close/>
                </a:path>
                <a:path w="2357754" h="26670">
                  <a:moveTo>
                    <a:pt x="202514" y="24015"/>
                  </a:moveTo>
                  <a:lnTo>
                    <a:pt x="198691" y="24015"/>
                  </a:lnTo>
                  <a:lnTo>
                    <a:pt x="198691" y="26568"/>
                  </a:lnTo>
                  <a:lnTo>
                    <a:pt x="202514" y="26568"/>
                  </a:lnTo>
                  <a:lnTo>
                    <a:pt x="202514" y="24015"/>
                  </a:lnTo>
                  <a:close/>
                </a:path>
                <a:path w="2357754" h="26670">
                  <a:moveTo>
                    <a:pt x="1501711" y="0"/>
                  </a:moveTo>
                  <a:lnTo>
                    <a:pt x="1497901" y="0"/>
                  </a:lnTo>
                  <a:lnTo>
                    <a:pt x="1497901" y="2552"/>
                  </a:lnTo>
                  <a:lnTo>
                    <a:pt x="1501711" y="2552"/>
                  </a:lnTo>
                  <a:lnTo>
                    <a:pt x="1501711" y="0"/>
                  </a:lnTo>
                  <a:close/>
                </a:path>
                <a:path w="2357754" h="26670">
                  <a:moveTo>
                    <a:pt x="1517002" y="0"/>
                  </a:moveTo>
                  <a:lnTo>
                    <a:pt x="1513179" y="0"/>
                  </a:lnTo>
                  <a:lnTo>
                    <a:pt x="1513179" y="2552"/>
                  </a:lnTo>
                  <a:lnTo>
                    <a:pt x="1517002" y="2552"/>
                  </a:lnTo>
                  <a:lnTo>
                    <a:pt x="1517002" y="0"/>
                  </a:lnTo>
                  <a:close/>
                </a:path>
                <a:path w="2357754" h="26670">
                  <a:moveTo>
                    <a:pt x="1532280" y="0"/>
                  </a:moveTo>
                  <a:lnTo>
                    <a:pt x="1528470" y="0"/>
                  </a:lnTo>
                  <a:lnTo>
                    <a:pt x="1528470" y="2552"/>
                  </a:lnTo>
                  <a:lnTo>
                    <a:pt x="1532280" y="2552"/>
                  </a:lnTo>
                  <a:lnTo>
                    <a:pt x="1532280" y="0"/>
                  </a:lnTo>
                  <a:close/>
                </a:path>
                <a:path w="2357754" h="26670">
                  <a:moveTo>
                    <a:pt x="1547571" y="0"/>
                  </a:moveTo>
                  <a:lnTo>
                    <a:pt x="1543748" y="0"/>
                  </a:lnTo>
                  <a:lnTo>
                    <a:pt x="1543748" y="2552"/>
                  </a:lnTo>
                  <a:lnTo>
                    <a:pt x="1547571" y="2552"/>
                  </a:lnTo>
                  <a:lnTo>
                    <a:pt x="1547571" y="0"/>
                  </a:lnTo>
                  <a:close/>
                </a:path>
                <a:path w="2357754" h="26670">
                  <a:moveTo>
                    <a:pt x="1562862" y="0"/>
                  </a:moveTo>
                  <a:lnTo>
                    <a:pt x="1559039" y="0"/>
                  </a:lnTo>
                  <a:lnTo>
                    <a:pt x="1559039" y="2552"/>
                  </a:lnTo>
                  <a:lnTo>
                    <a:pt x="1562862" y="2552"/>
                  </a:lnTo>
                  <a:lnTo>
                    <a:pt x="1562862" y="0"/>
                  </a:lnTo>
                  <a:close/>
                </a:path>
                <a:path w="2357754" h="26670">
                  <a:moveTo>
                    <a:pt x="1578140" y="0"/>
                  </a:moveTo>
                  <a:lnTo>
                    <a:pt x="1574317" y="0"/>
                  </a:lnTo>
                  <a:lnTo>
                    <a:pt x="1574317" y="2552"/>
                  </a:lnTo>
                  <a:lnTo>
                    <a:pt x="1578140" y="2552"/>
                  </a:lnTo>
                  <a:lnTo>
                    <a:pt x="1578140" y="0"/>
                  </a:lnTo>
                  <a:close/>
                </a:path>
                <a:path w="2357754" h="26670">
                  <a:moveTo>
                    <a:pt x="1593430" y="0"/>
                  </a:moveTo>
                  <a:lnTo>
                    <a:pt x="1589608" y="0"/>
                  </a:lnTo>
                  <a:lnTo>
                    <a:pt x="1589608" y="2552"/>
                  </a:lnTo>
                  <a:lnTo>
                    <a:pt x="1593430" y="2552"/>
                  </a:lnTo>
                  <a:lnTo>
                    <a:pt x="1593430" y="0"/>
                  </a:lnTo>
                  <a:close/>
                </a:path>
                <a:path w="2357754" h="26670">
                  <a:moveTo>
                    <a:pt x="1608709" y="0"/>
                  </a:moveTo>
                  <a:lnTo>
                    <a:pt x="1604886" y="0"/>
                  </a:lnTo>
                  <a:lnTo>
                    <a:pt x="1604886" y="2552"/>
                  </a:lnTo>
                  <a:lnTo>
                    <a:pt x="1608709" y="2552"/>
                  </a:lnTo>
                  <a:lnTo>
                    <a:pt x="1608709" y="0"/>
                  </a:lnTo>
                  <a:close/>
                </a:path>
                <a:path w="2357754" h="26670">
                  <a:moveTo>
                    <a:pt x="1623999" y="0"/>
                  </a:moveTo>
                  <a:lnTo>
                    <a:pt x="1620177" y="0"/>
                  </a:lnTo>
                  <a:lnTo>
                    <a:pt x="1620177" y="2552"/>
                  </a:lnTo>
                  <a:lnTo>
                    <a:pt x="1623999" y="2552"/>
                  </a:lnTo>
                  <a:lnTo>
                    <a:pt x="1623999" y="0"/>
                  </a:lnTo>
                  <a:close/>
                </a:path>
                <a:path w="2357754" h="26670">
                  <a:moveTo>
                    <a:pt x="1639277" y="0"/>
                  </a:moveTo>
                  <a:lnTo>
                    <a:pt x="1635455" y="0"/>
                  </a:lnTo>
                  <a:lnTo>
                    <a:pt x="1635455" y="2552"/>
                  </a:lnTo>
                  <a:lnTo>
                    <a:pt x="1639277" y="2552"/>
                  </a:lnTo>
                  <a:lnTo>
                    <a:pt x="1639277" y="0"/>
                  </a:lnTo>
                  <a:close/>
                </a:path>
                <a:path w="2357754" h="26670">
                  <a:moveTo>
                    <a:pt x="1654568" y="0"/>
                  </a:moveTo>
                  <a:lnTo>
                    <a:pt x="1650746" y="0"/>
                  </a:lnTo>
                  <a:lnTo>
                    <a:pt x="1650746" y="2552"/>
                  </a:lnTo>
                  <a:lnTo>
                    <a:pt x="1654568" y="2552"/>
                  </a:lnTo>
                  <a:lnTo>
                    <a:pt x="1654568" y="0"/>
                  </a:lnTo>
                  <a:close/>
                </a:path>
                <a:path w="2357754" h="26670">
                  <a:moveTo>
                    <a:pt x="1669846" y="0"/>
                  </a:moveTo>
                  <a:lnTo>
                    <a:pt x="1666024" y="0"/>
                  </a:lnTo>
                  <a:lnTo>
                    <a:pt x="1666024" y="2552"/>
                  </a:lnTo>
                  <a:lnTo>
                    <a:pt x="1669846" y="2552"/>
                  </a:lnTo>
                  <a:lnTo>
                    <a:pt x="1669846" y="0"/>
                  </a:lnTo>
                  <a:close/>
                </a:path>
                <a:path w="2357754" h="26670">
                  <a:moveTo>
                    <a:pt x="1685137" y="0"/>
                  </a:moveTo>
                  <a:lnTo>
                    <a:pt x="1681314" y="0"/>
                  </a:lnTo>
                  <a:lnTo>
                    <a:pt x="1681314" y="2552"/>
                  </a:lnTo>
                  <a:lnTo>
                    <a:pt x="1685137" y="2552"/>
                  </a:lnTo>
                  <a:lnTo>
                    <a:pt x="1685137" y="0"/>
                  </a:lnTo>
                  <a:close/>
                </a:path>
                <a:path w="2357754" h="26670">
                  <a:moveTo>
                    <a:pt x="1700415" y="0"/>
                  </a:moveTo>
                  <a:lnTo>
                    <a:pt x="1696593" y="0"/>
                  </a:lnTo>
                  <a:lnTo>
                    <a:pt x="1696593" y="2552"/>
                  </a:lnTo>
                  <a:lnTo>
                    <a:pt x="1700415" y="2552"/>
                  </a:lnTo>
                  <a:lnTo>
                    <a:pt x="1700415" y="0"/>
                  </a:lnTo>
                  <a:close/>
                </a:path>
                <a:path w="2357754" h="26670">
                  <a:moveTo>
                    <a:pt x="1715706" y="0"/>
                  </a:moveTo>
                  <a:lnTo>
                    <a:pt x="1711883" y="0"/>
                  </a:lnTo>
                  <a:lnTo>
                    <a:pt x="1711883" y="2552"/>
                  </a:lnTo>
                  <a:lnTo>
                    <a:pt x="1715706" y="2552"/>
                  </a:lnTo>
                  <a:lnTo>
                    <a:pt x="1715706" y="0"/>
                  </a:lnTo>
                  <a:close/>
                </a:path>
                <a:path w="2357754" h="26670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6670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6670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6670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6670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6670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6670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6670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6670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6670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6670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6670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6670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6670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6670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6670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6670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6670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6670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6670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6670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6670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6670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6670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6670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6670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6670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6670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6670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6670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667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667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667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667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667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667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667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667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667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667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667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6670">
                  <a:moveTo>
                    <a:pt x="2357666" y="24015"/>
                  </a:moveTo>
                  <a:lnTo>
                    <a:pt x="2353843" y="24015"/>
                  </a:lnTo>
                  <a:lnTo>
                    <a:pt x="2353843" y="26568"/>
                  </a:lnTo>
                  <a:lnTo>
                    <a:pt x="2357666" y="26568"/>
                  </a:lnTo>
                  <a:lnTo>
                    <a:pt x="2357666" y="24015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76131" y="6271386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32" y="0"/>
                  </a:lnTo>
                  <a:lnTo>
                    <a:pt x="275132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62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62" y="2552"/>
                  </a:lnTo>
                  <a:lnTo>
                    <a:pt x="370662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50" y="0"/>
                  </a:lnTo>
                  <a:lnTo>
                    <a:pt x="657250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79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79" y="2552"/>
                  </a:lnTo>
                  <a:lnTo>
                    <a:pt x="752779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68" y="0"/>
                  </a:lnTo>
                  <a:lnTo>
                    <a:pt x="1039368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48167" y="6250596"/>
              <a:ext cx="2357755" cy="23495"/>
            </a:xfrm>
            <a:custGeom>
              <a:avLst/>
              <a:gdLst/>
              <a:ahLst/>
              <a:cxnLst/>
              <a:rect l="l" t="t" r="r" b="b"/>
              <a:pathLst>
                <a:path w="2357754" h="23495">
                  <a:moveTo>
                    <a:pt x="3810" y="20789"/>
                  </a:moveTo>
                  <a:lnTo>
                    <a:pt x="0" y="20789"/>
                  </a:lnTo>
                  <a:lnTo>
                    <a:pt x="0" y="23342"/>
                  </a:lnTo>
                  <a:lnTo>
                    <a:pt x="3810" y="23342"/>
                  </a:lnTo>
                  <a:lnTo>
                    <a:pt x="3810" y="20789"/>
                  </a:lnTo>
                  <a:close/>
                </a:path>
                <a:path w="2357754" h="23495">
                  <a:moveTo>
                    <a:pt x="19100" y="20789"/>
                  </a:moveTo>
                  <a:lnTo>
                    <a:pt x="15278" y="20789"/>
                  </a:lnTo>
                  <a:lnTo>
                    <a:pt x="15278" y="23342"/>
                  </a:lnTo>
                  <a:lnTo>
                    <a:pt x="19100" y="23342"/>
                  </a:lnTo>
                  <a:lnTo>
                    <a:pt x="19100" y="20789"/>
                  </a:lnTo>
                  <a:close/>
                </a:path>
                <a:path w="2357754" h="23495">
                  <a:moveTo>
                    <a:pt x="34391" y="20789"/>
                  </a:moveTo>
                  <a:lnTo>
                    <a:pt x="30568" y="20789"/>
                  </a:lnTo>
                  <a:lnTo>
                    <a:pt x="30568" y="23342"/>
                  </a:lnTo>
                  <a:lnTo>
                    <a:pt x="34391" y="23342"/>
                  </a:lnTo>
                  <a:lnTo>
                    <a:pt x="34391" y="20789"/>
                  </a:lnTo>
                  <a:close/>
                </a:path>
                <a:path w="2357754" h="23495">
                  <a:moveTo>
                    <a:pt x="49669" y="20789"/>
                  </a:moveTo>
                  <a:lnTo>
                    <a:pt x="45847" y="20789"/>
                  </a:lnTo>
                  <a:lnTo>
                    <a:pt x="45847" y="23342"/>
                  </a:lnTo>
                  <a:lnTo>
                    <a:pt x="49669" y="23342"/>
                  </a:lnTo>
                  <a:lnTo>
                    <a:pt x="49669" y="20789"/>
                  </a:lnTo>
                  <a:close/>
                </a:path>
                <a:path w="2357754" h="23495">
                  <a:moveTo>
                    <a:pt x="64960" y="20789"/>
                  </a:moveTo>
                  <a:lnTo>
                    <a:pt x="61137" y="20789"/>
                  </a:lnTo>
                  <a:lnTo>
                    <a:pt x="61137" y="23342"/>
                  </a:lnTo>
                  <a:lnTo>
                    <a:pt x="64960" y="23342"/>
                  </a:lnTo>
                  <a:lnTo>
                    <a:pt x="64960" y="20789"/>
                  </a:lnTo>
                  <a:close/>
                </a:path>
                <a:path w="2357754" h="23495">
                  <a:moveTo>
                    <a:pt x="80238" y="20789"/>
                  </a:moveTo>
                  <a:lnTo>
                    <a:pt x="76415" y="20789"/>
                  </a:lnTo>
                  <a:lnTo>
                    <a:pt x="76415" y="23342"/>
                  </a:lnTo>
                  <a:lnTo>
                    <a:pt x="80238" y="23342"/>
                  </a:lnTo>
                  <a:lnTo>
                    <a:pt x="80238" y="20789"/>
                  </a:lnTo>
                  <a:close/>
                </a:path>
                <a:path w="2357754" h="23495">
                  <a:moveTo>
                    <a:pt x="95529" y="20789"/>
                  </a:moveTo>
                  <a:lnTo>
                    <a:pt x="91706" y="20789"/>
                  </a:lnTo>
                  <a:lnTo>
                    <a:pt x="91706" y="23342"/>
                  </a:lnTo>
                  <a:lnTo>
                    <a:pt x="95529" y="23342"/>
                  </a:lnTo>
                  <a:lnTo>
                    <a:pt x="95529" y="20789"/>
                  </a:lnTo>
                  <a:close/>
                </a:path>
                <a:path w="2357754" h="23495">
                  <a:moveTo>
                    <a:pt x="110807" y="20789"/>
                  </a:moveTo>
                  <a:lnTo>
                    <a:pt x="106984" y="20789"/>
                  </a:lnTo>
                  <a:lnTo>
                    <a:pt x="106984" y="23342"/>
                  </a:lnTo>
                  <a:lnTo>
                    <a:pt x="110807" y="23342"/>
                  </a:lnTo>
                  <a:lnTo>
                    <a:pt x="110807" y="20789"/>
                  </a:lnTo>
                  <a:close/>
                </a:path>
                <a:path w="2357754" h="23495">
                  <a:moveTo>
                    <a:pt x="126098" y="20789"/>
                  </a:moveTo>
                  <a:lnTo>
                    <a:pt x="122275" y="20789"/>
                  </a:lnTo>
                  <a:lnTo>
                    <a:pt x="122275" y="23342"/>
                  </a:lnTo>
                  <a:lnTo>
                    <a:pt x="126098" y="23342"/>
                  </a:lnTo>
                  <a:lnTo>
                    <a:pt x="126098" y="20789"/>
                  </a:lnTo>
                  <a:close/>
                </a:path>
                <a:path w="2357754" h="23495">
                  <a:moveTo>
                    <a:pt x="141376" y="20789"/>
                  </a:moveTo>
                  <a:lnTo>
                    <a:pt x="137553" y="20789"/>
                  </a:lnTo>
                  <a:lnTo>
                    <a:pt x="137553" y="23342"/>
                  </a:lnTo>
                  <a:lnTo>
                    <a:pt x="141376" y="23342"/>
                  </a:lnTo>
                  <a:lnTo>
                    <a:pt x="141376" y="20789"/>
                  </a:lnTo>
                  <a:close/>
                </a:path>
                <a:path w="2357754" h="23495">
                  <a:moveTo>
                    <a:pt x="156667" y="20789"/>
                  </a:moveTo>
                  <a:lnTo>
                    <a:pt x="152844" y="20789"/>
                  </a:lnTo>
                  <a:lnTo>
                    <a:pt x="152844" y="23342"/>
                  </a:lnTo>
                  <a:lnTo>
                    <a:pt x="156667" y="23342"/>
                  </a:lnTo>
                  <a:lnTo>
                    <a:pt x="156667" y="20789"/>
                  </a:lnTo>
                  <a:close/>
                </a:path>
                <a:path w="2357754" h="23495">
                  <a:moveTo>
                    <a:pt x="171945" y="20789"/>
                  </a:moveTo>
                  <a:lnTo>
                    <a:pt x="168122" y="20789"/>
                  </a:lnTo>
                  <a:lnTo>
                    <a:pt x="168122" y="23342"/>
                  </a:lnTo>
                  <a:lnTo>
                    <a:pt x="171945" y="23342"/>
                  </a:lnTo>
                  <a:lnTo>
                    <a:pt x="171945" y="20789"/>
                  </a:lnTo>
                  <a:close/>
                </a:path>
                <a:path w="2357754" h="23495">
                  <a:moveTo>
                    <a:pt x="187236" y="20789"/>
                  </a:moveTo>
                  <a:lnTo>
                    <a:pt x="183413" y="20789"/>
                  </a:lnTo>
                  <a:lnTo>
                    <a:pt x="183413" y="23342"/>
                  </a:lnTo>
                  <a:lnTo>
                    <a:pt x="187236" y="23342"/>
                  </a:lnTo>
                  <a:lnTo>
                    <a:pt x="187236" y="20789"/>
                  </a:lnTo>
                  <a:close/>
                </a:path>
                <a:path w="2357754" h="23495">
                  <a:moveTo>
                    <a:pt x="202514" y="20789"/>
                  </a:moveTo>
                  <a:lnTo>
                    <a:pt x="198691" y="20789"/>
                  </a:lnTo>
                  <a:lnTo>
                    <a:pt x="198691" y="23342"/>
                  </a:lnTo>
                  <a:lnTo>
                    <a:pt x="202514" y="23342"/>
                  </a:lnTo>
                  <a:lnTo>
                    <a:pt x="202514" y="20789"/>
                  </a:lnTo>
                  <a:close/>
                </a:path>
                <a:path w="2357754" h="23495">
                  <a:moveTo>
                    <a:pt x="217805" y="20789"/>
                  </a:moveTo>
                  <a:lnTo>
                    <a:pt x="213982" y="20789"/>
                  </a:lnTo>
                  <a:lnTo>
                    <a:pt x="213982" y="23342"/>
                  </a:lnTo>
                  <a:lnTo>
                    <a:pt x="217805" y="23342"/>
                  </a:lnTo>
                  <a:lnTo>
                    <a:pt x="217805" y="20789"/>
                  </a:lnTo>
                  <a:close/>
                </a:path>
                <a:path w="2357754" h="23495">
                  <a:moveTo>
                    <a:pt x="233083" y="20789"/>
                  </a:moveTo>
                  <a:lnTo>
                    <a:pt x="229260" y="20789"/>
                  </a:lnTo>
                  <a:lnTo>
                    <a:pt x="229260" y="23342"/>
                  </a:lnTo>
                  <a:lnTo>
                    <a:pt x="233083" y="23342"/>
                  </a:lnTo>
                  <a:lnTo>
                    <a:pt x="233083" y="20789"/>
                  </a:lnTo>
                  <a:close/>
                </a:path>
                <a:path w="2357754" h="23495">
                  <a:moveTo>
                    <a:pt x="248373" y="20789"/>
                  </a:moveTo>
                  <a:lnTo>
                    <a:pt x="244551" y="20789"/>
                  </a:lnTo>
                  <a:lnTo>
                    <a:pt x="244551" y="23342"/>
                  </a:lnTo>
                  <a:lnTo>
                    <a:pt x="248373" y="23342"/>
                  </a:lnTo>
                  <a:lnTo>
                    <a:pt x="248373" y="20789"/>
                  </a:lnTo>
                  <a:close/>
                </a:path>
                <a:path w="2357754" h="23495">
                  <a:moveTo>
                    <a:pt x="263652" y="20789"/>
                  </a:moveTo>
                  <a:lnTo>
                    <a:pt x="259829" y="20789"/>
                  </a:lnTo>
                  <a:lnTo>
                    <a:pt x="259829" y="23342"/>
                  </a:lnTo>
                  <a:lnTo>
                    <a:pt x="263652" y="23342"/>
                  </a:lnTo>
                  <a:lnTo>
                    <a:pt x="263652" y="20789"/>
                  </a:lnTo>
                  <a:close/>
                </a:path>
                <a:path w="2357754" h="23495">
                  <a:moveTo>
                    <a:pt x="278942" y="20789"/>
                  </a:moveTo>
                  <a:lnTo>
                    <a:pt x="275120" y="20789"/>
                  </a:lnTo>
                  <a:lnTo>
                    <a:pt x="275120" y="23342"/>
                  </a:lnTo>
                  <a:lnTo>
                    <a:pt x="278942" y="23342"/>
                  </a:lnTo>
                  <a:lnTo>
                    <a:pt x="278942" y="20789"/>
                  </a:lnTo>
                  <a:close/>
                </a:path>
                <a:path w="2357754" h="23495">
                  <a:moveTo>
                    <a:pt x="294220" y="20789"/>
                  </a:moveTo>
                  <a:lnTo>
                    <a:pt x="290398" y="20789"/>
                  </a:lnTo>
                  <a:lnTo>
                    <a:pt x="290398" y="23342"/>
                  </a:lnTo>
                  <a:lnTo>
                    <a:pt x="294220" y="23342"/>
                  </a:lnTo>
                  <a:lnTo>
                    <a:pt x="294220" y="20789"/>
                  </a:lnTo>
                  <a:close/>
                </a:path>
                <a:path w="2357754" h="23495">
                  <a:moveTo>
                    <a:pt x="309511" y="20789"/>
                  </a:moveTo>
                  <a:lnTo>
                    <a:pt x="305689" y="20789"/>
                  </a:lnTo>
                  <a:lnTo>
                    <a:pt x="305689" y="23342"/>
                  </a:lnTo>
                  <a:lnTo>
                    <a:pt x="309511" y="23342"/>
                  </a:lnTo>
                  <a:lnTo>
                    <a:pt x="309511" y="20789"/>
                  </a:lnTo>
                  <a:close/>
                </a:path>
                <a:path w="2357754" h="23495">
                  <a:moveTo>
                    <a:pt x="324789" y="20789"/>
                  </a:moveTo>
                  <a:lnTo>
                    <a:pt x="320979" y="20789"/>
                  </a:lnTo>
                  <a:lnTo>
                    <a:pt x="320979" y="23342"/>
                  </a:lnTo>
                  <a:lnTo>
                    <a:pt x="324789" y="23342"/>
                  </a:lnTo>
                  <a:lnTo>
                    <a:pt x="324789" y="20789"/>
                  </a:lnTo>
                  <a:close/>
                </a:path>
                <a:path w="2357754" h="23495">
                  <a:moveTo>
                    <a:pt x="340080" y="20789"/>
                  </a:moveTo>
                  <a:lnTo>
                    <a:pt x="336257" y="20789"/>
                  </a:lnTo>
                  <a:lnTo>
                    <a:pt x="336257" y="23342"/>
                  </a:lnTo>
                  <a:lnTo>
                    <a:pt x="340080" y="23342"/>
                  </a:lnTo>
                  <a:lnTo>
                    <a:pt x="340080" y="20789"/>
                  </a:lnTo>
                  <a:close/>
                </a:path>
                <a:path w="2357754" h="23495">
                  <a:moveTo>
                    <a:pt x="355358" y="20789"/>
                  </a:moveTo>
                  <a:lnTo>
                    <a:pt x="351548" y="20789"/>
                  </a:lnTo>
                  <a:lnTo>
                    <a:pt x="351548" y="23342"/>
                  </a:lnTo>
                  <a:lnTo>
                    <a:pt x="355358" y="23342"/>
                  </a:lnTo>
                  <a:lnTo>
                    <a:pt x="355358" y="20789"/>
                  </a:lnTo>
                  <a:close/>
                </a:path>
                <a:path w="2357754" h="23495">
                  <a:moveTo>
                    <a:pt x="370649" y="20789"/>
                  </a:moveTo>
                  <a:lnTo>
                    <a:pt x="366826" y="20789"/>
                  </a:lnTo>
                  <a:lnTo>
                    <a:pt x="366826" y="23342"/>
                  </a:lnTo>
                  <a:lnTo>
                    <a:pt x="370649" y="23342"/>
                  </a:lnTo>
                  <a:lnTo>
                    <a:pt x="370649" y="20789"/>
                  </a:lnTo>
                  <a:close/>
                </a:path>
                <a:path w="2357754" h="23495">
                  <a:moveTo>
                    <a:pt x="385927" y="20789"/>
                  </a:moveTo>
                  <a:lnTo>
                    <a:pt x="382117" y="20789"/>
                  </a:lnTo>
                  <a:lnTo>
                    <a:pt x="382117" y="23342"/>
                  </a:lnTo>
                  <a:lnTo>
                    <a:pt x="385927" y="23342"/>
                  </a:lnTo>
                  <a:lnTo>
                    <a:pt x="385927" y="20789"/>
                  </a:lnTo>
                  <a:close/>
                </a:path>
                <a:path w="2357754" h="23495">
                  <a:moveTo>
                    <a:pt x="401218" y="20789"/>
                  </a:moveTo>
                  <a:lnTo>
                    <a:pt x="397395" y="20789"/>
                  </a:lnTo>
                  <a:lnTo>
                    <a:pt x="397395" y="23342"/>
                  </a:lnTo>
                  <a:lnTo>
                    <a:pt x="401218" y="23342"/>
                  </a:lnTo>
                  <a:lnTo>
                    <a:pt x="401218" y="20789"/>
                  </a:lnTo>
                  <a:close/>
                </a:path>
                <a:path w="2357754" h="23495">
                  <a:moveTo>
                    <a:pt x="416509" y="20789"/>
                  </a:moveTo>
                  <a:lnTo>
                    <a:pt x="412686" y="20789"/>
                  </a:lnTo>
                  <a:lnTo>
                    <a:pt x="412686" y="23342"/>
                  </a:lnTo>
                  <a:lnTo>
                    <a:pt x="416509" y="23342"/>
                  </a:lnTo>
                  <a:lnTo>
                    <a:pt x="416509" y="20789"/>
                  </a:lnTo>
                  <a:close/>
                </a:path>
                <a:path w="2357754" h="23495">
                  <a:moveTo>
                    <a:pt x="431787" y="20789"/>
                  </a:moveTo>
                  <a:lnTo>
                    <a:pt x="427964" y="20789"/>
                  </a:lnTo>
                  <a:lnTo>
                    <a:pt x="427964" y="23342"/>
                  </a:lnTo>
                  <a:lnTo>
                    <a:pt x="431787" y="23342"/>
                  </a:lnTo>
                  <a:lnTo>
                    <a:pt x="431787" y="20789"/>
                  </a:lnTo>
                  <a:close/>
                </a:path>
                <a:path w="2357754" h="23495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3495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3495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3495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3495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3495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3495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3495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3495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3495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3495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3495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3495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3495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3495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3495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3495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3495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3495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3495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3495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3495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3495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3495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3495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3495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3495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3495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3495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3495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3495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3495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3495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3495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3495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3495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3495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3495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3495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3495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3495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3495">
                  <a:moveTo>
                    <a:pt x="2357666" y="20789"/>
                  </a:moveTo>
                  <a:lnTo>
                    <a:pt x="2353843" y="20789"/>
                  </a:lnTo>
                  <a:lnTo>
                    <a:pt x="2353843" y="23342"/>
                  </a:lnTo>
                  <a:lnTo>
                    <a:pt x="2357666" y="23342"/>
                  </a:lnTo>
                  <a:lnTo>
                    <a:pt x="2357666" y="20789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305404" y="6250596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2552"/>
                  </a:moveTo>
                  <a:lnTo>
                    <a:pt x="905611" y="0"/>
                  </a:ln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48167" y="6232245"/>
              <a:ext cx="2357755" cy="20955"/>
            </a:xfrm>
            <a:custGeom>
              <a:avLst/>
              <a:gdLst/>
              <a:ahLst/>
              <a:cxnLst/>
              <a:rect l="l" t="t" r="r" b="b"/>
              <a:pathLst>
                <a:path w="2357754" h="20954">
                  <a:moveTo>
                    <a:pt x="3810" y="18351"/>
                  </a:moveTo>
                  <a:lnTo>
                    <a:pt x="0" y="18351"/>
                  </a:lnTo>
                  <a:lnTo>
                    <a:pt x="0" y="20904"/>
                  </a:lnTo>
                  <a:lnTo>
                    <a:pt x="3810" y="20904"/>
                  </a:lnTo>
                  <a:lnTo>
                    <a:pt x="3810" y="18351"/>
                  </a:lnTo>
                  <a:close/>
                </a:path>
                <a:path w="2357754" h="20954">
                  <a:moveTo>
                    <a:pt x="19100" y="18351"/>
                  </a:moveTo>
                  <a:lnTo>
                    <a:pt x="15278" y="18351"/>
                  </a:lnTo>
                  <a:lnTo>
                    <a:pt x="15278" y="20904"/>
                  </a:lnTo>
                  <a:lnTo>
                    <a:pt x="19100" y="20904"/>
                  </a:lnTo>
                  <a:lnTo>
                    <a:pt x="19100" y="18351"/>
                  </a:lnTo>
                  <a:close/>
                </a:path>
                <a:path w="2357754" h="20954">
                  <a:moveTo>
                    <a:pt x="34391" y="18351"/>
                  </a:moveTo>
                  <a:lnTo>
                    <a:pt x="30568" y="18351"/>
                  </a:lnTo>
                  <a:lnTo>
                    <a:pt x="30568" y="20904"/>
                  </a:lnTo>
                  <a:lnTo>
                    <a:pt x="34391" y="20904"/>
                  </a:lnTo>
                  <a:lnTo>
                    <a:pt x="34391" y="18351"/>
                  </a:lnTo>
                  <a:close/>
                </a:path>
                <a:path w="2357754" h="20954">
                  <a:moveTo>
                    <a:pt x="49669" y="18351"/>
                  </a:moveTo>
                  <a:lnTo>
                    <a:pt x="45847" y="18351"/>
                  </a:lnTo>
                  <a:lnTo>
                    <a:pt x="45847" y="20904"/>
                  </a:lnTo>
                  <a:lnTo>
                    <a:pt x="49669" y="20904"/>
                  </a:lnTo>
                  <a:lnTo>
                    <a:pt x="49669" y="18351"/>
                  </a:lnTo>
                  <a:close/>
                </a:path>
                <a:path w="2357754" h="20954">
                  <a:moveTo>
                    <a:pt x="64960" y="18351"/>
                  </a:moveTo>
                  <a:lnTo>
                    <a:pt x="61137" y="18351"/>
                  </a:lnTo>
                  <a:lnTo>
                    <a:pt x="61137" y="20904"/>
                  </a:lnTo>
                  <a:lnTo>
                    <a:pt x="64960" y="20904"/>
                  </a:lnTo>
                  <a:lnTo>
                    <a:pt x="64960" y="18351"/>
                  </a:lnTo>
                  <a:close/>
                </a:path>
                <a:path w="2357754" h="20954">
                  <a:moveTo>
                    <a:pt x="80238" y="18351"/>
                  </a:moveTo>
                  <a:lnTo>
                    <a:pt x="76415" y="18351"/>
                  </a:lnTo>
                  <a:lnTo>
                    <a:pt x="76415" y="20904"/>
                  </a:lnTo>
                  <a:lnTo>
                    <a:pt x="80238" y="20904"/>
                  </a:lnTo>
                  <a:lnTo>
                    <a:pt x="80238" y="18351"/>
                  </a:lnTo>
                  <a:close/>
                </a:path>
                <a:path w="2357754" h="20954">
                  <a:moveTo>
                    <a:pt x="95529" y="18351"/>
                  </a:moveTo>
                  <a:lnTo>
                    <a:pt x="91706" y="18351"/>
                  </a:lnTo>
                  <a:lnTo>
                    <a:pt x="91706" y="20904"/>
                  </a:lnTo>
                  <a:lnTo>
                    <a:pt x="95529" y="20904"/>
                  </a:lnTo>
                  <a:lnTo>
                    <a:pt x="95529" y="18351"/>
                  </a:lnTo>
                  <a:close/>
                </a:path>
                <a:path w="2357754" h="20954">
                  <a:moveTo>
                    <a:pt x="110807" y="18351"/>
                  </a:moveTo>
                  <a:lnTo>
                    <a:pt x="106984" y="18351"/>
                  </a:lnTo>
                  <a:lnTo>
                    <a:pt x="106984" y="20904"/>
                  </a:lnTo>
                  <a:lnTo>
                    <a:pt x="110807" y="20904"/>
                  </a:lnTo>
                  <a:lnTo>
                    <a:pt x="110807" y="18351"/>
                  </a:lnTo>
                  <a:close/>
                </a:path>
                <a:path w="2357754" h="20954">
                  <a:moveTo>
                    <a:pt x="126098" y="18351"/>
                  </a:moveTo>
                  <a:lnTo>
                    <a:pt x="122275" y="18351"/>
                  </a:lnTo>
                  <a:lnTo>
                    <a:pt x="122275" y="20904"/>
                  </a:lnTo>
                  <a:lnTo>
                    <a:pt x="126098" y="20904"/>
                  </a:lnTo>
                  <a:lnTo>
                    <a:pt x="126098" y="18351"/>
                  </a:lnTo>
                  <a:close/>
                </a:path>
                <a:path w="2357754" h="20954">
                  <a:moveTo>
                    <a:pt x="141376" y="18351"/>
                  </a:moveTo>
                  <a:lnTo>
                    <a:pt x="137553" y="18351"/>
                  </a:lnTo>
                  <a:lnTo>
                    <a:pt x="137553" y="20904"/>
                  </a:lnTo>
                  <a:lnTo>
                    <a:pt x="141376" y="20904"/>
                  </a:lnTo>
                  <a:lnTo>
                    <a:pt x="141376" y="18351"/>
                  </a:lnTo>
                  <a:close/>
                </a:path>
                <a:path w="2357754" h="20954">
                  <a:moveTo>
                    <a:pt x="156667" y="18351"/>
                  </a:moveTo>
                  <a:lnTo>
                    <a:pt x="152844" y="18351"/>
                  </a:lnTo>
                  <a:lnTo>
                    <a:pt x="152844" y="20904"/>
                  </a:lnTo>
                  <a:lnTo>
                    <a:pt x="156667" y="20904"/>
                  </a:lnTo>
                  <a:lnTo>
                    <a:pt x="156667" y="18351"/>
                  </a:lnTo>
                  <a:close/>
                </a:path>
                <a:path w="2357754" h="20954">
                  <a:moveTo>
                    <a:pt x="171945" y="18351"/>
                  </a:moveTo>
                  <a:lnTo>
                    <a:pt x="168122" y="18351"/>
                  </a:lnTo>
                  <a:lnTo>
                    <a:pt x="168122" y="20904"/>
                  </a:lnTo>
                  <a:lnTo>
                    <a:pt x="171945" y="20904"/>
                  </a:lnTo>
                  <a:lnTo>
                    <a:pt x="171945" y="18351"/>
                  </a:lnTo>
                  <a:close/>
                </a:path>
                <a:path w="2357754" h="20954">
                  <a:moveTo>
                    <a:pt x="187236" y="18351"/>
                  </a:moveTo>
                  <a:lnTo>
                    <a:pt x="183413" y="18351"/>
                  </a:lnTo>
                  <a:lnTo>
                    <a:pt x="183413" y="20904"/>
                  </a:lnTo>
                  <a:lnTo>
                    <a:pt x="187236" y="20904"/>
                  </a:lnTo>
                  <a:lnTo>
                    <a:pt x="187236" y="18351"/>
                  </a:lnTo>
                  <a:close/>
                </a:path>
                <a:path w="2357754" h="20954">
                  <a:moveTo>
                    <a:pt x="202514" y="18351"/>
                  </a:moveTo>
                  <a:lnTo>
                    <a:pt x="198691" y="18351"/>
                  </a:lnTo>
                  <a:lnTo>
                    <a:pt x="198691" y="20904"/>
                  </a:lnTo>
                  <a:lnTo>
                    <a:pt x="202514" y="20904"/>
                  </a:lnTo>
                  <a:lnTo>
                    <a:pt x="202514" y="18351"/>
                  </a:lnTo>
                  <a:close/>
                </a:path>
                <a:path w="2357754" h="20954">
                  <a:moveTo>
                    <a:pt x="217805" y="18351"/>
                  </a:moveTo>
                  <a:lnTo>
                    <a:pt x="213982" y="18351"/>
                  </a:lnTo>
                  <a:lnTo>
                    <a:pt x="213982" y="20904"/>
                  </a:lnTo>
                  <a:lnTo>
                    <a:pt x="217805" y="20904"/>
                  </a:lnTo>
                  <a:lnTo>
                    <a:pt x="217805" y="18351"/>
                  </a:lnTo>
                  <a:close/>
                </a:path>
                <a:path w="2357754" h="20954">
                  <a:moveTo>
                    <a:pt x="233083" y="18351"/>
                  </a:moveTo>
                  <a:lnTo>
                    <a:pt x="229260" y="18351"/>
                  </a:lnTo>
                  <a:lnTo>
                    <a:pt x="229260" y="20904"/>
                  </a:lnTo>
                  <a:lnTo>
                    <a:pt x="233083" y="20904"/>
                  </a:lnTo>
                  <a:lnTo>
                    <a:pt x="233083" y="18351"/>
                  </a:lnTo>
                  <a:close/>
                </a:path>
                <a:path w="2357754" h="20954">
                  <a:moveTo>
                    <a:pt x="248373" y="18351"/>
                  </a:moveTo>
                  <a:lnTo>
                    <a:pt x="244551" y="18351"/>
                  </a:lnTo>
                  <a:lnTo>
                    <a:pt x="244551" y="20904"/>
                  </a:lnTo>
                  <a:lnTo>
                    <a:pt x="248373" y="20904"/>
                  </a:lnTo>
                  <a:lnTo>
                    <a:pt x="248373" y="18351"/>
                  </a:lnTo>
                  <a:close/>
                </a:path>
                <a:path w="2357754" h="20954">
                  <a:moveTo>
                    <a:pt x="263652" y="18351"/>
                  </a:moveTo>
                  <a:lnTo>
                    <a:pt x="259829" y="18351"/>
                  </a:lnTo>
                  <a:lnTo>
                    <a:pt x="259829" y="20904"/>
                  </a:lnTo>
                  <a:lnTo>
                    <a:pt x="263652" y="20904"/>
                  </a:lnTo>
                  <a:lnTo>
                    <a:pt x="263652" y="18351"/>
                  </a:lnTo>
                  <a:close/>
                </a:path>
                <a:path w="2357754" h="20954">
                  <a:moveTo>
                    <a:pt x="278942" y="18351"/>
                  </a:moveTo>
                  <a:lnTo>
                    <a:pt x="275120" y="18351"/>
                  </a:lnTo>
                  <a:lnTo>
                    <a:pt x="275120" y="20904"/>
                  </a:lnTo>
                  <a:lnTo>
                    <a:pt x="278942" y="20904"/>
                  </a:lnTo>
                  <a:lnTo>
                    <a:pt x="278942" y="18351"/>
                  </a:lnTo>
                  <a:close/>
                </a:path>
                <a:path w="2357754" h="20954">
                  <a:moveTo>
                    <a:pt x="294220" y="18351"/>
                  </a:moveTo>
                  <a:lnTo>
                    <a:pt x="290398" y="18351"/>
                  </a:lnTo>
                  <a:lnTo>
                    <a:pt x="290398" y="20904"/>
                  </a:lnTo>
                  <a:lnTo>
                    <a:pt x="294220" y="20904"/>
                  </a:lnTo>
                  <a:lnTo>
                    <a:pt x="294220" y="18351"/>
                  </a:lnTo>
                  <a:close/>
                </a:path>
                <a:path w="2357754" h="20954">
                  <a:moveTo>
                    <a:pt x="309511" y="18351"/>
                  </a:moveTo>
                  <a:lnTo>
                    <a:pt x="305689" y="18351"/>
                  </a:lnTo>
                  <a:lnTo>
                    <a:pt x="305689" y="20904"/>
                  </a:lnTo>
                  <a:lnTo>
                    <a:pt x="309511" y="20904"/>
                  </a:lnTo>
                  <a:lnTo>
                    <a:pt x="309511" y="18351"/>
                  </a:lnTo>
                  <a:close/>
                </a:path>
                <a:path w="2357754" h="20954">
                  <a:moveTo>
                    <a:pt x="324789" y="18351"/>
                  </a:moveTo>
                  <a:lnTo>
                    <a:pt x="320979" y="18351"/>
                  </a:lnTo>
                  <a:lnTo>
                    <a:pt x="320979" y="20904"/>
                  </a:lnTo>
                  <a:lnTo>
                    <a:pt x="324789" y="20904"/>
                  </a:lnTo>
                  <a:lnTo>
                    <a:pt x="324789" y="18351"/>
                  </a:lnTo>
                  <a:close/>
                </a:path>
                <a:path w="2357754" h="20954">
                  <a:moveTo>
                    <a:pt x="340080" y="18351"/>
                  </a:moveTo>
                  <a:lnTo>
                    <a:pt x="336257" y="18351"/>
                  </a:lnTo>
                  <a:lnTo>
                    <a:pt x="336257" y="20904"/>
                  </a:lnTo>
                  <a:lnTo>
                    <a:pt x="340080" y="20904"/>
                  </a:lnTo>
                  <a:lnTo>
                    <a:pt x="340080" y="18351"/>
                  </a:lnTo>
                  <a:close/>
                </a:path>
                <a:path w="2357754" h="20954">
                  <a:moveTo>
                    <a:pt x="355358" y="18351"/>
                  </a:moveTo>
                  <a:lnTo>
                    <a:pt x="351548" y="18351"/>
                  </a:lnTo>
                  <a:lnTo>
                    <a:pt x="351548" y="20904"/>
                  </a:lnTo>
                  <a:lnTo>
                    <a:pt x="355358" y="20904"/>
                  </a:lnTo>
                  <a:lnTo>
                    <a:pt x="355358" y="18351"/>
                  </a:lnTo>
                  <a:close/>
                </a:path>
                <a:path w="2357754" h="20954">
                  <a:moveTo>
                    <a:pt x="370649" y="18351"/>
                  </a:moveTo>
                  <a:lnTo>
                    <a:pt x="366826" y="18351"/>
                  </a:lnTo>
                  <a:lnTo>
                    <a:pt x="366826" y="20904"/>
                  </a:lnTo>
                  <a:lnTo>
                    <a:pt x="370649" y="20904"/>
                  </a:lnTo>
                  <a:lnTo>
                    <a:pt x="370649" y="18351"/>
                  </a:lnTo>
                  <a:close/>
                </a:path>
                <a:path w="2357754" h="20954">
                  <a:moveTo>
                    <a:pt x="385927" y="18351"/>
                  </a:moveTo>
                  <a:lnTo>
                    <a:pt x="382117" y="18351"/>
                  </a:lnTo>
                  <a:lnTo>
                    <a:pt x="382117" y="20904"/>
                  </a:lnTo>
                  <a:lnTo>
                    <a:pt x="385927" y="20904"/>
                  </a:lnTo>
                  <a:lnTo>
                    <a:pt x="385927" y="18351"/>
                  </a:lnTo>
                  <a:close/>
                </a:path>
                <a:path w="2357754" h="20954">
                  <a:moveTo>
                    <a:pt x="401218" y="18351"/>
                  </a:moveTo>
                  <a:lnTo>
                    <a:pt x="397395" y="18351"/>
                  </a:lnTo>
                  <a:lnTo>
                    <a:pt x="397395" y="20904"/>
                  </a:lnTo>
                  <a:lnTo>
                    <a:pt x="401218" y="20904"/>
                  </a:lnTo>
                  <a:lnTo>
                    <a:pt x="401218" y="18351"/>
                  </a:lnTo>
                  <a:close/>
                </a:path>
                <a:path w="2357754" h="20954">
                  <a:moveTo>
                    <a:pt x="416509" y="18351"/>
                  </a:moveTo>
                  <a:lnTo>
                    <a:pt x="412686" y="18351"/>
                  </a:lnTo>
                  <a:lnTo>
                    <a:pt x="412686" y="20904"/>
                  </a:lnTo>
                  <a:lnTo>
                    <a:pt x="416509" y="20904"/>
                  </a:lnTo>
                  <a:lnTo>
                    <a:pt x="416509" y="18351"/>
                  </a:lnTo>
                  <a:close/>
                </a:path>
                <a:path w="2357754" h="20954">
                  <a:moveTo>
                    <a:pt x="431787" y="18351"/>
                  </a:moveTo>
                  <a:lnTo>
                    <a:pt x="427964" y="18351"/>
                  </a:lnTo>
                  <a:lnTo>
                    <a:pt x="427964" y="20904"/>
                  </a:lnTo>
                  <a:lnTo>
                    <a:pt x="431787" y="20904"/>
                  </a:lnTo>
                  <a:lnTo>
                    <a:pt x="431787" y="18351"/>
                  </a:lnTo>
                  <a:close/>
                </a:path>
                <a:path w="2357754" h="20954">
                  <a:moveTo>
                    <a:pt x="447078" y="18351"/>
                  </a:moveTo>
                  <a:lnTo>
                    <a:pt x="443255" y="18351"/>
                  </a:lnTo>
                  <a:lnTo>
                    <a:pt x="443255" y="20904"/>
                  </a:lnTo>
                  <a:lnTo>
                    <a:pt x="447078" y="20904"/>
                  </a:lnTo>
                  <a:lnTo>
                    <a:pt x="447078" y="18351"/>
                  </a:lnTo>
                  <a:close/>
                </a:path>
                <a:path w="2357754" h="20954">
                  <a:moveTo>
                    <a:pt x="462356" y="18351"/>
                  </a:moveTo>
                  <a:lnTo>
                    <a:pt x="458533" y="18351"/>
                  </a:lnTo>
                  <a:lnTo>
                    <a:pt x="458533" y="20904"/>
                  </a:lnTo>
                  <a:lnTo>
                    <a:pt x="462356" y="20904"/>
                  </a:lnTo>
                  <a:lnTo>
                    <a:pt x="462356" y="18351"/>
                  </a:lnTo>
                  <a:close/>
                </a:path>
                <a:path w="2357754" h="20954">
                  <a:moveTo>
                    <a:pt x="477647" y="18351"/>
                  </a:moveTo>
                  <a:lnTo>
                    <a:pt x="473824" y="18351"/>
                  </a:lnTo>
                  <a:lnTo>
                    <a:pt x="473824" y="20904"/>
                  </a:lnTo>
                  <a:lnTo>
                    <a:pt x="477647" y="20904"/>
                  </a:lnTo>
                  <a:lnTo>
                    <a:pt x="477647" y="18351"/>
                  </a:lnTo>
                  <a:close/>
                </a:path>
                <a:path w="2357754" h="20954">
                  <a:moveTo>
                    <a:pt x="492925" y="18351"/>
                  </a:moveTo>
                  <a:lnTo>
                    <a:pt x="489102" y="18351"/>
                  </a:lnTo>
                  <a:lnTo>
                    <a:pt x="489102" y="20904"/>
                  </a:lnTo>
                  <a:lnTo>
                    <a:pt x="492925" y="20904"/>
                  </a:lnTo>
                  <a:lnTo>
                    <a:pt x="492925" y="18351"/>
                  </a:lnTo>
                  <a:close/>
                </a:path>
                <a:path w="2357754" h="20954">
                  <a:moveTo>
                    <a:pt x="508215" y="18351"/>
                  </a:moveTo>
                  <a:lnTo>
                    <a:pt x="504393" y="18351"/>
                  </a:lnTo>
                  <a:lnTo>
                    <a:pt x="504393" y="20904"/>
                  </a:lnTo>
                  <a:lnTo>
                    <a:pt x="508215" y="20904"/>
                  </a:lnTo>
                  <a:lnTo>
                    <a:pt x="508215" y="18351"/>
                  </a:lnTo>
                  <a:close/>
                </a:path>
                <a:path w="2357754" h="20954">
                  <a:moveTo>
                    <a:pt x="523494" y="18351"/>
                  </a:moveTo>
                  <a:lnTo>
                    <a:pt x="519671" y="18351"/>
                  </a:lnTo>
                  <a:lnTo>
                    <a:pt x="519671" y="20904"/>
                  </a:lnTo>
                  <a:lnTo>
                    <a:pt x="523494" y="20904"/>
                  </a:lnTo>
                  <a:lnTo>
                    <a:pt x="523494" y="18351"/>
                  </a:lnTo>
                  <a:close/>
                </a:path>
                <a:path w="2357754" h="20954">
                  <a:moveTo>
                    <a:pt x="538784" y="18351"/>
                  </a:moveTo>
                  <a:lnTo>
                    <a:pt x="534962" y="18351"/>
                  </a:lnTo>
                  <a:lnTo>
                    <a:pt x="534962" y="20904"/>
                  </a:lnTo>
                  <a:lnTo>
                    <a:pt x="538784" y="20904"/>
                  </a:lnTo>
                  <a:lnTo>
                    <a:pt x="538784" y="18351"/>
                  </a:lnTo>
                  <a:close/>
                </a:path>
                <a:path w="2357754" h="20954">
                  <a:moveTo>
                    <a:pt x="554062" y="18351"/>
                  </a:moveTo>
                  <a:lnTo>
                    <a:pt x="550240" y="18351"/>
                  </a:lnTo>
                  <a:lnTo>
                    <a:pt x="550240" y="20904"/>
                  </a:lnTo>
                  <a:lnTo>
                    <a:pt x="554062" y="20904"/>
                  </a:lnTo>
                  <a:lnTo>
                    <a:pt x="554062" y="18351"/>
                  </a:lnTo>
                  <a:close/>
                </a:path>
                <a:path w="2357754" h="20954">
                  <a:moveTo>
                    <a:pt x="569353" y="18351"/>
                  </a:moveTo>
                  <a:lnTo>
                    <a:pt x="565531" y="18351"/>
                  </a:lnTo>
                  <a:lnTo>
                    <a:pt x="565531" y="20904"/>
                  </a:lnTo>
                  <a:lnTo>
                    <a:pt x="569353" y="20904"/>
                  </a:lnTo>
                  <a:lnTo>
                    <a:pt x="569353" y="18351"/>
                  </a:lnTo>
                  <a:close/>
                </a:path>
                <a:path w="2357754" h="20954">
                  <a:moveTo>
                    <a:pt x="584631" y="18351"/>
                  </a:moveTo>
                  <a:lnTo>
                    <a:pt x="580809" y="18351"/>
                  </a:lnTo>
                  <a:lnTo>
                    <a:pt x="580809" y="20904"/>
                  </a:lnTo>
                  <a:lnTo>
                    <a:pt x="584631" y="20904"/>
                  </a:lnTo>
                  <a:lnTo>
                    <a:pt x="584631" y="18351"/>
                  </a:lnTo>
                  <a:close/>
                </a:path>
                <a:path w="2357754" h="20954">
                  <a:moveTo>
                    <a:pt x="599922" y="18351"/>
                  </a:moveTo>
                  <a:lnTo>
                    <a:pt x="596099" y="18351"/>
                  </a:lnTo>
                  <a:lnTo>
                    <a:pt x="596099" y="20904"/>
                  </a:lnTo>
                  <a:lnTo>
                    <a:pt x="599922" y="20904"/>
                  </a:lnTo>
                  <a:lnTo>
                    <a:pt x="599922" y="18351"/>
                  </a:lnTo>
                  <a:close/>
                </a:path>
                <a:path w="2357754" h="20954">
                  <a:moveTo>
                    <a:pt x="615200" y="18351"/>
                  </a:moveTo>
                  <a:lnTo>
                    <a:pt x="611378" y="18351"/>
                  </a:lnTo>
                  <a:lnTo>
                    <a:pt x="611378" y="20904"/>
                  </a:lnTo>
                  <a:lnTo>
                    <a:pt x="615200" y="20904"/>
                  </a:lnTo>
                  <a:lnTo>
                    <a:pt x="615200" y="18351"/>
                  </a:lnTo>
                  <a:close/>
                </a:path>
                <a:path w="2357754" h="20954">
                  <a:moveTo>
                    <a:pt x="630491" y="18351"/>
                  </a:moveTo>
                  <a:lnTo>
                    <a:pt x="626668" y="18351"/>
                  </a:lnTo>
                  <a:lnTo>
                    <a:pt x="626668" y="20904"/>
                  </a:lnTo>
                  <a:lnTo>
                    <a:pt x="630491" y="20904"/>
                  </a:lnTo>
                  <a:lnTo>
                    <a:pt x="630491" y="18351"/>
                  </a:lnTo>
                  <a:close/>
                </a:path>
                <a:path w="2357754" h="20954">
                  <a:moveTo>
                    <a:pt x="645769" y="18351"/>
                  </a:moveTo>
                  <a:lnTo>
                    <a:pt x="641946" y="18351"/>
                  </a:lnTo>
                  <a:lnTo>
                    <a:pt x="641946" y="20904"/>
                  </a:lnTo>
                  <a:lnTo>
                    <a:pt x="645769" y="20904"/>
                  </a:lnTo>
                  <a:lnTo>
                    <a:pt x="645769" y="18351"/>
                  </a:lnTo>
                  <a:close/>
                </a:path>
                <a:path w="2357754" h="20954">
                  <a:moveTo>
                    <a:pt x="661060" y="18351"/>
                  </a:moveTo>
                  <a:lnTo>
                    <a:pt x="657237" y="18351"/>
                  </a:lnTo>
                  <a:lnTo>
                    <a:pt x="657237" y="20904"/>
                  </a:lnTo>
                  <a:lnTo>
                    <a:pt x="661060" y="20904"/>
                  </a:lnTo>
                  <a:lnTo>
                    <a:pt x="661060" y="18351"/>
                  </a:lnTo>
                  <a:close/>
                </a:path>
                <a:path w="2357754" h="20954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0954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0954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0954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0954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0954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0954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0954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0954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0954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0954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0954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0954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0954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0954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0954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0954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0954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0954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0954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0954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0954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0954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0954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0954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0954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0954">
                  <a:moveTo>
                    <a:pt x="2357666" y="18351"/>
                  </a:moveTo>
                  <a:lnTo>
                    <a:pt x="2353843" y="18351"/>
                  </a:lnTo>
                  <a:lnTo>
                    <a:pt x="2353843" y="20904"/>
                  </a:lnTo>
                  <a:lnTo>
                    <a:pt x="2357666" y="20904"/>
                  </a:lnTo>
                  <a:lnTo>
                    <a:pt x="2357666" y="18351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534677" y="6232245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48167" y="6232245"/>
              <a:ext cx="2357755" cy="3175"/>
            </a:xfrm>
            <a:custGeom>
              <a:avLst/>
              <a:gdLst/>
              <a:ahLst/>
              <a:cxnLst/>
              <a:rect l="l" t="t" r="r" b="b"/>
              <a:pathLst>
                <a:path w="2357754" h="3175">
                  <a:moveTo>
                    <a:pt x="3810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10" y="2552"/>
                  </a:lnTo>
                  <a:lnTo>
                    <a:pt x="3810" y="0"/>
                  </a:lnTo>
                  <a:close/>
                </a:path>
                <a:path w="235775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235775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235775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235775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235775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235775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235775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235775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235775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235775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235775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235775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235775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235775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2357754" h="3175">
                  <a:moveTo>
                    <a:pt x="233083" y="0"/>
                  </a:moveTo>
                  <a:lnTo>
                    <a:pt x="229260" y="0"/>
                  </a:lnTo>
                  <a:lnTo>
                    <a:pt x="229260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235775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2357754" h="3175">
                  <a:moveTo>
                    <a:pt x="263652" y="0"/>
                  </a:moveTo>
                  <a:lnTo>
                    <a:pt x="259829" y="0"/>
                  </a:lnTo>
                  <a:lnTo>
                    <a:pt x="259829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235775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2357754" h="3175">
                  <a:moveTo>
                    <a:pt x="294220" y="0"/>
                  </a:moveTo>
                  <a:lnTo>
                    <a:pt x="290398" y="0"/>
                  </a:lnTo>
                  <a:lnTo>
                    <a:pt x="290398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235775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2357754" h="3175">
                  <a:moveTo>
                    <a:pt x="324789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789" y="2552"/>
                  </a:lnTo>
                  <a:lnTo>
                    <a:pt x="324789" y="0"/>
                  </a:lnTo>
                  <a:close/>
                </a:path>
                <a:path w="235775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2357754" h="3175">
                  <a:moveTo>
                    <a:pt x="355358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58" y="2552"/>
                  </a:lnTo>
                  <a:lnTo>
                    <a:pt x="355358" y="0"/>
                  </a:lnTo>
                  <a:close/>
                </a:path>
                <a:path w="235775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2357754" h="3175">
                  <a:moveTo>
                    <a:pt x="385927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27" y="2552"/>
                  </a:lnTo>
                  <a:lnTo>
                    <a:pt x="385927" y="0"/>
                  </a:lnTo>
                  <a:close/>
                </a:path>
                <a:path w="235775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235775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235775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235775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235775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235775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235775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235775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235775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235775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235775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235775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235775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235775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2357754" h="3175">
                  <a:moveTo>
                    <a:pt x="615200" y="0"/>
                  </a:moveTo>
                  <a:lnTo>
                    <a:pt x="611378" y="0"/>
                  </a:lnTo>
                  <a:lnTo>
                    <a:pt x="611378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235775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2357754" h="3175">
                  <a:moveTo>
                    <a:pt x="645769" y="0"/>
                  </a:moveTo>
                  <a:lnTo>
                    <a:pt x="641946" y="0"/>
                  </a:lnTo>
                  <a:lnTo>
                    <a:pt x="641946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235775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2357754" h="3175">
                  <a:moveTo>
                    <a:pt x="676338" y="0"/>
                  </a:moveTo>
                  <a:lnTo>
                    <a:pt x="672515" y="0"/>
                  </a:lnTo>
                  <a:lnTo>
                    <a:pt x="672515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235775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2357754" h="3175">
                  <a:moveTo>
                    <a:pt x="706907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07" y="2552"/>
                  </a:lnTo>
                  <a:lnTo>
                    <a:pt x="706907" y="0"/>
                  </a:lnTo>
                  <a:close/>
                </a:path>
                <a:path w="235775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2357754" h="3175">
                  <a:moveTo>
                    <a:pt x="737476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76" y="2552"/>
                  </a:lnTo>
                  <a:lnTo>
                    <a:pt x="737476" y="0"/>
                  </a:lnTo>
                  <a:close/>
                </a:path>
                <a:path w="235775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2357754" h="3175">
                  <a:moveTo>
                    <a:pt x="768045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45" y="2552"/>
                  </a:lnTo>
                  <a:lnTo>
                    <a:pt x="768045" y="0"/>
                  </a:lnTo>
                  <a:close/>
                </a:path>
                <a:path w="235775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235775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235775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235775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235775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235775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235775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235775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2357754" h="3175">
                  <a:moveTo>
                    <a:pt x="2357666" y="0"/>
                  </a:moveTo>
                  <a:lnTo>
                    <a:pt x="2353843" y="0"/>
                  </a:lnTo>
                  <a:lnTo>
                    <a:pt x="2353843" y="2552"/>
                  </a:lnTo>
                  <a:lnTo>
                    <a:pt x="2357666" y="2552"/>
                  </a:lnTo>
                  <a:lnTo>
                    <a:pt x="235766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648167" y="6109089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648167" y="6045933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648167" y="5983746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916795" y="5936703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846858" y="5936703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57" y="0"/>
                  </a:lnTo>
                  <a:lnTo>
                    <a:pt x="152857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26" y="0"/>
                  </a:lnTo>
                  <a:lnTo>
                    <a:pt x="183426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95" y="0"/>
                  </a:lnTo>
                  <a:lnTo>
                    <a:pt x="213995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86" y="0"/>
                  </a:moveTo>
                  <a:lnTo>
                    <a:pt x="244563" y="0"/>
                  </a:lnTo>
                  <a:lnTo>
                    <a:pt x="244563" y="2552"/>
                  </a:lnTo>
                  <a:lnTo>
                    <a:pt x="248386" y="2552"/>
                  </a:lnTo>
                  <a:lnTo>
                    <a:pt x="248386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55" y="0"/>
                  </a:moveTo>
                  <a:lnTo>
                    <a:pt x="275132" y="0"/>
                  </a:lnTo>
                  <a:lnTo>
                    <a:pt x="275132" y="2552"/>
                  </a:lnTo>
                  <a:lnTo>
                    <a:pt x="278955" y="2552"/>
                  </a:lnTo>
                  <a:lnTo>
                    <a:pt x="278955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24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24" y="2552"/>
                  </a:lnTo>
                  <a:lnTo>
                    <a:pt x="309524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93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93" y="2552"/>
                  </a:lnTo>
                  <a:lnTo>
                    <a:pt x="340093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62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62" y="2552"/>
                  </a:lnTo>
                  <a:lnTo>
                    <a:pt x="370662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74" y="0"/>
                  </a:lnTo>
                  <a:lnTo>
                    <a:pt x="534974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43" y="0"/>
                  </a:lnTo>
                  <a:lnTo>
                    <a:pt x="565543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112" y="0"/>
                  </a:lnTo>
                  <a:lnTo>
                    <a:pt x="596112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504" y="0"/>
                  </a:moveTo>
                  <a:lnTo>
                    <a:pt x="626681" y="0"/>
                  </a:lnTo>
                  <a:lnTo>
                    <a:pt x="626681" y="2552"/>
                  </a:lnTo>
                  <a:lnTo>
                    <a:pt x="630504" y="2552"/>
                  </a:lnTo>
                  <a:lnTo>
                    <a:pt x="630504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73" y="0"/>
                  </a:moveTo>
                  <a:lnTo>
                    <a:pt x="657250" y="0"/>
                  </a:lnTo>
                  <a:lnTo>
                    <a:pt x="657250" y="2552"/>
                  </a:lnTo>
                  <a:lnTo>
                    <a:pt x="661073" y="2552"/>
                  </a:lnTo>
                  <a:lnTo>
                    <a:pt x="661073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42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42" y="2552"/>
                  </a:lnTo>
                  <a:lnTo>
                    <a:pt x="691642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210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210" y="2552"/>
                  </a:lnTo>
                  <a:lnTo>
                    <a:pt x="722210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79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79" y="2552"/>
                  </a:lnTo>
                  <a:lnTo>
                    <a:pt x="752779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92" y="0"/>
                  </a:lnTo>
                  <a:lnTo>
                    <a:pt x="917092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61" y="0"/>
                  </a:lnTo>
                  <a:lnTo>
                    <a:pt x="947661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30" y="0"/>
                  </a:lnTo>
                  <a:lnTo>
                    <a:pt x="978230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21" y="0"/>
                  </a:moveTo>
                  <a:lnTo>
                    <a:pt x="1008799" y="0"/>
                  </a:lnTo>
                  <a:lnTo>
                    <a:pt x="1008799" y="2552"/>
                  </a:lnTo>
                  <a:lnTo>
                    <a:pt x="1012621" y="2552"/>
                  </a:lnTo>
                  <a:lnTo>
                    <a:pt x="1012621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90" y="0"/>
                  </a:moveTo>
                  <a:lnTo>
                    <a:pt x="1039368" y="0"/>
                  </a:lnTo>
                  <a:lnTo>
                    <a:pt x="1039368" y="2552"/>
                  </a:lnTo>
                  <a:lnTo>
                    <a:pt x="1043190" y="2552"/>
                  </a:lnTo>
                  <a:lnTo>
                    <a:pt x="1043190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59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59" y="2552"/>
                  </a:lnTo>
                  <a:lnTo>
                    <a:pt x="1073759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48167" y="5912700"/>
              <a:ext cx="2357755" cy="26670"/>
            </a:xfrm>
            <a:custGeom>
              <a:avLst/>
              <a:gdLst/>
              <a:ahLst/>
              <a:cxnLst/>
              <a:rect l="l" t="t" r="r" b="b"/>
              <a:pathLst>
                <a:path w="2357754" h="26670">
                  <a:moveTo>
                    <a:pt x="3810" y="24003"/>
                  </a:moveTo>
                  <a:lnTo>
                    <a:pt x="0" y="24003"/>
                  </a:lnTo>
                  <a:lnTo>
                    <a:pt x="0" y="26555"/>
                  </a:lnTo>
                  <a:lnTo>
                    <a:pt x="3810" y="26555"/>
                  </a:lnTo>
                  <a:lnTo>
                    <a:pt x="3810" y="24003"/>
                  </a:lnTo>
                  <a:close/>
                </a:path>
                <a:path w="2357754" h="26670">
                  <a:moveTo>
                    <a:pt x="19100" y="24003"/>
                  </a:moveTo>
                  <a:lnTo>
                    <a:pt x="15278" y="24003"/>
                  </a:lnTo>
                  <a:lnTo>
                    <a:pt x="15278" y="26555"/>
                  </a:lnTo>
                  <a:lnTo>
                    <a:pt x="19100" y="26555"/>
                  </a:lnTo>
                  <a:lnTo>
                    <a:pt x="19100" y="24003"/>
                  </a:lnTo>
                  <a:close/>
                </a:path>
                <a:path w="2357754" h="26670">
                  <a:moveTo>
                    <a:pt x="34378" y="24003"/>
                  </a:moveTo>
                  <a:lnTo>
                    <a:pt x="30568" y="24003"/>
                  </a:lnTo>
                  <a:lnTo>
                    <a:pt x="30568" y="26555"/>
                  </a:lnTo>
                  <a:lnTo>
                    <a:pt x="34378" y="26555"/>
                  </a:lnTo>
                  <a:lnTo>
                    <a:pt x="34378" y="24003"/>
                  </a:lnTo>
                  <a:close/>
                </a:path>
                <a:path w="2357754" h="26670">
                  <a:moveTo>
                    <a:pt x="49669" y="24003"/>
                  </a:moveTo>
                  <a:lnTo>
                    <a:pt x="45847" y="24003"/>
                  </a:lnTo>
                  <a:lnTo>
                    <a:pt x="45847" y="26555"/>
                  </a:lnTo>
                  <a:lnTo>
                    <a:pt x="49669" y="26555"/>
                  </a:lnTo>
                  <a:lnTo>
                    <a:pt x="49669" y="24003"/>
                  </a:lnTo>
                  <a:close/>
                </a:path>
                <a:path w="2357754" h="26670">
                  <a:moveTo>
                    <a:pt x="64960" y="24003"/>
                  </a:moveTo>
                  <a:lnTo>
                    <a:pt x="61137" y="24003"/>
                  </a:lnTo>
                  <a:lnTo>
                    <a:pt x="61137" y="26555"/>
                  </a:lnTo>
                  <a:lnTo>
                    <a:pt x="64960" y="26555"/>
                  </a:lnTo>
                  <a:lnTo>
                    <a:pt x="64960" y="24003"/>
                  </a:lnTo>
                  <a:close/>
                </a:path>
                <a:path w="2357754" h="26670">
                  <a:moveTo>
                    <a:pt x="80238" y="24003"/>
                  </a:moveTo>
                  <a:lnTo>
                    <a:pt x="76415" y="24003"/>
                  </a:lnTo>
                  <a:lnTo>
                    <a:pt x="76415" y="26555"/>
                  </a:lnTo>
                  <a:lnTo>
                    <a:pt x="80238" y="26555"/>
                  </a:lnTo>
                  <a:lnTo>
                    <a:pt x="80238" y="24003"/>
                  </a:lnTo>
                  <a:close/>
                </a:path>
                <a:path w="2357754" h="26670">
                  <a:moveTo>
                    <a:pt x="95529" y="24003"/>
                  </a:moveTo>
                  <a:lnTo>
                    <a:pt x="91706" y="24003"/>
                  </a:lnTo>
                  <a:lnTo>
                    <a:pt x="91706" y="26555"/>
                  </a:lnTo>
                  <a:lnTo>
                    <a:pt x="95529" y="26555"/>
                  </a:lnTo>
                  <a:lnTo>
                    <a:pt x="95529" y="24003"/>
                  </a:lnTo>
                  <a:close/>
                </a:path>
                <a:path w="2357754" h="26670">
                  <a:moveTo>
                    <a:pt x="110807" y="24003"/>
                  </a:moveTo>
                  <a:lnTo>
                    <a:pt x="106984" y="24003"/>
                  </a:lnTo>
                  <a:lnTo>
                    <a:pt x="106984" y="26555"/>
                  </a:lnTo>
                  <a:lnTo>
                    <a:pt x="110807" y="26555"/>
                  </a:lnTo>
                  <a:lnTo>
                    <a:pt x="110807" y="24003"/>
                  </a:lnTo>
                  <a:close/>
                </a:path>
                <a:path w="2357754" h="26670">
                  <a:moveTo>
                    <a:pt x="126098" y="24003"/>
                  </a:moveTo>
                  <a:lnTo>
                    <a:pt x="122275" y="24003"/>
                  </a:lnTo>
                  <a:lnTo>
                    <a:pt x="122275" y="26555"/>
                  </a:lnTo>
                  <a:lnTo>
                    <a:pt x="126098" y="26555"/>
                  </a:lnTo>
                  <a:lnTo>
                    <a:pt x="126098" y="24003"/>
                  </a:lnTo>
                  <a:close/>
                </a:path>
                <a:path w="2357754" h="26670">
                  <a:moveTo>
                    <a:pt x="141376" y="24003"/>
                  </a:moveTo>
                  <a:lnTo>
                    <a:pt x="137553" y="24003"/>
                  </a:lnTo>
                  <a:lnTo>
                    <a:pt x="137553" y="26555"/>
                  </a:lnTo>
                  <a:lnTo>
                    <a:pt x="141376" y="26555"/>
                  </a:lnTo>
                  <a:lnTo>
                    <a:pt x="141376" y="24003"/>
                  </a:lnTo>
                  <a:close/>
                </a:path>
                <a:path w="2357754" h="26670">
                  <a:moveTo>
                    <a:pt x="156667" y="24003"/>
                  </a:moveTo>
                  <a:lnTo>
                    <a:pt x="152844" y="24003"/>
                  </a:lnTo>
                  <a:lnTo>
                    <a:pt x="152844" y="26555"/>
                  </a:lnTo>
                  <a:lnTo>
                    <a:pt x="156667" y="26555"/>
                  </a:lnTo>
                  <a:lnTo>
                    <a:pt x="156667" y="24003"/>
                  </a:lnTo>
                  <a:close/>
                </a:path>
                <a:path w="2357754" h="26670">
                  <a:moveTo>
                    <a:pt x="171945" y="24003"/>
                  </a:moveTo>
                  <a:lnTo>
                    <a:pt x="168122" y="24003"/>
                  </a:lnTo>
                  <a:lnTo>
                    <a:pt x="168122" y="26555"/>
                  </a:lnTo>
                  <a:lnTo>
                    <a:pt x="171945" y="26555"/>
                  </a:lnTo>
                  <a:lnTo>
                    <a:pt x="171945" y="24003"/>
                  </a:lnTo>
                  <a:close/>
                </a:path>
                <a:path w="2357754" h="26670">
                  <a:moveTo>
                    <a:pt x="187236" y="24003"/>
                  </a:moveTo>
                  <a:lnTo>
                    <a:pt x="183413" y="24003"/>
                  </a:lnTo>
                  <a:lnTo>
                    <a:pt x="183413" y="26555"/>
                  </a:lnTo>
                  <a:lnTo>
                    <a:pt x="187236" y="26555"/>
                  </a:lnTo>
                  <a:lnTo>
                    <a:pt x="187236" y="24003"/>
                  </a:lnTo>
                  <a:close/>
                </a:path>
                <a:path w="2357754" h="26670">
                  <a:moveTo>
                    <a:pt x="202514" y="24003"/>
                  </a:moveTo>
                  <a:lnTo>
                    <a:pt x="198691" y="24003"/>
                  </a:lnTo>
                  <a:lnTo>
                    <a:pt x="198691" y="26555"/>
                  </a:lnTo>
                  <a:lnTo>
                    <a:pt x="202514" y="26555"/>
                  </a:lnTo>
                  <a:lnTo>
                    <a:pt x="202514" y="24003"/>
                  </a:lnTo>
                  <a:close/>
                </a:path>
                <a:path w="2357754" h="26670">
                  <a:moveTo>
                    <a:pt x="1501711" y="0"/>
                  </a:moveTo>
                  <a:lnTo>
                    <a:pt x="1497901" y="0"/>
                  </a:lnTo>
                  <a:lnTo>
                    <a:pt x="1497901" y="2540"/>
                  </a:lnTo>
                  <a:lnTo>
                    <a:pt x="1501711" y="2540"/>
                  </a:lnTo>
                  <a:lnTo>
                    <a:pt x="1501711" y="0"/>
                  </a:lnTo>
                  <a:close/>
                </a:path>
                <a:path w="2357754" h="26670">
                  <a:moveTo>
                    <a:pt x="1517002" y="0"/>
                  </a:moveTo>
                  <a:lnTo>
                    <a:pt x="1513179" y="0"/>
                  </a:lnTo>
                  <a:lnTo>
                    <a:pt x="1513179" y="2540"/>
                  </a:lnTo>
                  <a:lnTo>
                    <a:pt x="1517002" y="2540"/>
                  </a:lnTo>
                  <a:lnTo>
                    <a:pt x="1517002" y="0"/>
                  </a:lnTo>
                  <a:close/>
                </a:path>
                <a:path w="2357754" h="26670">
                  <a:moveTo>
                    <a:pt x="1532280" y="0"/>
                  </a:moveTo>
                  <a:lnTo>
                    <a:pt x="1528470" y="0"/>
                  </a:lnTo>
                  <a:lnTo>
                    <a:pt x="1528470" y="2540"/>
                  </a:lnTo>
                  <a:lnTo>
                    <a:pt x="1532280" y="2540"/>
                  </a:lnTo>
                  <a:lnTo>
                    <a:pt x="1532280" y="0"/>
                  </a:lnTo>
                  <a:close/>
                </a:path>
                <a:path w="2357754" h="26670">
                  <a:moveTo>
                    <a:pt x="1547571" y="0"/>
                  </a:moveTo>
                  <a:lnTo>
                    <a:pt x="1543748" y="0"/>
                  </a:lnTo>
                  <a:lnTo>
                    <a:pt x="1543748" y="2540"/>
                  </a:lnTo>
                  <a:lnTo>
                    <a:pt x="1547571" y="2540"/>
                  </a:lnTo>
                  <a:lnTo>
                    <a:pt x="1547571" y="0"/>
                  </a:lnTo>
                  <a:close/>
                </a:path>
                <a:path w="2357754" h="26670">
                  <a:moveTo>
                    <a:pt x="1562849" y="0"/>
                  </a:moveTo>
                  <a:lnTo>
                    <a:pt x="1559039" y="0"/>
                  </a:lnTo>
                  <a:lnTo>
                    <a:pt x="1559039" y="2540"/>
                  </a:lnTo>
                  <a:lnTo>
                    <a:pt x="1562849" y="2540"/>
                  </a:lnTo>
                  <a:lnTo>
                    <a:pt x="1562849" y="0"/>
                  </a:lnTo>
                  <a:close/>
                </a:path>
                <a:path w="2357754" h="26670">
                  <a:moveTo>
                    <a:pt x="1578140" y="0"/>
                  </a:moveTo>
                  <a:lnTo>
                    <a:pt x="1574317" y="0"/>
                  </a:lnTo>
                  <a:lnTo>
                    <a:pt x="1574317" y="2540"/>
                  </a:lnTo>
                  <a:lnTo>
                    <a:pt x="1578140" y="2540"/>
                  </a:lnTo>
                  <a:lnTo>
                    <a:pt x="1578140" y="0"/>
                  </a:lnTo>
                  <a:close/>
                </a:path>
                <a:path w="2357754" h="26670">
                  <a:moveTo>
                    <a:pt x="1593430" y="0"/>
                  </a:moveTo>
                  <a:lnTo>
                    <a:pt x="1589608" y="0"/>
                  </a:lnTo>
                  <a:lnTo>
                    <a:pt x="1589608" y="2540"/>
                  </a:lnTo>
                  <a:lnTo>
                    <a:pt x="1593430" y="2540"/>
                  </a:lnTo>
                  <a:lnTo>
                    <a:pt x="1593430" y="0"/>
                  </a:lnTo>
                  <a:close/>
                </a:path>
                <a:path w="2357754" h="26670">
                  <a:moveTo>
                    <a:pt x="1608709" y="0"/>
                  </a:moveTo>
                  <a:lnTo>
                    <a:pt x="1604886" y="0"/>
                  </a:lnTo>
                  <a:lnTo>
                    <a:pt x="1604886" y="2540"/>
                  </a:lnTo>
                  <a:lnTo>
                    <a:pt x="1608709" y="2540"/>
                  </a:lnTo>
                  <a:lnTo>
                    <a:pt x="1608709" y="0"/>
                  </a:lnTo>
                  <a:close/>
                </a:path>
                <a:path w="2357754" h="26670">
                  <a:moveTo>
                    <a:pt x="1623999" y="0"/>
                  </a:moveTo>
                  <a:lnTo>
                    <a:pt x="1620177" y="0"/>
                  </a:lnTo>
                  <a:lnTo>
                    <a:pt x="1620177" y="2540"/>
                  </a:lnTo>
                  <a:lnTo>
                    <a:pt x="1623999" y="2540"/>
                  </a:lnTo>
                  <a:lnTo>
                    <a:pt x="1623999" y="0"/>
                  </a:lnTo>
                  <a:close/>
                </a:path>
                <a:path w="2357754" h="26670">
                  <a:moveTo>
                    <a:pt x="1639277" y="0"/>
                  </a:moveTo>
                  <a:lnTo>
                    <a:pt x="1635455" y="0"/>
                  </a:lnTo>
                  <a:lnTo>
                    <a:pt x="1635455" y="2540"/>
                  </a:lnTo>
                  <a:lnTo>
                    <a:pt x="1639277" y="2540"/>
                  </a:lnTo>
                  <a:lnTo>
                    <a:pt x="1639277" y="0"/>
                  </a:lnTo>
                  <a:close/>
                </a:path>
                <a:path w="2357754" h="26670">
                  <a:moveTo>
                    <a:pt x="1654568" y="0"/>
                  </a:moveTo>
                  <a:lnTo>
                    <a:pt x="1650746" y="0"/>
                  </a:lnTo>
                  <a:lnTo>
                    <a:pt x="1650746" y="2540"/>
                  </a:lnTo>
                  <a:lnTo>
                    <a:pt x="1654568" y="2540"/>
                  </a:lnTo>
                  <a:lnTo>
                    <a:pt x="1654568" y="0"/>
                  </a:lnTo>
                  <a:close/>
                </a:path>
                <a:path w="2357754" h="26670">
                  <a:moveTo>
                    <a:pt x="1669846" y="0"/>
                  </a:moveTo>
                  <a:lnTo>
                    <a:pt x="1666024" y="0"/>
                  </a:lnTo>
                  <a:lnTo>
                    <a:pt x="1666024" y="2540"/>
                  </a:lnTo>
                  <a:lnTo>
                    <a:pt x="1669846" y="2540"/>
                  </a:lnTo>
                  <a:lnTo>
                    <a:pt x="1669846" y="0"/>
                  </a:lnTo>
                  <a:close/>
                </a:path>
                <a:path w="2357754" h="26670">
                  <a:moveTo>
                    <a:pt x="1685137" y="0"/>
                  </a:moveTo>
                  <a:lnTo>
                    <a:pt x="1681314" y="0"/>
                  </a:lnTo>
                  <a:lnTo>
                    <a:pt x="1681314" y="2540"/>
                  </a:lnTo>
                  <a:lnTo>
                    <a:pt x="1685137" y="2540"/>
                  </a:lnTo>
                  <a:lnTo>
                    <a:pt x="1685137" y="0"/>
                  </a:lnTo>
                  <a:close/>
                </a:path>
                <a:path w="2357754" h="26670">
                  <a:moveTo>
                    <a:pt x="1700415" y="0"/>
                  </a:moveTo>
                  <a:lnTo>
                    <a:pt x="1696593" y="0"/>
                  </a:lnTo>
                  <a:lnTo>
                    <a:pt x="1696593" y="2540"/>
                  </a:lnTo>
                  <a:lnTo>
                    <a:pt x="1700415" y="2540"/>
                  </a:lnTo>
                  <a:lnTo>
                    <a:pt x="1700415" y="0"/>
                  </a:lnTo>
                  <a:close/>
                </a:path>
                <a:path w="2357754" h="26670">
                  <a:moveTo>
                    <a:pt x="1715706" y="0"/>
                  </a:moveTo>
                  <a:lnTo>
                    <a:pt x="1711883" y="0"/>
                  </a:lnTo>
                  <a:lnTo>
                    <a:pt x="1711883" y="2540"/>
                  </a:lnTo>
                  <a:lnTo>
                    <a:pt x="1715706" y="2540"/>
                  </a:lnTo>
                  <a:lnTo>
                    <a:pt x="1715706" y="0"/>
                  </a:lnTo>
                  <a:close/>
                </a:path>
                <a:path w="2357754" h="26670">
                  <a:moveTo>
                    <a:pt x="1730984" y="0"/>
                  </a:moveTo>
                  <a:lnTo>
                    <a:pt x="1727161" y="0"/>
                  </a:lnTo>
                  <a:lnTo>
                    <a:pt x="1727161" y="2540"/>
                  </a:lnTo>
                  <a:lnTo>
                    <a:pt x="1730984" y="2540"/>
                  </a:lnTo>
                  <a:lnTo>
                    <a:pt x="1730984" y="0"/>
                  </a:lnTo>
                  <a:close/>
                </a:path>
                <a:path w="2357754" h="26670">
                  <a:moveTo>
                    <a:pt x="1746275" y="0"/>
                  </a:moveTo>
                  <a:lnTo>
                    <a:pt x="1742452" y="0"/>
                  </a:lnTo>
                  <a:lnTo>
                    <a:pt x="1742452" y="2540"/>
                  </a:lnTo>
                  <a:lnTo>
                    <a:pt x="1746275" y="2540"/>
                  </a:lnTo>
                  <a:lnTo>
                    <a:pt x="1746275" y="0"/>
                  </a:lnTo>
                  <a:close/>
                </a:path>
                <a:path w="2357754" h="26670">
                  <a:moveTo>
                    <a:pt x="1761553" y="0"/>
                  </a:moveTo>
                  <a:lnTo>
                    <a:pt x="1757730" y="0"/>
                  </a:lnTo>
                  <a:lnTo>
                    <a:pt x="1757730" y="2540"/>
                  </a:lnTo>
                  <a:lnTo>
                    <a:pt x="1761553" y="2540"/>
                  </a:lnTo>
                  <a:lnTo>
                    <a:pt x="1761553" y="0"/>
                  </a:lnTo>
                  <a:close/>
                </a:path>
                <a:path w="2357754" h="26670">
                  <a:moveTo>
                    <a:pt x="1776844" y="0"/>
                  </a:moveTo>
                  <a:lnTo>
                    <a:pt x="1773021" y="0"/>
                  </a:lnTo>
                  <a:lnTo>
                    <a:pt x="1773021" y="2540"/>
                  </a:lnTo>
                  <a:lnTo>
                    <a:pt x="1776844" y="2540"/>
                  </a:lnTo>
                  <a:lnTo>
                    <a:pt x="1776844" y="0"/>
                  </a:lnTo>
                  <a:close/>
                </a:path>
                <a:path w="2357754" h="26670">
                  <a:moveTo>
                    <a:pt x="1792122" y="0"/>
                  </a:moveTo>
                  <a:lnTo>
                    <a:pt x="1788299" y="0"/>
                  </a:lnTo>
                  <a:lnTo>
                    <a:pt x="1788299" y="2540"/>
                  </a:lnTo>
                  <a:lnTo>
                    <a:pt x="1792122" y="2540"/>
                  </a:lnTo>
                  <a:lnTo>
                    <a:pt x="1792122" y="0"/>
                  </a:lnTo>
                  <a:close/>
                </a:path>
                <a:path w="2357754" h="26670">
                  <a:moveTo>
                    <a:pt x="1807413" y="0"/>
                  </a:moveTo>
                  <a:lnTo>
                    <a:pt x="1803590" y="0"/>
                  </a:lnTo>
                  <a:lnTo>
                    <a:pt x="1803590" y="2540"/>
                  </a:lnTo>
                  <a:lnTo>
                    <a:pt x="1807413" y="2540"/>
                  </a:lnTo>
                  <a:lnTo>
                    <a:pt x="1807413" y="0"/>
                  </a:lnTo>
                  <a:close/>
                </a:path>
                <a:path w="2357754" h="26670">
                  <a:moveTo>
                    <a:pt x="1822691" y="0"/>
                  </a:moveTo>
                  <a:lnTo>
                    <a:pt x="1818868" y="0"/>
                  </a:lnTo>
                  <a:lnTo>
                    <a:pt x="1818868" y="2540"/>
                  </a:lnTo>
                  <a:lnTo>
                    <a:pt x="1822691" y="2540"/>
                  </a:lnTo>
                  <a:lnTo>
                    <a:pt x="1822691" y="0"/>
                  </a:lnTo>
                  <a:close/>
                </a:path>
                <a:path w="2357754" h="26670">
                  <a:moveTo>
                    <a:pt x="1837982" y="0"/>
                  </a:moveTo>
                  <a:lnTo>
                    <a:pt x="1834159" y="0"/>
                  </a:lnTo>
                  <a:lnTo>
                    <a:pt x="1834159" y="2540"/>
                  </a:lnTo>
                  <a:lnTo>
                    <a:pt x="1837982" y="2540"/>
                  </a:lnTo>
                  <a:lnTo>
                    <a:pt x="1837982" y="0"/>
                  </a:lnTo>
                  <a:close/>
                </a:path>
                <a:path w="2357754" h="26670">
                  <a:moveTo>
                    <a:pt x="1853260" y="0"/>
                  </a:moveTo>
                  <a:lnTo>
                    <a:pt x="1849437" y="0"/>
                  </a:lnTo>
                  <a:lnTo>
                    <a:pt x="1849437" y="2540"/>
                  </a:lnTo>
                  <a:lnTo>
                    <a:pt x="1853260" y="2540"/>
                  </a:lnTo>
                  <a:lnTo>
                    <a:pt x="1853260" y="0"/>
                  </a:lnTo>
                  <a:close/>
                </a:path>
                <a:path w="2357754" h="26670">
                  <a:moveTo>
                    <a:pt x="1868551" y="0"/>
                  </a:moveTo>
                  <a:lnTo>
                    <a:pt x="1864728" y="0"/>
                  </a:lnTo>
                  <a:lnTo>
                    <a:pt x="1864728" y="2540"/>
                  </a:lnTo>
                  <a:lnTo>
                    <a:pt x="1868551" y="2540"/>
                  </a:lnTo>
                  <a:lnTo>
                    <a:pt x="1868551" y="0"/>
                  </a:lnTo>
                  <a:close/>
                </a:path>
                <a:path w="2357754" h="26670">
                  <a:moveTo>
                    <a:pt x="1883829" y="0"/>
                  </a:moveTo>
                  <a:lnTo>
                    <a:pt x="1880019" y="0"/>
                  </a:lnTo>
                  <a:lnTo>
                    <a:pt x="1880019" y="2540"/>
                  </a:lnTo>
                  <a:lnTo>
                    <a:pt x="1883829" y="2540"/>
                  </a:lnTo>
                  <a:lnTo>
                    <a:pt x="1883829" y="0"/>
                  </a:lnTo>
                  <a:close/>
                </a:path>
                <a:path w="2357754" h="26670">
                  <a:moveTo>
                    <a:pt x="1899119" y="0"/>
                  </a:moveTo>
                  <a:lnTo>
                    <a:pt x="1895297" y="0"/>
                  </a:lnTo>
                  <a:lnTo>
                    <a:pt x="1895297" y="2540"/>
                  </a:lnTo>
                  <a:lnTo>
                    <a:pt x="1899119" y="2540"/>
                  </a:lnTo>
                  <a:lnTo>
                    <a:pt x="1899119" y="0"/>
                  </a:lnTo>
                  <a:close/>
                </a:path>
                <a:path w="2357754" h="26670">
                  <a:moveTo>
                    <a:pt x="1914398" y="0"/>
                  </a:moveTo>
                  <a:lnTo>
                    <a:pt x="1910588" y="0"/>
                  </a:lnTo>
                  <a:lnTo>
                    <a:pt x="1910588" y="2540"/>
                  </a:lnTo>
                  <a:lnTo>
                    <a:pt x="1914398" y="2540"/>
                  </a:lnTo>
                  <a:lnTo>
                    <a:pt x="1914398" y="0"/>
                  </a:lnTo>
                  <a:close/>
                </a:path>
                <a:path w="2357754" h="26670">
                  <a:moveTo>
                    <a:pt x="1929688" y="0"/>
                  </a:moveTo>
                  <a:lnTo>
                    <a:pt x="1925866" y="0"/>
                  </a:lnTo>
                  <a:lnTo>
                    <a:pt x="1925866" y="2540"/>
                  </a:lnTo>
                  <a:lnTo>
                    <a:pt x="1929688" y="2540"/>
                  </a:lnTo>
                  <a:lnTo>
                    <a:pt x="1929688" y="0"/>
                  </a:lnTo>
                  <a:close/>
                </a:path>
                <a:path w="2357754" h="26670">
                  <a:moveTo>
                    <a:pt x="1944966" y="0"/>
                  </a:moveTo>
                  <a:lnTo>
                    <a:pt x="1941156" y="0"/>
                  </a:lnTo>
                  <a:lnTo>
                    <a:pt x="1941156" y="2540"/>
                  </a:lnTo>
                  <a:lnTo>
                    <a:pt x="1944966" y="2540"/>
                  </a:lnTo>
                  <a:lnTo>
                    <a:pt x="1944966" y="0"/>
                  </a:lnTo>
                  <a:close/>
                </a:path>
                <a:path w="2357754" h="26670">
                  <a:moveTo>
                    <a:pt x="1960257" y="0"/>
                  </a:moveTo>
                  <a:lnTo>
                    <a:pt x="1956435" y="0"/>
                  </a:lnTo>
                  <a:lnTo>
                    <a:pt x="1956435" y="2540"/>
                  </a:lnTo>
                  <a:lnTo>
                    <a:pt x="1960257" y="2540"/>
                  </a:lnTo>
                  <a:lnTo>
                    <a:pt x="1960257" y="0"/>
                  </a:lnTo>
                  <a:close/>
                </a:path>
                <a:path w="2357754" h="26670">
                  <a:moveTo>
                    <a:pt x="1975548" y="0"/>
                  </a:moveTo>
                  <a:lnTo>
                    <a:pt x="1971725" y="0"/>
                  </a:lnTo>
                  <a:lnTo>
                    <a:pt x="1971725" y="2540"/>
                  </a:lnTo>
                  <a:lnTo>
                    <a:pt x="1975548" y="2540"/>
                  </a:lnTo>
                  <a:lnTo>
                    <a:pt x="1975548" y="0"/>
                  </a:lnTo>
                  <a:close/>
                </a:path>
                <a:path w="2357754" h="26670">
                  <a:moveTo>
                    <a:pt x="1990826" y="0"/>
                  </a:moveTo>
                  <a:lnTo>
                    <a:pt x="1987003" y="0"/>
                  </a:lnTo>
                  <a:lnTo>
                    <a:pt x="1987003" y="2540"/>
                  </a:lnTo>
                  <a:lnTo>
                    <a:pt x="1990826" y="2540"/>
                  </a:lnTo>
                  <a:lnTo>
                    <a:pt x="1990826" y="0"/>
                  </a:lnTo>
                  <a:close/>
                </a:path>
                <a:path w="2357754" h="26670">
                  <a:moveTo>
                    <a:pt x="2006117" y="0"/>
                  </a:moveTo>
                  <a:lnTo>
                    <a:pt x="2002294" y="0"/>
                  </a:lnTo>
                  <a:lnTo>
                    <a:pt x="2002294" y="2540"/>
                  </a:lnTo>
                  <a:lnTo>
                    <a:pt x="2006117" y="2540"/>
                  </a:lnTo>
                  <a:lnTo>
                    <a:pt x="2006117" y="0"/>
                  </a:lnTo>
                  <a:close/>
                </a:path>
                <a:path w="2357754" h="26670">
                  <a:moveTo>
                    <a:pt x="2021395" y="0"/>
                  </a:moveTo>
                  <a:lnTo>
                    <a:pt x="2017572" y="0"/>
                  </a:lnTo>
                  <a:lnTo>
                    <a:pt x="2017572" y="2540"/>
                  </a:lnTo>
                  <a:lnTo>
                    <a:pt x="2021395" y="2540"/>
                  </a:lnTo>
                  <a:lnTo>
                    <a:pt x="2021395" y="0"/>
                  </a:lnTo>
                  <a:close/>
                </a:path>
                <a:path w="2357754" h="26670">
                  <a:moveTo>
                    <a:pt x="2036686" y="0"/>
                  </a:moveTo>
                  <a:lnTo>
                    <a:pt x="2032863" y="0"/>
                  </a:lnTo>
                  <a:lnTo>
                    <a:pt x="2032863" y="2540"/>
                  </a:lnTo>
                  <a:lnTo>
                    <a:pt x="2036686" y="2540"/>
                  </a:lnTo>
                  <a:lnTo>
                    <a:pt x="2036686" y="0"/>
                  </a:lnTo>
                  <a:close/>
                </a:path>
                <a:path w="2357754" h="26670">
                  <a:moveTo>
                    <a:pt x="2051964" y="0"/>
                  </a:moveTo>
                  <a:lnTo>
                    <a:pt x="2048141" y="0"/>
                  </a:lnTo>
                  <a:lnTo>
                    <a:pt x="2048141" y="2540"/>
                  </a:lnTo>
                  <a:lnTo>
                    <a:pt x="2051964" y="2540"/>
                  </a:lnTo>
                  <a:lnTo>
                    <a:pt x="2051964" y="0"/>
                  </a:lnTo>
                  <a:close/>
                </a:path>
                <a:path w="2357754" h="26670">
                  <a:moveTo>
                    <a:pt x="2067255" y="0"/>
                  </a:moveTo>
                  <a:lnTo>
                    <a:pt x="2063432" y="0"/>
                  </a:lnTo>
                  <a:lnTo>
                    <a:pt x="2063432" y="2540"/>
                  </a:lnTo>
                  <a:lnTo>
                    <a:pt x="2067255" y="2540"/>
                  </a:lnTo>
                  <a:lnTo>
                    <a:pt x="2067255" y="0"/>
                  </a:lnTo>
                  <a:close/>
                </a:path>
                <a:path w="2357754" h="26670">
                  <a:moveTo>
                    <a:pt x="2082533" y="0"/>
                  </a:moveTo>
                  <a:lnTo>
                    <a:pt x="2078710" y="0"/>
                  </a:lnTo>
                  <a:lnTo>
                    <a:pt x="2078710" y="2540"/>
                  </a:lnTo>
                  <a:lnTo>
                    <a:pt x="2082533" y="2540"/>
                  </a:lnTo>
                  <a:lnTo>
                    <a:pt x="2082533" y="0"/>
                  </a:lnTo>
                  <a:close/>
                </a:path>
                <a:path w="2357754" h="26670">
                  <a:moveTo>
                    <a:pt x="2097824" y="0"/>
                  </a:moveTo>
                  <a:lnTo>
                    <a:pt x="2094001" y="0"/>
                  </a:lnTo>
                  <a:lnTo>
                    <a:pt x="2094001" y="2540"/>
                  </a:lnTo>
                  <a:lnTo>
                    <a:pt x="2097824" y="2540"/>
                  </a:lnTo>
                  <a:lnTo>
                    <a:pt x="2097824" y="0"/>
                  </a:lnTo>
                  <a:close/>
                </a:path>
                <a:path w="2357754" h="26670">
                  <a:moveTo>
                    <a:pt x="2113102" y="0"/>
                  </a:moveTo>
                  <a:lnTo>
                    <a:pt x="2109279" y="0"/>
                  </a:lnTo>
                  <a:lnTo>
                    <a:pt x="2109279" y="2540"/>
                  </a:lnTo>
                  <a:lnTo>
                    <a:pt x="2113102" y="2540"/>
                  </a:lnTo>
                  <a:lnTo>
                    <a:pt x="2113102" y="0"/>
                  </a:lnTo>
                  <a:close/>
                </a:path>
                <a:path w="2357754" h="26670">
                  <a:moveTo>
                    <a:pt x="2128393" y="0"/>
                  </a:moveTo>
                  <a:lnTo>
                    <a:pt x="2124570" y="0"/>
                  </a:lnTo>
                  <a:lnTo>
                    <a:pt x="2124570" y="2540"/>
                  </a:lnTo>
                  <a:lnTo>
                    <a:pt x="2128393" y="2540"/>
                  </a:lnTo>
                  <a:lnTo>
                    <a:pt x="2128393" y="0"/>
                  </a:lnTo>
                  <a:close/>
                </a:path>
                <a:path w="2357754" h="26670">
                  <a:moveTo>
                    <a:pt x="2143671" y="0"/>
                  </a:moveTo>
                  <a:lnTo>
                    <a:pt x="2139848" y="0"/>
                  </a:lnTo>
                  <a:lnTo>
                    <a:pt x="2139848" y="2540"/>
                  </a:lnTo>
                  <a:lnTo>
                    <a:pt x="2143671" y="2540"/>
                  </a:lnTo>
                  <a:lnTo>
                    <a:pt x="2143671" y="0"/>
                  </a:lnTo>
                  <a:close/>
                </a:path>
                <a:path w="2357754" h="26670">
                  <a:moveTo>
                    <a:pt x="2158962" y="0"/>
                  </a:moveTo>
                  <a:lnTo>
                    <a:pt x="2155139" y="0"/>
                  </a:lnTo>
                  <a:lnTo>
                    <a:pt x="2155139" y="2540"/>
                  </a:lnTo>
                  <a:lnTo>
                    <a:pt x="2158962" y="2540"/>
                  </a:lnTo>
                  <a:lnTo>
                    <a:pt x="2158962" y="0"/>
                  </a:lnTo>
                  <a:close/>
                </a:path>
                <a:path w="2357754" h="26670">
                  <a:moveTo>
                    <a:pt x="2174240" y="0"/>
                  </a:moveTo>
                  <a:lnTo>
                    <a:pt x="2170417" y="0"/>
                  </a:lnTo>
                  <a:lnTo>
                    <a:pt x="2170417" y="2540"/>
                  </a:lnTo>
                  <a:lnTo>
                    <a:pt x="2174240" y="2540"/>
                  </a:lnTo>
                  <a:lnTo>
                    <a:pt x="2174240" y="0"/>
                  </a:lnTo>
                  <a:close/>
                </a:path>
                <a:path w="2357754" h="2667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40"/>
                  </a:lnTo>
                  <a:lnTo>
                    <a:pt x="2189530" y="2540"/>
                  </a:lnTo>
                  <a:lnTo>
                    <a:pt x="2189530" y="0"/>
                  </a:lnTo>
                  <a:close/>
                </a:path>
                <a:path w="2357754" h="2667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40"/>
                  </a:lnTo>
                  <a:lnTo>
                    <a:pt x="2204809" y="2540"/>
                  </a:lnTo>
                  <a:lnTo>
                    <a:pt x="2204809" y="0"/>
                  </a:lnTo>
                  <a:close/>
                </a:path>
                <a:path w="2357754" h="2667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40"/>
                  </a:lnTo>
                  <a:lnTo>
                    <a:pt x="2220099" y="2540"/>
                  </a:lnTo>
                  <a:lnTo>
                    <a:pt x="2220099" y="0"/>
                  </a:lnTo>
                  <a:close/>
                </a:path>
                <a:path w="2357754" h="2667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40"/>
                  </a:lnTo>
                  <a:lnTo>
                    <a:pt x="2235377" y="2540"/>
                  </a:lnTo>
                  <a:lnTo>
                    <a:pt x="2235377" y="0"/>
                  </a:lnTo>
                  <a:close/>
                </a:path>
                <a:path w="2357754" h="2667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40"/>
                  </a:lnTo>
                  <a:lnTo>
                    <a:pt x="2250668" y="2540"/>
                  </a:lnTo>
                  <a:lnTo>
                    <a:pt x="2250668" y="0"/>
                  </a:lnTo>
                  <a:close/>
                </a:path>
                <a:path w="2357754" h="2667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40"/>
                  </a:lnTo>
                  <a:lnTo>
                    <a:pt x="2265946" y="2540"/>
                  </a:lnTo>
                  <a:lnTo>
                    <a:pt x="2265946" y="0"/>
                  </a:lnTo>
                  <a:close/>
                </a:path>
                <a:path w="2357754" h="2667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40"/>
                  </a:lnTo>
                  <a:lnTo>
                    <a:pt x="2281237" y="2540"/>
                  </a:lnTo>
                  <a:lnTo>
                    <a:pt x="2281237" y="0"/>
                  </a:lnTo>
                  <a:close/>
                </a:path>
                <a:path w="2357754" h="2667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40"/>
                  </a:lnTo>
                  <a:lnTo>
                    <a:pt x="2296515" y="2540"/>
                  </a:lnTo>
                  <a:lnTo>
                    <a:pt x="2296515" y="0"/>
                  </a:lnTo>
                  <a:close/>
                </a:path>
                <a:path w="2357754" h="2667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40"/>
                  </a:lnTo>
                  <a:lnTo>
                    <a:pt x="2311806" y="2540"/>
                  </a:lnTo>
                  <a:lnTo>
                    <a:pt x="2311806" y="0"/>
                  </a:lnTo>
                  <a:close/>
                </a:path>
                <a:path w="2357754" h="2667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40"/>
                  </a:lnTo>
                  <a:lnTo>
                    <a:pt x="2327084" y="2540"/>
                  </a:lnTo>
                  <a:lnTo>
                    <a:pt x="2327084" y="0"/>
                  </a:lnTo>
                  <a:close/>
                </a:path>
                <a:path w="2357754" h="2667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40"/>
                  </a:lnTo>
                  <a:lnTo>
                    <a:pt x="2342375" y="2540"/>
                  </a:lnTo>
                  <a:lnTo>
                    <a:pt x="2342375" y="0"/>
                  </a:lnTo>
                  <a:close/>
                </a:path>
                <a:path w="2357754" h="26670">
                  <a:moveTo>
                    <a:pt x="2357666" y="24003"/>
                  </a:moveTo>
                  <a:lnTo>
                    <a:pt x="2353843" y="24003"/>
                  </a:lnTo>
                  <a:lnTo>
                    <a:pt x="2353843" y="26555"/>
                  </a:lnTo>
                  <a:lnTo>
                    <a:pt x="2357666" y="26555"/>
                  </a:lnTo>
                  <a:lnTo>
                    <a:pt x="2357666" y="24003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076131" y="5912700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13" y="0"/>
                  </a:moveTo>
                  <a:lnTo>
                    <a:pt x="15290" y="0"/>
                  </a:lnTo>
                  <a:lnTo>
                    <a:pt x="15290" y="2540"/>
                  </a:lnTo>
                  <a:lnTo>
                    <a:pt x="19113" y="2540"/>
                  </a:lnTo>
                  <a:lnTo>
                    <a:pt x="19113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82" y="0"/>
                  </a:moveTo>
                  <a:lnTo>
                    <a:pt x="45859" y="0"/>
                  </a:lnTo>
                  <a:lnTo>
                    <a:pt x="45859" y="2540"/>
                  </a:lnTo>
                  <a:lnTo>
                    <a:pt x="49682" y="2540"/>
                  </a:lnTo>
                  <a:lnTo>
                    <a:pt x="49682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51" y="0"/>
                  </a:moveTo>
                  <a:lnTo>
                    <a:pt x="76428" y="0"/>
                  </a:lnTo>
                  <a:lnTo>
                    <a:pt x="76428" y="2540"/>
                  </a:lnTo>
                  <a:lnTo>
                    <a:pt x="80251" y="2540"/>
                  </a:lnTo>
                  <a:lnTo>
                    <a:pt x="80251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20" y="0"/>
                  </a:moveTo>
                  <a:lnTo>
                    <a:pt x="106997" y="0"/>
                  </a:lnTo>
                  <a:lnTo>
                    <a:pt x="106997" y="2540"/>
                  </a:lnTo>
                  <a:lnTo>
                    <a:pt x="110820" y="2540"/>
                  </a:lnTo>
                  <a:lnTo>
                    <a:pt x="110820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89" y="0"/>
                  </a:moveTo>
                  <a:lnTo>
                    <a:pt x="137566" y="0"/>
                  </a:lnTo>
                  <a:lnTo>
                    <a:pt x="137566" y="2540"/>
                  </a:lnTo>
                  <a:lnTo>
                    <a:pt x="141389" y="2540"/>
                  </a:lnTo>
                  <a:lnTo>
                    <a:pt x="141389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58" y="0"/>
                  </a:moveTo>
                  <a:lnTo>
                    <a:pt x="168135" y="0"/>
                  </a:lnTo>
                  <a:lnTo>
                    <a:pt x="168135" y="2540"/>
                  </a:lnTo>
                  <a:lnTo>
                    <a:pt x="171958" y="2540"/>
                  </a:lnTo>
                  <a:lnTo>
                    <a:pt x="171958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26" y="0"/>
                  </a:moveTo>
                  <a:lnTo>
                    <a:pt x="198704" y="0"/>
                  </a:lnTo>
                  <a:lnTo>
                    <a:pt x="198704" y="2540"/>
                  </a:lnTo>
                  <a:lnTo>
                    <a:pt x="202526" y="2540"/>
                  </a:lnTo>
                  <a:lnTo>
                    <a:pt x="202526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95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95" y="2540"/>
                  </a:lnTo>
                  <a:lnTo>
                    <a:pt x="233095" y="0"/>
                  </a:lnTo>
                  <a:close/>
                </a:path>
                <a:path w="107378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1073784" h="2539">
                  <a:moveTo>
                    <a:pt x="263664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64" y="2540"/>
                  </a:lnTo>
                  <a:lnTo>
                    <a:pt x="263664" y="0"/>
                  </a:lnTo>
                  <a:close/>
                </a:path>
                <a:path w="107378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1073784" h="2539">
                  <a:moveTo>
                    <a:pt x="294233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33" y="2540"/>
                  </a:lnTo>
                  <a:lnTo>
                    <a:pt x="294233" y="0"/>
                  </a:lnTo>
                  <a:close/>
                </a:path>
                <a:path w="1073784" h="2539">
                  <a:moveTo>
                    <a:pt x="309511" y="0"/>
                  </a:moveTo>
                  <a:lnTo>
                    <a:pt x="305701" y="0"/>
                  </a:lnTo>
                  <a:lnTo>
                    <a:pt x="305701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80" y="0"/>
                  </a:moveTo>
                  <a:lnTo>
                    <a:pt x="336270" y="0"/>
                  </a:lnTo>
                  <a:lnTo>
                    <a:pt x="336270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49" y="0"/>
                  </a:moveTo>
                  <a:lnTo>
                    <a:pt x="366839" y="0"/>
                  </a:lnTo>
                  <a:lnTo>
                    <a:pt x="366839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31" y="0"/>
                  </a:moveTo>
                  <a:lnTo>
                    <a:pt x="397408" y="0"/>
                  </a:lnTo>
                  <a:lnTo>
                    <a:pt x="397408" y="2540"/>
                  </a:lnTo>
                  <a:lnTo>
                    <a:pt x="401231" y="2540"/>
                  </a:lnTo>
                  <a:lnTo>
                    <a:pt x="401231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800" y="0"/>
                  </a:moveTo>
                  <a:lnTo>
                    <a:pt x="427977" y="0"/>
                  </a:lnTo>
                  <a:lnTo>
                    <a:pt x="427977" y="2540"/>
                  </a:lnTo>
                  <a:lnTo>
                    <a:pt x="431800" y="2540"/>
                  </a:lnTo>
                  <a:lnTo>
                    <a:pt x="431800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68" y="0"/>
                  </a:moveTo>
                  <a:lnTo>
                    <a:pt x="458546" y="0"/>
                  </a:lnTo>
                  <a:lnTo>
                    <a:pt x="458546" y="2540"/>
                  </a:lnTo>
                  <a:lnTo>
                    <a:pt x="462368" y="2540"/>
                  </a:lnTo>
                  <a:lnTo>
                    <a:pt x="462368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37" y="0"/>
                  </a:moveTo>
                  <a:lnTo>
                    <a:pt x="489115" y="0"/>
                  </a:lnTo>
                  <a:lnTo>
                    <a:pt x="489115" y="2540"/>
                  </a:lnTo>
                  <a:lnTo>
                    <a:pt x="492937" y="2540"/>
                  </a:lnTo>
                  <a:lnTo>
                    <a:pt x="492937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506" y="0"/>
                  </a:moveTo>
                  <a:lnTo>
                    <a:pt x="519684" y="0"/>
                  </a:lnTo>
                  <a:lnTo>
                    <a:pt x="519684" y="2540"/>
                  </a:lnTo>
                  <a:lnTo>
                    <a:pt x="523506" y="2540"/>
                  </a:lnTo>
                  <a:lnTo>
                    <a:pt x="523506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75" y="0"/>
                  </a:moveTo>
                  <a:lnTo>
                    <a:pt x="550252" y="0"/>
                  </a:lnTo>
                  <a:lnTo>
                    <a:pt x="550252" y="2540"/>
                  </a:lnTo>
                  <a:lnTo>
                    <a:pt x="554075" y="2540"/>
                  </a:lnTo>
                  <a:lnTo>
                    <a:pt x="554075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44" y="0"/>
                  </a:moveTo>
                  <a:lnTo>
                    <a:pt x="580821" y="0"/>
                  </a:lnTo>
                  <a:lnTo>
                    <a:pt x="580821" y="2540"/>
                  </a:lnTo>
                  <a:lnTo>
                    <a:pt x="584644" y="2540"/>
                  </a:lnTo>
                  <a:lnTo>
                    <a:pt x="584644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13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13" y="2540"/>
                  </a:lnTo>
                  <a:lnTo>
                    <a:pt x="615213" y="0"/>
                  </a:lnTo>
                  <a:close/>
                </a:path>
                <a:path w="107378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1073784" h="2539">
                  <a:moveTo>
                    <a:pt x="645782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82" y="2540"/>
                  </a:lnTo>
                  <a:lnTo>
                    <a:pt x="645782" y="0"/>
                  </a:lnTo>
                  <a:close/>
                </a:path>
                <a:path w="107378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1073784" h="2539">
                  <a:moveTo>
                    <a:pt x="676351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51" y="2540"/>
                  </a:lnTo>
                  <a:lnTo>
                    <a:pt x="676351" y="0"/>
                  </a:lnTo>
                  <a:close/>
                </a:path>
                <a:path w="1073784" h="2539">
                  <a:moveTo>
                    <a:pt x="691629" y="0"/>
                  </a:moveTo>
                  <a:lnTo>
                    <a:pt x="687819" y="0"/>
                  </a:lnTo>
                  <a:lnTo>
                    <a:pt x="687819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198" y="0"/>
                  </a:moveTo>
                  <a:lnTo>
                    <a:pt x="718388" y="0"/>
                  </a:lnTo>
                  <a:lnTo>
                    <a:pt x="718388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67" y="0"/>
                  </a:moveTo>
                  <a:lnTo>
                    <a:pt x="748957" y="0"/>
                  </a:lnTo>
                  <a:lnTo>
                    <a:pt x="748957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48" y="0"/>
                  </a:moveTo>
                  <a:lnTo>
                    <a:pt x="779526" y="0"/>
                  </a:lnTo>
                  <a:lnTo>
                    <a:pt x="779526" y="2540"/>
                  </a:lnTo>
                  <a:lnTo>
                    <a:pt x="783348" y="2540"/>
                  </a:lnTo>
                  <a:lnTo>
                    <a:pt x="783348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17" y="0"/>
                  </a:moveTo>
                  <a:lnTo>
                    <a:pt x="810094" y="0"/>
                  </a:lnTo>
                  <a:lnTo>
                    <a:pt x="810094" y="2540"/>
                  </a:lnTo>
                  <a:lnTo>
                    <a:pt x="813917" y="2540"/>
                  </a:lnTo>
                  <a:lnTo>
                    <a:pt x="813917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86" y="0"/>
                  </a:moveTo>
                  <a:lnTo>
                    <a:pt x="840663" y="0"/>
                  </a:lnTo>
                  <a:lnTo>
                    <a:pt x="840663" y="2540"/>
                  </a:lnTo>
                  <a:lnTo>
                    <a:pt x="844486" y="2540"/>
                  </a:lnTo>
                  <a:lnTo>
                    <a:pt x="844486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55" y="0"/>
                  </a:moveTo>
                  <a:lnTo>
                    <a:pt x="871232" y="0"/>
                  </a:lnTo>
                  <a:lnTo>
                    <a:pt x="871232" y="2540"/>
                  </a:lnTo>
                  <a:lnTo>
                    <a:pt x="875055" y="2540"/>
                  </a:lnTo>
                  <a:lnTo>
                    <a:pt x="875055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24" y="0"/>
                  </a:moveTo>
                  <a:lnTo>
                    <a:pt x="901801" y="0"/>
                  </a:lnTo>
                  <a:lnTo>
                    <a:pt x="901801" y="2540"/>
                  </a:lnTo>
                  <a:lnTo>
                    <a:pt x="905624" y="2540"/>
                  </a:lnTo>
                  <a:lnTo>
                    <a:pt x="905624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79" y="0"/>
                  </a:lnTo>
                  <a:lnTo>
                    <a:pt x="917079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93" y="0"/>
                  </a:moveTo>
                  <a:lnTo>
                    <a:pt x="932370" y="0"/>
                  </a:lnTo>
                  <a:lnTo>
                    <a:pt x="932370" y="2540"/>
                  </a:lnTo>
                  <a:lnTo>
                    <a:pt x="936193" y="2540"/>
                  </a:lnTo>
                  <a:lnTo>
                    <a:pt x="936193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48" y="0"/>
                  </a:lnTo>
                  <a:lnTo>
                    <a:pt x="947648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62" y="0"/>
                  </a:moveTo>
                  <a:lnTo>
                    <a:pt x="962939" y="0"/>
                  </a:lnTo>
                  <a:lnTo>
                    <a:pt x="962939" y="2540"/>
                  </a:lnTo>
                  <a:lnTo>
                    <a:pt x="966762" y="2540"/>
                  </a:lnTo>
                  <a:lnTo>
                    <a:pt x="966762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17" y="0"/>
                  </a:lnTo>
                  <a:lnTo>
                    <a:pt x="978217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31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31" y="2540"/>
                  </a:lnTo>
                  <a:lnTo>
                    <a:pt x="997331" y="0"/>
                  </a:lnTo>
                  <a:close/>
                </a:path>
                <a:path w="1073784" h="2539">
                  <a:moveTo>
                    <a:pt x="1012609" y="0"/>
                  </a:moveTo>
                  <a:lnTo>
                    <a:pt x="1008786" y="0"/>
                  </a:lnTo>
                  <a:lnTo>
                    <a:pt x="1008786" y="2540"/>
                  </a:lnTo>
                  <a:lnTo>
                    <a:pt x="1012609" y="2540"/>
                  </a:lnTo>
                  <a:lnTo>
                    <a:pt x="1012609" y="0"/>
                  </a:lnTo>
                  <a:close/>
                </a:path>
                <a:path w="1073784" h="2539">
                  <a:moveTo>
                    <a:pt x="1027899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99" y="2540"/>
                  </a:lnTo>
                  <a:lnTo>
                    <a:pt x="1027899" y="0"/>
                  </a:lnTo>
                  <a:close/>
                </a:path>
                <a:path w="1073784" h="2539">
                  <a:moveTo>
                    <a:pt x="1043178" y="0"/>
                  </a:moveTo>
                  <a:lnTo>
                    <a:pt x="1039355" y="0"/>
                  </a:lnTo>
                  <a:lnTo>
                    <a:pt x="1039355" y="2540"/>
                  </a:lnTo>
                  <a:lnTo>
                    <a:pt x="1043178" y="2540"/>
                  </a:lnTo>
                  <a:lnTo>
                    <a:pt x="1043178" y="0"/>
                  </a:lnTo>
                  <a:close/>
                </a:path>
                <a:path w="1073784" h="2539">
                  <a:moveTo>
                    <a:pt x="1058468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68" y="2540"/>
                  </a:lnTo>
                  <a:lnTo>
                    <a:pt x="1058468" y="0"/>
                  </a:lnTo>
                  <a:close/>
                </a:path>
                <a:path w="1073784" h="2539">
                  <a:moveTo>
                    <a:pt x="1073746" y="0"/>
                  </a:moveTo>
                  <a:lnTo>
                    <a:pt x="1069936" y="0"/>
                  </a:lnTo>
                  <a:lnTo>
                    <a:pt x="1069936" y="2540"/>
                  </a:lnTo>
                  <a:lnTo>
                    <a:pt x="1073746" y="2540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648167" y="5891847"/>
              <a:ext cx="2357755" cy="23495"/>
            </a:xfrm>
            <a:custGeom>
              <a:avLst/>
              <a:gdLst/>
              <a:ahLst/>
              <a:cxnLst/>
              <a:rect l="l" t="t" r="r" b="b"/>
              <a:pathLst>
                <a:path w="2357754" h="23495">
                  <a:moveTo>
                    <a:pt x="3810" y="20853"/>
                  </a:moveTo>
                  <a:lnTo>
                    <a:pt x="0" y="20853"/>
                  </a:lnTo>
                  <a:lnTo>
                    <a:pt x="0" y="23393"/>
                  </a:lnTo>
                  <a:lnTo>
                    <a:pt x="3810" y="23393"/>
                  </a:lnTo>
                  <a:lnTo>
                    <a:pt x="3810" y="20853"/>
                  </a:lnTo>
                  <a:close/>
                </a:path>
                <a:path w="2357754" h="23495">
                  <a:moveTo>
                    <a:pt x="19100" y="20853"/>
                  </a:moveTo>
                  <a:lnTo>
                    <a:pt x="15278" y="20853"/>
                  </a:lnTo>
                  <a:lnTo>
                    <a:pt x="15278" y="23393"/>
                  </a:lnTo>
                  <a:lnTo>
                    <a:pt x="19100" y="23393"/>
                  </a:lnTo>
                  <a:lnTo>
                    <a:pt x="19100" y="20853"/>
                  </a:lnTo>
                  <a:close/>
                </a:path>
                <a:path w="2357754" h="23495">
                  <a:moveTo>
                    <a:pt x="34378" y="20853"/>
                  </a:moveTo>
                  <a:lnTo>
                    <a:pt x="30568" y="20853"/>
                  </a:lnTo>
                  <a:lnTo>
                    <a:pt x="30568" y="23393"/>
                  </a:lnTo>
                  <a:lnTo>
                    <a:pt x="34378" y="23393"/>
                  </a:lnTo>
                  <a:lnTo>
                    <a:pt x="34378" y="20853"/>
                  </a:lnTo>
                  <a:close/>
                </a:path>
                <a:path w="2357754" h="23495">
                  <a:moveTo>
                    <a:pt x="49669" y="20853"/>
                  </a:moveTo>
                  <a:lnTo>
                    <a:pt x="45847" y="20853"/>
                  </a:lnTo>
                  <a:lnTo>
                    <a:pt x="45847" y="23393"/>
                  </a:lnTo>
                  <a:lnTo>
                    <a:pt x="49669" y="23393"/>
                  </a:lnTo>
                  <a:lnTo>
                    <a:pt x="49669" y="20853"/>
                  </a:lnTo>
                  <a:close/>
                </a:path>
                <a:path w="2357754" h="23495">
                  <a:moveTo>
                    <a:pt x="64960" y="20853"/>
                  </a:moveTo>
                  <a:lnTo>
                    <a:pt x="61137" y="20853"/>
                  </a:lnTo>
                  <a:lnTo>
                    <a:pt x="61137" y="23393"/>
                  </a:lnTo>
                  <a:lnTo>
                    <a:pt x="64960" y="23393"/>
                  </a:lnTo>
                  <a:lnTo>
                    <a:pt x="64960" y="20853"/>
                  </a:lnTo>
                  <a:close/>
                </a:path>
                <a:path w="2357754" h="23495">
                  <a:moveTo>
                    <a:pt x="80238" y="20853"/>
                  </a:moveTo>
                  <a:lnTo>
                    <a:pt x="76415" y="20853"/>
                  </a:lnTo>
                  <a:lnTo>
                    <a:pt x="76415" y="23393"/>
                  </a:lnTo>
                  <a:lnTo>
                    <a:pt x="80238" y="23393"/>
                  </a:lnTo>
                  <a:lnTo>
                    <a:pt x="80238" y="20853"/>
                  </a:lnTo>
                  <a:close/>
                </a:path>
                <a:path w="2357754" h="23495">
                  <a:moveTo>
                    <a:pt x="95529" y="20853"/>
                  </a:moveTo>
                  <a:lnTo>
                    <a:pt x="91706" y="20853"/>
                  </a:lnTo>
                  <a:lnTo>
                    <a:pt x="91706" y="23393"/>
                  </a:lnTo>
                  <a:lnTo>
                    <a:pt x="95529" y="23393"/>
                  </a:lnTo>
                  <a:lnTo>
                    <a:pt x="95529" y="20853"/>
                  </a:lnTo>
                  <a:close/>
                </a:path>
                <a:path w="2357754" h="23495">
                  <a:moveTo>
                    <a:pt x="110807" y="20853"/>
                  </a:moveTo>
                  <a:lnTo>
                    <a:pt x="106984" y="20853"/>
                  </a:lnTo>
                  <a:lnTo>
                    <a:pt x="106984" y="23393"/>
                  </a:lnTo>
                  <a:lnTo>
                    <a:pt x="110807" y="23393"/>
                  </a:lnTo>
                  <a:lnTo>
                    <a:pt x="110807" y="20853"/>
                  </a:lnTo>
                  <a:close/>
                </a:path>
                <a:path w="2357754" h="23495">
                  <a:moveTo>
                    <a:pt x="126098" y="20853"/>
                  </a:moveTo>
                  <a:lnTo>
                    <a:pt x="122275" y="20853"/>
                  </a:lnTo>
                  <a:lnTo>
                    <a:pt x="122275" y="23393"/>
                  </a:lnTo>
                  <a:lnTo>
                    <a:pt x="126098" y="23393"/>
                  </a:lnTo>
                  <a:lnTo>
                    <a:pt x="126098" y="20853"/>
                  </a:lnTo>
                  <a:close/>
                </a:path>
                <a:path w="2357754" h="23495">
                  <a:moveTo>
                    <a:pt x="141376" y="20853"/>
                  </a:moveTo>
                  <a:lnTo>
                    <a:pt x="137553" y="20853"/>
                  </a:lnTo>
                  <a:lnTo>
                    <a:pt x="137553" y="23393"/>
                  </a:lnTo>
                  <a:lnTo>
                    <a:pt x="141376" y="23393"/>
                  </a:lnTo>
                  <a:lnTo>
                    <a:pt x="141376" y="20853"/>
                  </a:lnTo>
                  <a:close/>
                </a:path>
                <a:path w="2357754" h="23495">
                  <a:moveTo>
                    <a:pt x="156667" y="20853"/>
                  </a:moveTo>
                  <a:lnTo>
                    <a:pt x="152844" y="20853"/>
                  </a:lnTo>
                  <a:lnTo>
                    <a:pt x="152844" y="23393"/>
                  </a:lnTo>
                  <a:lnTo>
                    <a:pt x="156667" y="23393"/>
                  </a:lnTo>
                  <a:lnTo>
                    <a:pt x="156667" y="20853"/>
                  </a:lnTo>
                  <a:close/>
                </a:path>
                <a:path w="2357754" h="23495">
                  <a:moveTo>
                    <a:pt x="171945" y="20853"/>
                  </a:moveTo>
                  <a:lnTo>
                    <a:pt x="168122" y="20853"/>
                  </a:lnTo>
                  <a:lnTo>
                    <a:pt x="168122" y="23393"/>
                  </a:lnTo>
                  <a:lnTo>
                    <a:pt x="171945" y="23393"/>
                  </a:lnTo>
                  <a:lnTo>
                    <a:pt x="171945" y="20853"/>
                  </a:lnTo>
                  <a:close/>
                </a:path>
                <a:path w="2357754" h="23495">
                  <a:moveTo>
                    <a:pt x="187236" y="20853"/>
                  </a:moveTo>
                  <a:lnTo>
                    <a:pt x="183413" y="20853"/>
                  </a:lnTo>
                  <a:lnTo>
                    <a:pt x="183413" y="23393"/>
                  </a:lnTo>
                  <a:lnTo>
                    <a:pt x="187236" y="23393"/>
                  </a:lnTo>
                  <a:lnTo>
                    <a:pt x="187236" y="20853"/>
                  </a:lnTo>
                  <a:close/>
                </a:path>
                <a:path w="2357754" h="23495">
                  <a:moveTo>
                    <a:pt x="202514" y="20853"/>
                  </a:moveTo>
                  <a:lnTo>
                    <a:pt x="198691" y="20853"/>
                  </a:lnTo>
                  <a:lnTo>
                    <a:pt x="198691" y="23393"/>
                  </a:lnTo>
                  <a:lnTo>
                    <a:pt x="202514" y="23393"/>
                  </a:lnTo>
                  <a:lnTo>
                    <a:pt x="202514" y="20853"/>
                  </a:lnTo>
                  <a:close/>
                </a:path>
                <a:path w="2357754" h="23495">
                  <a:moveTo>
                    <a:pt x="217805" y="20853"/>
                  </a:moveTo>
                  <a:lnTo>
                    <a:pt x="213982" y="20853"/>
                  </a:lnTo>
                  <a:lnTo>
                    <a:pt x="213982" y="23393"/>
                  </a:lnTo>
                  <a:lnTo>
                    <a:pt x="217805" y="23393"/>
                  </a:lnTo>
                  <a:lnTo>
                    <a:pt x="217805" y="20853"/>
                  </a:lnTo>
                  <a:close/>
                </a:path>
                <a:path w="2357754" h="23495">
                  <a:moveTo>
                    <a:pt x="233083" y="20853"/>
                  </a:moveTo>
                  <a:lnTo>
                    <a:pt x="229260" y="20853"/>
                  </a:lnTo>
                  <a:lnTo>
                    <a:pt x="229260" y="23393"/>
                  </a:lnTo>
                  <a:lnTo>
                    <a:pt x="233083" y="23393"/>
                  </a:lnTo>
                  <a:lnTo>
                    <a:pt x="233083" y="20853"/>
                  </a:lnTo>
                  <a:close/>
                </a:path>
                <a:path w="2357754" h="23495">
                  <a:moveTo>
                    <a:pt x="248373" y="20853"/>
                  </a:moveTo>
                  <a:lnTo>
                    <a:pt x="244551" y="20853"/>
                  </a:lnTo>
                  <a:lnTo>
                    <a:pt x="244551" y="23393"/>
                  </a:lnTo>
                  <a:lnTo>
                    <a:pt x="248373" y="23393"/>
                  </a:lnTo>
                  <a:lnTo>
                    <a:pt x="248373" y="20853"/>
                  </a:lnTo>
                  <a:close/>
                </a:path>
                <a:path w="2357754" h="23495">
                  <a:moveTo>
                    <a:pt x="263652" y="20853"/>
                  </a:moveTo>
                  <a:lnTo>
                    <a:pt x="259829" y="20853"/>
                  </a:lnTo>
                  <a:lnTo>
                    <a:pt x="259829" y="23393"/>
                  </a:lnTo>
                  <a:lnTo>
                    <a:pt x="263652" y="23393"/>
                  </a:lnTo>
                  <a:lnTo>
                    <a:pt x="263652" y="20853"/>
                  </a:lnTo>
                  <a:close/>
                </a:path>
                <a:path w="2357754" h="23495">
                  <a:moveTo>
                    <a:pt x="278942" y="20853"/>
                  </a:moveTo>
                  <a:lnTo>
                    <a:pt x="275120" y="20853"/>
                  </a:lnTo>
                  <a:lnTo>
                    <a:pt x="275120" y="23393"/>
                  </a:lnTo>
                  <a:lnTo>
                    <a:pt x="278942" y="23393"/>
                  </a:lnTo>
                  <a:lnTo>
                    <a:pt x="278942" y="20853"/>
                  </a:lnTo>
                  <a:close/>
                </a:path>
                <a:path w="2357754" h="23495">
                  <a:moveTo>
                    <a:pt x="294220" y="20853"/>
                  </a:moveTo>
                  <a:lnTo>
                    <a:pt x="290398" y="20853"/>
                  </a:lnTo>
                  <a:lnTo>
                    <a:pt x="290398" y="23393"/>
                  </a:lnTo>
                  <a:lnTo>
                    <a:pt x="294220" y="23393"/>
                  </a:lnTo>
                  <a:lnTo>
                    <a:pt x="294220" y="20853"/>
                  </a:lnTo>
                  <a:close/>
                </a:path>
                <a:path w="2357754" h="23495">
                  <a:moveTo>
                    <a:pt x="309511" y="20853"/>
                  </a:moveTo>
                  <a:lnTo>
                    <a:pt x="305689" y="20853"/>
                  </a:lnTo>
                  <a:lnTo>
                    <a:pt x="305689" y="23393"/>
                  </a:lnTo>
                  <a:lnTo>
                    <a:pt x="309511" y="23393"/>
                  </a:lnTo>
                  <a:lnTo>
                    <a:pt x="309511" y="20853"/>
                  </a:lnTo>
                  <a:close/>
                </a:path>
                <a:path w="2357754" h="23495">
                  <a:moveTo>
                    <a:pt x="324789" y="20853"/>
                  </a:moveTo>
                  <a:lnTo>
                    <a:pt x="320967" y="20853"/>
                  </a:lnTo>
                  <a:lnTo>
                    <a:pt x="320967" y="23393"/>
                  </a:lnTo>
                  <a:lnTo>
                    <a:pt x="324789" y="23393"/>
                  </a:lnTo>
                  <a:lnTo>
                    <a:pt x="324789" y="20853"/>
                  </a:lnTo>
                  <a:close/>
                </a:path>
                <a:path w="2357754" h="23495">
                  <a:moveTo>
                    <a:pt x="340080" y="20853"/>
                  </a:moveTo>
                  <a:lnTo>
                    <a:pt x="336257" y="20853"/>
                  </a:lnTo>
                  <a:lnTo>
                    <a:pt x="336257" y="23393"/>
                  </a:lnTo>
                  <a:lnTo>
                    <a:pt x="340080" y="23393"/>
                  </a:lnTo>
                  <a:lnTo>
                    <a:pt x="340080" y="20853"/>
                  </a:lnTo>
                  <a:close/>
                </a:path>
                <a:path w="2357754" h="23495">
                  <a:moveTo>
                    <a:pt x="355358" y="20853"/>
                  </a:moveTo>
                  <a:lnTo>
                    <a:pt x="351548" y="20853"/>
                  </a:lnTo>
                  <a:lnTo>
                    <a:pt x="351548" y="23393"/>
                  </a:lnTo>
                  <a:lnTo>
                    <a:pt x="355358" y="23393"/>
                  </a:lnTo>
                  <a:lnTo>
                    <a:pt x="355358" y="20853"/>
                  </a:lnTo>
                  <a:close/>
                </a:path>
                <a:path w="2357754" h="23495">
                  <a:moveTo>
                    <a:pt x="370649" y="20853"/>
                  </a:moveTo>
                  <a:lnTo>
                    <a:pt x="366826" y="20853"/>
                  </a:lnTo>
                  <a:lnTo>
                    <a:pt x="366826" y="23393"/>
                  </a:lnTo>
                  <a:lnTo>
                    <a:pt x="370649" y="23393"/>
                  </a:lnTo>
                  <a:lnTo>
                    <a:pt x="370649" y="20853"/>
                  </a:lnTo>
                  <a:close/>
                </a:path>
                <a:path w="2357754" h="23495">
                  <a:moveTo>
                    <a:pt x="385927" y="20853"/>
                  </a:moveTo>
                  <a:lnTo>
                    <a:pt x="382117" y="20853"/>
                  </a:lnTo>
                  <a:lnTo>
                    <a:pt x="382117" y="23393"/>
                  </a:lnTo>
                  <a:lnTo>
                    <a:pt x="385927" y="23393"/>
                  </a:lnTo>
                  <a:lnTo>
                    <a:pt x="385927" y="20853"/>
                  </a:lnTo>
                  <a:close/>
                </a:path>
                <a:path w="2357754" h="23495">
                  <a:moveTo>
                    <a:pt x="401218" y="20853"/>
                  </a:moveTo>
                  <a:lnTo>
                    <a:pt x="397395" y="20853"/>
                  </a:lnTo>
                  <a:lnTo>
                    <a:pt x="397395" y="23393"/>
                  </a:lnTo>
                  <a:lnTo>
                    <a:pt x="401218" y="23393"/>
                  </a:lnTo>
                  <a:lnTo>
                    <a:pt x="401218" y="20853"/>
                  </a:lnTo>
                  <a:close/>
                </a:path>
                <a:path w="2357754" h="23495">
                  <a:moveTo>
                    <a:pt x="416496" y="20853"/>
                  </a:moveTo>
                  <a:lnTo>
                    <a:pt x="412686" y="20853"/>
                  </a:lnTo>
                  <a:lnTo>
                    <a:pt x="412686" y="23393"/>
                  </a:lnTo>
                  <a:lnTo>
                    <a:pt x="416496" y="23393"/>
                  </a:lnTo>
                  <a:lnTo>
                    <a:pt x="416496" y="20853"/>
                  </a:lnTo>
                  <a:close/>
                </a:path>
                <a:path w="2357754" h="23495">
                  <a:moveTo>
                    <a:pt x="431787" y="20853"/>
                  </a:moveTo>
                  <a:lnTo>
                    <a:pt x="427964" y="20853"/>
                  </a:lnTo>
                  <a:lnTo>
                    <a:pt x="427964" y="23393"/>
                  </a:lnTo>
                  <a:lnTo>
                    <a:pt x="431787" y="23393"/>
                  </a:lnTo>
                  <a:lnTo>
                    <a:pt x="431787" y="20853"/>
                  </a:lnTo>
                  <a:close/>
                </a:path>
                <a:path w="2357754" h="23495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3495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3495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3495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3495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3495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3495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3495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3495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3495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3495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3495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3495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3495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3495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3495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3495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3495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3495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3495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3495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3495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3495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3495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3495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3495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3495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3495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3495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3495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3495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3495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3495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3495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3495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3495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3495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3495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3495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3495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3495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3495">
                  <a:moveTo>
                    <a:pt x="2357666" y="20853"/>
                  </a:moveTo>
                  <a:lnTo>
                    <a:pt x="2353843" y="20853"/>
                  </a:lnTo>
                  <a:lnTo>
                    <a:pt x="2353843" y="23393"/>
                  </a:lnTo>
                  <a:lnTo>
                    <a:pt x="2357666" y="23393"/>
                  </a:lnTo>
                  <a:lnTo>
                    <a:pt x="2357666" y="20853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305404" y="5891847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648167" y="5873495"/>
              <a:ext cx="2357755" cy="20955"/>
            </a:xfrm>
            <a:custGeom>
              <a:avLst/>
              <a:gdLst/>
              <a:ahLst/>
              <a:cxnLst/>
              <a:rect l="l" t="t" r="r" b="b"/>
              <a:pathLst>
                <a:path w="2357754" h="20954">
                  <a:moveTo>
                    <a:pt x="3810" y="18351"/>
                  </a:moveTo>
                  <a:lnTo>
                    <a:pt x="0" y="18351"/>
                  </a:lnTo>
                  <a:lnTo>
                    <a:pt x="0" y="20904"/>
                  </a:lnTo>
                  <a:lnTo>
                    <a:pt x="3810" y="20904"/>
                  </a:lnTo>
                  <a:lnTo>
                    <a:pt x="3810" y="18351"/>
                  </a:lnTo>
                  <a:close/>
                </a:path>
                <a:path w="2357754" h="20954">
                  <a:moveTo>
                    <a:pt x="19100" y="18351"/>
                  </a:moveTo>
                  <a:lnTo>
                    <a:pt x="15278" y="18351"/>
                  </a:lnTo>
                  <a:lnTo>
                    <a:pt x="15278" y="20904"/>
                  </a:lnTo>
                  <a:lnTo>
                    <a:pt x="19100" y="20904"/>
                  </a:lnTo>
                  <a:lnTo>
                    <a:pt x="19100" y="18351"/>
                  </a:lnTo>
                  <a:close/>
                </a:path>
                <a:path w="2357754" h="20954">
                  <a:moveTo>
                    <a:pt x="34378" y="18351"/>
                  </a:moveTo>
                  <a:lnTo>
                    <a:pt x="30568" y="18351"/>
                  </a:lnTo>
                  <a:lnTo>
                    <a:pt x="30568" y="20904"/>
                  </a:lnTo>
                  <a:lnTo>
                    <a:pt x="34378" y="20904"/>
                  </a:lnTo>
                  <a:lnTo>
                    <a:pt x="34378" y="18351"/>
                  </a:lnTo>
                  <a:close/>
                </a:path>
                <a:path w="2357754" h="20954">
                  <a:moveTo>
                    <a:pt x="49669" y="18351"/>
                  </a:moveTo>
                  <a:lnTo>
                    <a:pt x="45847" y="18351"/>
                  </a:lnTo>
                  <a:lnTo>
                    <a:pt x="45847" y="20904"/>
                  </a:lnTo>
                  <a:lnTo>
                    <a:pt x="49669" y="20904"/>
                  </a:lnTo>
                  <a:lnTo>
                    <a:pt x="49669" y="18351"/>
                  </a:lnTo>
                  <a:close/>
                </a:path>
                <a:path w="2357754" h="20954">
                  <a:moveTo>
                    <a:pt x="64960" y="18351"/>
                  </a:moveTo>
                  <a:lnTo>
                    <a:pt x="61137" y="18351"/>
                  </a:lnTo>
                  <a:lnTo>
                    <a:pt x="61137" y="20904"/>
                  </a:lnTo>
                  <a:lnTo>
                    <a:pt x="64960" y="20904"/>
                  </a:lnTo>
                  <a:lnTo>
                    <a:pt x="64960" y="18351"/>
                  </a:lnTo>
                  <a:close/>
                </a:path>
                <a:path w="2357754" h="20954">
                  <a:moveTo>
                    <a:pt x="80238" y="18351"/>
                  </a:moveTo>
                  <a:lnTo>
                    <a:pt x="76415" y="18351"/>
                  </a:lnTo>
                  <a:lnTo>
                    <a:pt x="76415" y="20904"/>
                  </a:lnTo>
                  <a:lnTo>
                    <a:pt x="80238" y="20904"/>
                  </a:lnTo>
                  <a:lnTo>
                    <a:pt x="80238" y="18351"/>
                  </a:lnTo>
                  <a:close/>
                </a:path>
                <a:path w="2357754" h="20954">
                  <a:moveTo>
                    <a:pt x="95529" y="18351"/>
                  </a:moveTo>
                  <a:lnTo>
                    <a:pt x="91706" y="18351"/>
                  </a:lnTo>
                  <a:lnTo>
                    <a:pt x="91706" y="20904"/>
                  </a:lnTo>
                  <a:lnTo>
                    <a:pt x="95529" y="20904"/>
                  </a:lnTo>
                  <a:lnTo>
                    <a:pt x="95529" y="18351"/>
                  </a:lnTo>
                  <a:close/>
                </a:path>
                <a:path w="2357754" h="20954">
                  <a:moveTo>
                    <a:pt x="110807" y="18351"/>
                  </a:moveTo>
                  <a:lnTo>
                    <a:pt x="106984" y="18351"/>
                  </a:lnTo>
                  <a:lnTo>
                    <a:pt x="106984" y="20904"/>
                  </a:lnTo>
                  <a:lnTo>
                    <a:pt x="110807" y="20904"/>
                  </a:lnTo>
                  <a:lnTo>
                    <a:pt x="110807" y="18351"/>
                  </a:lnTo>
                  <a:close/>
                </a:path>
                <a:path w="2357754" h="20954">
                  <a:moveTo>
                    <a:pt x="126098" y="18351"/>
                  </a:moveTo>
                  <a:lnTo>
                    <a:pt x="122275" y="18351"/>
                  </a:lnTo>
                  <a:lnTo>
                    <a:pt x="122275" y="20904"/>
                  </a:lnTo>
                  <a:lnTo>
                    <a:pt x="126098" y="20904"/>
                  </a:lnTo>
                  <a:lnTo>
                    <a:pt x="126098" y="18351"/>
                  </a:lnTo>
                  <a:close/>
                </a:path>
                <a:path w="2357754" h="20954">
                  <a:moveTo>
                    <a:pt x="141376" y="18351"/>
                  </a:moveTo>
                  <a:lnTo>
                    <a:pt x="137553" y="18351"/>
                  </a:lnTo>
                  <a:lnTo>
                    <a:pt x="137553" y="20904"/>
                  </a:lnTo>
                  <a:lnTo>
                    <a:pt x="141376" y="20904"/>
                  </a:lnTo>
                  <a:lnTo>
                    <a:pt x="141376" y="18351"/>
                  </a:lnTo>
                  <a:close/>
                </a:path>
                <a:path w="2357754" h="20954">
                  <a:moveTo>
                    <a:pt x="156667" y="18351"/>
                  </a:moveTo>
                  <a:lnTo>
                    <a:pt x="152844" y="18351"/>
                  </a:lnTo>
                  <a:lnTo>
                    <a:pt x="152844" y="20904"/>
                  </a:lnTo>
                  <a:lnTo>
                    <a:pt x="156667" y="20904"/>
                  </a:lnTo>
                  <a:lnTo>
                    <a:pt x="156667" y="18351"/>
                  </a:lnTo>
                  <a:close/>
                </a:path>
                <a:path w="2357754" h="20954">
                  <a:moveTo>
                    <a:pt x="171945" y="18351"/>
                  </a:moveTo>
                  <a:lnTo>
                    <a:pt x="168122" y="18351"/>
                  </a:lnTo>
                  <a:lnTo>
                    <a:pt x="168122" y="20904"/>
                  </a:lnTo>
                  <a:lnTo>
                    <a:pt x="171945" y="20904"/>
                  </a:lnTo>
                  <a:lnTo>
                    <a:pt x="171945" y="18351"/>
                  </a:lnTo>
                  <a:close/>
                </a:path>
                <a:path w="2357754" h="20954">
                  <a:moveTo>
                    <a:pt x="187236" y="18351"/>
                  </a:moveTo>
                  <a:lnTo>
                    <a:pt x="183413" y="18351"/>
                  </a:lnTo>
                  <a:lnTo>
                    <a:pt x="183413" y="20904"/>
                  </a:lnTo>
                  <a:lnTo>
                    <a:pt x="187236" y="20904"/>
                  </a:lnTo>
                  <a:lnTo>
                    <a:pt x="187236" y="18351"/>
                  </a:lnTo>
                  <a:close/>
                </a:path>
                <a:path w="2357754" h="20954">
                  <a:moveTo>
                    <a:pt x="202514" y="18351"/>
                  </a:moveTo>
                  <a:lnTo>
                    <a:pt x="198691" y="18351"/>
                  </a:lnTo>
                  <a:lnTo>
                    <a:pt x="198691" y="20904"/>
                  </a:lnTo>
                  <a:lnTo>
                    <a:pt x="202514" y="20904"/>
                  </a:lnTo>
                  <a:lnTo>
                    <a:pt x="202514" y="18351"/>
                  </a:lnTo>
                  <a:close/>
                </a:path>
                <a:path w="2357754" h="20954">
                  <a:moveTo>
                    <a:pt x="217805" y="18351"/>
                  </a:moveTo>
                  <a:lnTo>
                    <a:pt x="213982" y="18351"/>
                  </a:lnTo>
                  <a:lnTo>
                    <a:pt x="213982" y="20904"/>
                  </a:lnTo>
                  <a:lnTo>
                    <a:pt x="217805" y="20904"/>
                  </a:lnTo>
                  <a:lnTo>
                    <a:pt x="217805" y="18351"/>
                  </a:lnTo>
                  <a:close/>
                </a:path>
                <a:path w="2357754" h="20954">
                  <a:moveTo>
                    <a:pt x="233083" y="18351"/>
                  </a:moveTo>
                  <a:lnTo>
                    <a:pt x="229260" y="18351"/>
                  </a:lnTo>
                  <a:lnTo>
                    <a:pt x="229260" y="20904"/>
                  </a:lnTo>
                  <a:lnTo>
                    <a:pt x="233083" y="20904"/>
                  </a:lnTo>
                  <a:lnTo>
                    <a:pt x="233083" y="18351"/>
                  </a:lnTo>
                  <a:close/>
                </a:path>
                <a:path w="2357754" h="20954">
                  <a:moveTo>
                    <a:pt x="248373" y="18351"/>
                  </a:moveTo>
                  <a:lnTo>
                    <a:pt x="244551" y="18351"/>
                  </a:lnTo>
                  <a:lnTo>
                    <a:pt x="244551" y="20904"/>
                  </a:lnTo>
                  <a:lnTo>
                    <a:pt x="248373" y="20904"/>
                  </a:lnTo>
                  <a:lnTo>
                    <a:pt x="248373" y="18351"/>
                  </a:lnTo>
                  <a:close/>
                </a:path>
                <a:path w="2357754" h="20954">
                  <a:moveTo>
                    <a:pt x="263652" y="18351"/>
                  </a:moveTo>
                  <a:lnTo>
                    <a:pt x="259829" y="18351"/>
                  </a:lnTo>
                  <a:lnTo>
                    <a:pt x="259829" y="20904"/>
                  </a:lnTo>
                  <a:lnTo>
                    <a:pt x="263652" y="20904"/>
                  </a:lnTo>
                  <a:lnTo>
                    <a:pt x="263652" y="18351"/>
                  </a:lnTo>
                  <a:close/>
                </a:path>
                <a:path w="2357754" h="20954">
                  <a:moveTo>
                    <a:pt x="278942" y="18351"/>
                  </a:moveTo>
                  <a:lnTo>
                    <a:pt x="275120" y="18351"/>
                  </a:lnTo>
                  <a:lnTo>
                    <a:pt x="275120" y="20904"/>
                  </a:lnTo>
                  <a:lnTo>
                    <a:pt x="278942" y="20904"/>
                  </a:lnTo>
                  <a:lnTo>
                    <a:pt x="278942" y="18351"/>
                  </a:lnTo>
                  <a:close/>
                </a:path>
                <a:path w="2357754" h="20954">
                  <a:moveTo>
                    <a:pt x="294220" y="18351"/>
                  </a:moveTo>
                  <a:lnTo>
                    <a:pt x="290398" y="18351"/>
                  </a:lnTo>
                  <a:lnTo>
                    <a:pt x="290398" y="20904"/>
                  </a:lnTo>
                  <a:lnTo>
                    <a:pt x="294220" y="20904"/>
                  </a:lnTo>
                  <a:lnTo>
                    <a:pt x="294220" y="18351"/>
                  </a:lnTo>
                  <a:close/>
                </a:path>
                <a:path w="2357754" h="20954">
                  <a:moveTo>
                    <a:pt x="309511" y="18351"/>
                  </a:moveTo>
                  <a:lnTo>
                    <a:pt x="305689" y="18351"/>
                  </a:lnTo>
                  <a:lnTo>
                    <a:pt x="305689" y="20904"/>
                  </a:lnTo>
                  <a:lnTo>
                    <a:pt x="309511" y="20904"/>
                  </a:lnTo>
                  <a:lnTo>
                    <a:pt x="309511" y="18351"/>
                  </a:lnTo>
                  <a:close/>
                </a:path>
                <a:path w="2357754" h="20954">
                  <a:moveTo>
                    <a:pt x="324789" y="18351"/>
                  </a:moveTo>
                  <a:lnTo>
                    <a:pt x="320967" y="18351"/>
                  </a:lnTo>
                  <a:lnTo>
                    <a:pt x="320967" y="20904"/>
                  </a:lnTo>
                  <a:lnTo>
                    <a:pt x="324789" y="20904"/>
                  </a:lnTo>
                  <a:lnTo>
                    <a:pt x="324789" y="18351"/>
                  </a:lnTo>
                  <a:close/>
                </a:path>
                <a:path w="2357754" h="20954">
                  <a:moveTo>
                    <a:pt x="340080" y="18351"/>
                  </a:moveTo>
                  <a:lnTo>
                    <a:pt x="336257" y="18351"/>
                  </a:lnTo>
                  <a:lnTo>
                    <a:pt x="336257" y="20904"/>
                  </a:lnTo>
                  <a:lnTo>
                    <a:pt x="340080" y="20904"/>
                  </a:lnTo>
                  <a:lnTo>
                    <a:pt x="340080" y="18351"/>
                  </a:lnTo>
                  <a:close/>
                </a:path>
                <a:path w="2357754" h="20954">
                  <a:moveTo>
                    <a:pt x="355358" y="18351"/>
                  </a:moveTo>
                  <a:lnTo>
                    <a:pt x="351548" y="18351"/>
                  </a:lnTo>
                  <a:lnTo>
                    <a:pt x="351548" y="20904"/>
                  </a:lnTo>
                  <a:lnTo>
                    <a:pt x="355358" y="20904"/>
                  </a:lnTo>
                  <a:lnTo>
                    <a:pt x="355358" y="18351"/>
                  </a:lnTo>
                  <a:close/>
                </a:path>
                <a:path w="2357754" h="20954">
                  <a:moveTo>
                    <a:pt x="370649" y="18351"/>
                  </a:moveTo>
                  <a:lnTo>
                    <a:pt x="366826" y="18351"/>
                  </a:lnTo>
                  <a:lnTo>
                    <a:pt x="366826" y="20904"/>
                  </a:lnTo>
                  <a:lnTo>
                    <a:pt x="370649" y="20904"/>
                  </a:lnTo>
                  <a:lnTo>
                    <a:pt x="370649" y="18351"/>
                  </a:lnTo>
                  <a:close/>
                </a:path>
                <a:path w="2357754" h="20954">
                  <a:moveTo>
                    <a:pt x="385927" y="18351"/>
                  </a:moveTo>
                  <a:lnTo>
                    <a:pt x="382117" y="18351"/>
                  </a:lnTo>
                  <a:lnTo>
                    <a:pt x="382117" y="20904"/>
                  </a:lnTo>
                  <a:lnTo>
                    <a:pt x="385927" y="20904"/>
                  </a:lnTo>
                  <a:lnTo>
                    <a:pt x="385927" y="18351"/>
                  </a:lnTo>
                  <a:close/>
                </a:path>
                <a:path w="2357754" h="20954">
                  <a:moveTo>
                    <a:pt x="401218" y="18351"/>
                  </a:moveTo>
                  <a:lnTo>
                    <a:pt x="397395" y="18351"/>
                  </a:lnTo>
                  <a:lnTo>
                    <a:pt x="397395" y="20904"/>
                  </a:lnTo>
                  <a:lnTo>
                    <a:pt x="401218" y="20904"/>
                  </a:lnTo>
                  <a:lnTo>
                    <a:pt x="401218" y="18351"/>
                  </a:lnTo>
                  <a:close/>
                </a:path>
                <a:path w="2357754" h="20954">
                  <a:moveTo>
                    <a:pt x="416496" y="18351"/>
                  </a:moveTo>
                  <a:lnTo>
                    <a:pt x="412686" y="18351"/>
                  </a:lnTo>
                  <a:lnTo>
                    <a:pt x="412686" y="20904"/>
                  </a:lnTo>
                  <a:lnTo>
                    <a:pt x="416496" y="20904"/>
                  </a:lnTo>
                  <a:lnTo>
                    <a:pt x="416496" y="18351"/>
                  </a:lnTo>
                  <a:close/>
                </a:path>
                <a:path w="2357754" h="20954">
                  <a:moveTo>
                    <a:pt x="431787" y="18351"/>
                  </a:moveTo>
                  <a:lnTo>
                    <a:pt x="427964" y="18351"/>
                  </a:lnTo>
                  <a:lnTo>
                    <a:pt x="427964" y="20904"/>
                  </a:lnTo>
                  <a:lnTo>
                    <a:pt x="431787" y="20904"/>
                  </a:lnTo>
                  <a:lnTo>
                    <a:pt x="431787" y="18351"/>
                  </a:lnTo>
                  <a:close/>
                </a:path>
                <a:path w="2357754" h="20954">
                  <a:moveTo>
                    <a:pt x="447078" y="18351"/>
                  </a:moveTo>
                  <a:lnTo>
                    <a:pt x="443255" y="18351"/>
                  </a:lnTo>
                  <a:lnTo>
                    <a:pt x="443255" y="20904"/>
                  </a:lnTo>
                  <a:lnTo>
                    <a:pt x="447078" y="20904"/>
                  </a:lnTo>
                  <a:lnTo>
                    <a:pt x="447078" y="18351"/>
                  </a:lnTo>
                  <a:close/>
                </a:path>
                <a:path w="2357754" h="20954">
                  <a:moveTo>
                    <a:pt x="462356" y="18351"/>
                  </a:moveTo>
                  <a:lnTo>
                    <a:pt x="458533" y="18351"/>
                  </a:lnTo>
                  <a:lnTo>
                    <a:pt x="458533" y="20904"/>
                  </a:lnTo>
                  <a:lnTo>
                    <a:pt x="462356" y="20904"/>
                  </a:lnTo>
                  <a:lnTo>
                    <a:pt x="462356" y="18351"/>
                  </a:lnTo>
                  <a:close/>
                </a:path>
                <a:path w="2357754" h="20954">
                  <a:moveTo>
                    <a:pt x="477647" y="18351"/>
                  </a:moveTo>
                  <a:lnTo>
                    <a:pt x="473824" y="18351"/>
                  </a:lnTo>
                  <a:lnTo>
                    <a:pt x="473824" y="20904"/>
                  </a:lnTo>
                  <a:lnTo>
                    <a:pt x="477647" y="20904"/>
                  </a:lnTo>
                  <a:lnTo>
                    <a:pt x="477647" y="18351"/>
                  </a:lnTo>
                  <a:close/>
                </a:path>
                <a:path w="2357754" h="20954">
                  <a:moveTo>
                    <a:pt x="492925" y="18351"/>
                  </a:moveTo>
                  <a:lnTo>
                    <a:pt x="489102" y="18351"/>
                  </a:lnTo>
                  <a:lnTo>
                    <a:pt x="489102" y="20904"/>
                  </a:lnTo>
                  <a:lnTo>
                    <a:pt x="492925" y="20904"/>
                  </a:lnTo>
                  <a:lnTo>
                    <a:pt x="492925" y="18351"/>
                  </a:lnTo>
                  <a:close/>
                </a:path>
                <a:path w="2357754" h="20954">
                  <a:moveTo>
                    <a:pt x="508215" y="18351"/>
                  </a:moveTo>
                  <a:lnTo>
                    <a:pt x="504393" y="18351"/>
                  </a:lnTo>
                  <a:lnTo>
                    <a:pt x="504393" y="20904"/>
                  </a:lnTo>
                  <a:lnTo>
                    <a:pt x="508215" y="20904"/>
                  </a:lnTo>
                  <a:lnTo>
                    <a:pt x="508215" y="18351"/>
                  </a:lnTo>
                  <a:close/>
                </a:path>
                <a:path w="2357754" h="20954">
                  <a:moveTo>
                    <a:pt x="523494" y="18351"/>
                  </a:moveTo>
                  <a:lnTo>
                    <a:pt x="519671" y="18351"/>
                  </a:lnTo>
                  <a:lnTo>
                    <a:pt x="519671" y="20904"/>
                  </a:lnTo>
                  <a:lnTo>
                    <a:pt x="523494" y="20904"/>
                  </a:lnTo>
                  <a:lnTo>
                    <a:pt x="523494" y="18351"/>
                  </a:lnTo>
                  <a:close/>
                </a:path>
                <a:path w="2357754" h="20954">
                  <a:moveTo>
                    <a:pt x="538784" y="18351"/>
                  </a:moveTo>
                  <a:lnTo>
                    <a:pt x="534962" y="18351"/>
                  </a:lnTo>
                  <a:lnTo>
                    <a:pt x="534962" y="20904"/>
                  </a:lnTo>
                  <a:lnTo>
                    <a:pt x="538784" y="20904"/>
                  </a:lnTo>
                  <a:lnTo>
                    <a:pt x="538784" y="18351"/>
                  </a:lnTo>
                  <a:close/>
                </a:path>
                <a:path w="2357754" h="20954">
                  <a:moveTo>
                    <a:pt x="554062" y="18351"/>
                  </a:moveTo>
                  <a:lnTo>
                    <a:pt x="550240" y="18351"/>
                  </a:lnTo>
                  <a:lnTo>
                    <a:pt x="550240" y="20904"/>
                  </a:lnTo>
                  <a:lnTo>
                    <a:pt x="554062" y="20904"/>
                  </a:lnTo>
                  <a:lnTo>
                    <a:pt x="554062" y="18351"/>
                  </a:lnTo>
                  <a:close/>
                </a:path>
                <a:path w="2357754" h="20954">
                  <a:moveTo>
                    <a:pt x="569353" y="18351"/>
                  </a:moveTo>
                  <a:lnTo>
                    <a:pt x="565531" y="18351"/>
                  </a:lnTo>
                  <a:lnTo>
                    <a:pt x="565531" y="20904"/>
                  </a:lnTo>
                  <a:lnTo>
                    <a:pt x="569353" y="20904"/>
                  </a:lnTo>
                  <a:lnTo>
                    <a:pt x="569353" y="18351"/>
                  </a:lnTo>
                  <a:close/>
                </a:path>
                <a:path w="2357754" h="20954">
                  <a:moveTo>
                    <a:pt x="584631" y="18351"/>
                  </a:moveTo>
                  <a:lnTo>
                    <a:pt x="580809" y="18351"/>
                  </a:lnTo>
                  <a:lnTo>
                    <a:pt x="580809" y="20904"/>
                  </a:lnTo>
                  <a:lnTo>
                    <a:pt x="584631" y="20904"/>
                  </a:lnTo>
                  <a:lnTo>
                    <a:pt x="584631" y="18351"/>
                  </a:lnTo>
                  <a:close/>
                </a:path>
                <a:path w="2357754" h="20954">
                  <a:moveTo>
                    <a:pt x="599922" y="18351"/>
                  </a:moveTo>
                  <a:lnTo>
                    <a:pt x="596099" y="18351"/>
                  </a:lnTo>
                  <a:lnTo>
                    <a:pt x="596099" y="20904"/>
                  </a:lnTo>
                  <a:lnTo>
                    <a:pt x="599922" y="20904"/>
                  </a:lnTo>
                  <a:lnTo>
                    <a:pt x="599922" y="18351"/>
                  </a:lnTo>
                  <a:close/>
                </a:path>
                <a:path w="2357754" h="20954">
                  <a:moveTo>
                    <a:pt x="615200" y="18351"/>
                  </a:moveTo>
                  <a:lnTo>
                    <a:pt x="611378" y="18351"/>
                  </a:lnTo>
                  <a:lnTo>
                    <a:pt x="611378" y="20904"/>
                  </a:lnTo>
                  <a:lnTo>
                    <a:pt x="615200" y="20904"/>
                  </a:lnTo>
                  <a:lnTo>
                    <a:pt x="615200" y="18351"/>
                  </a:lnTo>
                  <a:close/>
                </a:path>
                <a:path w="2357754" h="20954">
                  <a:moveTo>
                    <a:pt x="630491" y="18351"/>
                  </a:moveTo>
                  <a:lnTo>
                    <a:pt x="626668" y="18351"/>
                  </a:lnTo>
                  <a:lnTo>
                    <a:pt x="626668" y="20904"/>
                  </a:lnTo>
                  <a:lnTo>
                    <a:pt x="630491" y="20904"/>
                  </a:lnTo>
                  <a:lnTo>
                    <a:pt x="630491" y="18351"/>
                  </a:lnTo>
                  <a:close/>
                </a:path>
                <a:path w="2357754" h="20954">
                  <a:moveTo>
                    <a:pt x="645769" y="18351"/>
                  </a:moveTo>
                  <a:lnTo>
                    <a:pt x="641946" y="18351"/>
                  </a:lnTo>
                  <a:lnTo>
                    <a:pt x="641946" y="20904"/>
                  </a:lnTo>
                  <a:lnTo>
                    <a:pt x="645769" y="20904"/>
                  </a:lnTo>
                  <a:lnTo>
                    <a:pt x="645769" y="18351"/>
                  </a:lnTo>
                  <a:close/>
                </a:path>
                <a:path w="2357754" h="20954">
                  <a:moveTo>
                    <a:pt x="661060" y="18351"/>
                  </a:moveTo>
                  <a:lnTo>
                    <a:pt x="657237" y="18351"/>
                  </a:lnTo>
                  <a:lnTo>
                    <a:pt x="657237" y="20904"/>
                  </a:lnTo>
                  <a:lnTo>
                    <a:pt x="661060" y="20904"/>
                  </a:lnTo>
                  <a:lnTo>
                    <a:pt x="661060" y="18351"/>
                  </a:lnTo>
                  <a:close/>
                </a:path>
                <a:path w="2357754" h="20954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0954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0954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0954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0954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0954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0954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0954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0954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0954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0954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0954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0954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0954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0954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0954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0954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0954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0954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0954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0954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0954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0954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0954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0954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0954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0954">
                  <a:moveTo>
                    <a:pt x="2357666" y="18351"/>
                  </a:moveTo>
                  <a:lnTo>
                    <a:pt x="2353843" y="18351"/>
                  </a:lnTo>
                  <a:lnTo>
                    <a:pt x="2353843" y="20904"/>
                  </a:lnTo>
                  <a:lnTo>
                    <a:pt x="2357666" y="20904"/>
                  </a:lnTo>
                  <a:lnTo>
                    <a:pt x="2357666" y="18351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534677" y="5873495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648167" y="5857087"/>
              <a:ext cx="2357755" cy="19050"/>
            </a:xfrm>
            <a:custGeom>
              <a:avLst/>
              <a:gdLst/>
              <a:ahLst/>
              <a:cxnLst/>
              <a:rect l="l" t="t" r="r" b="b"/>
              <a:pathLst>
                <a:path w="2357754" h="19050">
                  <a:moveTo>
                    <a:pt x="3810" y="16408"/>
                  </a:moveTo>
                  <a:lnTo>
                    <a:pt x="0" y="16408"/>
                  </a:lnTo>
                  <a:lnTo>
                    <a:pt x="0" y="18961"/>
                  </a:lnTo>
                  <a:lnTo>
                    <a:pt x="3810" y="18961"/>
                  </a:lnTo>
                  <a:lnTo>
                    <a:pt x="3810" y="16408"/>
                  </a:lnTo>
                  <a:close/>
                </a:path>
                <a:path w="2357754" h="19050">
                  <a:moveTo>
                    <a:pt x="19100" y="16408"/>
                  </a:moveTo>
                  <a:lnTo>
                    <a:pt x="15278" y="16408"/>
                  </a:lnTo>
                  <a:lnTo>
                    <a:pt x="15278" y="18961"/>
                  </a:lnTo>
                  <a:lnTo>
                    <a:pt x="19100" y="18961"/>
                  </a:lnTo>
                  <a:lnTo>
                    <a:pt x="19100" y="16408"/>
                  </a:lnTo>
                  <a:close/>
                </a:path>
                <a:path w="2357754" h="19050">
                  <a:moveTo>
                    <a:pt x="34378" y="16408"/>
                  </a:moveTo>
                  <a:lnTo>
                    <a:pt x="30568" y="16408"/>
                  </a:lnTo>
                  <a:lnTo>
                    <a:pt x="30568" y="18961"/>
                  </a:lnTo>
                  <a:lnTo>
                    <a:pt x="34378" y="18961"/>
                  </a:lnTo>
                  <a:lnTo>
                    <a:pt x="34378" y="16408"/>
                  </a:lnTo>
                  <a:close/>
                </a:path>
                <a:path w="2357754" h="19050">
                  <a:moveTo>
                    <a:pt x="49669" y="16408"/>
                  </a:moveTo>
                  <a:lnTo>
                    <a:pt x="45847" y="16408"/>
                  </a:lnTo>
                  <a:lnTo>
                    <a:pt x="45847" y="18961"/>
                  </a:lnTo>
                  <a:lnTo>
                    <a:pt x="49669" y="18961"/>
                  </a:lnTo>
                  <a:lnTo>
                    <a:pt x="49669" y="16408"/>
                  </a:lnTo>
                  <a:close/>
                </a:path>
                <a:path w="2357754" h="19050">
                  <a:moveTo>
                    <a:pt x="64960" y="16408"/>
                  </a:moveTo>
                  <a:lnTo>
                    <a:pt x="61137" y="16408"/>
                  </a:lnTo>
                  <a:lnTo>
                    <a:pt x="61137" y="18961"/>
                  </a:lnTo>
                  <a:lnTo>
                    <a:pt x="64960" y="18961"/>
                  </a:lnTo>
                  <a:lnTo>
                    <a:pt x="64960" y="16408"/>
                  </a:lnTo>
                  <a:close/>
                </a:path>
                <a:path w="2357754" h="19050">
                  <a:moveTo>
                    <a:pt x="80238" y="16408"/>
                  </a:moveTo>
                  <a:lnTo>
                    <a:pt x="76415" y="16408"/>
                  </a:lnTo>
                  <a:lnTo>
                    <a:pt x="76415" y="18961"/>
                  </a:lnTo>
                  <a:lnTo>
                    <a:pt x="80238" y="18961"/>
                  </a:lnTo>
                  <a:lnTo>
                    <a:pt x="80238" y="16408"/>
                  </a:lnTo>
                  <a:close/>
                </a:path>
                <a:path w="2357754" h="19050">
                  <a:moveTo>
                    <a:pt x="95529" y="16408"/>
                  </a:moveTo>
                  <a:lnTo>
                    <a:pt x="91706" y="16408"/>
                  </a:lnTo>
                  <a:lnTo>
                    <a:pt x="91706" y="18961"/>
                  </a:lnTo>
                  <a:lnTo>
                    <a:pt x="95529" y="18961"/>
                  </a:lnTo>
                  <a:lnTo>
                    <a:pt x="95529" y="16408"/>
                  </a:lnTo>
                  <a:close/>
                </a:path>
                <a:path w="2357754" h="19050">
                  <a:moveTo>
                    <a:pt x="110807" y="16408"/>
                  </a:moveTo>
                  <a:lnTo>
                    <a:pt x="106984" y="16408"/>
                  </a:lnTo>
                  <a:lnTo>
                    <a:pt x="106984" y="18961"/>
                  </a:lnTo>
                  <a:lnTo>
                    <a:pt x="110807" y="18961"/>
                  </a:lnTo>
                  <a:lnTo>
                    <a:pt x="110807" y="16408"/>
                  </a:lnTo>
                  <a:close/>
                </a:path>
                <a:path w="2357754" h="19050">
                  <a:moveTo>
                    <a:pt x="126098" y="16408"/>
                  </a:moveTo>
                  <a:lnTo>
                    <a:pt x="122275" y="16408"/>
                  </a:lnTo>
                  <a:lnTo>
                    <a:pt x="122275" y="18961"/>
                  </a:lnTo>
                  <a:lnTo>
                    <a:pt x="126098" y="18961"/>
                  </a:lnTo>
                  <a:lnTo>
                    <a:pt x="126098" y="16408"/>
                  </a:lnTo>
                  <a:close/>
                </a:path>
                <a:path w="2357754" h="19050">
                  <a:moveTo>
                    <a:pt x="141376" y="16408"/>
                  </a:moveTo>
                  <a:lnTo>
                    <a:pt x="137553" y="16408"/>
                  </a:lnTo>
                  <a:lnTo>
                    <a:pt x="137553" y="18961"/>
                  </a:lnTo>
                  <a:lnTo>
                    <a:pt x="141376" y="18961"/>
                  </a:lnTo>
                  <a:lnTo>
                    <a:pt x="141376" y="16408"/>
                  </a:lnTo>
                  <a:close/>
                </a:path>
                <a:path w="2357754" h="19050">
                  <a:moveTo>
                    <a:pt x="156667" y="16408"/>
                  </a:moveTo>
                  <a:lnTo>
                    <a:pt x="152844" y="16408"/>
                  </a:lnTo>
                  <a:lnTo>
                    <a:pt x="152844" y="18961"/>
                  </a:lnTo>
                  <a:lnTo>
                    <a:pt x="156667" y="18961"/>
                  </a:lnTo>
                  <a:lnTo>
                    <a:pt x="156667" y="16408"/>
                  </a:lnTo>
                  <a:close/>
                </a:path>
                <a:path w="2357754" h="19050">
                  <a:moveTo>
                    <a:pt x="171945" y="16408"/>
                  </a:moveTo>
                  <a:lnTo>
                    <a:pt x="168122" y="16408"/>
                  </a:lnTo>
                  <a:lnTo>
                    <a:pt x="168122" y="18961"/>
                  </a:lnTo>
                  <a:lnTo>
                    <a:pt x="171945" y="18961"/>
                  </a:lnTo>
                  <a:lnTo>
                    <a:pt x="171945" y="16408"/>
                  </a:lnTo>
                  <a:close/>
                </a:path>
                <a:path w="2357754" h="19050">
                  <a:moveTo>
                    <a:pt x="187236" y="16408"/>
                  </a:moveTo>
                  <a:lnTo>
                    <a:pt x="183413" y="16408"/>
                  </a:lnTo>
                  <a:lnTo>
                    <a:pt x="183413" y="18961"/>
                  </a:lnTo>
                  <a:lnTo>
                    <a:pt x="187236" y="18961"/>
                  </a:lnTo>
                  <a:lnTo>
                    <a:pt x="187236" y="16408"/>
                  </a:lnTo>
                  <a:close/>
                </a:path>
                <a:path w="2357754" h="19050">
                  <a:moveTo>
                    <a:pt x="202514" y="16408"/>
                  </a:moveTo>
                  <a:lnTo>
                    <a:pt x="198691" y="16408"/>
                  </a:lnTo>
                  <a:lnTo>
                    <a:pt x="198691" y="18961"/>
                  </a:lnTo>
                  <a:lnTo>
                    <a:pt x="202514" y="18961"/>
                  </a:lnTo>
                  <a:lnTo>
                    <a:pt x="202514" y="16408"/>
                  </a:lnTo>
                  <a:close/>
                </a:path>
                <a:path w="2357754" h="19050">
                  <a:moveTo>
                    <a:pt x="217805" y="16408"/>
                  </a:moveTo>
                  <a:lnTo>
                    <a:pt x="213982" y="16408"/>
                  </a:lnTo>
                  <a:lnTo>
                    <a:pt x="213982" y="18961"/>
                  </a:lnTo>
                  <a:lnTo>
                    <a:pt x="217805" y="18961"/>
                  </a:lnTo>
                  <a:lnTo>
                    <a:pt x="217805" y="16408"/>
                  </a:lnTo>
                  <a:close/>
                </a:path>
                <a:path w="2357754" h="19050">
                  <a:moveTo>
                    <a:pt x="233083" y="16408"/>
                  </a:moveTo>
                  <a:lnTo>
                    <a:pt x="229260" y="16408"/>
                  </a:lnTo>
                  <a:lnTo>
                    <a:pt x="229260" y="18961"/>
                  </a:lnTo>
                  <a:lnTo>
                    <a:pt x="233083" y="18961"/>
                  </a:lnTo>
                  <a:lnTo>
                    <a:pt x="233083" y="16408"/>
                  </a:lnTo>
                  <a:close/>
                </a:path>
                <a:path w="2357754" h="19050">
                  <a:moveTo>
                    <a:pt x="248373" y="16408"/>
                  </a:moveTo>
                  <a:lnTo>
                    <a:pt x="244551" y="16408"/>
                  </a:lnTo>
                  <a:lnTo>
                    <a:pt x="244551" y="18961"/>
                  </a:lnTo>
                  <a:lnTo>
                    <a:pt x="248373" y="18961"/>
                  </a:lnTo>
                  <a:lnTo>
                    <a:pt x="248373" y="16408"/>
                  </a:lnTo>
                  <a:close/>
                </a:path>
                <a:path w="2357754" h="19050">
                  <a:moveTo>
                    <a:pt x="263652" y="16408"/>
                  </a:moveTo>
                  <a:lnTo>
                    <a:pt x="259829" y="16408"/>
                  </a:lnTo>
                  <a:lnTo>
                    <a:pt x="259829" y="18961"/>
                  </a:lnTo>
                  <a:lnTo>
                    <a:pt x="263652" y="18961"/>
                  </a:lnTo>
                  <a:lnTo>
                    <a:pt x="263652" y="16408"/>
                  </a:lnTo>
                  <a:close/>
                </a:path>
                <a:path w="2357754" h="19050">
                  <a:moveTo>
                    <a:pt x="278942" y="16408"/>
                  </a:moveTo>
                  <a:lnTo>
                    <a:pt x="275120" y="16408"/>
                  </a:lnTo>
                  <a:lnTo>
                    <a:pt x="275120" y="18961"/>
                  </a:lnTo>
                  <a:lnTo>
                    <a:pt x="278942" y="18961"/>
                  </a:lnTo>
                  <a:lnTo>
                    <a:pt x="278942" y="16408"/>
                  </a:lnTo>
                  <a:close/>
                </a:path>
                <a:path w="2357754" h="19050">
                  <a:moveTo>
                    <a:pt x="294220" y="16408"/>
                  </a:moveTo>
                  <a:lnTo>
                    <a:pt x="290398" y="16408"/>
                  </a:lnTo>
                  <a:lnTo>
                    <a:pt x="290398" y="18961"/>
                  </a:lnTo>
                  <a:lnTo>
                    <a:pt x="294220" y="18961"/>
                  </a:lnTo>
                  <a:lnTo>
                    <a:pt x="294220" y="16408"/>
                  </a:lnTo>
                  <a:close/>
                </a:path>
                <a:path w="2357754" h="19050">
                  <a:moveTo>
                    <a:pt x="309511" y="16408"/>
                  </a:moveTo>
                  <a:lnTo>
                    <a:pt x="305689" y="16408"/>
                  </a:lnTo>
                  <a:lnTo>
                    <a:pt x="305689" y="18961"/>
                  </a:lnTo>
                  <a:lnTo>
                    <a:pt x="309511" y="18961"/>
                  </a:lnTo>
                  <a:lnTo>
                    <a:pt x="309511" y="16408"/>
                  </a:lnTo>
                  <a:close/>
                </a:path>
                <a:path w="2357754" h="19050">
                  <a:moveTo>
                    <a:pt x="324789" y="16408"/>
                  </a:moveTo>
                  <a:lnTo>
                    <a:pt x="320967" y="16408"/>
                  </a:lnTo>
                  <a:lnTo>
                    <a:pt x="320967" y="18961"/>
                  </a:lnTo>
                  <a:lnTo>
                    <a:pt x="324789" y="18961"/>
                  </a:lnTo>
                  <a:lnTo>
                    <a:pt x="324789" y="16408"/>
                  </a:lnTo>
                  <a:close/>
                </a:path>
                <a:path w="2357754" h="19050">
                  <a:moveTo>
                    <a:pt x="340080" y="16408"/>
                  </a:moveTo>
                  <a:lnTo>
                    <a:pt x="336257" y="16408"/>
                  </a:lnTo>
                  <a:lnTo>
                    <a:pt x="336257" y="18961"/>
                  </a:lnTo>
                  <a:lnTo>
                    <a:pt x="340080" y="18961"/>
                  </a:lnTo>
                  <a:lnTo>
                    <a:pt x="340080" y="16408"/>
                  </a:lnTo>
                  <a:close/>
                </a:path>
                <a:path w="2357754" h="19050">
                  <a:moveTo>
                    <a:pt x="355358" y="16408"/>
                  </a:moveTo>
                  <a:lnTo>
                    <a:pt x="351548" y="16408"/>
                  </a:lnTo>
                  <a:lnTo>
                    <a:pt x="351548" y="18961"/>
                  </a:lnTo>
                  <a:lnTo>
                    <a:pt x="355358" y="18961"/>
                  </a:lnTo>
                  <a:lnTo>
                    <a:pt x="355358" y="16408"/>
                  </a:lnTo>
                  <a:close/>
                </a:path>
                <a:path w="2357754" h="19050">
                  <a:moveTo>
                    <a:pt x="370649" y="16408"/>
                  </a:moveTo>
                  <a:lnTo>
                    <a:pt x="366826" y="16408"/>
                  </a:lnTo>
                  <a:lnTo>
                    <a:pt x="366826" y="18961"/>
                  </a:lnTo>
                  <a:lnTo>
                    <a:pt x="370649" y="18961"/>
                  </a:lnTo>
                  <a:lnTo>
                    <a:pt x="370649" y="16408"/>
                  </a:lnTo>
                  <a:close/>
                </a:path>
                <a:path w="2357754" h="19050">
                  <a:moveTo>
                    <a:pt x="385927" y="16408"/>
                  </a:moveTo>
                  <a:lnTo>
                    <a:pt x="382117" y="16408"/>
                  </a:lnTo>
                  <a:lnTo>
                    <a:pt x="382117" y="18961"/>
                  </a:lnTo>
                  <a:lnTo>
                    <a:pt x="385927" y="18961"/>
                  </a:lnTo>
                  <a:lnTo>
                    <a:pt x="385927" y="16408"/>
                  </a:lnTo>
                  <a:close/>
                </a:path>
                <a:path w="2357754" h="19050">
                  <a:moveTo>
                    <a:pt x="401218" y="16408"/>
                  </a:moveTo>
                  <a:lnTo>
                    <a:pt x="397395" y="16408"/>
                  </a:lnTo>
                  <a:lnTo>
                    <a:pt x="397395" y="18961"/>
                  </a:lnTo>
                  <a:lnTo>
                    <a:pt x="401218" y="18961"/>
                  </a:lnTo>
                  <a:lnTo>
                    <a:pt x="401218" y="16408"/>
                  </a:lnTo>
                  <a:close/>
                </a:path>
                <a:path w="2357754" h="19050">
                  <a:moveTo>
                    <a:pt x="416496" y="16408"/>
                  </a:moveTo>
                  <a:lnTo>
                    <a:pt x="412686" y="16408"/>
                  </a:lnTo>
                  <a:lnTo>
                    <a:pt x="412686" y="18961"/>
                  </a:lnTo>
                  <a:lnTo>
                    <a:pt x="416496" y="18961"/>
                  </a:lnTo>
                  <a:lnTo>
                    <a:pt x="416496" y="16408"/>
                  </a:lnTo>
                  <a:close/>
                </a:path>
                <a:path w="2357754" h="19050">
                  <a:moveTo>
                    <a:pt x="431787" y="16408"/>
                  </a:moveTo>
                  <a:lnTo>
                    <a:pt x="427964" y="16408"/>
                  </a:lnTo>
                  <a:lnTo>
                    <a:pt x="427964" y="18961"/>
                  </a:lnTo>
                  <a:lnTo>
                    <a:pt x="431787" y="18961"/>
                  </a:lnTo>
                  <a:lnTo>
                    <a:pt x="431787" y="16408"/>
                  </a:lnTo>
                  <a:close/>
                </a:path>
                <a:path w="2357754" h="19050">
                  <a:moveTo>
                    <a:pt x="447078" y="16408"/>
                  </a:moveTo>
                  <a:lnTo>
                    <a:pt x="443255" y="16408"/>
                  </a:lnTo>
                  <a:lnTo>
                    <a:pt x="443255" y="18961"/>
                  </a:lnTo>
                  <a:lnTo>
                    <a:pt x="447078" y="18961"/>
                  </a:lnTo>
                  <a:lnTo>
                    <a:pt x="447078" y="16408"/>
                  </a:lnTo>
                  <a:close/>
                </a:path>
                <a:path w="2357754" h="19050">
                  <a:moveTo>
                    <a:pt x="462356" y="16408"/>
                  </a:moveTo>
                  <a:lnTo>
                    <a:pt x="458533" y="16408"/>
                  </a:lnTo>
                  <a:lnTo>
                    <a:pt x="458533" y="18961"/>
                  </a:lnTo>
                  <a:lnTo>
                    <a:pt x="462356" y="18961"/>
                  </a:lnTo>
                  <a:lnTo>
                    <a:pt x="462356" y="16408"/>
                  </a:lnTo>
                  <a:close/>
                </a:path>
                <a:path w="2357754" h="19050">
                  <a:moveTo>
                    <a:pt x="477647" y="16408"/>
                  </a:moveTo>
                  <a:lnTo>
                    <a:pt x="473824" y="16408"/>
                  </a:lnTo>
                  <a:lnTo>
                    <a:pt x="473824" y="18961"/>
                  </a:lnTo>
                  <a:lnTo>
                    <a:pt x="477647" y="18961"/>
                  </a:lnTo>
                  <a:lnTo>
                    <a:pt x="477647" y="16408"/>
                  </a:lnTo>
                  <a:close/>
                </a:path>
                <a:path w="2357754" h="19050">
                  <a:moveTo>
                    <a:pt x="492925" y="16408"/>
                  </a:moveTo>
                  <a:lnTo>
                    <a:pt x="489102" y="16408"/>
                  </a:lnTo>
                  <a:lnTo>
                    <a:pt x="489102" y="18961"/>
                  </a:lnTo>
                  <a:lnTo>
                    <a:pt x="492925" y="18961"/>
                  </a:lnTo>
                  <a:lnTo>
                    <a:pt x="492925" y="16408"/>
                  </a:lnTo>
                  <a:close/>
                </a:path>
                <a:path w="2357754" h="19050">
                  <a:moveTo>
                    <a:pt x="508215" y="16408"/>
                  </a:moveTo>
                  <a:lnTo>
                    <a:pt x="504393" y="16408"/>
                  </a:lnTo>
                  <a:lnTo>
                    <a:pt x="504393" y="18961"/>
                  </a:lnTo>
                  <a:lnTo>
                    <a:pt x="508215" y="18961"/>
                  </a:lnTo>
                  <a:lnTo>
                    <a:pt x="508215" y="16408"/>
                  </a:lnTo>
                  <a:close/>
                </a:path>
                <a:path w="2357754" h="19050">
                  <a:moveTo>
                    <a:pt x="523494" y="16408"/>
                  </a:moveTo>
                  <a:lnTo>
                    <a:pt x="519671" y="16408"/>
                  </a:lnTo>
                  <a:lnTo>
                    <a:pt x="519671" y="18961"/>
                  </a:lnTo>
                  <a:lnTo>
                    <a:pt x="523494" y="18961"/>
                  </a:lnTo>
                  <a:lnTo>
                    <a:pt x="523494" y="16408"/>
                  </a:lnTo>
                  <a:close/>
                </a:path>
                <a:path w="2357754" h="19050">
                  <a:moveTo>
                    <a:pt x="538784" y="16408"/>
                  </a:moveTo>
                  <a:lnTo>
                    <a:pt x="534962" y="16408"/>
                  </a:lnTo>
                  <a:lnTo>
                    <a:pt x="534962" y="18961"/>
                  </a:lnTo>
                  <a:lnTo>
                    <a:pt x="538784" y="18961"/>
                  </a:lnTo>
                  <a:lnTo>
                    <a:pt x="538784" y="16408"/>
                  </a:lnTo>
                  <a:close/>
                </a:path>
                <a:path w="2357754" h="19050">
                  <a:moveTo>
                    <a:pt x="554062" y="16408"/>
                  </a:moveTo>
                  <a:lnTo>
                    <a:pt x="550240" y="16408"/>
                  </a:lnTo>
                  <a:lnTo>
                    <a:pt x="550240" y="18961"/>
                  </a:lnTo>
                  <a:lnTo>
                    <a:pt x="554062" y="18961"/>
                  </a:lnTo>
                  <a:lnTo>
                    <a:pt x="554062" y="16408"/>
                  </a:lnTo>
                  <a:close/>
                </a:path>
                <a:path w="2357754" h="19050">
                  <a:moveTo>
                    <a:pt x="569353" y="16408"/>
                  </a:moveTo>
                  <a:lnTo>
                    <a:pt x="565531" y="16408"/>
                  </a:lnTo>
                  <a:lnTo>
                    <a:pt x="565531" y="18961"/>
                  </a:lnTo>
                  <a:lnTo>
                    <a:pt x="569353" y="18961"/>
                  </a:lnTo>
                  <a:lnTo>
                    <a:pt x="569353" y="16408"/>
                  </a:lnTo>
                  <a:close/>
                </a:path>
                <a:path w="2357754" h="19050">
                  <a:moveTo>
                    <a:pt x="584631" y="16408"/>
                  </a:moveTo>
                  <a:lnTo>
                    <a:pt x="580809" y="16408"/>
                  </a:lnTo>
                  <a:lnTo>
                    <a:pt x="580809" y="18961"/>
                  </a:lnTo>
                  <a:lnTo>
                    <a:pt x="584631" y="18961"/>
                  </a:lnTo>
                  <a:lnTo>
                    <a:pt x="584631" y="16408"/>
                  </a:lnTo>
                  <a:close/>
                </a:path>
                <a:path w="2357754" h="19050">
                  <a:moveTo>
                    <a:pt x="599922" y="16408"/>
                  </a:moveTo>
                  <a:lnTo>
                    <a:pt x="596099" y="16408"/>
                  </a:lnTo>
                  <a:lnTo>
                    <a:pt x="596099" y="18961"/>
                  </a:lnTo>
                  <a:lnTo>
                    <a:pt x="599922" y="18961"/>
                  </a:lnTo>
                  <a:lnTo>
                    <a:pt x="599922" y="16408"/>
                  </a:lnTo>
                  <a:close/>
                </a:path>
                <a:path w="2357754" h="19050">
                  <a:moveTo>
                    <a:pt x="615200" y="16408"/>
                  </a:moveTo>
                  <a:lnTo>
                    <a:pt x="611378" y="16408"/>
                  </a:lnTo>
                  <a:lnTo>
                    <a:pt x="611378" y="18961"/>
                  </a:lnTo>
                  <a:lnTo>
                    <a:pt x="615200" y="18961"/>
                  </a:lnTo>
                  <a:lnTo>
                    <a:pt x="615200" y="16408"/>
                  </a:lnTo>
                  <a:close/>
                </a:path>
                <a:path w="2357754" h="19050">
                  <a:moveTo>
                    <a:pt x="630491" y="16408"/>
                  </a:moveTo>
                  <a:lnTo>
                    <a:pt x="626668" y="16408"/>
                  </a:lnTo>
                  <a:lnTo>
                    <a:pt x="626668" y="18961"/>
                  </a:lnTo>
                  <a:lnTo>
                    <a:pt x="630491" y="18961"/>
                  </a:lnTo>
                  <a:lnTo>
                    <a:pt x="630491" y="16408"/>
                  </a:lnTo>
                  <a:close/>
                </a:path>
                <a:path w="2357754" h="19050">
                  <a:moveTo>
                    <a:pt x="645769" y="16408"/>
                  </a:moveTo>
                  <a:lnTo>
                    <a:pt x="641946" y="16408"/>
                  </a:lnTo>
                  <a:lnTo>
                    <a:pt x="641946" y="18961"/>
                  </a:lnTo>
                  <a:lnTo>
                    <a:pt x="645769" y="18961"/>
                  </a:lnTo>
                  <a:lnTo>
                    <a:pt x="645769" y="16408"/>
                  </a:lnTo>
                  <a:close/>
                </a:path>
                <a:path w="2357754" h="19050">
                  <a:moveTo>
                    <a:pt x="661060" y="16408"/>
                  </a:moveTo>
                  <a:lnTo>
                    <a:pt x="657237" y="16408"/>
                  </a:lnTo>
                  <a:lnTo>
                    <a:pt x="657237" y="18961"/>
                  </a:lnTo>
                  <a:lnTo>
                    <a:pt x="661060" y="18961"/>
                  </a:lnTo>
                  <a:lnTo>
                    <a:pt x="661060" y="16408"/>
                  </a:lnTo>
                  <a:close/>
                </a:path>
                <a:path w="2357754" h="19050">
                  <a:moveTo>
                    <a:pt x="676338" y="16408"/>
                  </a:moveTo>
                  <a:lnTo>
                    <a:pt x="672515" y="16408"/>
                  </a:lnTo>
                  <a:lnTo>
                    <a:pt x="672515" y="18961"/>
                  </a:lnTo>
                  <a:lnTo>
                    <a:pt x="676338" y="18961"/>
                  </a:lnTo>
                  <a:lnTo>
                    <a:pt x="676338" y="16408"/>
                  </a:lnTo>
                  <a:close/>
                </a:path>
                <a:path w="2357754" h="19050">
                  <a:moveTo>
                    <a:pt x="691629" y="16408"/>
                  </a:moveTo>
                  <a:lnTo>
                    <a:pt x="687806" y="16408"/>
                  </a:lnTo>
                  <a:lnTo>
                    <a:pt x="687806" y="18961"/>
                  </a:lnTo>
                  <a:lnTo>
                    <a:pt x="691629" y="18961"/>
                  </a:lnTo>
                  <a:lnTo>
                    <a:pt x="691629" y="16408"/>
                  </a:lnTo>
                  <a:close/>
                </a:path>
                <a:path w="2357754" h="19050">
                  <a:moveTo>
                    <a:pt x="706907" y="16408"/>
                  </a:moveTo>
                  <a:lnTo>
                    <a:pt x="703084" y="16408"/>
                  </a:lnTo>
                  <a:lnTo>
                    <a:pt x="703084" y="18961"/>
                  </a:lnTo>
                  <a:lnTo>
                    <a:pt x="706907" y="18961"/>
                  </a:lnTo>
                  <a:lnTo>
                    <a:pt x="706907" y="16408"/>
                  </a:lnTo>
                  <a:close/>
                </a:path>
                <a:path w="2357754" h="19050">
                  <a:moveTo>
                    <a:pt x="722198" y="16408"/>
                  </a:moveTo>
                  <a:lnTo>
                    <a:pt x="718375" y="16408"/>
                  </a:lnTo>
                  <a:lnTo>
                    <a:pt x="718375" y="18961"/>
                  </a:lnTo>
                  <a:lnTo>
                    <a:pt x="722198" y="18961"/>
                  </a:lnTo>
                  <a:lnTo>
                    <a:pt x="722198" y="16408"/>
                  </a:lnTo>
                  <a:close/>
                </a:path>
                <a:path w="2357754" h="19050">
                  <a:moveTo>
                    <a:pt x="737476" y="16408"/>
                  </a:moveTo>
                  <a:lnTo>
                    <a:pt x="733666" y="16408"/>
                  </a:lnTo>
                  <a:lnTo>
                    <a:pt x="733666" y="18961"/>
                  </a:lnTo>
                  <a:lnTo>
                    <a:pt x="737476" y="18961"/>
                  </a:lnTo>
                  <a:lnTo>
                    <a:pt x="737476" y="16408"/>
                  </a:lnTo>
                  <a:close/>
                </a:path>
                <a:path w="2357754" h="19050">
                  <a:moveTo>
                    <a:pt x="752767" y="16408"/>
                  </a:moveTo>
                  <a:lnTo>
                    <a:pt x="748944" y="16408"/>
                  </a:lnTo>
                  <a:lnTo>
                    <a:pt x="748944" y="18961"/>
                  </a:lnTo>
                  <a:lnTo>
                    <a:pt x="752767" y="18961"/>
                  </a:lnTo>
                  <a:lnTo>
                    <a:pt x="752767" y="16408"/>
                  </a:lnTo>
                  <a:close/>
                </a:path>
                <a:path w="2357754" h="19050">
                  <a:moveTo>
                    <a:pt x="768045" y="16408"/>
                  </a:moveTo>
                  <a:lnTo>
                    <a:pt x="764235" y="16408"/>
                  </a:lnTo>
                  <a:lnTo>
                    <a:pt x="764235" y="18961"/>
                  </a:lnTo>
                  <a:lnTo>
                    <a:pt x="768045" y="18961"/>
                  </a:lnTo>
                  <a:lnTo>
                    <a:pt x="768045" y="16408"/>
                  </a:lnTo>
                  <a:close/>
                </a:path>
                <a:path w="2357754" h="19050">
                  <a:moveTo>
                    <a:pt x="783336" y="16408"/>
                  </a:moveTo>
                  <a:lnTo>
                    <a:pt x="779513" y="16408"/>
                  </a:lnTo>
                  <a:lnTo>
                    <a:pt x="779513" y="18961"/>
                  </a:lnTo>
                  <a:lnTo>
                    <a:pt x="783336" y="18961"/>
                  </a:lnTo>
                  <a:lnTo>
                    <a:pt x="783336" y="16408"/>
                  </a:lnTo>
                  <a:close/>
                </a:path>
                <a:path w="2357754" h="19050">
                  <a:moveTo>
                    <a:pt x="798614" y="16408"/>
                  </a:moveTo>
                  <a:lnTo>
                    <a:pt x="794804" y="16408"/>
                  </a:lnTo>
                  <a:lnTo>
                    <a:pt x="794804" y="18961"/>
                  </a:lnTo>
                  <a:lnTo>
                    <a:pt x="798614" y="18961"/>
                  </a:lnTo>
                  <a:lnTo>
                    <a:pt x="798614" y="16408"/>
                  </a:lnTo>
                  <a:close/>
                </a:path>
                <a:path w="2357754" h="19050">
                  <a:moveTo>
                    <a:pt x="813904" y="16408"/>
                  </a:moveTo>
                  <a:lnTo>
                    <a:pt x="810082" y="16408"/>
                  </a:lnTo>
                  <a:lnTo>
                    <a:pt x="810082" y="18961"/>
                  </a:lnTo>
                  <a:lnTo>
                    <a:pt x="813904" y="18961"/>
                  </a:lnTo>
                  <a:lnTo>
                    <a:pt x="813904" y="16408"/>
                  </a:lnTo>
                  <a:close/>
                </a:path>
                <a:path w="2357754" h="19050">
                  <a:moveTo>
                    <a:pt x="829195" y="16408"/>
                  </a:moveTo>
                  <a:lnTo>
                    <a:pt x="825373" y="16408"/>
                  </a:lnTo>
                  <a:lnTo>
                    <a:pt x="825373" y="18961"/>
                  </a:lnTo>
                  <a:lnTo>
                    <a:pt x="829195" y="18961"/>
                  </a:lnTo>
                  <a:lnTo>
                    <a:pt x="829195" y="16408"/>
                  </a:lnTo>
                  <a:close/>
                </a:path>
                <a:path w="2357754" h="19050">
                  <a:moveTo>
                    <a:pt x="844473" y="16408"/>
                  </a:moveTo>
                  <a:lnTo>
                    <a:pt x="840651" y="16408"/>
                  </a:lnTo>
                  <a:lnTo>
                    <a:pt x="840651" y="18961"/>
                  </a:lnTo>
                  <a:lnTo>
                    <a:pt x="844473" y="18961"/>
                  </a:lnTo>
                  <a:lnTo>
                    <a:pt x="844473" y="16408"/>
                  </a:lnTo>
                  <a:close/>
                </a:path>
                <a:path w="2357754" h="19050">
                  <a:moveTo>
                    <a:pt x="859764" y="16408"/>
                  </a:moveTo>
                  <a:lnTo>
                    <a:pt x="855941" y="16408"/>
                  </a:lnTo>
                  <a:lnTo>
                    <a:pt x="855941" y="18961"/>
                  </a:lnTo>
                  <a:lnTo>
                    <a:pt x="859764" y="18961"/>
                  </a:lnTo>
                  <a:lnTo>
                    <a:pt x="859764" y="16408"/>
                  </a:lnTo>
                  <a:close/>
                </a:path>
                <a:path w="2357754" h="19050">
                  <a:moveTo>
                    <a:pt x="875042" y="16408"/>
                  </a:moveTo>
                  <a:lnTo>
                    <a:pt x="871220" y="16408"/>
                  </a:lnTo>
                  <a:lnTo>
                    <a:pt x="871220" y="18961"/>
                  </a:lnTo>
                  <a:lnTo>
                    <a:pt x="875042" y="18961"/>
                  </a:lnTo>
                  <a:lnTo>
                    <a:pt x="875042" y="16408"/>
                  </a:lnTo>
                  <a:close/>
                </a:path>
                <a:path w="2357754" h="19050">
                  <a:moveTo>
                    <a:pt x="890333" y="16408"/>
                  </a:moveTo>
                  <a:lnTo>
                    <a:pt x="886510" y="16408"/>
                  </a:lnTo>
                  <a:lnTo>
                    <a:pt x="886510" y="18961"/>
                  </a:lnTo>
                  <a:lnTo>
                    <a:pt x="890333" y="18961"/>
                  </a:lnTo>
                  <a:lnTo>
                    <a:pt x="890333" y="16408"/>
                  </a:lnTo>
                  <a:close/>
                </a:path>
                <a:path w="2357754" h="1905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1905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1905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1905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1905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1905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1905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1905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1905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1905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1905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19050">
                  <a:moveTo>
                    <a:pt x="2357666" y="16408"/>
                  </a:moveTo>
                  <a:lnTo>
                    <a:pt x="2353843" y="16408"/>
                  </a:lnTo>
                  <a:lnTo>
                    <a:pt x="2353843" y="18961"/>
                  </a:lnTo>
                  <a:lnTo>
                    <a:pt x="2357666" y="18961"/>
                  </a:lnTo>
                  <a:lnTo>
                    <a:pt x="2357666" y="16408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763951" y="5857087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10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10" y="2552"/>
                  </a:lnTo>
                  <a:lnTo>
                    <a:pt x="3810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78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78" y="2552"/>
                  </a:lnTo>
                  <a:lnTo>
                    <a:pt x="34378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47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47" y="2552"/>
                  </a:lnTo>
                  <a:lnTo>
                    <a:pt x="64947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60" y="0"/>
                  </a:lnTo>
                  <a:lnTo>
                    <a:pt x="229260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29" y="0"/>
                  </a:lnTo>
                  <a:lnTo>
                    <a:pt x="259829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398" y="0"/>
                  </a:lnTo>
                  <a:lnTo>
                    <a:pt x="290398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789" y="0"/>
                  </a:moveTo>
                  <a:lnTo>
                    <a:pt x="320967" y="0"/>
                  </a:lnTo>
                  <a:lnTo>
                    <a:pt x="320967" y="2552"/>
                  </a:lnTo>
                  <a:lnTo>
                    <a:pt x="324789" y="2552"/>
                  </a:lnTo>
                  <a:lnTo>
                    <a:pt x="324789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58" y="0"/>
                  </a:moveTo>
                  <a:lnTo>
                    <a:pt x="351536" y="0"/>
                  </a:lnTo>
                  <a:lnTo>
                    <a:pt x="351536" y="2552"/>
                  </a:lnTo>
                  <a:lnTo>
                    <a:pt x="355358" y="2552"/>
                  </a:lnTo>
                  <a:lnTo>
                    <a:pt x="355358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27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27" y="2552"/>
                  </a:lnTo>
                  <a:lnTo>
                    <a:pt x="385927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496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496" y="2552"/>
                  </a:lnTo>
                  <a:lnTo>
                    <a:pt x="416496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65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65" y="2552"/>
                  </a:lnTo>
                  <a:lnTo>
                    <a:pt x="447065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78" y="0"/>
                  </a:lnTo>
                  <a:lnTo>
                    <a:pt x="611378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46" y="0"/>
                  </a:lnTo>
                  <a:lnTo>
                    <a:pt x="641946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15" y="0"/>
                  </a:lnTo>
                  <a:lnTo>
                    <a:pt x="672515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07" y="0"/>
                  </a:moveTo>
                  <a:lnTo>
                    <a:pt x="703084" y="0"/>
                  </a:lnTo>
                  <a:lnTo>
                    <a:pt x="703084" y="2552"/>
                  </a:lnTo>
                  <a:lnTo>
                    <a:pt x="706907" y="2552"/>
                  </a:lnTo>
                  <a:lnTo>
                    <a:pt x="706907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76" y="0"/>
                  </a:moveTo>
                  <a:lnTo>
                    <a:pt x="733653" y="0"/>
                  </a:lnTo>
                  <a:lnTo>
                    <a:pt x="733653" y="2552"/>
                  </a:lnTo>
                  <a:lnTo>
                    <a:pt x="737476" y="2552"/>
                  </a:lnTo>
                  <a:lnTo>
                    <a:pt x="737476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45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45" y="2552"/>
                  </a:lnTo>
                  <a:lnTo>
                    <a:pt x="768045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14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14" y="2552"/>
                  </a:lnTo>
                  <a:lnTo>
                    <a:pt x="798614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83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83" y="2552"/>
                  </a:lnTo>
                  <a:lnTo>
                    <a:pt x="829183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495" y="0"/>
                  </a:lnTo>
                  <a:lnTo>
                    <a:pt x="993495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64" y="0"/>
                  </a:lnTo>
                  <a:lnTo>
                    <a:pt x="1024064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33" y="0"/>
                  </a:lnTo>
                  <a:lnTo>
                    <a:pt x="1054633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694014" y="5857087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48167" y="5857087"/>
              <a:ext cx="2357755" cy="3175"/>
            </a:xfrm>
            <a:custGeom>
              <a:avLst/>
              <a:gdLst/>
              <a:ahLst/>
              <a:cxnLst/>
              <a:rect l="l" t="t" r="r" b="b"/>
              <a:pathLst>
                <a:path w="2357754" h="3175">
                  <a:moveTo>
                    <a:pt x="3810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10" y="2552"/>
                  </a:lnTo>
                  <a:lnTo>
                    <a:pt x="3810" y="0"/>
                  </a:lnTo>
                  <a:close/>
                </a:path>
                <a:path w="235775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2357754" h="3175">
                  <a:moveTo>
                    <a:pt x="34378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78" y="2552"/>
                  </a:lnTo>
                  <a:lnTo>
                    <a:pt x="34378" y="0"/>
                  </a:lnTo>
                  <a:close/>
                </a:path>
                <a:path w="235775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2357754" h="3175">
                  <a:moveTo>
                    <a:pt x="2357666" y="0"/>
                  </a:moveTo>
                  <a:lnTo>
                    <a:pt x="2353843" y="0"/>
                  </a:lnTo>
                  <a:lnTo>
                    <a:pt x="2353843" y="2552"/>
                  </a:lnTo>
                  <a:lnTo>
                    <a:pt x="2357666" y="2552"/>
                  </a:lnTo>
                  <a:lnTo>
                    <a:pt x="235766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648167" y="5687237"/>
              <a:ext cx="2357755" cy="63500"/>
            </a:xfrm>
            <a:custGeom>
              <a:avLst/>
              <a:gdLst/>
              <a:ahLst/>
              <a:cxnLst/>
              <a:rect l="l" t="t" r="r" b="b"/>
              <a:pathLst>
                <a:path w="2357754" h="63500">
                  <a:moveTo>
                    <a:pt x="0" y="63155"/>
                  </a:moveTo>
                  <a:lnTo>
                    <a:pt x="2357665" y="63155"/>
                  </a:lnTo>
                </a:path>
                <a:path w="2357754" h="63500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648167" y="5625000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16795" y="5577954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846858" y="5577954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57" y="0"/>
                  </a:lnTo>
                  <a:lnTo>
                    <a:pt x="152857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26" y="0"/>
                  </a:lnTo>
                  <a:lnTo>
                    <a:pt x="183426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95" y="0"/>
                  </a:lnTo>
                  <a:lnTo>
                    <a:pt x="213995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86" y="0"/>
                  </a:moveTo>
                  <a:lnTo>
                    <a:pt x="244563" y="0"/>
                  </a:lnTo>
                  <a:lnTo>
                    <a:pt x="244563" y="2552"/>
                  </a:lnTo>
                  <a:lnTo>
                    <a:pt x="248386" y="2552"/>
                  </a:lnTo>
                  <a:lnTo>
                    <a:pt x="248386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55" y="0"/>
                  </a:moveTo>
                  <a:lnTo>
                    <a:pt x="275132" y="0"/>
                  </a:lnTo>
                  <a:lnTo>
                    <a:pt x="275132" y="2552"/>
                  </a:lnTo>
                  <a:lnTo>
                    <a:pt x="278955" y="2552"/>
                  </a:lnTo>
                  <a:lnTo>
                    <a:pt x="278955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24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24" y="2552"/>
                  </a:lnTo>
                  <a:lnTo>
                    <a:pt x="309524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93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93" y="2552"/>
                  </a:lnTo>
                  <a:lnTo>
                    <a:pt x="340093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62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62" y="2552"/>
                  </a:lnTo>
                  <a:lnTo>
                    <a:pt x="370662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74" y="0"/>
                  </a:lnTo>
                  <a:lnTo>
                    <a:pt x="534974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43" y="0"/>
                  </a:lnTo>
                  <a:lnTo>
                    <a:pt x="565543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112" y="0"/>
                  </a:lnTo>
                  <a:lnTo>
                    <a:pt x="596112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504" y="0"/>
                  </a:moveTo>
                  <a:lnTo>
                    <a:pt x="626681" y="0"/>
                  </a:lnTo>
                  <a:lnTo>
                    <a:pt x="626681" y="2552"/>
                  </a:lnTo>
                  <a:lnTo>
                    <a:pt x="630504" y="2552"/>
                  </a:lnTo>
                  <a:lnTo>
                    <a:pt x="630504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73" y="0"/>
                  </a:moveTo>
                  <a:lnTo>
                    <a:pt x="657250" y="0"/>
                  </a:lnTo>
                  <a:lnTo>
                    <a:pt x="657250" y="2552"/>
                  </a:lnTo>
                  <a:lnTo>
                    <a:pt x="661073" y="2552"/>
                  </a:lnTo>
                  <a:lnTo>
                    <a:pt x="661073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42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42" y="2552"/>
                  </a:lnTo>
                  <a:lnTo>
                    <a:pt x="691642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210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210" y="2552"/>
                  </a:lnTo>
                  <a:lnTo>
                    <a:pt x="722210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79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79" y="2552"/>
                  </a:lnTo>
                  <a:lnTo>
                    <a:pt x="752779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92" y="0"/>
                  </a:lnTo>
                  <a:lnTo>
                    <a:pt x="917092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61" y="0"/>
                  </a:lnTo>
                  <a:lnTo>
                    <a:pt x="947661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30" y="0"/>
                  </a:lnTo>
                  <a:lnTo>
                    <a:pt x="978230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21" y="0"/>
                  </a:moveTo>
                  <a:lnTo>
                    <a:pt x="1008799" y="0"/>
                  </a:lnTo>
                  <a:lnTo>
                    <a:pt x="1008799" y="2552"/>
                  </a:lnTo>
                  <a:lnTo>
                    <a:pt x="1012621" y="2552"/>
                  </a:lnTo>
                  <a:lnTo>
                    <a:pt x="1012621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90" y="0"/>
                  </a:moveTo>
                  <a:lnTo>
                    <a:pt x="1039368" y="0"/>
                  </a:lnTo>
                  <a:lnTo>
                    <a:pt x="1039368" y="2552"/>
                  </a:lnTo>
                  <a:lnTo>
                    <a:pt x="1043190" y="2552"/>
                  </a:lnTo>
                  <a:lnTo>
                    <a:pt x="1043190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59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59" y="2552"/>
                  </a:lnTo>
                  <a:lnTo>
                    <a:pt x="1073759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648167" y="5553951"/>
              <a:ext cx="2357755" cy="26670"/>
            </a:xfrm>
            <a:custGeom>
              <a:avLst/>
              <a:gdLst/>
              <a:ahLst/>
              <a:cxnLst/>
              <a:rect l="l" t="t" r="r" b="b"/>
              <a:pathLst>
                <a:path w="2357754" h="26670">
                  <a:moveTo>
                    <a:pt x="3810" y="24003"/>
                  </a:moveTo>
                  <a:lnTo>
                    <a:pt x="0" y="24003"/>
                  </a:lnTo>
                  <a:lnTo>
                    <a:pt x="0" y="26555"/>
                  </a:lnTo>
                  <a:lnTo>
                    <a:pt x="3810" y="26555"/>
                  </a:lnTo>
                  <a:lnTo>
                    <a:pt x="3810" y="24003"/>
                  </a:lnTo>
                  <a:close/>
                </a:path>
                <a:path w="2357754" h="26670">
                  <a:moveTo>
                    <a:pt x="19100" y="24003"/>
                  </a:moveTo>
                  <a:lnTo>
                    <a:pt x="15278" y="24003"/>
                  </a:lnTo>
                  <a:lnTo>
                    <a:pt x="15278" y="26555"/>
                  </a:lnTo>
                  <a:lnTo>
                    <a:pt x="19100" y="26555"/>
                  </a:lnTo>
                  <a:lnTo>
                    <a:pt x="19100" y="24003"/>
                  </a:lnTo>
                  <a:close/>
                </a:path>
                <a:path w="2357754" h="26670">
                  <a:moveTo>
                    <a:pt x="34378" y="24003"/>
                  </a:moveTo>
                  <a:lnTo>
                    <a:pt x="30568" y="24003"/>
                  </a:lnTo>
                  <a:lnTo>
                    <a:pt x="30568" y="26555"/>
                  </a:lnTo>
                  <a:lnTo>
                    <a:pt x="34378" y="26555"/>
                  </a:lnTo>
                  <a:lnTo>
                    <a:pt x="34378" y="24003"/>
                  </a:lnTo>
                  <a:close/>
                </a:path>
                <a:path w="2357754" h="26670">
                  <a:moveTo>
                    <a:pt x="49669" y="24003"/>
                  </a:moveTo>
                  <a:lnTo>
                    <a:pt x="45847" y="24003"/>
                  </a:lnTo>
                  <a:lnTo>
                    <a:pt x="45847" y="26555"/>
                  </a:lnTo>
                  <a:lnTo>
                    <a:pt x="49669" y="26555"/>
                  </a:lnTo>
                  <a:lnTo>
                    <a:pt x="49669" y="24003"/>
                  </a:lnTo>
                  <a:close/>
                </a:path>
                <a:path w="2357754" h="26670">
                  <a:moveTo>
                    <a:pt x="64960" y="24003"/>
                  </a:moveTo>
                  <a:lnTo>
                    <a:pt x="61137" y="24003"/>
                  </a:lnTo>
                  <a:lnTo>
                    <a:pt x="61137" y="26555"/>
                  </a:lnTo>
                  <a:lnTo>
                    <a:pt x="64960" y="26555"/>
                  </a:lnTo>
                  <a:lnTo>
                    <a:pt x="64960" y="24003"/>
                  </a:lnTo>
                  <a:close/>
                </a:path>
                <a:path w="2357754" h="26670">
                  <a:moveTo>
                    <a:pt x="80238" y="24003"/>
                  </a:moveTo>
                  <a:lnTo>
                    <a:pt x="76415" y="24003"/>
                  </a:lnTo>
                  <a:lnTo>
                    <a:pt x="76415" y="26555"/>
                  </a:lnTo>
                  <a:lnTo>
                    <a:pt x="80238" y="26555"/>
                  </a:lnTo>
                  <a:lnTo>
                    <a:pt x="80238" y="24003"/>
                  </a:lnTo>
                  <a:close/>
                </a:path>
                <a:path w="2357754" h="26670">
                  <a:moveTo>
                    <a:pt x="95529" y="24003"/>
                  </a:moveTo>
                  <a:lnTo>
                    <a:pt x="91706" y="24003"/>
                  </a:lnTo>
                  <a:lnTo>
                    <a:pt x="91706" y="26555"/>
                  </a:lnTo>
                  <a:lnTo>
                    <a:pt x="95529" y="26555"/>
                  </a:lnTo>
                  <a:lnTo>
                    <a:pt x="95529" y="24003"/>
                  </a:lnTo>
                  <a:close/>
                </a:path>
                <a:path w="2357754" h="26670">
                  <a:moveTo>
                    <a:pt x="110807" y="24003"/>
                  </a:moveTo>
                  <a:lnTo>
                    <a:pt x="106984" y="24003"/>
                  </a:lnTo>
                  <a:lnTo>
                    <a:pt x="106984" y="26555"/>
                  </a:lnTo>
                  <a:lnTo>
                    <a:pt x="110807" y="26555"/>
                  </a:lnTo>
                  <a:lnTo>
                    <a:pt x="110807" y="24003"/>
                  </a:lnTo>
                  <a:close/>
                </a:path>
                <a:path w="2357754" h="26670">
                  <a:moveTo>
                    <a:pt x="126098" y="24003"/>
                  </a:moveTo>
                  <a:lnTo>
                    <a:pt x="122275" y="24003"/>
                  </a:lnTo>
                  <a:lnTo>
                    <a:pt x="122275" y="26555"/>
                  </a:lnTo>
                  <a:lnTo>
                    <a:pt x="126098" y="26555"/>
                  </a:lnTo>
                  <a:lnTo>
                    <a:pt x="126098" y="24003"/>
                  </a:lnTo>
                  <a:close/>
                </a:path>
                <a:path w="2357754" h="26670">
                  <a:moveTo>
                    <a:pt x="141376" y="24003"/>
                  </a:moveTo>
                  <a:lnTo>
                    <a:pt x="137553" y="24003"/>
                  </a:lnTo>
                  <a:lnTo>
                    <a:pt x="137553" y="26555"/>
                  </a:lnTo>
                  <a:lnTo>
                    <a:pt x="141376" y="26555"/>
                  </a:lnTo>
                  <a:lnTo>
                    <a:pt x="141376" y="24003"/>
                  </a:lnTo>
                  <a:close/>
                </a:path>
                <a:path w="2357754" h="26670">
                  <a:moveTo>
                    <a:pt x="156667" y="24003"/>
                  </a:moveTo>
                  <a:lnTo>
                    <a:pt x="152844" y="24003"/>
                  </a:lnTo>
                  <a:lnTo>
                    <a:pt x="152844" y="26555"/>
                  </a:lnTo>
                  <a:lnTo>
                    <a:pt x="156667" y="26555"/>
                  </a:lnTo>
                  <a:lnTo>
                    <a:pt x="156667" y="24003"/>
                  </a:lnTo>
                  <a:close/>
                </a:path>
                <a:path w="2357754" h="26670">
                  <a:moveTo>
                    <a:pt x="171945" y="24003"/>
                  </a:moveTo>
                  <a:lnTo>
                    <a:pt x="168122" y="24003"/>
                  </a:lnTo>
                  <a:lnTo>
                    <a:pt x="168122" y="26555"/>
                  </a:lnTo>
                  <a:lnTo>
                    <a:pt x="171945" y="26555"/>
                  </a:lnTo>
                  <a:lnTo>
                    <a:pt x="171945" y="24003"/>
                  </a:lnTo>
                  <a:close/>
                </a:path>
                <a:path w="2357754" h="26670">
                  <a:moveTo>
                    <a:pt x="187236" y="24003"/>
                  </a:moveTo>
                  <a:lnTo>
                    <a:pt x="183413" y="24003"/>
                  </a:lnTo>
                  <a:lnTo>
                    <a:pt x="183413" y="26555"/>
                  </a:lnTo>
                  <a:lnTo>
                    <a:pt x="187236" y="26555"/>
                  </a:lnTo>
                  <a:lnTo>
                    <a:pt x="187236" y="24003"/>
                  </a:lnTo>
                  <a:close/>
                </a:path>
                <a:path w="2357754" h="26670">
                  <a:moveTo>
                    <a:pt x="202514" y="24003"/>
                  </a:moveTo>
                  <a:lnTo>
                    <a:pt x="198691" y="24003"/>
                  </a:lnTo>
                  <a:lnTo>
                    <a:pt x="198691" y="26555"/>
                  </a:lnTo>
                  <a:lnTo>
                    <a:pt x="202514" y="26555"/>
                  </a:lnTo>
                  <a:lnTo>
                    <a:pt x="202514" y="24003"/>
                  </a:lnTo>
                  <a:close/>
                </a:path>
                <a:path w="2357754" h="26670">
                  <a:moveTo>
                    <a:pt x="1501711" y="0"/>
                  </a:moveTo>
                  <a:lnTo>
                    <a:pt x="1497901" y="0"/>
                  </a:lnTo>
                  <a:lnTo>
                    <a:pt x="1497901" y="2552"/>
                  </a:lnTo>
                  <a:lnTo>
                    <a:pt x="1501711" y="2552"/>
                  </a:lnTo>
                  <a:lnTo>
                    <a:pt x="1501711" y="0"/>
                  </a:lnTo>
                  <a:close/>
                </a:path>
                <a:path w="2357754" h="26670">
                  <a:moveTo>
                    <a:pt x="1517002" y="0"/>
                  </a:moveTo>
                  <a:lnTo>
                    <a:pt x="1513179" y="0"/>
                  </a:lnTo>
                  <a:lnTo>
                    <a:pt x="1513179" y="2552"/>
                  </a:lnTo>
                  <a:lnTo>
                    <a:pt x="1517002" y="2552"/>
                  </a:lnTo>
                  <a:lnTo>
                    <a:pt x="1517002" y="0"/>
                  </a:lnTo>
                  <a:close/>
                </a:path>
                <a:path w="2357754" h="26670">
                  <a:moveTo>
                    <a:pt x="1532280" y="0"/>
                  </a:moveTo>
                  <a:lnTo>
                    <a:pt x="1528470" y="0"/>
                  </a:lnTo>
                  <a:lnTo>
                    <a:pt x="1528470" y="2552"/>
                  </a:lnTo>
                  <a:lnTo>
                    <a:pt x="1532280" y="2552"/>
                  </a:lnTo>
                  <a:lnTo>
                    <a:pt x="1532280" y="0"/>
                  </a:lnTo>
                  <a:close/>
                </a:path>
                <a:path w="2357754" h="26670">
                  <a:moveTo>
                    <a:pt x="1547571" y="0"/>
                  </a:moveTo>
                  <a:lnTo>
                    <a:pt x="1543748" y="0"/>
                  </a:lnTo>
                  <a:lnTo>
                    <a:pt x="1543748" y="2552"/>
                  </a:lnTo>
                  <a:lnTo>
                    <a:pt x="1547571" y="2552"/>
                  </a:lnTo>
                  <a:lnTo>
                    <a:pt x="1547571" y="0"/>
                  </a:lnTo>
                  <a:close/>
                </a:path>
                <a:path w="2357754" h="26670">
                  <a:moveTo>
                    <a:pt x="1562849" y="0"/>
                  </a:moveTo>
                  <a:lnTo>
                    <a:pt x="1559039" y="0"/>
                  </a:lnTo>
                  <a:lnTo>
                    <a:pt x="1559039" y="2552"/>
                  </a:lnTo>
                  <a:lnTo>
                    <a:pt x="1562849" y="2552"/>
                  </a:lnTo>
                  <a:lnTo>
                    <a:pt x="1562849" y="0"/>
                  </a:lnTo>
                  <a:close/>
                </a:path>
                <a:path w="2357754" h="26670">
                  <a:moveTo>
                    <a:pt x="1578140" y="0"/>
                  </a:moveTo>
                  <a:lnTo>
                    <a:pt x="1574317" y="0"/>
                  </a:lnTo>
                  <a:lnTo>
                    <a:pt x="1574317" y="2552"/>
                  </a:lnTo>
                  <a:lnTo>
                    <a:pt x="1578140" y="2552"/>
                  </a:lnTo>
                  <a:lnTo>
                    <a:pt x="1578140" y="0"/>
                  </a:lnTo>
                  <a:close/>
                </a:path>
                <a:path w="2357754" h="26670">
                  <a:moveTo>
                    <a:pt x="1593430" y="0"/>
                  </a:moveTo>
                  <a:lnTo>
                    <a:pt x="1589608" y="0"/>
                  </a:lnTo>
                  <a:lnTo>
                    <a:pt x="1589608" y="2552"/>
                  </a:lnTo>
                  <a:lnTo>
                    <a:pt x="1593430" y="2552"/>
                  </a:lnTo>
                  <a:lnTo>
                    <a:pt x="1593430" y="0"/>
                  </a:lnTo>
                  <a:close/>
                </a:path>
                <a:path w="2357754" h="26670">
                  <a:moveTo>
                    <a:pt x="1608709" y="0"/>
                  </a:moveTo>
                  <a:lnTo>
                    <a:pt x="1604886" y="0"/>
                  </a:lnTo>
                  <a:lnTo>
                    <a:pt x="1604886" y="2552"/>
                  </a:lnTo>
                  <a:lnTo>
                    <a:pt x="1608709" y="2552"/>
                  </a:lnTo>
                  <a:lnTo>
                    <a:pt x="1608709" y="0"/>
                  </a:lnTo>
                  <a:close/>
                </a:path>
                <a:path w="2357754" h="26670">
                  <a:moveTo>
                    <a:pt x="1623999" y="0"/>
                  </a:moveTo>
                  <a:lnTo>
                    <a:pt x="1620177" y="0"/>
                  </a:lnTo>
                  <a:lnTo>
                    <a:pt x="1620177" y="2552"/>
                  </a:lnTo>
                  <a:lnTo>
                    <a:pt x="1623999" y="2552"/>
                  </a:lnTo>
                  <a:lnTo>
                    <a:pt x="1623999" y="0"/>
                  </a:lnTo>
                  <a:close/>
                </a:path>
                <a:path w="2357754" h="26670">
                  <a:moveTo>
                    <a:pt x="1639277" y="0"/>
                  </a:moveTo>
                  <a:lnTo>
                    <a:pt x="1635455" y="0"/>
                  </a:lnTo>
                  <a:lnTo>
                    <a:pt x="1635455" y="2552"/>
                  </a:lnTo>
                  <a:lnTo>
                    <a:pt x="1639277" y="2552"/>
                  </a:lnTo>
                  <a:lnTo>
                    <a:pt x="1639277" y="0"/>
                  </a:lnTo>
                  <a:close/>
                </a:path>
                <a:path w="2357754" h="26670">
                  <a:moveTo>
                    <a:pt x="1654568" y="0"/>
                  </a:moveTo>
                  <a:lnTo>
                    <a:pt x="1650746" y="0"/>
                  </a:lnTo>
                  <a:lnTo>
                    <a:pt x="1650746" y="2552"/>
                  </a:lnTo>
                  <a:lnTo>
                    <a:pt x="1654568" y="2552"/>
                  </a:lnTo>
                  <a:lnTo>
                    <a:pt x="1654568" y="0"/>
                  </a:lnTo>
                  <a:close/>
                </a:path>
                <a:path w="2357754" h="26670">
                  <a:moveTo>
                    <a:pt x="1669846" y="0"/>
                  </a:moveTo>
                  <a:lnTo>
                    <a:pt x="1666024" y="0"/>
                  </a:lnTo>
                  <a:lnTo>
                    <a:pt x="1666024" y="2552"/>
                  </a:lnTo>
                  <a:lnTo>
                    <a:pt x="1669846" y="2552"/>
                  </a:lnTo>
                  <a:lnTo>
                    <a:pt x="1669846" y="0"/>
                  </a:lnTo>
                  <a:close/>
                </a:path>
                <a:path w="2357754" h="26670">
                  <a:moveTo>
                    <a:pt x="1685137" y="0"/>
                  </a:moveTo>
                  <a:lnTo>
                    <a:pt x="1681314" y="0"/>
                  </a:lnTo>
                  <a:lnTo>
                    <a:pt x="1681314" y="2552"/>
                  </a:lnTo>
                  <a:lnTo>
                    <a:pt x="1685137" y="2552"/>
                  </a:lnTo>
                  <a:lnTo>
                    <a:pt x="1685137" y="0"/>
                  </a:lnTo>
                  <a:close/>
                </a:path>
                <a:path w="2357754" h="26670">
                  <a:moveTo>
                    <a:pt x="1700415" y="0"/>
                  </a:moveTo>
                  <a:lnTo>
                    <a:pt x="1696593" y="0"/>
                  </a:lnTo>
                  <a:lnTo>
                    <a:pt x="1696593" y="2552"/>
                  </a:lnTo>
                  <a:lnTo>
                    <a:pt x="1700415" y="2552"/>
                  </a:lnTo>
                  <a:lnTo>
                    <a:pt x="1700415" y="0"/>
                  </a:lnTo>
                  <a:close/>
                </a:path>
                <a:path w="2357754" h="26670">
                  <a:moveTo>
                    <a:pt x="1715706" y="0"/>
                  </a:moveTo>
                  <a:lnTo>
                    <a:pt x="1711883" y="0"/>
                  </a:lnTo>
                  <a:lnTo>
                    <a:pt x="1711883" y="2552"/>
                  </a:lnTo>
                  <a:lnTo>
                    <a:pt x="1715706" y="2552"/>
                  </a:lnTo>
                  <a:lnTo>
                    <a:pt x="1715706" y="0"/>
                  </a:lnTo>
                  <a:close/>
                </a:path>
                <a:path w="2357754" h="26670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6670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6670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6670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6670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6670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6670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6670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6670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6670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6670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6670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6670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6670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6670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6670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6670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6670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6670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6670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6670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6670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6670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6670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6670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6670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6670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6670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6670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6670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667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667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667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667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667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667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667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667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667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667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667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6670">
                  <a:moveTo>
                    <a:pt x="2357666" y="24003"/>
                  </a:moveTo>
                  <a:lnTo>
                    <a:pt x="2353843" y="24003"/>
                  </a:lnTo>
                  <a:lnTo>
                    <a:pt x="2353843" y="26555"/>
                  </a:lnTo>
                  <a:lnTo>
                    <a:pt x="2357666" y="26555"/>
                  </a:lnTo>
                  <a:lnTo>
                    <a:pt x="2357666" y="24003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076131" y="5553951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48167" y="5533148"/>
              <a:ext cx="2357755" cy="23495"/>
            </a:xfrm>
            <a:custGeom>
              <a:avLst/>
              <a:gdLst/>
              <a:ahLst/>
              <a:cxnLst/>
              <a:rect l="l" t="t" r="r" b="b"/>
              <a:pathLst>
                <a:path w="2357754" h="23495">
                  <a:moveTo>
                    <a:pt x="3810" y="20802"/>
                  </a:moveTo>
                  <a:lnTo>
                    <a:pt x="0" y="20802"/>
                  </a:lnTo>
                  <a:lnTo>
                    <a:pt x="0" y="23355"/>
                  </a:lnTo>
                  <a:lnTo>
                    <a:pt x="3810" y="23355"/>
                  </a:lnTo>
                  <a:lnTo>
                    <a:pt x="3810" y="20802"/>
                  </a:lnTo>
                  <a:close/>
                </a:path>
                <a:path w="2357754" h="23495">
                  <a:moveTo>
                    <a:pt x="19100" y="20802"/>
                  </a:moveTo>
                  <a:lnTo>
                    <a:pt x="15278" y="20802"/>
                  </a:lnTo>
                  <a:lnTo>
                    <a:pt x="15278" y="23355"/>
                  </a:lnTo>
                  <a:lnTo>
                    <a:pt x="19100" y="23355"/>
                  </a:lnTo>
                  <a:lnTo>
                    <a:pt x="19100" y="20802"/>
                  </a:lnTo>
                  <a:close/>
                </a:path>
                <a:path w="2357754" h="23495">
                  <a:moveTo>
                    <a:pt x="34378" y="20802"/>
                  </a:moveTo>
                  <a:lnTo>
                    <a:pt x="30568" y="20802"/>
                  </a:lnTo>
                  <a:lnTo>
                    <a:pt x="30568" y="23355"/>
                  </a:lnTo>
                  <a:lnTo>
                    <a:pt x="34378" y="23355"/>
                  </a:lnTo>
                  <a:lnTo>
                    <a:pt x="34378" y="20802"/>
                  </a:lnTo>
                  <a:close/>
                </a:path>
                <a:path w="2357754" h="23495">
                  <a:moveTo>
                    <a:pt x="49669" y="20802"/>
                  </a:moveTo>
                  <a:lnTo>
                    <a:pt x="45847" y="20802"/>
                  </a:lnTo>
                  <a:lnTo>
                    <a:pt x="45847" y="23355"/>
                  </a:lnTo>
                  <a:lnTo>
                    <a:pt x="49669" y="23355"/>
                  </a:lnTo>
                  <a:lnTo>
                    <a:pt x="49669" y="20802"/>
                  </a:lnTo>
                  <a:close/>
                </a:path>
                <a:path w="2357754" h="23495">
                  <a:moveTo>
                    <a:pt x="64960" y="20802"/>
                  </a:moveTo>
                  <a:lnTo>
                    <a:pt x="61137" y="20802"/>
                  </a:lnTo>
                  <a:lnTo>
                    <a:pt x="61137" y="23355"/>
                  </a:lnTo>
                  <a:lnTo>
                    <a:pt x="64960" y="23355"/>
                  </a:lnTo>
                  <a:lnTo>
                    <a:pt x="64960" y="20802"/>
                  </a:lnTo>
                  <a:close/>
                </a:path>
                <a:path w="2357754" h="23495">
                  <a:moveTo>
                    <a:pt x="80238" y="20802"/>
                  </a:moveTo>
                  <a:lnTo>
                    <a:pt x="76415" y="20802"/>
                  </a:lnTo>
                  <a:lnTo>
                    <a:pt x="76415" y="23355"/>
                  </a:lnTo>
                  <a:lnTo>
                    <a:pt x="80238" y="23355"/>
                  </a:lnTo>
                  <a:lnTo>
                    <a:pt x="80238" y="20802"/>
                  </a:lnTo>
                  <a:close/>
                </a:path>
                <a:path w="2357754" h="23495">
                  <a:moveTo>
                    <a:pt x="95529" y="20802"/>
                  </a:moveTo>
                  <a:lnTo>
                    <a:pt x="91706" y="20802"/>
                  </a:lnTo>
                  <a:lnTo>
                    <a:pt x="91706" y="23355"/>
                  </a:lnTo>
                  <a:lnTo>
                    <a:pt x="95529" y="23355"/>
                  </a:lnTo>
                  <a:lnTo>
                    <a:pt x="95529" y="20802"/>
                  </a:lnTo>
                  <a:close/>
                </a:path>
                <a:path w="2357754" h="23495">
                  <a:moveTo>
                    <a:pt x="110807" y="20802"/>
                  </a:moveTo>
                  <a:lnTo>
                    <a:pt x="106984" y="20802"/>
                  </a:lnTo>
                  <a:lnTo>
                    <a:pt x="106984" y="23355"/>
                  </a:lnTo>
                  <a:lnTo>
                    <a:pt x="110807" y="23355"/>
                  </a:lnTo>
                  <a:lnTo>
                    <a:pt x="110807" y="20802"/>
                  </a:lnTo>
                  <a:close/>
                </a:path>
                <a:path w="2357754" h="23495">
                  <a:moveTo>
                    <a:pt x="126098" y="20802"/>
                  </a:moveTo>
                  <a:lnTo>
                    <a:pt x="122275" y="20802"/>
                  </a:lnTo>
                  <a:lnTo>
                    <a:pt x="122275" y="23355"/>
                  </a:lnTo>
                  <a:lnTo>
                    <a:pt x="126098" y="23355"/>
                  </a:lnTo>
                  <a:lnTo>
                    <a:pt x="126098" y="20802"/>
                  </a:lnTo>
                  <a:close/>
                </a:path>
                <a:path w="2357754" h="23495">
                  <a:moveTo>
                    <a:pt x="141376" y="20802"/>
                  </a:moveTo>
                  <a:lnTo>
                    <a:pt x="137553" y="20802"/>
                  </a:lnTo>
                  <a:lnTo>
                    <a:pt x="137553" y="23355"/>
                  </a:lnTo>
                  <a:lnTo>
                    <a:pt x="141376" y="23355"/>
                  </a:lnTo>
                  <a:lnTo>
                    <a:pt x="141376" y="20802"/>
                  </a:lnTo>
                  <a:close/>
                </a:path>
                <a:path w="2357754" h="23495">
                  <a:moveTo>
                    <a:pt x="156667" y="20802"/>
                  </a:moveTo>
                  <a:lnTo>
                    <a:pt x="152844" y="20802"/>
                  </a:lnTo>
                  <a:lnTo>
                    <a:pt x="152844" y="23355"/>
                  </a:lnTo>
                  <a:lnTo>
                    <a:pt x="156667" y="23355"/>
                  </a:lnTo>
                  <a:lnTo>
                    <a:pt x="156667" y="20802"/>
                  </a:lnTo>
                  <a:close/>
                </a:path>
                <a:path w="2357754" h="23495">
                  <a:moveTo>
                    <a:pt x="171945" y="20802"/>
                  </a:moveTo>
                  <a:lnTo>
                    <a:pt x="168122" y="20802"/>
                  </a:lnTo>
                  <a:lnTo>
                    <a:pt x="168122" y="23355"/>
                  </a:lnTo>
                  <a:lnTo>
                    <a:pt x="171945" y="23355"/>
                  </a:lnTo>
                  <a:lnTo>
                    <a:pt x="171945" y="20802"/>
                  </a:lnTo>
                  <a:close/>
                </a:path>
                <a:path w="2357754" h="23495">
                  <a:moveTo>
                    <a:pt x="187236" y="20802"/>
                  </a:moveTo>
                  <a:lnTo>
                    <a:pt x="183413" y="20802"/>
                  </a:lnTo>
                  <a:lnTo>
                    <a:pt x="183413" y="23355"/>
                  </a:lnTo>
                  <a:lnTo>
                    <a:pt x="187236" y="23355"/>
                  </a:lnTo>
                  <a:lnTo>
                    <a:pt x="187236" y="20802"/>
                  </a:lnTo>
                  <a:close/>
                </a:path>
                <a:path w="2357754" h="23495">
                  <a:moveTo>
                    <a:pt x="202514" y="20802"/>
                  </a:moveTo>
                  <a:lnTo>
                    <a:pt x="198691" y="20802"/>
                  </a:lnTo>
                  <a:lnTo>
                    <a:pt x="198691" y="23355"/>
                  </a:lnTo>
                  <a:lnTo>
                    <a:pt x="202514" y="23355"/>
                  </a:lnTo>
                  <a:lnTo>
                    <a:pt x="202514" y="20802"/>
                  </a:lnTo>
                  <a:close/>
                </a:path>
                <a:path w="2357754" h="23495">
                  <a:moveTo>
                    <a:pt x="217805" y="20802"/>
                  </a:moveTo>
                  <a:lnTo>
                    <a:pt x="213982" y="20802"/>
                  </a:lnTo>
                  <a:lnTo>
                    <a:pt x="213982" y="23355"/>
                  </a:lnTo>
                  <a:lnTo>
                    <a:pt x="217805" y="23355"/>
                  </a:lnTo>
                  <a:lnTo>
                    <a:pt x="217805" y="20802"/>
                  </a:lnTo>
                  <a:close/>
                </a:path>
                <a:path w="2357754" h="23495">
                  <a:moveTo>
                    <a:pt x="233083" y="20802"/>
                  </a:moveTo>
                  <a:lnTo>
                    <a:pt x="229260" y="20802"/>
                  </a:lnTo>
                  <a:lnTo>
                    <a:pt x="229260" y="23355"/>
                  </a:lnTo>
                  <a:lnTo>
                    <a:pt x="233083" y="23355"/>
                  </a:lnTo>
                  <a:lnTo>
                    <a:pt x="233083" y="20802"/>
                  </a:lnTo>
                  <a:close/>
                </a:path>
                <a:path w="2357754" h="23495">
                  <a:moveTo>
                    <a:pt x="248373" y="20802"/>
                  </a:moveTo>
                  <a:lnTo>
                    <a:pt x="244551" y="20802"/>
                  </a:lnTo>
                  <a:lnTo>
                    <a:pt x="244551" y="23355"/>
                  </a:lnTo>
                  <a:lnTo>
                    <a:pt x="248373" y="23355"/>
                  </a:lnTo>
                  <a:lnTo>
                    <a:pt x="248373" y="20802"/>
                  </a:lnTo>
                  <a:close/>
                </a:path>
                <a:path w="2357754" h="23495">
                  <a:moveTo>
                    <a:pt x="263652" y="20802"/>
                  </a:moveTo>
                  <a:lnTo>
                    <a:pt x="259829" y="20802"/>
                  </a:lnTo>
                  <a:lnTo>
                    <a:pt x="259829" y="23355"/>
                  </a:lnTo>
                  <a:lnTo>
                    <a:pt x="263652" y="23355"/>
                  </a:lnTo>
                  <a:lnTo>
                    <a:pt x="263652" y="20802"/>
                  </a:lnTo>
                  <a:close/>
                </a:path>
                <a:path w="2357754" h="23495">
                  <a:moveTo>
                    <a:pt x="278942" y="20802"/>
                  </a:moveTo>
                  <a:lnTo>
                    <a:pt x="275120" y="20802"/>
                  </a:lnTo>
                  <a:lnTo>
                    <a:pt x="275120" y="23355"/>
                  </a:lnTo>
                  <a:lnTo>
                    <a:pt x="278942" y="23355"/>
                  </a:lnTo>
                  <a:lnTo>
                    <a:pt x="278942" y="20802"/>
                  </a:lnTo>
                  <a:close/>
                </a:path>
                <a:path w="2357754" h="23495">
                  <a:moveTo>
                    <a:pt x="294220" y="20802"/>
                  </a:moveTo>
                  <a:lnTo>
                    <a:pt x="290398" y="20802"/>
                  </a:lnTo>
                  <a:lnTo>
                    <a:pt x="290398" y="23355"/>
                  </a:lnTo>
                  <a:lnTo>
                    <a:pt x="294220" y="23355"/>
                  </a:lnTo>
                  <a:lnTo>
                    <a:pt x="294220" y="20802"/>
                  </a:lnTo>
                  <a:close/>
                </a:path>
                <a:path w="2357754" h="23495">
                  <a:moveTo>
                    <a:pt x="309511" y="20802"/>
                  </a:moveTo>
                  <a:lnTo>
                    <a:pt x="305689" y="20802"/>
                  </a:lnTo>
                  <a:lnTo>
                    <a:pt x="305689" y="23355"/>
                  </a:lnTo>
                  <a:lnTo>
                    <a:pt x="309511" y="23355"/>
                  </a:lnTo>
                  <a:lnTo>
                    <a:pt x="309511" y="20802"/>
                  </a:lnTo>
                  <a:close/>
                </a:path>
                <a:path w="2357754" h="23495">
                  <a:moveTo>
                    <a:pt x="324789" y="20802"/>
                  </a:moveTo>
                  <a:lnTo>
                    <a:pt x="320967" y="20802"/>
                  </a:lnTo>
                  <a:lnTo>
                    <a:pt x="320967" y="23355"/>
                  </a:lnTo>
                  <a:lnTo>
                    <a:pt x="324789" y="23355"/>
                  </a:lnTo>
                  <a:lnTo>
                    <a:pt x="324789" y="20802"/>
                  </a:lnTo>
                  <a:close/>
                </a:path>
                <a:path w="2357754" h="23495">
                  <a:moveTo>
                    <a:pt x="340080" y="20802"/>
                  </a:moveTo>
                  <a:lnTo>
                    <a:pt x="336257" y="20802"/>
                  </a:lnTo>
                  <a:lnTo>
                    <a:pt x="336257" y="23355"/>
                  </a:lnTo>
                  <a:lnTo>
                    <a:pt x="340080" y="23355"/>
                  </a:lnTo>
                  <a:lnTo>
                    <a:pt x="340080" y="20802"/>
                  </a:lnTo>
                  <a:close/>
                </a:path>
                <a:path w="2357754" h="23495">
                  <a:moveTo>
                    <a:pt x="355358" y="20802"/>
                  </a:moveTo>
                  <a:lnTo>
                    <a:pt x="351548" y="20802"/>
                  </a:lnTo>
                  <a:lnTo>
                    <a:pt x="351548" y="23355"/>
                  </a:lnTo>
                  <a:lnTo>
                    <a:pt x="355358" y="23355"/>
                  </a:lnTo>
                  <a:lnTo>
                    <a:pt x="355358" y="20802"/>
                  </a:lnTo>
                  <a:close/>
                </a:path>
                <a:path w="2357754" h="23495">
                  <a:moveTo>
                    <a:pt x="370649" y="20802"/>
                  </a:moveTo>
                  <a:lnTo>
                    <a:pt x="366826" y="20802"/>
                  </a:lnTo>
                  <a:lnTo>
                    <a:pt x="366826" y="23355"/>
                  </a:lnTo>
                  <a:lnTo>
                    <a:pt x="370649" y="23355"/>
                  </a:lnTo>
                  <a:lnTo>
                    <a:pt x="370649" y="20802"/>
                  </a:lnTo>
                  <a:close/>
                </a:path>
                <a:path w="2357754" h="23495">
                  <a:moveTo>
                    <a:pt x="385927" y="20802"/>
                  </a:moveTo>
                  <a:lnTo>
                    <a:pt x="382117" y="20802"/>
                  </a:lnTo>
                  <a:lnTo>
                    <a:pt x="382117" y="23355"/>
                  </a:lnTo>
                  <a:lnTo>
                    <a:pt x="385927" y="23355"/>
                  </a:lnTo>
                  <a:lnTo>
                    <a:pt x="385927" y="20802"/>
                  </a:lnTo>
                  <a:close/>
                </a:path>
                <a:path w="2357754" h="23495">
                  <a:moveTo>
                    <a:pt x="401218" y="20802"/>
                  </a:moveTo>
                  <a:lnTo>
                    <a:pt x="397395" y="20802"/>
                  </a:lnTo>
                  <a:lnTo>
                    <a:pt x="397395" y="23355"/>
                  </a:lnTo>
                  <a:lnTo>
                    <a:pt x="401218" y="23355"/>
                  </a:lnTo>
                  <a:lnTo>
                    <a:pt x="401218" y="20802"/>
                  </a:lnTo>
                  <a:close/>
                </a:path>
                <a:path w="2357754" h="23495">
                  <a:moveTo>
                    <a:pt x="416496" y="20802"/>
                  </a:moveTo>
                  <a:lnTo>
                    <a:pt x="412686" y="20802"/>
                  </a:lnTo>
                  <a:lnTo>
                    <a:pt x="412686" y="23355"/>
                  </a:lnTo>
                  <a:lnTo>
                    <a:pt x="416496" y="23355"/>
                  </a:lnTo>
                  <a:lnTo>
                    <a:pt x="416496" y="20802"/>
                  </a:lnTo>
                  <a:close/>
                </a:path>
                <a:path w="2357754" h="23495">
                  <a:moveTo>
                    <a:pt x="431787" y="20802"/>
                  </a:moveTo>
                  <a:lnTo>
                    <a:pt x="427964" y="20802"/>
                  </a:lnTo>
                  <a:lnTo>
                    <a:pt x="427964" y="23355"/>
                  </a:lnTo>
                  <a:lnTo>
                    <a:pt x="431787" y="23355"/>
                  </a:lnTo>
                  <a:lnTo>
                    <a:pt x="431787" y="20802"/>
                  </a:lnTo>
                  <a:close/>
                </a:path>
                <a:path w="2357754" h="23495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3495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3495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3495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3495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3495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3495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3495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3495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3495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3495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3495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3495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3495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3495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3495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3495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3495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3495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3495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3495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3495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3495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3495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3495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3495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3495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3495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3495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3495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3495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3495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3495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3495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3495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3495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3495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3495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3495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3495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3495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3495">
                  <a:moveTo>
                    <a:pt x="2357666" y="20802"/>
                  </a:moveTo>
                  <a:lnTo>
                    <a:pt x="2353843" y="20802"/>
                  </a:lnTo>
                  <a:lnTo>
                    <a:pt x="2353843" y="23355"/>
                  </a:lnTo>
                  <a:lnTo>
                    <a:pt x="2357666" y="23355"/>
                  </a:lnTo>
                  <a:lnTo>
                    <a:pt x="2357666" y="20802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305404" y="5533148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48167" y="5514797"/>
              <a:ext cx="2357755" cy="20955"/>
            </a:xfrm>
            <a:custGeom>
              <a:avLst/>
              <a:gdLst/>
              <a:ahLst/>
              <a:cxnLst/>
              <a:rect l="l" t="t" r="r" b="b"/>
              <a:pathLst>
                <a:path w="2357754" h="20954">
                  <a:moveTo>
                    <a:pt x="3810" y="18351"/>
                  </a:moveTo>
                  <a:lnTo>
                    <a:pt x="0" y="18351"/>
                  </a:lnTo>
                  <a:lnTo>
                    <a:pt x="0" y="20904"/>
                  </a:lnTo>
                  <a:lnTo>
                    <a:pt x="3810" y="20904"/>
                  </a:lnTo>
                  <a:lnTo>
                    <a:pt x="3810" y="18351"/>
                  </a:lnTo>
                  <a:close/>
                </a:path>
                <a:path w="2357754" h="20954">
                  <a:moveTo>
                    <a:pt x="19100" y="18351"/>
                  </a:moveTo>
                  <a:lnTo>
                    <a:pt x="15278" y="18351"/>
                  </a:lnTo>
                  <a:lnTo>
                    <a:pt x="15278" y="20904"/>
                  </a:lnTo>
                  <a:lnTo>
                    <a:pt x="19100" y="20904"/>
                  </a:lnTo>
                  <a:lnTo>
                    <a:pt x="19100" y="18351"/>
                  </a:lnTo>
                  <a:close/>
                </a:path>
                <a:path w="2357754" h="20954">
                  <a:moveTo>
                    <a:pt x="34378" y="18351"/>
                  </a:moveTo>
                  <a:lnTo>
                    <a:pt x="30568" y="18351"/>
                  </a:lnTo>
                  <a:lnTo>
                    <a:pt x="30568" y="20904"/>
                  </a:lnTo>
                  <a:lnTo>
                    <a:pt x="34378" y="20904"/>
                  </a:lnTo>
                  <a:lnTo>
                    <a:pt x="34378" y="18351"/>
                  </a:lnTo>
                  <a:close/>
                </a:path>
                <a:path w="2357754" h="20954">
                  <a:moveTo>
                    <a:pt x="49669" y="18351"/>
                  </a:moveTo>
                  <a:lnTo>
                    <a:pt x="45847" y="18351"/>
                  </a:lnTo>
                  <a:lnTo>
                    <a:pt x="45847" y="20904"/>
                  </a:lnTo>
                  <a:lnTo>
                    <a:pt x="49669" y="20904"/>
                  </a:lnTo>
                  <a:lnTo>
                    <a:pt x="49669" y="18351"/>
                  </a:lnTo>
                  <a:close/>
                </a:path>
                <a:path w="2357754" h="20954">
                  <a:moveTo>
                    <a:pt x="64960" y="18351"/>
                  </a:moveTo>
                  <a:lnTo>
                    <a:pt x="61137" y="18351"/>
                  </a:lnTo>
                  <a:lnTo>
                    <a:pt x="61137" y="20904"/>
                  </a:lnTo>
                  <a:lnTo>
                    <a:pt x="64960" y="20904"/>
                  </a:lnTo>
                  <a:lnTo>
                    <a:pt x="64960" y="18351"/>
                  </a:lnTo>
                  <a:close/>
                </a:path>
                <a:path w="2357754" h="20954">
                  <a:moveTo>
                    <a:pt x="80238" y="18351"/>
                  </a:moveTo>
                  <a:lnTo>
                    <a:pt x="76415" y="18351"/>
                  </a:lnTo>
                  <a:lnTo>
                    <a:pt x="76415" y="20904"/>
                  </a:lnTo>
                  <a:lnTo>
                    <a:pt x="80238" y="20904"/>
                  </a:lnTo>
                  <a:lnTo>
                    <a:pt x="80238" y="18351"/>
                  </a:lnTo>
                  <a:close/>
                </a:path>
                <a:path w="2357754" h="20954">
                  <a:moveTo>
                    <a:pt x="95529" y="18351"/>
                  </a:moveTo>
                  <a:lnTo>
                    <a:pt x="91706" y="18351"/>
                  </a:lnTo>
                  <a:lnTo>
                    <a:pt x="91706" y="20904"/>
                  </a:lnTo>
                  <a:lnTo>
                    <a:pt x="95529" y="20904"/>
                  </a:lnTo>
                  <a:lnTo>
                    <a:pt x="95529" y="18351"/>
                  </a:lnTo>
                  <a:close/>
                </a:path>
                <a:path w="2357754" h="20954">
                  <a:moveTo>
                    <a:pt x="110807" y="18351"/>
                  </a:moveTo>
                  <a:lnTo>
                    <a:pt x="106984" y="18351"/>
                  </a:lnTo>
                  <a:lnTo>
                    <a:pt x="106984" y="20904"/>
                  </a:lnTo>
                  <a:lnTo>
                    <a:pt x="110807" y="20904"/>
                  </a:lnTo>
                  <a:lnTo>
                    <a:pt x="110807" y="18351"/>
                  </a:lnTo>
                  <a:close/>
                </a:path>
                <a:path w="2357754" h="20954">
                  <a:moveTo>
                    <a:pt x="126098" y="18351"/>
                  </a:moveTo>
                  <a:lnTo>
                    <a:pt x="122275" y="18351"/>
                  </a:lnTo>
                  <a:lnTo>
                    <a:pt x="122275" y="20904"/>
                  </a:lnTo>
                  <a:lnTo>
                    <a:pt x="126098" y="20904"/>
                  </a:lnTo>
                  <a:lnTo>
                    <a:pt x="126098" y="18351"/>
                  </a:lnTo>
                  <a:close/>
                </a:path>
                <a:path w="2357754" h="20954">
                  <a:moveTo>
                    <a:pt x="141376" y="18351"/>
                  </a:moveTo>
                  <a:lnTo>
                    <a:pt x="137553" y="18351"/>
                  </a:lnTo>
                  <a:lnTo>
                    <a:pt x="137553" y="20904"/>
                  </a:lnTo>
                  <a:lnTo>
                    <a:pt x="141376" y="20904"/>
                  </a:lnTo>
                  <a:lnTo>
                    <a:pt x="141376" y="18351"/>
                  </a:lnTo>
                  <a:close/>
                </a:path>
                <a:path w="2357754" h="20954">
                  <a:moveTo>
                    <a:pt x="156667" y="18351"/>
                  </a:moveTo>
                  <a:lnTo>
                    <a:pt x="152844" y="18351"/>
                  </a:lnTo>
                  <a:lnTo>
                    <a:pt x="152844" y="20904"/>
                  </a:lnTo>
                  <a:lnTo>
                    <a:pt x="156667" y="20904"/>
                  </a:lnTo>
                  <a:lnTo>
                    <a:pt x="156667" y="18351"/>
                  </a:lnTo>
                  <a:close/>
                </a:path>
                <a:path w="2357754" h="20954">
                  <a:moveTo>
                    <a:pt x="171945" y="18351"/>
                  </a:moveTo>
                  <a:lnTo>
                    <a:pt x="168122" y="18351"/>
                  </a:lnTo>
                  <a:lnTo>
                    <a:pt x="168122" y="20904"/>
                  </a:lnTo>
                  <a:lnTo>
                    <a:pt x="171945" y="20904"/>
                  </a:lnTo>
                  <a:lnTo>
                    <a:pt x="171945" y="18351"/>
                  </a:lnTo>
                  <a:close/>
                </a:path>
                <a:path w="2357754" h="20954">
                  <a:moveTo>
                    <a:pt x="187236" y="18351"/>
                  </a:moveTo>
                  <a:lnTo>
                    <a:pt x="183413" y="18351"/>
                  </a:lnTo>
                  <a:lnTo>
                    <a:pt x="183413" y="20904"/>
                  </a:lnTo>
                  <a:lnTo>
                    <a:pt x="187236" y="20904"/>
                  </a:lnTo>
                  <a:lnTo>
                    <a:pt x="187236" y="18351"/>
                  </a:lnTo>
                  <a:close/>
                </a:path>
                <a:path w="2357754" h="20954">
                  <a:moveTo>
                    <a:pt x="202514" y="18351"/>
                  </a:moveTo>
                  <a:lnTo>
                    <a:pt x="198691" y="18351"/>
                  </a:lnTo>
                  <a:lnTo>
                    <a:pt x="198691" y="20904"/>
                  </a:lnTo>
                  <a:lnTo>
                    <a:pt x="202514" y="20904"/>
                  </a:lnTo>
                  <a:lnTo>
                    <a:pt x="202514" y="18351"/>
                  </a:lnTo>
                  <a:close/>
                </a:path>
                <a:path w="2357754" h="20954">
                  <a:moveTo>
                    <a:pt x="217805" y="18351"/>
                  </a:moveTo>
                  <a:lnTo>
                    <a:pt x="213982" y="18351"/>
                  </a:lnTo>
                  <a:lnTo>
                    <a:pt x="213982" y="20904"/>
                  </a:lnTo>
                  <a:lnTo>
                    <a:pt x="217805" y="20904"/>
                  </a:lnTo>
                  <a:lnTo>
                    <a:pt x="217805" y="18351"/>
                  </a:lnTo>
                  <a:close/>
                </a:path>
                <a:path w="2357754" h="20954">
                  <a:moveTo>
                    <a:pt x="233083" y="18351"/>
                  </a:moveTo>
                  <a:lnTo>
                    <a:pt x="229260" y="18351"/>
                  </a:lnTo>
                  <a:lnTo>
                    <a:pt x="229260" y="20904"/>
                  </a:lnTo>
                  <a:lnTo>
                    <a:pt x="233083" y="20904"/>
                  </a:lnTo>
                  <a:lnTo>
                    <a:pt x="233083" y="18351"/>
                  </a:lnTo>
                  <a:close/>
                </a:path>
                <a:path w="2357754" h="20954">
                  <a:moveTo>
                    <a:pt x="248373" y="18351"/>
                  </a:moveTo>
                  <a:lnTo>
                    <a:pt x="244551" y="18351"/>
                  </a:lnTo>
                  <a:lnTo>
                    <a:pt x="244551" y="20904"/>
                  </a:lnTo>
                  <a:lnTo>
                    <a:pt x="248373" y="20904"/>
                  </a:lnTo>
                  <a:lnTo>
                    <a:pt x="248373" y="18351"/>
                  </a:lnTo>
                  <a:close/>
                </a:path>
                <a:path w="2357754" h="20954">
                  <a:moveTo>
                    <a:pt x="263652" y="18351"/>
                  </a:moveTo>
                  <a:lnTo>
                    <a:pt x="259829" y="18351"/>
                  </a:lnTo>
                  <a:lnTo>
                    <a:pt x="259829" y="20904"/>
                  </a:lnTo>
                  <a:lnTo>
                    <a:pt x="263652" y="20904"/>
                  </a:lnTo>
                  <a:lnTo>
                    <a:pt x="263652" y="18351"/>
                  </a:lnTo>
                  <a:close/>
                </a:path>
                <a:path w="2357754" h="20954">
                  <a:moveTo>
                    <a:pt x="278942" y="18351"/>
                  </a:moveTo>
                  <a:lnTo>
                    <a:pt x="275120" y="18351"/>
                  </a:lnTo>
                  <a:lnTo>
                    <a:pt x="275120" y="20904"/>
                  </a:lnTo>
                  <a:lnTo>
                    <a:pt x="278942" y="20904"/>
                  </a:lnTo>
                  <a:lnTo>
                    <a:pt x="278942" y="18351"/>
                  </a:lnTo>
                  <a:close/>
                </a:path>
                <a:path w="2357754" h="20954">
                  <a:moveTo>
                    <a:pt x="294220" y="18351"/>
                  </a:moveTo>
                  <a:lnTo>
                    <a:pt x="290398" y="18351"/>
                  </a:lnTo>
                  <a:lnTo>
                    <a:pt x="290398" y="20904"/>
                  </a:lnTo>
                  <a:lnTo>
                    <a:pt x="294220" y="20904"/>
                  </a:lnTo>
                  <a:lnTo>
                    <a:pt x="294220" y="18351"/>
                  </a:lnTo>
                  <a:close/>
                </a:path>
                <a:path w="2357754" h="20954">
                  <a:moveTo>
                    <a:pt x="309511" y="18351"/>
                  </a:moveTo>
                  <a:lnTo>
                    <a:pt x="305689" y="18351"/>
                  </a:lnTo>
                  <a:lnTo>
                    <a:pt x="305689" y="20904"/>
                  </a:lnTo>
                  <a:lnTo>
                    <a:pt x="309511" y="20904"/>
                  </a:lnTo>
                  <a:lnTo>
                    <a:pt x="309511" y="18351"/>
                  </a:lnTo>
                  <a:close/>
                </a:path>
                <a:path w="2357754" h="20954">
                  <a:moveTo>
                    <a:pt x="324789" y="18351"/>
                  </a:moveTo>
                  <a:lnTo>
                    <a:pt x="320967" y="18351"/>
                  </a:lnTo>
                  <a:lnTo>
                    <a:pt x="320967" y="20904"/>
                  </a:lnTo>
                  <a:lnTo>
                    <a:pt x="324789" y="20904"/>
                  </a:lnTo>
                  <a:lnTo>
                    <a:pt x="324789" y="18351"/>
                  </a:lnTo>
                  <a:close/>
                </a:path>
                <a:path w="2357754" h="20954">
                  <a:moveTo>
                    <a:pt x="340080" y="18351"/>
                  </a:moveTo>
                  <a:lnTo>
                    <a:pt x="336257" y="18351"/>
                  </a:lnTo>
                  <a:lnTo>
                    <a:pt x="336257" y="20904"/>
                  </a:lnTo>
                  <a:lnTo>
                    <a:pt x="340080" y="20904"/>
                  </a:lnTo>
                  <a:lnTo>
                    <a:pt x="340080" y="18351"/>
                  </a:lnTo>
                  <a:close/>
                </a:path>
                <a:path w="2357754" h="20954">
                  <a:moveTo>
                    <a:pt x="355358" y="18351"/>
                  </a:moveTo>
                  <a:lnTo>
                    <a:pt x="351548" y="18351"/>
                  </a:lnTo>
                  <a:lnTo>
                    <a:pt x="351548" y="20904"/>
                  </a:lnTo>
                  <a:lnTo>
                    <a:pt x="355358" y="20904"/>
                  </a:lnTo>
                  <a:lnTo>
                    <a:pt x="355358" y="18351"/>
                  </a:lnTo>
                  <a:close/>
                </a:path>
                <a:path w="2357754" h="20954">
                  <a:moveTo>
                    <a:pt x="370649" y="18351"/>
                  </a:moveTo>
                  <a:lnTo>
                    <a:pt x="366826" y="18351"/>
                  </a:lnTo>
                  <a:lnTo>
                    <a:pt x="366826" y="20904"/>
                  </a:lnTo>
                  <a:lnTo>
                    <a:pt x="370649" y="20904"/>
                  </a:lnTo>
                  <a:lnTo>
                    <a:pt x="370649" y="18351"/>
                  </a:lnTo>
                  <a:close/>
                </a:path>
                <a:path w="2357754" h="20954">
                  <a:moveTo>
                    <a:pt x="385927" y="18351"/>
                  </a:moveTo>
                  <a:lnTo>
                    <a:pt x="382117" y="18351"/>
                  </a:lnTo>
                  <a:lnTo>
                    <a:pt x="382117" y="20904"/>
                  </a:lnTo>
                  <a:lnTo>
                    <a:pt x="385927" y="20904"/>
                  </a:lnTo>
                  <a:lnTo>
                    <a:pt x="385927" y="18351"/>
                  </a:lnTo>
                  <a:close/>
                </a:path>
                <a:path w="2357754" h="20954">
                  <a:moveTo>
                    <a:pt x="401218" y="18351"/>
                  </a:moveTo>
                  <a:lnTo>
                    <a:pt x="397395" y="18351"/>
                  </a:lnTo>
                  <a:lnTo>
                    <a:pt x="397395" y="20904"/>
                  </a:lnTo>
                  <a:lnTo>
                    <a:pt x="401218" y="20904"/>
                  </a:lnTo>
                  <a:lnTo>
                    <a:pt x="401218" y="18351"/>
                  </a:lnTo>
                  <a:close/>
                </a:path>
                <a:path w="2357754" h="20954">
                  <a:moveTo>
                    <a:pt x="416496" y="18351"/>
                  </a:moveTo>
                  <a:lnTo>
                    <a:pt x="412686" y="18351"/>
                  </a:lnTo>
                  <a:lnTo>
                    <a:pt x="412686" y="20904"/>
                  </a:lnTo>
                  <a:lnTo>
                    <a:pt x="416496" y="20904"/>
                  </a:lnTo>
                  <a:lnTo>
                    <a:pt x="416496" y="18351"/>
                  </a:lnTo>
                  <a:close/>
                </a:path>
                <a:path w="2357754" h="20954">
                  <a:moveTo>
                    <a:pt x="431787" y="18351"/>
                  </a:moveTo>
                  <a:lnTo>
                    <a:pt x="427964" y="18351"/>
                  </a:lnTo>
                  <a:lnTo>
                    <a:pt x="427964" y="20904"/>
                  </a:lnTo>
                  <a:lnTo>
                    <a:pt x="431787" y="20904"/>
                  </a:lnTo>
                  <a:lnTo>
                    <a:pt x="431787" y="18351"/>
                  </a:lnTo>
                  <a:close/>
                </a:path>
                <a:path w="2357754" h="20954">
                  <a:moveTo>
                    <a:pt x="447078" y="18351"/>
                  </a:moveTo>
                  <a:lnTo>
                    <a:pt x="443255" y="18351"/>
                  </a:lnTo>
                  <a:lnTo>
                    <a:pt x="443255" y="20904"/>
                  </a:lnTo>
                  <a:lnTo>
                    <a:pt x="447078" y="20904"/>
                  </a:lnTo>
                  <a:lnTo>
                    <a:pt x="447078" y="18351"/>
                  </a:lnTo>
                  <a:close/>
                </a:path>
                <a:path w="2357754" h="20954">
                  <a:moveTo>
                    <a:pt x="462356" y="18351"/>
                  </a:moveTo>
                  <a:lnTo>
                    <a:pt x="458533" y="18351"/>
                  </a:lnTo>
                  <a:lnTo>
                    <a:pt x="458533" y="20904"/>
                  </a:lnTo>
                  <a:lnTo>
                    <a:pt x="462356" y="20904"/>
                  </a:lnTo>
                  <a:lnTo>
                    <a:pt x="462356" y="18351"/>
                  </a:lnTo>
                  <a:close/>
                </a:path>
                <a:path w="2357754" h="20954">
                  <a:moveTo>
                    <a:pt x="477647" y="18351"/>
                  </a:moveTo>
                  <a:lnTo>
                    <a:pt x="473824" y="18351"/>
                  </a:lnTo>
                  <a:lnTo>
                    <a:pt x="473824" y="20904"/>
                  </a:lnTo>
                  <a:lnTo>
                    <a:pt x="477647" y="20904"/>
                  </a:lnTo>
                  <a:lnTo>
                    <a:pt x="477647" y="18351"/>
                  </a:lnTo>
                  <a:close/>
                </a:path>
                <a:path w="2357754" h="20954">
                  <a:moveTo>
                    <a:pt x="492925" y="18351"/>
                  </a:moveTo>
                  <a:lnTo>
                    <a:pt x="489102" y="18351"/>
                  </a:lnTo>
                  <a:lnTo>
                    <a:pt x="489102" y="20904"/>
                  </a:lnTo>
                  <a:lnTo>
                    <a:pt x="492925" y="20904"/>
                  </a:lnTo>
                  <a:lnTo>
                    <a:pt x="492925" y="18351"/>
                  </a:lnTo>
                  <a:close/>
                </a:path>
                <a:path w="2357754" h="20954">
                  <a:moveTo>
                    <a:pt x="508215" y="18351"/>
                  </a:moveTo>
                  <a:lnTo>
                    <a:pt x="504393" y="18351"/>
                  </a:lnTo>
                  <a:lnTo>
                    <a:pt x="504393" y="20904"/>
                  </a:lnTo>
                  <a:lnTo>
                    <a:pt x="508215" y="20904"/>
                  </a:lnTo>
                  <a:lnTo>
                    <a:pt x="508215" y="18351"/>
                  </a:lnTo>
                  <a:close/>
                </a:path>
                <a:path w="2357754" h="20954">
                  <a:moveTo>
                    <a:pt x="523494" y="18351"/>
                  </a:moveTo>
                  <a:lnTo>
                    <a:pt x="519671" y="18351"/>
                  </a:lnTo>
                  <a:lnTo>
                    <a:pt x="519671" y="20904"/>
                  </a:lnTo>
                  <a:lnTo>
                    <a:pt x="523494" y="20904"/>
                  </a:lnTo>
                  <a:lnTo>
                    <a:pt x="523494" y="18351"/>
                  </a:lnTo>
                  <a:close/>
                </a:path>
                <a:path w="2357754" h="20954">
                  <a:moveTo>
                    <a:pt x="538784" y="18351"/>
                  </a:moveTo>
                  <a:lnTo>
                    <a:pt x="534962" y="18351"/>
                  </a:lnTo>
                  <a:lnTo>
                    <a:pt x="534962" y="20904"/>
                  </a:lnTo>
                  <a:lnTo>
                    <a:pt x="538784" y="20904"/>
                  </a:lnTo>
                  <a:lnTo>
                    <a:pt x="538784" y="18351"/>
                  </a:lnTo>
                  <a:close/>
                </a:path>
                <a:path w="2357754" h="20954">
                  <a:moveTo>
                    <a:pt x="554062" y="18351"/>
                  </a:moveTo>
                  <a:lnTo>
                    <a:pt x="550240" y="18351"/>
                  </a:lnTo>
                  <a:lnTo>
                    <a:pt x="550240" y="20904"/>
                  </a:lnTo>
                  <a:lnTo>
                    <a:pt x="554062" y="20904"/>
                  </a:lnTo>
                  <a:lnTo>
                    <a:pt x="554062" y="18351"/>
                  </a:lnTo>
                  <a:close/>
                </a:path>
                <a:path w="2357754" h="20954">
                  <a:moveTo>
                    <a:pt x="569353" y="18351"/>
                  </a:moveTo>
                  <a:lnTo>
                    <a:pt x="565531" y="18351"/>
                  </a:lnTo>
                  <a:lnTo>
                    <a:pt x="565531" y="20904"/>
                  </a:lnTo>
                  <a:lnTo>
                    <a:pt x="569353" y="20904"/>
                  </a:lnTo>
                  <a:lnTo>
                    <a:pt x="569353" y="18351"/>
                  </a:lnTo>
                  <a:close/>
                </a:path>
                <a:path w="2357754" h="20954">
                  <a:moveTo>
                    <a:pt x="584631" y="18351"/>
                  </a:moveTo>
                  <a:lnTo>
                    <a:pt x="580809" y="18351"/>
                  </a:lnTo>
                  <a:lnTo>
                    <a:pt x="580809" y="20904"/>
                  </a:lnTo>
                  <a:lnTo>
                    <a:pt x="584631" y="20904"/>
                  </a:lnTo>
                  <a:lnTo>
                    <a:pt x="584631" y="18351"/>
                  </a:lnTo>
                  <a:close/>
                </a:path>
                <a:path w="2357754" h="20954">
                  <a:moveTo>
                    <a:pt x="599922" y="18351"/>
                  </a:moveTo>
                  <a:lnTo>
                    <a:pt x="596099" y="18351"/>
                  </a:lnTo>
                  <a:lnTo>
                    <a:pt x="596099" y="20904"/>
                  </a:lnTo>
                  <a:lnTo>
                    <a:pt x="599922" y="20904"/>
                  </a:lnTo>
                  <a:lnTo>
                    <a:pt x="599922" y="18351"/>
                  </a:lnTo>
                  <a:close/>
                </a:path>
                <a:path w="2357754" h="20954">
                  <a:moveTo>
                    <a:pt x="615200" y="18351"/>
                  </a:moveTo>
                  <a:lnTo>
                    <a:pt x="611378" y="18351"/>
                  </a:lnTo>
                  <a:lnTo>
                    <a:pt x="611378" y="20904"/>
                  </a:lnTo>
                  <a:lnTo>
                    <a:pt x="615200" y="20904"/>
                  </a:lnTo>
                  <a:lnTo>
                    <a:pt x="615200" y="18351"/>
                  </a:lnTo>
                  <a:close/>
                </a:path>
                <a:path w="2357754" h="20954">
                  <a:moveTo>
                    <a:pt x="630491" y="18351"/>
                  </a:moveTo>
                  <a:lnTo>
                    <a:pt x="626668" y="18351"/>
                  </a:lnTo>
                  <a:lnTo>
                    <a:pt x="626668" y="20904"/>
                  </a:lnTo>
                  <a:lnTo>
                    <a:pt x="630491" y="20904"/>
                  </a:lnTo>
                  <a:lnTo>
                    <a:pt x="630491" y="18351"/>
                  </a:lnTo>
                  <a:close/>
                </a:path>
                <a:path w="2357754" h="20954">
                  <a:moveTo>
                    <a:pt x="645769" y="18351"/>
                  </a:moveTo>
                  <a:lnTo>
                    <a:pt x="641946" y="18351"/>
                  </a:lnTo>
                  <a:lnTo>
                    <a:pt x="641946" y="20904"/>
                  </a:lnTo>
                  <a:lnTo>
                    <a:pt x="645769" y="20904"/>
                  </a:lnTo>
                  <a:lnTo>
                    <a:pt x="645769" y="18351"/>
                  </a:lnTo>
                  <a:close/>
                </a:path>
                <a:path w="2357754" h="20954">
                  <a:moveTo>
                    <a:pt x="661060" y="18351"/>
                  </a:moveTo>
                  <a:lnTo>
                    <a:pt x="657237" y="18351"/>
                  </a:lnTo>
                  <a:lnTo>
                    <a:pt x="657237" y="20904"/>
                  </a:lnTo>
                  <a:lnTo>
                    <a:pt x="661060" y="20904"/>
                  </a:lnTo>
                  <a:lnTo>
                    <a:pt x="661060" y="18351"/>
                  </a:lnTo>
                  <a:close/>
                </a:path>
                <a:path w="2357754" h="20954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0954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0954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0954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0954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0954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0954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0954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0954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0954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0954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0954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0954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0954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0954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0954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0954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0954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0954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0954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0954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0954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0954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0954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0954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0954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0954">
                  <a:moveTo>
                    <a:pt x="2357666" y="18351"/>
                  </a:moveTo>
                  <a:lnTo>
                    <a:pt x="2353843" y="18351"/>
                  </a:lnTo>
                  <a:lnTo>
                    <a:pt x="2353843" y="20904"/>
                  </a:lnTo>
                  <a:lnTo>
                    <a:pt x="2357666" y="20904"/>
                  </a:lnTo>
                  <a:lnTo>
                    <a:pt x="2357666" y="18351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534677" y="5514797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648167" y="5514797"/>
              <a:ext cx="2357755" cy="3175"/>
            </a:xfrm>
            <a:custGeom>
              <a:avLst/>
              <a:gdLst/>
              <a:ahLst/>
              <a:cxnLst/>
              <a:rect l="l" t="t" r="r" b="b"/>
              <a:pathLst>
                <a:path w="2357754" h="3175">
                  <a:moveTo>
                    <a:pt x="3810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10" y="2552"/>
                  </a:lnTo>
                  <a:lnTo>
                    <a:pt x="3810" y="0"/>
                  </a:lnTo>
                  <a:close/>
                </a:path>
                <a:path w="235775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2357754" h="3175">
                  <a:moveTo>
                    <a:pt x="34378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78" y="2552"/>
                  </a:lnTo>
                  <a:lnTo>
                    <a:pt x="34378" y="0"/>
                  </a:lnTo>
                  <a:close/>
                </a:path>
                <a:path w="235775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235775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235775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235775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235775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235775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235775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235775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235775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235775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235775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235775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2357754" h="3175">
                  <a:moveTo>
                    <a:pt x="233083" y="0"/>
                  </a:moveTo>
                  <a:lnTo>
                    <a:pt x="229260" y="0"/>
                  </a:lnTo>
                  <a:lnTo>
                    <a:pt x="229260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235775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2357754" h="3175">
                  <a:moveTo>
                    <a:pt x="263652" y="0"/>
                  </a:moveTo>
                  <a:lnTo>
                    <a:pt x="259829" y="0"/>
                  </a:lnTo>
                  <a:lnTo>
                    <a:pt x="259829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235775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2357754" h="3175">
                  <a:moveTo>
                    <a:pt x="294220" y="0"/>
                  </a:moveTo>
                  <a:lnTo>
                    <a:pt x="290398" y="0"/>
                  </a:lnTo>
                  <a:lnTo>
                    <a:pt x="290398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235775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2357754" h="3175">
                  <a:moveTo>
                    <a:pt x="324789" y="0"/>
                  </a:moveTo>
                  <a:lnTo>
                    <a:pt x="320967" y="0"/>
                  </a:lnTo>
                  <a:lnTo>
                    <a:pt x="320967" y="2552"/>
                  </a:lnTo>
                  <a:lnTo>
                    <a:pt x="324789" y="2552"/>
                  </a:lnTo>
                  <a:lnTo>
                    <a:pt x="324789" y="0"/>
                  </a:lnTo>
                  <a:close/>
                </a:path>
                <a:path w="235775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2357754" h="3175">
                  <a:moveTo>
                    <a:pt x="355358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58" y="2552"/>
                  </a:lnTo>
                  <a:lnTo>
                    <a:pt x="355358" y="0"/>
                  </a:lnTo>
                  <a:close/>
                </a:path>
                <a:path w="235775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2357754" h="3175">
                  <a:moveTo>
                    <a:pt x="385927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27" y="2552"/>
                  </a:lnTo>
                  <a:lnTo>
                    <a:pt x="385927" y="0"/>
                  </a:lnTo>
                  <a:close/>
                </a:path>
                <a:path w="235775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2357754" h="3175">
                  <a:moveTo>
                    <a:pt x="416496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496" y="2552"/>
                  </a:lnTo>
                  <a:lnTo>
                    <a:pt x="416496" y="0"/>
                  </a:lnTo>
                  <a:close/>
                </a:path>
                <a:path w="235775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235775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235775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235775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235775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235775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235775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235775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235775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235775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235775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235775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2357754" h="3175">
                  <a:moveTo>
                    <a:pt x="615200" y="0"/>
                  </a:moveTo>
                  <a:lnTo>
                    <a:pt x="611378" y="0"/>
                  </a:lnTo>
                  <a:lnTo>
                    <a:pt x="611378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235775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2357754" h="3175">
                  <a:moveTo>
                    <a:pt x="645769" y="0"/>
                  </a:moveTo>
                  <a:lnTo>
                    <a:pt x="641946" y="0"/>
                  </a:lnTo>
                  <a:lnTo>
                    <a:pt x="641946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235775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2357754" h="3175">
                  <a:moveTo>
                    <a:pt x="676338" y="0"/>
                  </a:moveTo>
                  <a:lnTo>
                    <a:pt x="672515" y="0"/>
                  </a:lnTo>
                  <a:lnTo>
                    <a:pt x="672515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235775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2357754" h="3175">
                  <a:moveTo>
                    <a:pt x="706907" y="0"/>
                  </a:moveTo>
                  <a:lnTo>
                    <a:pt x="703084" y="0"/>
                  </a:lnTo>
                  <a:lnTo>
                    <a:pt x="703084" y="2552"/>
                  </a:lnTo>
                  <a:lnTo>
                    <a:pt x="706907" y="2552"/>
                  </a:lnTo>
                  <a:lnTo>
                    <a:pt x="706907" y="0"/>
                  </a:lnTo>
                  <a:close/>
                </a:path>
                <a:path w="235775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2357754" h="3175">
                  <a:moveTo>
                    <a:pt x="737476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76" y="2552"/>
                  </a:lnTo>
                  <a:lnTo>
                    <a:pt x="737476" y="0"/>
                  </a:lnTo>
                  <a:close/>
                </a:path>
                <a:path w="235775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2357754" h="3175">
                  <a:moveTo>
                    <a:pt x="768045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45" y="2552"/>
                  </a:lnTo>
                  <a:lnTo>
                    <a:pt x="768045" y="0"/>
                  </a:lnTo>
                  <a:close/>
                </a:path>
                <a:path w="235775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2357754" h="3175">
                  <a:moveTo>
                    <a:pt x="798614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14" y="2552"/>
                  </a:lnTo>
                  <a:lnTo>
                    <a:pt x="798614" y="0"/>
                  </a:lnTo>
                  <a:close/>
                </a:path>
                <a:path w="235775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235775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235775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235775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235775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235775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2357754" h="3175">
                  <a:moveTo>
                    <a:pt x="2357666" y="0"/>
                  </a:moveTo>
                  <a:lnTo>
                    <a:pt x="2353843" y="0"/>
                  </a:lnTo>
                  <a:lnTo>
                    <a:pt x="2353843" y="2552"/>
                  </a:lnTo>
                  <a:lnTo>
                    <a:pt x="2357666" y="2552"/>
                  </a:lnTo>
                  <a:lnTo>
                    <a:pt x="235766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648167" y="5391646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648167" y="5328491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648167" y="5266304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9916795" y="5219268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00" y="0"/>
                  </a:moveTo>
                  <a:lnTo>
                    <a:pt x="15278" y="0"/>
                  </a:lnTo>
                  <a:lnTo>
                    <a:pt x="15278" y="2540"/>
                  </a:lnTo>
                  <a:lnTo>
                    <a:pt x="19100" y="2540"/>
                  </a:lnTo>
                  <a:lnTo>
                    <a:pt x="19100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69" y="0"/>
                  </a:moveTo>
                  <a:lnTo>
                    <a:pt x="45847" y="0"/>
                  </a:lnTo>
                  <a:lnTo>
                    <a:pt x="45847" y="2540"/>
                  </a:lnTo>
                  <a:lnTo>
                    <a:pt x="49669" y="2540"/>
                  </a:lnTo>
                  <a:lnTo>
                    <a:pt x="49669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38" y="0"/>
                  </a:moveTo>
                  <a:lnTo>
                    <a:pt x="76415" y="0"/>
                  </a:lnTo>
                  <a:lnTo>
                    <a:pt x="76415" y="2540"/>
                  </a:lnTo>
                  <a:lnTo>
                    <a:pt x="80238" y="2540"/>
                  </a:lnTo>
                  <a:lnTo>
                    <a:pt x="80238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07" y="0"/>
                  </a:moveTo>
                  <a:lnTo>
                    <a:pt x="106984" y="0"/>
                  </a:lnTo>
                  <a:lnTo>
                    <a:pt x="106984" y="2540"/>
                  </a:lnTo>
                  <a:lnTo>
                    <a:pt x="110807" y="2540"/>
                  </a:lnTo>
                  <a:lnTo>
                    <a:pt x="110807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76" y="0"/>
                  </a:moveTo>
                  <a:lnTo>
                    <a:pt x="137553" y="0"/>
                  </a:lnTo>
                  <a:lnTo>
                    <a:pt x="137553" y="2540"/>
                  </a:lnTo>
                  <a:lnTo>
                    <a:pt x="141376" y="2540"/>
                  </a:lnTo>
                  <a:lnTo>
                    <a:pt x="141376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45" y="0"/>
                  </a:moveTo>
                  <a:lnTo>
                    <a:pt x="168122" y="0"/>
                  </a:lnTo>
                  <a:lnTo>
                    <a:pt x="168122" y="2540"/>
                  </a:lnTo>
                  <a:lnTo>
                    <a:pt x="171945" y="2540"/>
                  </a:lnTo>
                  <a:lnTo>
                    <a:pt x="171945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14" y="0"/>
                  </a:moveTo>
                  <a:lnTo>
                    <a:pt x="198691" y="0"/>
                  </a:lnTo>
                  <a:lnTo>
                    <a:pt x="198691" y="2540"/>
                  </a:lnTo>
                  <a:lnTo>
                    <a:pt x="202514" y="2540"/>
                  </a:lnTo>
                  <a:lnTo>
                    <a:pt x="202514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83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83" y="2540"/>
                  </a:lnTo>
                  <a:lnTo>
                    <a:pt x="233083" y="0"/>
                  </a:lnTo>
                  <a:close/>
                </a:path>
                <a:path w="107378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1073784" h="2539">
                  <a:moveTo>
                    <a:pt x="263652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52" y="2540"/>
                  </a:lnTo>
                  <a:lnTo>
                    <a:pt x="263652" y="0"/>
                  </a:lnTo>
                  <a:close/>
                </a:path>
                <a:path w="107378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1073784" h="2539">
                  <a:moveTo>
                    <a:pt x="294220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20" y="2540"/>
                  </a:lnTo>
                  <a:lnTo>
                    <a:pt x="294220" y="0"/>
                  </a:lnTo>
                  <a:close/>
                </a:path>
                <a:path w="1073784" h="2539">
                  <a:moveTo>
                    <a:pt x="309511" y="0"/>
                  </a:moveTo>
                  <a:lnTo>
                    <a:pt x="305689" y="0"/>
                  </a:lnTo>
                  <a:lnTo>
                    <a:pt x="305689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80" y="0"/>
                  </a:moveTo>
                  <a:lnTo>
                    <a:pt x="336257" y="0"/>
                  </a:lnTo>
                  <a:lnTo>
                    <a:pt x="336257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49" y="0"/>
                  </a:moveTo>
                  <a:lnTo>
                    <a:pt x="366826" y="0"/>
                  </a:lnTo>
                  <a:lnTo>
                    <a:pt x="366826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18" y="0"/>
                  </a:moveTo>
                  <a:lnTo>
                    <a:pt x="397395" y="0"/>
                  </a:lnTo>
                  <a:lnTo>
                    <a:pt x="397395" y="2540"/>
                  </a:lnTo>
                  <a:lnTo>
                    <a:pt x="401218" y="2540"/>
                  </a:lnTo>
                  <a:lnTo>
                    <a:pt x="401218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787" y="0"/>
                  </a:moveTo>
                  <a:lnTo>
                    <a:pt x="427964" y="0"/>
                  </a:lnTo>
                  <a:lnTo>
                    <a:pt x="427964" y="2540"/>
                  </a:lnTo>
                  <a:lnTo>
                    <a:pt x="431787" y="2540"/>
                  </a:lnTo>
                  <a:lnTo>
                    <a:pt x="431787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56" y="0"/>
                  </a:moveTo>
                  <a:lnTo>
                    <a:pt x="458533" y="0"/>
                  </a:lnTo>
                  <a:lnTo>
                    <a:pt x="458533" y="2540"/>
                  </a:lnTo>
                  <a:lnTo>
                    <a:pt x="462356" y="2540"/>
                  </a:lnTo>
                  <a:lnTo>
                    <a:pt x="462356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25" y="0"/>
                  </a:moveTo>
                  <a:lnTo>
                    <a:pt x="489102" y="0"/>
                  </a:lnTo>
                  <a:lnTo>
                    <a:pt x="489102" y="2540"/>
                  </a:lnTo>
                  <a:lnTo>
                    <a:pt x="492925" y="2540"/>
                  </a:lnTo>
                  <a:lnTo>
                    <a:pt x="492925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494" y="0"/>
                  </a:moveTo>
                  <a:lnTo>
                    <a:pt x="519671" y="0"/>
                  </a:lnTo>
                  <a:lnTo>
                    <a:pt x="519671" y="2540"/>
                  </a:lnTo>
                  <a:lnTo>
                    <a:pt x="523494" y="2540"/>
                  </a:lnTo>
                  <a:lnTo>
                    <a:pt x="523494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62" y="0"/>
                  </a:moveTo>
                  <a:lnTo>
                    <a:pt x="550240" y="0"/>
                  </a:lnTo>
                  <a:lnTo>
                    <a:pt x="550240" y="2540"/>
                  </a:lnTo>
                  <a:lnTo>
                    <a:pt x="554062" y="2540"/>
                  </a:lnTo>
                  <a:lnTo>
                    <a:pt x="554062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31" y="0"/>
                  </a:moveTo>
                  <a:lnTo>
                    <a:pt x="580809" y="0"/>
                  </a:lnTo>
                  <a:lnTo>
                    <a:pt x="580809" y="2540"/>
                  </a:lnTo>
                  <a:lnTo>
                    <a:pt x="584631" y="2540"/>
                  </a:lnTo>
                  <a:lnTo>
                    <a:pt x="584631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00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00" y="2540"/>
                  </a:lnTo>
                  <a:lnTo>
                    <a:pt x="615200" y="0"/>
                  </a:lnTo>
                  <a:close/>
                </a:path>
                <a:path w="107378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1073784" h="2539">
                  <a:moveTo>
                    <a:pt x="645769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69" y="2540"/>
                  </a:lnTo>
                  <a:lnTo>
                    <a:pt x="645769" y="0"/>
                  </a:lnTo>
                  <a:close/>
                </a:path>
                <a:path w="107378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1073784" h="2539">
                  <a:moveTo>
                    <a:pt x="676338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38" y="2540"/>
                  </a:lnTo>
                  <a:lnTo>
                    <a:pt x="676338" y="0"/>
                  </a:lnTo>
                  <a:close/>
                </a:path>
                <a:path w="1073784" h="2539">
                  <a:moveTo>
                    <a:pt x="691629" y="0"/>
                  </a:moveTo>
                  <a:lnTo>
                    <a:pt x="687806" y="0"/>
                  </a:lnTo>
                  <a:lnTo>
                    <a:pt x="687806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198" y="0"/>
                  </a:moveTo>
                  <a:lnTo>
                    <a:pt x="718375" y="0"/>
                  </a:lnTo>
                  <a:lnTo>
                    <a:pt x="718375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67" y="0"/>
                  </a:moveTo>
                  <a:lnTo>
                    <a:pt x="748944" y="0"/>
                  </a:lnTo>
                  <a:lnTo>
                    <a:pt x="748944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36" y="0"/>
                  </a:moveTo>
                  <a:lnTo>
                    <a:pt x="779513" y="0"/>
                  </a:lnTo>
                  <a:lnTo>
                    <a:pt x="779513" y="2540"/>
                  </a:lnTo>
                  <a:lnTo>
                    <a:pt x="783336" y="2540"/>
                  </a:lnTo>
                  <a:lnTo>
                    <a:pt x="783336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04" y="0"/>
                  </a:moveTo>
                  <a:lnTo>
                    <a:pt x="810082" y="0"/>
                  </a:lnTo>
                  <a:lnTo>
                    <a:pt x="810082" y="2540"/>
                  </a:lnTo>
                  <a:lnTo>
                    <a:pt x="813904" y="2540"/>
                  </a:lnTo>
                  <a:lnTo>
                    <a:pt x="813904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73" y="0"/>
                  </a:moveTo>
                  <a:lnTo>
                    <a:pt x="840651" y="0"/>
                  </a:lnTo>
                  <a:lnTo>
                    <a:pt x="840651" y="2540"/>
                  </a:lnTo>
                  <a:lnTo>
                    <a:pt x="844473" y="2540"/>
                  </a:lnTo>
                  <a:lnTo>
                    <a:pt x="844473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42" y="0"/>
                  </a:moveTo>
                  <a:lnTo>
                    <a:pt x="871220" y="0"/>
                  </a:lnTo>
                  <a:lnTo>
                    <a:pt x="871220" y="2540"/>
                  </a:lnTo>
                  <a:lnTo>
                    <a:pt x="875042" y="2540"/>
                  </a:lnTo>
                  <a:lnTo>
                    <a:pt x="875042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11" y="0"/>
                  </a:moveTo>
                  <a:lnTo>
                    <a:pt x="901788" y="0"/>
                  </a:lnTo>
                  <a:lnTo>
                    <a:pt x="901788" y="2540"/>
                  </a:lnTo>
                  <a:lnTo>
                    <a:pt x="905611" y="2540"/>
                  </a:lnTo>
                  <a:lnTo>
                    <a:pt x="905611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79" y="0"/>
                  </a:lnTo>
                  <a:lnTo>
                    <a:pt x="917079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80" y="0"/>
                  </a:moveTo>
                  <a:lnTo>
                    <a:pt x="932357" y="0"/>
                  </a:lnTo>
                  <a:lnTo>
                    <a:pt x="932357" y="2540"/>
                  </a:lnTo>
                  <a:lnTo>
                    <a:pt x="936180" y="2540"/>
                  </a:lnTo>
                  <a:lnTo>
                    <a:pt x="936180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48" y="0"/>
                  </a:lnTo>
                  <a:lnTo>
                    <a:pt x="947648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49" y="0"/>
                  </a:moveTo>
                  <a:lnTo>
                    <a:pt x="962926" y="0"/>
                  </a:lnTo>
                  <a:lnTo>
                    <a:pt x="962926" y="2540"/>
                  </a:lnTo>
                  <a:lnTo>
                    <a:pt x="966749" y="2540"/>
                  </a:lnTo>
                  <a:lnTo>
                    <a:pt x="966749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17" y="0"/>
                  </a:lnTo>
                  <a:lnTo>
                    <a:pt x="978217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18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18" y="2540"/>
                  </a:lnTo>
                  <a:lnTo>
                    <a:pt x="997318" y="0"/>
                  </a:lnTo>
                  <a:close/>
                </a:path>
                <a:path w="1073784" h="2539">
                  <a:moveTo>
                    <a:pt x="1012609" y="0"/>
                  </a:moveTo>
                  <a:lnTo>
                    <a:pt x="1008786" y="0"/>
                  </a:lnTo>
                  <a:lnTo>
                    <a:pt x="1008786" y="2540"/>
                  </a:lnTo>
                  <a:lnTo>
                    <a:pt x="1012609" y="2540"/>
                  </a:lnTo>
                  <a:lnTo>
                    <a:pt x="1012609" y="0"/>
                  </a:lnTo>
                  <a:close/>
                </a:path>
                <a:path w="1073784" h="2539">
                  <a:moveTo>
                    <a:pt x="1027887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87" y="2540"/>
                  </a:lnTo>
                  <a:lnTo>
                    <a:pt x="1027887" y="0"/>
                  </a:lnTo>
                  <a:close/>
                </a:path>
                <a:path w="1073784" h="2539">
                  <a:moveTo>
                    <a:pt x="1043178" y="0"/>
                  </a:moveTo>
                  <a:lnTo>
                    <a:pt x="1039355" y="0"/>
                  </a:lnTo>
                  <a:lnTo>
                    <a:pt x="1039355" y="2540"/>
                  </a:lnTo>
                  <a:lnTo>
                    <a:pt x="1043178" y="2540"/>
                  </a:lnTo>
                  <a:lnTo>
                    <a:pt x="1043178" y="0"/>
                  </a:lnTo>
                  <a:close/>
                </a:path>
                <a:path w="1073784" h="2539">
                  <a:moveTo>
                    <a:pt x="1058456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56" y="2540"/>
                  </a:lnTo>
                  <a:lnTo>
                    <a:pt x="1058456" y="0"/>
                  </a:lnTo>
                  <a:close/>
                </a:path>
                <a:path w="1073784" h="2539">
                  <a:moveTo>
                    <a:pt x="1073746" y="0"/>
                  </a:moveTo>
                  <a:lnTo>
                    <a:pt x="1069924" y="0"/>
                  </a:lnTo>
                  <a:lnTo>
                    <a:pt x="1069924" y="2540"/>
                  </a:lnTo>
                  <a:lnTo>
                    <a:pt x="1073746" y="2540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846858" y="5219268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13" y="0"/>
                  </a:moveTo>
                  <a:lnTo>
                    <a:pt x="15290" y="0"/>
                  </a:lnTo>
                  <a:lnTo>
                    <a:pt x="15290" y="2540"/>
                  </a:lnTo>
                  <a:lnTo>
                    <a:pt x="19113" y="2540"/>
                  </a:lnTo>
                  <a:lnTo>
                    <a:pt x="19113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82" y="0"/>
                  </a:moveTo>
                  <a:lnTo>
                    <a:pt x="45859" y="0"/>
                  </a:lnTo>
                  <a:lnTo>
                    <a:pt x="45859" y="2540"/>
                  </a:lnTo>
                  <a:lnTo>
                    <a:pt x="49682" y="2540"/>
                  </a:lnTo>
                  <a:lnTo>
                    <a:pt x="49682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51" y="0"/>
                  </a:moveTo>
                  <a:lnTo>
                    <a:pt x="76428" y="0"/>
                  </a:lnTo>
                  <a:lnTo>
                    <a:pt x="76428" y="2540"/>
                  </a:lnTo>
                  <a:lnTo>
                    <a:pt x="80251" y="2540"/>
                  </a:lnTo>
                  <a:lnTo>
                    <a:pt x="80251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20" y="0"/>
                  </a:moveTo>
                  <a:lnTo>
                    <a:pt x="106997" y="0"/>
                  </a:lnTo>
                  <a:lnTo>
                    <a:pt x="106997" y="2540"/>
                  </a:lnTo>
                  <a:lnTo>
                    <a:pt x="110820" y="2540"/>
                  </a:lnTo>
                  <a:lnTo>
                    <a:pt x="110820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89" y="0"/>
                  </a:moveTo>
                  <a:lnTo>
                    <a:pt x="137566" y="0"/>
                  </a:lnTo>
                  <a:lnTo>
                    <a:pt x="137566" y="2540"/>
                  </a:lnTo>
                  <a:lnTo>
                    <a:pt x="141389" y="2540"/>
                  </a:lnTo>
                  <a:lnTo>
                    <a:pt x="141389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57" y="0"/>
                  </a:lnTo>
                  <a:lnTo>
                    <a:pt x="152857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58" y="0"/>
                  </a:moveTo>
                  <a:lnTo>
                    <a:pt x="168135" y="0"/>
                  </a:lnTo>
                  <a:lnTo>
                    <a:pt x="168135" y="2540"/>
                  </a:lnTo>
                  <a:lnTo>
                    <a:pt x="171958" y="2540"/>
                  </a:lnTo>
                  <a:lnTo>
                    <a:pt x="171958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26" y="0"/>
                  </a:lnTo>
                  <a:lnTo>
                    <a:pt x="183426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26" y="0"/>
                  </a:moveTo>
                  <a:lnTo>
                    <a:pt x="198704" y="0"/>
                  </a:lnTo>
                  <a:lnTo>
                    <a:pt x="198704" y="2540"/>
                  </a:lnTo>
                  <a:lnTo>
                    <a:pt x="202526" y="2540"/>
                  </a:lnTo>
                  <a:lnTo>
                    <a:pt x="202526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95" y="0"/>
                  </a:lnTo>
                  <a:lnTo>
                    <a:pt x="213995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95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95" y="2540"/>
                  </a:lnTo>
                  <a:lnTo>
                    <a:pt x="233095" y="0"/>
                  </a:lnTo>
                  <a:close/>
                </a:path>
                <a:path w="1073784" h="2539">
                  <a:moveTo>
                    <a:pt x="248386" y="0"/>
                  </a:moveTo>
                  <a:lnTo>
                    <a:pt x="244563" y="0"/>
                  </a:lnTo>
                  <a:lnTo>
                    <a:pt x="244563" y="2540"/>
                  </a:lnTo>
                  <a:lnTo>
                    <a:pt x="248386" y="2540"/>
                  </a:lnTo>
                  <a:lnTo>
                    <a:pt x="248386" y="0"/>
                  </a:lnTo>
                  <a:close/>
                </a:path>
                <a:path w="1073784" h="2539">
                  <a:moveTo>
                    <a:pt x="263664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64" y="2540"/>
                  </a:lnTo>
                  <a:lnTo>
                    <a:pt x="263664" y="0"/>
                  </a:lnTo>
                  <a:close/>
                </a:path>
                <a:path w="1073784" h="2539">
                  <a:moveTo>
                    <a:pt x="278955" y="0"/>
                  </a:moveTo>
                  <a:lnTo>
                    <a:pt x="275132" y="0"/>
                  </a:lnTo>
                  <a:lnTo>
                    <a:pt x="275132" y="2540"/>
                  </a:lnTo>
                  <a:lnTo>
                    <a:pt x="278955" y="2540"/>
                  </a:lnTo>
                  <a:lnTo>
                    <a:pt x="278955" y="0"/>
                  </a:lnTo>
                  <a:close/>
                </a:path>
                <a:path w="1073784" h="2539">
                  <a:moveTo>
                    <a:pt x="294233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33" y="2540"/>
                  </a:lnTo>
                  <a:lnTo>
                    <a:pt x="294233" y="0"/>
                  </a:lnTo>
                  <a:close/>
                </a:path>
                <a:path w="1073784" h="2539">
                  <a:moveTo>
                    <a:pt x="309524" y="0"/>
                  </a:moveTo>
                  <a:lnTo>
                    <a:pt x="305701" y="0"/>
                  </a:lnTo>
                  <a:lnTo>
                    <a:pt x="305701" y="2540"/>
                  </a:lnTo>
                  <a:lnTo>
                    <a:pt x="309524" y="2540"/>
                  </a:lnTo>
                  <a:lnTo>
                    <a:pt x="309524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93" y="0"/>
                  </a:moveTo>
                  <a:lnTo>
                    <a:pt x="336270" y="0"/>
                  </a:lnTo>
                  <a:lnTo>
                    <a:pt x="336270" y="2540"/>
                  </a:lnTo>
                  <a:lnTo>
                    <a:pt x="340093" y="2540"/>
                  </a:lnTo>
                  <a:lnTo>
                    <a:pt x="340093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62" y="0"/>
                  </a:moveTo>
                  <a:lnTo>
                    <a:pt x="366839" y="0"/>
                  </a:lnTo>
                  <a:lnTo>
                    <a:pt x="366839" y="2540"/>
                  </a:lnTo>
                  <a:lnTo>
                    <a:pt x="370662" y="2540"/>
                  </a:lnTo>
                  <a:lnTo>
                    <a:pt x="370662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31" y="0"/>
                  </a:moveTo>
                  <a:lnTo>
                    <a:pt x="397408" y="0"/>
                  </a:lnTo>
                  <a:lnTo>
                    <a:pt x="397408" y="2540"/>
                  </a:lnTo>
                  <a:lnTo>
                    <a:pt x="401231" y="2540"/>
                  </a:lnTo>
                  <a:lnTo>
                    <a:pt x="401231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800" y="0"/>
                  </a:moveTo>
                  <a:lnTo>
                    <a:pt x="427977" y="0"/>
                  </a:lnTo>
                  <a:lnTo>
                    <a:pt x="427977" y="2540"/>
                  </a:lnTo>
                  <a:lnTo>
                    <a:pt x="431800" y="2540"/>
                  </a:lnTo>
                  <a:lnTo>
                    <a:pt x="431800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68" y="0"/>
                  </a:moveTo>
                  <a:lnTo>
                    <a:pt x="458546" y="0"/>
                  </a:lnTo>
                  <a:lnTo>
                    <a:pt x="458546" y="2540"/>
                  </a:lnTo>
                  <a:lnTo>
                    <a:pt x="462368" y="2540"/>
                  </a:lnTo>
                  <a:lnTo>
                    <a:pt x="462368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37" y="0"/>
                  </a:moveTo>
                  <a:lnTo>
                    <a:pt x="489115" y="0"/>
                  </a:lnTo>
                  <a:lnTo>
                    <a:pt x="489115" y="2540"/>
                  </a:lnTo>
                  <a:lnTo>
                    <a:pt x="492937" y="2540"/>
                  </a:lnTo>
                  <a:lnTo>
                    <a:pt x="492937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506" y="0"/>
                  </a:moveTo>
                  <a:lnTo>
                    <a:pt x="519684" y="0"/>
                  </a:lnTo>
                  <a:lnTo>
                    <a:pt x="519684" y="2540"/>
                  </a:lnTo>
                  <a:lnTo>
                    <a:pt x="523506" y="2540"/>
                  </a:lnTo>
                  <a:lnTo>
                    <a:pt x="523506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74" y="0"/>
                  </a:lnTo>
                  <a:lnTo>
                    <a:pt x="534974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75" y="0"/>
                  </a:moveTo>
                  <a:lnTo>
                    <a:pt x="550252" y="0"/>
                  </a:lnTo>
                  <a:lnTo>
                    <a:pt x="550252" y="2540"/>
                  </a:lnTo>
                  <a:lnTo>
                    <a:pt x="554075" y="2540"/>
                  </a:lnTo>
                  <a:lnTo>
                    <a:pt x="554075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43" y="0"/>
                  </a:lnTo>
                  <a:lnTo>
                    <a:pt x="565543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44" y="0"/>
                  </a:moveTo>
                  <a:lnTo>
                    <a:pt x="580821" y="0"/>
                  </a:lnTo>
                  <a:lnTo>
                    <a:pt x="580821" y="2540"/>
                  </a:lnTo>
                  <a:lnTo>
                    <a:pt x="584644" y="2540"/>
                  </a:lnTo>
                  <a:lnTo>
                    <a:pt x="584644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112" y="0"/>
                  </a:lnTo>
                  <a:lnTo>
                    <a:pt x="596112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13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13" y="2540"/>
                  </a:lnTo>
                  <a:lnTo>
                    <a:pt x="615213" y="0"/>
                  </a:lnTo>
                  <a:close/>
                </a:path>
                <a:path w="1073784" h="2539">
                  <a:moveTo>
                    <a:pt x="630504" y="0"/>
                  </a:moveTo>
                  <a:lnTo>
                    <a:pt x="626681" y="0"/>
                  </a:lnTo>
                  <a:lnTo>
                    <a:pt x="626681" y="2540"/>
                  </a:lnTo>
                  <a:lnTo>
                    <a:pt x="630504" y="2540"/>
                  </a:lnTo>
                  <a:lnTo>
                    <a:pt x="630504" y="0"/>
                  </a:lnTo>
                  <a:close/>
                </a:path>
                <a:path w="1073784" h="2539">
                  <a:moveTo>
                    <a:pt x="645782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82" y="2540"/>
                  </a:lnTo>
                  <a:lnTo>
                    <a:pt x="645782" y="0"/>
                  </a:lnTo>
                  <a:close/>
                </a:path>
                <a:path w="1073784" h="2539">
                  <a:moveTo>
                    <a:pt x="661073" y="0"/>
                  </a:moveTo>
                  <a:lnTo>
                    <a:pt x="657250" y="0"/>
                  </a:lnTo>
                  <a:lnTo>
                    <a:pt x="657250" y="2540"/>
                  </a:lnTo>
                  <a:lnTo>
                    <a:pt x="661073" y="2540"/>
                  </a:lnTo>
                  <a:lnTo>
                    <a:pt x="661073" y="0"/>
                  </a:lnTo>
                  <a:close/>
                </a:path>
                <a:path w="1073784" h="2539">
                  <a:moveTo>
                    <a:pt x="676351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51" y="2540"/>
                  </a:lnTo>
                  <a:lnTo>
                    <a:pt x="676351" y="0"/>
                  </a:lnTo>
                  <a:close/>
                </a:path>
                <a:path w="1073784" h="2539">
                  <a:moveTo>
                    <a:pt x="691642" y="0"/>
                  </a:moveTo>
                  <a:lnTo>
                    <a:pt x="687819" y="0"/>
                  </a:lnTo>
                  <a:lnTo>
                    <a:pt x="687819" y="2540"/>
                  </a:lnTo>
                  <a:lnTo>
                    <a:pt x="691642" y="2540"/>
                  </a:lnTo>
                  <a:lnTo>
                    <a:pt x="691642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210" y="0"/>
                  </a:moveTo>
                  <a:lnTo>
                    <a:pt x="718388" y="0"/>
                  </a:lnTo>
                  <a:lnTo>
                    <a:pt x="718388" y="2540"/>
                  </a:lnTo>
                  <a:lnTo>
                    <a:pt x="722210" y="2540"/>
                  </a:lnTo>
                  <a:lnTo>
                    <a:pt x="722210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79" y="0"/>
                  </a:moveTo>
                  <a:lnTo>
                    <a:pt x="748957" y="0"/>
                  </a:lnTo>
                  <a:lnTo>
                    <a:pt x="748957" y="2540"/>
                  </a:lnTo>
                  <a:lnTo>
                    <a:pt x="752779" y="2540"/>
                  </a:lnTo>
                  <a:lnTo>
                    <a:pt x="752779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48" y="0"/>
                  </a:moveTo>
                  <a:lnTo>
                    <a:pt x="779526" y="0"/>
                  </a:lnTo>
                  <a:lnTo>
                    <a:pt x="779526" y="2540"/>
                  </a:lnTo>
                  <a:lnTo>
                    <a:pt x="783348" y="2540"/>
                  </a:lnTo>
                  <a:lnTo>
                    <a:pt x="783348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17" y="0"/>
                  </a:moveTo>
                  <a:lnTo>
                    <a:pt x="810094" y="0"/>
                  </a:lnTo>
                  <a:lnTo>
                    <a:pt x="810094" y="2540"/>
                  </a:lnTo>
                  <a:lnTo>
                    <a:pt x="813917" y="2540"/>
                  </a:lnTo>
                  <a:lnTo>
                    <a:pt x="813917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86" y="0"/>
                  </a:moveTo>
                  <a:lnTo>
                    <a:pt x="840663" y="0"/>
                  </a:lnTo>
                  <a:lnTo>
                    <a:pt x="840663" y="2540"/>
                  </a:lnTo>
                  <a:lnTo>
                    <a:pt x="844486" y="2540"/>
                  </a:lnTo>
                  <a:lnTo>
                    <a:pt x="844486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55" y="0"/>
                  </a:moveTo>
                  <a:lnTo>
                    <a:pt x="871232" y="0"/>
                  </a:lnTo>
                  <a:lnTo>
                    <a:pt x="871232" y="2540"/>
                  </a:lnTo>
                  <a:lnTo>
                    <a:pt x="875055" y="2540"/>
                  </a:lnTo>
                  <a:lnTo>
                    <a:pt x="875055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24" y="0"/>
                  </a:moveTo>
                  <a:lnTo>
                    <a:pt x="901801" y="0"/>
                  </a:lnTo>
                  <a:lnTo>
                    <a:pt x="901801" y="2540"/>
                  </a:lnTo>
                  <a:lnTo>
                    <a:pt x="905624" y="2540"/>
                  </a:lnTo>
                  <a:lnTo>
                    <a:pt x="905624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92" y="0"/>
                  </a:lnTo>
                  <a:lnTo>
                    <a:pt x="917092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93" y="0"/>
                  </a:moveTo>
                  <a:lnTo>
                    <a:pt x="932370" y="0"/>
                  </a:lnTo>
                  <a:lnTo>
                    <a:pt x="932370" y="2540"/>
                  </a:lnTo>
                  <a:lnTo>
                    <a:pt x="936193" y="2540"/>
                  </a:lnTo>
                  <a:lnTo>
                    <a:pt x="936193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61" y="0"/>
                  </a:lnTo>
                  <a:lnTo>
                    <a:pt x="947661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62" y="0"/>
                  </a:moveTo>
                  <a:lnTo>
                    <a:pt x="962939" y="0"/>
                  </a:lnTo>
                  <a:lnTo>
                    <a:pt x="962939" y="2540"/>
                  </a:lnTo>
                  <a:lnTo>
                    <a:pt x="966762" y="2540"/>
                  </a:lnTo>
                  <a:lnTo>
                    <a:pt x="966762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30" y="0"/>
                  </a:lnTo>
                  <a:lnTo>
                    <a:pt x="978230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31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31" y="2540"/>
                  </a:lnTo>
                  <a:lnTo>
                    <a:pt x="997331" y="0"/>
                  </a:lnTo>
                  <a:close/>
                </a:path>
                <a:path w="1073784" h="2539">
                  <a:moveTo>
                    <a:pt x="1012621" y="0"/>
                  </a:moveTo>
                  <a:lnTo>
                    <a:pt x="1008799" y="0"/>
                  </a:lnTo>
                  <a:lnTo>
                    <a:pt x="1008799" y="2540"/>
                  </a:lnTo>
                  <a:lnTo>
                    <a:pt x="1012621" y="2540"/>
                  </a:lnTo>
                  <a:lnTo>
                    <a:pt x="1012621" y="0"/>
                  </a:lnTo>
                  <a:close/>
                </a:path>
                <a:path w="1073784" h="2539">
                  <a:moveTo>
                    <a:pt x="1027899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99" y="2540"/>
                  </a:lnTo>
                  <a:lnTo>
                    <a:pt x="1027899" y="0"/>
                  </a:lnTo>
                  <a:close/>
                </a:path>
                <a:path w="1073784" h="2539">
                  <a:moveTo>
                    <a:pt x="1043190" y="0"/>
                  </a:moveTo>
                  <a:lnTo>
                    <a:pt x="1039368" y="0"/>
                  </a:lnTo>
                  <a:lnTo>
                    <a:pt x="1039368" y="2540"/>
                  </a:lnTo>
                  <a:lnTo>
                    <a:pt x="1043190" y="2540"/>
                  </a:lnTo>
                  <a:lnTo>
                    <a:pt x="1043190" y="0"/>
                  </a:lnTo>
                  <a:close/>
                </a:path>
                <a:path w="1073784" h="2539">
                  <a:moveTo>
                    <a:pt x="1058468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68" y="2540"/>
                  </a:lnTo>
                  <a:lnTo>
                    <a:pt x="1058468" y="0"/>
                  </a:lnTo>
                  <a:close/>
                </a:path>
                <a:path w="1073784" h="2539">
                  <a:moveTo>
                    <a:pt x="1073759" y="0"/>
                  </a:moveTo>
                  <a:lnTo>
                    <a:pt x="1069936" y="0"/>
                  </a:lnTo>
                  <a:lnTo>
                    <a:pt x="1069936" y="2540"/>
                  </a:lnTo>
                  <a:lnTo>
                    <a:pt x="1073759" y="2540"/>
                  </a:lnTo>
                  <a:lnTo>
                    <a:pt x="1073759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648167" y="5195252"/>
              <a:ext cx="2357755" cy="26670"/>
            </a:xfrm>
            <a:custGeom>
              <a:avLst/>
              <a:gdLst/>
              <a:ahLst/>
              <a:cxnLst/>
              <a:rect l="l" t="t" r="r" b="b"/>
              <a:pathLst>
                <a:path w="2357754" h="26670">
                  <a:moveTo>
                    <a:pt x="3810" y="24015"/>
                  </a:moveTo>
                  <a:lnTo>
                    <a:pt x="0" y="24015"/>
                  </a:lnTo>
                  <a:lnTo>
                    <a:pt x="0" y="26555"/>
                  </a:lnTo>
                  <a:lnTo>
                    <a:pt x="3810" y="26555"/>
                  </a:lnTo>
                  <a:lnTo>
                    <a:pt x="3810" y="24015"/>
                  </a:lnTo>
                  <a:close/>
                </a:path>
                <a:path w="2357754" h="26670">
                  <a:moveTo>
                    <a:pt x="19100" y="24015"/>
                  </a:moveTo>
                  <a:lnTo>
                    <a:pt x="15278" y="24015"/>
                  </a:lnTo>
                  <a:lnTo>
                    <a:pt x="15278" y="26555"/>
                  </a:lnTo>
                  <a:lnTo>
                    <a:pt x="19100" y="26555"/>
                  </a:lnTo>
                  <a:lnTo>
                    <a:pt x="19100" y="24015"/>
                  </a:lnTo>
                  <a:close/>
                </a:path>
                <a:path w="2357754" h="26670">
                  <a:moveTo>
                    <a:pt x="34378" y="24015"/>
                  </a:moveTo>
                  <a:lnTo>
                    <a:pt x="30568" y="24015"/>
                  </a:lnTo>
                  <a:lnTo>
                    <a:pt x="30568" y="26555"/>
                  </a:lnTo>
                  <a:lnTo>
                    <a:pt x="34378" y="26555"/>
                  </a:lnTo>
                  <a:lnTo>
                    <a:pt x="34378" y="24015"/>
                  </a:lnTo>
                  <a:close/>
                </a:path>
                <a:path w="2357754" h="26670">
                  <a:moveTo>
                    <a:pt x="49669" y="24015"/>
                  </a:moveTo>
                  <a:lnTo>
                    <a:pt x="45847" y="24015"/>
                  </a:lnTo>
                  <a:lnTo>
                    <a:pt x="45847" y="26555"/>
                  </a:lnTo>
                  <a:lnTo>
                    <a:pt x="49669" y="26555"/>
                  </a:lnTo>
                  <a:lnTo>
                    <a:pt x="49669" y="24015"/>
                  </a:lnTo>
                  <a:close/>
                </a:path>
                <a:path w="2357754" h="26670">
                  <a:moveTo>
                    <a:pt x="64960" y="24015"/>
                  </a:moveTo>
                  <a:lnTo>
                    <a:pt x="61137" y="24015"/>
                  </a:lnTo>
                  <a:lnTo>
                    <a:pt x="61137" y="26555"/>
                  </a:lnTo>
                  <a:lnTo>
                    <a:pt x="64960" y="26555"/>
                  </a:lnTo>
                  <a:lnTo>
                    <a:pt x="64960" y="24015"/>
                  </a:lnTo>
                  <a:close/>
                </a:path>
                <a:path w="2357754" h="26670">
                  <a:moveTo>
                    <a:pt x="80238" y="24015"/>
                  </a:moveTo>
                  <a:lnTo>
                    <a:pt x="76415" y="24015"/>
                  </a:lnTo>
                  <a:lnTo>
                    <a:pt x="76415" y="26555"/>
                  </a:lnTo>
                  <a:lnTo>
                    <a:pt x="80238" y="26555"/>
                  </a:lnTo>
                  <a:lnTo>
                    <a:pt x="80238" y="24015"/>
                  </a:lnTo>
                  <a:close/>
                </a:path>
                <a:path w="2357754" h="26670">
                  <a:moveTo>
                    <a:pt x="95529" y="24015"/>
                  </a:moveTo>
                  <a:lnTo>
                    <a:pt x="91706" y="24015"/>
                  </a:lnTo>
                  <a:lnTo>
                    <a:pt x="91706" y="26555"/>
                  </a:lnTo>
                  <a:lnTo>
                    <a:pt x="95529" y="26555"/>
                  </a:lnTo>
                  <a:lnTo>
                    <a:pt x="95529" y="24015"/>
                  </a:lnTo>
                  <a:close/>
                </a:path>
                <a:path w="2357754" h="26670">
                  <a:moveTo>
                    <a:pt x="110807" y="24015"/>
                  </a:moveTo>
                  <a:lnTo>
                    <a:pt x="106984" y="24015"/>
                  </a:lnTo>
                  <a:lnTo>
                    <a:pt x="106984" y="26555"/>
                  </a:lnTo>
                  <a:lnTo>
                    <a:pt x="110807" y="26555"/>
                  </a:lnTo>
                  <a:lnTo>
                    <a:pt x="110807" y="24015"/>
                  </a:lnTo>
                  <a:close/>
                </a:path>
                <a:path w="2357754" h="26670">
                  <a:moveTo>
                    <a:pt x="126098" y="24015"/>
                  </a:moveTo>
                  <a:lnTo>
                    <a:pt x="122275" y="24015"/>
                  </a:lnTo>
                  <a:lnTo>
                    <a:pt x="122275" y="26555"/>
                  </a:lnTo>
                  <a:lnTo>
                    <a:pt x="126098" y="26555"/>
                  </a:lnTo>
                  <a:lnTo>
                    <a:pt x="126098" y="24015"/>
                  </a:lnTo>
                  <a:close/>
                </a:path>
                <a:path w="2357754" h="26670">
                  <a:moveTo>
                    <a:pt x="141376" y="24015"/>
                  </a:moveTo>
                  <a:lnTo>
                    <a:pt x="137553" y="24015"/>
                  </a:lnTo>
                  <a:lnTo>
                    <a:pt x="137553" y="26555"/>
                  </a:lnTo>
                  <a:lnTo>
                    <a:pt x="141376" y="26555"/>
                  </a:lnTo>
                  <a:lnTo>
                    <a:pt x="141376" y="24015"/>
                  </a:lnTo>
                  <a:close/>
                </a:path>
                <a:path w="2357754" h="26670">
                  <a:moveTo>
                    <a:pt x="156667" y="24015"/>
                  </a:moveTo>
                  <a:lnTo>
                    <a:pt x="152844" y="24015"/>
                  </a:lnTo>
                  <a:lnTo>
                    <a:pt x="152844" y="26555"/>
                  </a:lnTo>
                  <a:lnTo>
                    <a:pt x="156667" y="26555"/>
                  </a:lnTo>
                  <a:lnTo>
                    <a:pt x="156667" y="24015"/>
                  </a:lnTo>
                  <a:close/>
                </a:path>
                <a:path w="2357754" h="26670">
                  <a:moveTo>
                    <a:pt x="171945" y="24015"/>
                  </a:moveTo>
                  <a:lnTo>
                    <a:pt x="168122" y="24015"/>
                  </a:lnTo>
                  <a:lnTo>
                    <a:pt x="168122" y="26555"/>
                  </a:lnTo>
                  <a:lnTo>
                    <a:pt x="171945" y="26555"/>
                  </a:lnTo>
                  <a:lnTo>
                    <a:pt x="171945" y="24015"/>
                  </a:lnTo>
                  <a:close/>
                </a:path>
                <a:path w="2357754" h="26670">
                  <a:moveTo>
                    <a:pt x="187236" y="24015"/>
                  </a:moveTo>
                  <a:lnTo>
                    <a:pt x="183413" y="24015"/>
                  </a:lnTo>
                  <a:lnTo>
                    <a:pt x="183413" y="26555"/>
                  </a:lnTo>
                  <a:lnTo>
                    <a:pt x="187236" y="26555"/>
                  </a:lnTo>
                  <a:lnTo>
                    <a:pt x="187236" y="24015"/>
                  </a:lnTo>
                  <a:close/>
                </a:path>
                <a:path w="2357754" h="26670">
                  <a:moveTo>
                    <a:pt x="202514" y="24015"/>
                  </a:moveTo>
                  <a:lnTo>
                    <a:pt x="198691" y="24015"/>
                  </a:lnTo>
                  <a:lnTo>
                    <a:pt x="198691" y="26555"/>
                  </a:lnTo>
                  <a:lnTo>
                    <a:pt x="202514" y="26555"/>
                  </a:lnTo>
                  <a:lnTo>
                    <a:pt x="202514" y="24015"/>
                  </a:lnTo>
                  <a:close/>
                </a:path>
                <a:path w="2357754" h="26670">
                  <a:moveTo>
                    <a:pt x="1501711" y="0"/>
                  </a:moveTo>
                  <a:lnTo>
                    <a:pt x="1497901" y="0"/>
                  </a:lnTo>
                  <a:lnTo>
                    <a:pt x="1497901" y="2552"/>
                  </a:lnTo>
                  <a:lnTo>
                    <a:pt x="1501711" y="2552"/>
                  </a:lnTo>
                  <a:lnTo>
                    <a:pt x="1501711" y="0"/>
                  </a:lnTo>
                  <a:close/>
                </a:path>
                <a:path w="2357754" h="26670">
                  <a:moveTo>
                    <a:pt x="1517002" y="0"/>
                  </a:moveTo>
                  <a:lnTo>
                    <a:pt x="1513179" y="0"/>
                  </a:lnTo>
                  <a:lnTo>
                    <a:pt x="1513179" y="2552"/>
                  </a:lnTo>
                  <a:lnTo>
                    <a:pt x="1517002" y="2552"/>
                  </a:lnTo>
                  <a:lnTo>
                    <a:pt x="1517002" y="0"/>
                  </a:lnTo>
                  <a:close/>
                </a:path>
                <a:path w="2357754" h="26670">
                  <a:moveTo>
                    <a:pt x="1532280" y="0"/>
                  </a:moveTo>
                  <a:lnTo>
                    <a:pt x="1528470" y="0"/>
                  </a:lnTo>
                  <a:lnTo>
                    <a:pt x="1528470" y="2552"/>
                  </a:lnTo>
                  <a:lnTo>
                    <a:pt x="1532280" y="2552"/>
                  </a:lnTo>
                  <a:lnTo>
                    <a:pt x="1532280" y="0"/>
                  </a:lnTo>
                  <a:close/>
                </a:path>
                <a:path w="2357754" h="26670">
                  <a:moveTo>
                    <a:pt x="1547571" y="0"/>
                  </a:moveTo>
                  <a:lnTo>
                    <a:pt x="1543748" y="0"/>
                  </a:lnTo>
                  <a:lnTo>
                    <a:pt x="1543748" y="2552"/>
                  </a:lnTo>
                  <a:lnTo>
                    <a:pt x="1547571" y="2552"/>
                  </a:lnTo>
                  <a:lnTo>
                    <a:pt x="1547571" y="0"/>
                  </a:lnTo>
                  <a:close/>
                </a:path>
                <a:path w="2357754" h="26670">
                  <a:moveTo>
                    <a:pt x="1562849" y="0"/>
                  </a:moveTo>
                  <a:lnTo>
                    <a:pt x="1559039" y="0"/>
                  </a:lnTo>
                  <a:lnTo>
                    <a:pt x="1559039" y="2552"/>
                  </a:lnTo>
                  <a:lnTo>
                    <a:pt x="1562849" y="2552"/>
                  </a:lnTo>
                  <a:lnTo>
                    <a:pt x="1562849" y="0"/>
                  </a:lnTo>
                  <a:close/>
                </a:path>
                <a:path w="2357754" h="26670">
                  <a:moveTo>
                    <a:pt x="1578140" y="0"/>
                  </a:moveTo>
                  <a:lnTo>
                    <a:pt x="1574317" y="0"/>
                  </a:lnTo>
                  <a:lnTo>
                    <a:pt x="1574317" y="2552"/>
                  </a:lnTo>
                  <a:lnTo>
                    <a:pt x="1578140" y="2552"/>
                  </a:lnTo>
                  <a:lnTo>
                    <a:pt x="1578140" y="0"/>
                  </a:lnTo>
                  <a:close/>
                </a:path>
                <a:path w="2357754" h="26670">
                  <a:moveTo>
                    <a:pt x="1593430" y="0"/>
                  </a:moveTo>
                  <a:lnTo>
                    <a:pt x="1589608" y="0"/>
                  </a:lnTo>
                  <a:lnTo>
                    <a:pt x="1589608" y="2552"/>
                  </a:lnTo>
                  <a:lnTo>
                    <a:pt x="1593430" y="2552"/>
                  </a:lnTo>
                  <a:lnTo>
                    <a:pt x="1593430" y="0"/>
                  </a:lnTo>
                  <a:close/>
                </a:path>
                <a:path w="2357754" h="26670">
                  <a:moveTo>
                    <a:pt x="1608709" y="0"/>
                  </a:moveTo>
                  <a:lnTo>
                    <a:pt x="1604886" y="0"/>
                  </a:lnTo>
                  <a:lnTo>
                    <a:pt x="1604886" y="2552"/>
                  </a:lnTo>
                  <a:lnTo>
                    <a:pt x="1608709" y="2552"/>
                  </a:lnTo>
                  <a:lnTo>
                    <a:pt x="1608709" y="0"/>
                  </a:lnTo>
                  <a:close/>
                </a:path>
                <a:path w="2357754" h="26670">
                  <a:moveTo>
                    <a:pt x="1623999" y="0"/>
                  </a:moveTo>
                  <a:lnTo>
                    <a:pt x="1620177" y="0"/>
                  </a:lnTo>
                  <a:lnTo>
                    <a:pt x="1620177" y="2552"/>
                  </a:lnTo>
                  <a:lnTo>
                    <a:pt x="1623999" y="2552"/>
                  </a:lnTo>
                  <a:lnTo>
                    <a:pt x="1623999" y="0"/>
                  </a:lnTo>
                  <a:close/>
                </a:path>
                <a:path w="2357754" h="26670">
                  <a:moveTo>
                    <a:pt x="1639277" y="0"/>
                  </a:moveTo>
                  <a:lnTo>
                    <a:pt x="1635455" y="0"/>
                  </a:lnTo>
                  <a:lnTo>
                    <a:pt x="1635455" y="2552"/>
                  </a:lnTo>
                  <a:lnTo>
                    <a:pt x="1639277" y="2552"/>
                  </a:lnTo>
                  <a:lnTo>
                    <a:pt x="1639277" y="0"/>
                  </a:lnTo>
                  <a:close/>
                </a:path>
                <a:path w="2357754" h="26670">
                  <a:moveTo>
                    <a:pt x="1654568" y="0"/>
                  </a:moveTo>
                  <a:lnTo>
                    <a:pt x="1650746" y="0"/>
                  </a:lnTo>
                  <a:lnTo>
                    <a:pt x="1650746" y="2552"/>
                  </a:lnTo>
                  <a:lnTo>
                    <a:pt x="1654568" y="2552"/>
                  </a:lnTo>
                  <a:lnTo>
                    <a:pt x="1654568" y="0"/>
                  </a:lnTo>
                  <a:close/>
                </a:path>
                <a:path w="2357754" h="26670">
                  <a:moveTo>
                    <a:pt x="1669846" y="0"/>
                  </a:moveTo>
                  <a:lnTo>
                    <a:pt x="1666024" y="0"/>
                  </a:lnTo>
                  <a:lnTo>
                    <a:pt x="1666024" y="2552"/>
                  </a:lnTo>
                  <a:lnTo>
                    <a:pt x="1669846" y="2552"/>
                  </a:lnTo>
                  <a:lnTo>
                    <a:pt x="1669846" y="0"/>
                  </a:lnTo>
                  <a:close/>
                </a:path>
                <a:path w="2357754" h="26670">
                  <a:moveTo>
                    <a:pt x="1685137" y="0"/>
                  </a:moveTo>
                  <a:lnTo>
                    <a:pt x="1681314" y="0"/>
                  </a:lnTo>
                  <a:lnTo>
                    <a:pt x="1681314" y="2552"/>
                  </a:lnTo>
                  <a:lnTo>
                    <a:pt x="1685137" y="2552"/>
                  </a:lnTo>
                  <a:lnTo>
                    <a:pt x="1685137" y="0"/>
                  </a:lnTo>
                  <a:close/>
                </a:path>
                <a:path w="2357754" h="26670">
                  <a:moveTo>
                    <a:pt x="1700415" y="0"/>
                  </a:moveTo>
                  <a:lnTo>
                    <a:pt x="1696593" y="0"/>
                  </a:lnTo>
                  <a:lnTo>
                    <a:pt x="1696593" y="2552"/>
                  </a:lnTo>
                  <a:lnTo>
                    <a:pt x="1700415" y="2552"/>
                  </a:lnTo>
                  <a:lnTo>
                    <a:pt x="1700415" y="0"/>
                  </a:lnTo>
                  <a:close/>
                </a:path>
                <a:path w="2357754" h="26670">
                  <a:moveTo>
                    <a:pt x="1715706" y="0"/>
                  </a:moveTo>
                  <a:lnTo>
                    <a:pt x="1711883" y="0"/>
                  </a:lnTo>
                  <a:lnTo>
                    <a:pt x="1711883" y="2552"/>
                  </a:lnTo>
                  <a:lnTo>
                    <a:pt x="1715706" y="2552"/>
                  </a:lnTo>
                  <a:lnTo>
                    <a:pt x="1715706" y="0"/>
                  </a:lnTo>
                  <a:close/>
                </a:path>
                <a:path w="2357754" h="26670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6670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6670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6670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6670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6670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6670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6670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6670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6670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6670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6670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6670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6670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6670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6670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6670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6670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6670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6670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6670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6670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6670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6670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6670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6670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6670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6670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6670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6670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667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667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667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667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667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667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667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667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667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667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667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6670">
                  <a:moveTo>
                    <a:pt x="2357666" y="24015"/>
                  </a:moveTo>
                  <a:lnTo>
                    <a:pt x="2353843" y="24015"/>
                  </a:lnTo>
                  <a:lnTo>
                    <a:pt x="2353843" y="26555"/>
                  </a:lnTo>
                  <a:lnTo>
                    <a:pt x="2357666" y="26555"/>
                  </a:lnTo>
                  <a:lnTo>
                    <a:pt x="2357666" y="24015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076131" y="5195252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648167" y="5174411"/>
              <a:ext cx="2357755" cy="23495"/>
            </a:xfrm>
            <a:custGeom>
              <a:avLst/>
              <a:gdLst/>
              <a:ahLst/>
              <a:cxnLst/>
              <a:rect l="l" t="t" r="r" b="b"/>
              <a:pathLst>
                <a:path w="2357754" h="23495">
                  <a:moveTo>
                    <a:pt x="3810" y="20840"/>
                  </a:moveTo>
                  <a:lnTo>
                    <a:pt x="0" y="20840"/>
                  </a:lnTo>
                  <a:lnTo>
                    <a:pt x="0" y="23393"/>
                  </a:lnTo>
                  <a:lnTo>
                    <a:pt x="3810" y="23393"/>
                  </a:lnTo>
                  <a:lnTo>
                    <a:pt x="3810" y="20840"/>
                  </a:lnTo>
                  <a:close/>
                </a:path>
                <a:path w="2357754" h="23495">
                  <a:moveTo>
                    <a:pt x="19100" y="20840"/>
                  </a:moveTo>
                  <a:lnTo>
                    <a:pt x="15278" y="20840"/>
                  </a:lnTo>
                  <a:lnTo>
                    <a:pt x="15278" y="23393"/>
                  </a:lnTo>
                  <a:lnTo>
                    <a:pt x="19100" y="23393"/>
                  </a:lnTo>
                  <a:lnTo>
                    <a:pt x="19100" y="20840"/>
                  </a:lnTo>
                  <a:close/>
                </a:path>
                <a:path w="2357754" h="23495">
                  <a:moveTo>
                    <a:pt x="34378" y="20840"/>
                  </a:moveTo>
                  <a:lnTo>
                    <a:pt x="30568" y="20840"/>
                  </a:lnTo>
                  <a:lnTo>
                    <a:pt x="30568" y="23393"/>
                  </a:lnTo>
                  <a:lnTo>
                    <a:pt x="34378" y="23393"/>
                  </a:lnTo>
                  <a:lnTo>
                    <a:pt x="34378" y="20840"/>
                  </a:lnTo>
                  <a:close/>
                </a:path>
                <a:path w="2357754" h="23495">
                  <a:moveTo>
                    <a:pt x="49669" y="20840"/>
                  </a:moveTo>
                  <a:lnTo>
                    <a:pt x="45847" y="20840"/>
                  </a:lnTo>
                  <a:lnTo>
                    <a:pt x="45847" y="23393"/>
                  </a:lnTo>
                  <a:lnTo>
                    <a:pt x="49669" y="23393"/>
                  </a:lnTo>
                  <a:lnTo>
                    <a:pt x="49669" y="20840"/>
                  </a:lnTo>
                  <a:close/>
                </a:path>
                <a:path w="2357754" h="23495">
                  <a:moveTo>
                    <a:pt x="64960" y="20840"/>
                  </a:moveTo>
                  <a:lnTo>
                    <a:pt x="61137" y="20840"/>
                  </a:lnTo>
                  <a:lnTo>
                    <a:pt x="61137" y="23393"/>
                  </a:lnTo>
                  <a:lnTo>
                    <a:pt x="64960" y="23393"/>
                  </a:lnTo>
                  <a:lnTo>
                    <a:pt x="64960" y="20840"/>
                  </a:lnTo>
                  <a:close/>
                </a:path>
                <a:path w="2357754" h="23495">
                  <a:moveTo>
                    <a:pt x="80238" y="20840"/>
                  </a:moveTo>
                  <a:lnTo>
                    <a:pt x="76415" y="20840"/>
                  </a:lnTo>
                  <a:lnTo>
                    <a:pt x="76415" y="23393"/>
                  </a:lnTo>
                  <a:lnTo>
                    <a:pt x="80238" y="23393"/>
                  </a:lnTo>
                  <a:lnTo>
                    <a:pt x="80238" y="20840"/>
                  </a:lnTo>
                  <a:close/>
                </a:path>
                <a:path w="2357754" h="23495">
                  <a:moveTo>
                    <a:pt x="95529" y="20840"/>
                  </a:moveTo>
                  <a:lnTo>
                    <a:pt x="91706" y="20840"/>
                  </a:lnTo>
                  <a:lnTo>
                    <a:pt x="91706" y="23393"/>
                  </a:lnTo>
                  <a:lnTo>
                    <a:pt x="95529" y="23393"/>
                  </a:lnTo>
                  <a:lnTo>
                    <a:pt x="95529" y="20840"/>
                  </a:lnTo>
                  <a:close/>
                </a:path>
                <a:path w="2357754" h="23495">
                  <a:moveTo>
                    <a:pt x="110807" y="20840"/>
                  </a:moveTo>
                  <a:lnTo>
                    <a:pt x="106984" y="20840"/>
                  </a:lnTo>
                  <a:lnTo>
                    <a:pt x="106984" y="23393"/>
                  </a:lnTo>
                  <a:lnTo>
                    <a:pt x="110807" y="23393"/>
                  </a:lnTo>
                  <a:lnTo>
                    <a:pt x="110807" y="20840"/>
                  </a:lnTo>
                  <a:close/>
                </a:path>
                <a:path w="2357754" h="23495">
                  <a:moveTo>
                    <a:pt x="126098" y="20840"/>
                  </a:moveTo>
                  <a:lnTo>
                    <a:pt x="122275" y="20840"/>
                  </a:lnTo>
                  <a:lnTo>
                    <a:pt x="122275" y="23393"/>
                  </a:lnTo>
                  <a:lnTo>
                    <a:pt x="126098" y="23393"/>
                  </a:lnTo>
                  <a:lnTo>
                    <a:pt x="126098" y="20840"/>
                  </a:lnTo>
                  <a:close/>
                </a:path>
                <a:path w="2357754" h="23495">
                  <a:moveTo>
                    <a:pt x="141376" y="20840"/>
                  </a:moveTo>
                  <a:lnTo>
                    <a:pt x="137553" y="20840"/>
                  </a:lnTo>
                  <a:lnTo>
                    <a:pt x="137553" y="23393"/>
                  </a:lnTo>
                  <a:lnTo>
                    <a:pt x="141376" y="23393"/>
                  </a:lnTo>
                  <a:lnTo>
                    <a:pt x="141376" y="20840"/>
                  </a:lnTo>
                  <a:close/>
                </a:path>
                <a:path w="2357754" h="23495">
                  <a:moveTo>
                    <a:pt x="156667" y="20840"/>
                  </a:moveTo>
                  <a:lnTo>
                    <a:pt x="152844" y="20840"/>
                  </a:lnTo>
                  <a:lnTo>
                    <a:pt x="152844" y="23393"/>
                  </a:lnTo>
                  <a:lnTo>
                    <a:pt x="156667" y="23393"/>
                  </a:lnTo>
                  <a:lnTo>
                    <a:pt x="156667" y="20840"/>
                  </a:lnTo>
                  <a:close/>
                </a:path>
                <a:path w="2357754" h="23495">
                  <a:moveTo>
                    <a:pt x="171945" y="20840"/>
                  </a:moveTo>
                  <a:lnTo>
                    <a:pt x="168122" y="20840"/>
                  </a:lnTo>
                  <a:lnTo>
                    <a:pt x="168122" y="23393"/>
                  </a:lnTo>
                  <a:lnTo>
                    <a:pt x="171945" y="23393"/>
                  </a:lnTo>
                  <a:lnTo>
                    <a:pt x="171945" y="20840"/>
                  </a:lnTo>
                  <a:close/>
                </a:path>
                <a:path w="2357754" h="23495">
                  <a:moveTo>
                    <a:pt x="187236" y="20840"/>
                  </a:moveTo>
                  <a:lnTo>
                    <a:pt x="183413" y="20840"/>
                  </a:lnTo>
                  <a:lnTo>
                    <a:pt x="183413" y="23393"/>
                  </a:lnTo>
                  <a:lnTo>
                    <a:pt x="187236" y="23393"/>
                  </a:lnTo>
                  <a:lnTo>
                    <a:pt x="187236" y="20840"/>
                  </a:lnTo>
                  <a:close/>
                </a:path>
                <a:path w="2357754" h="23495">
                  <a:moveTo>
                    <a:pt x="202514" y="20840"/>
                  </a:moveTo>
                  <a:lnTo>
                    <a:pt x="198691" y="20840"/>
                  </a:lnTo>
                  <a:lnTo>
                    <a:pt x="198691" y="23393"/>
                  </a:lnTo>
                  <a:lnTo>
                    <a:pt x="202514" y="23393"/>
                  </a:lnTo>
                  <a:lnTo>
                    <a:pt x="202514" y="20840"/>
                  </a:lnTo>
                  <a:close/>
                </a:path>
                <a:path w="2357754" h="23495">
                  <a:moveTo>
                    <a:pt x="217805" y="20840"/>
                  </a:moveTo>
                  <a:lnTo>
                    <a:pt x="213982" y="20840"/>
                  </a:lnTo>
                  <a:lnTo>
                    <a:pt x="213982" y="23393"/>
                  </a:lnTo>
                  <a:lnTo>
                    <a:pt x="217805" y="23393"/>
                  </a:lnTo>
                  <a:lnTo>
                    <a:pt x="217805" y="20840"/>
                  </a:lnTo>
                  <a:close/>
                </a:path>
                <a:path w="2357754" h="23495">
                  <a:moveTo>
                    <a:pt x="233083" y="20840"/>
                  </a:moveTo>
                  <a:lnTo>
                    <a:pt x="229260" y="20840"/>
                  </a:lnTo>
                  <a:lnTo>
                    <a:pt x="229260" y="23393"/>
                  </a:lnTo>
                  <a:lnTo>
                    <a:pt x="233083" y="23393"/>
                  </a:lnTo>
                  <a:lnTo>
                    <a:pt x="233083" y="20840"/>
                  </a:lnTo>
                  <a:close/>
                </a:path>
                <a:path w="2357754" h="23495">
                  <a:moveTo>
                    <a:pt x="248373" y="20840"/>
                  </a:moveTo>
                  <a:lnTo>
                    <a:pt x="244551" y="20840"/>
                  </a:lnTo>
                  <a:lnTo>
                    <a:pt x="244551" y="23393"/>
                  </a:lnTo>
                  <a:lnTo>
                    <a:pt x="248373" y="23393"/>
                  </a:lnTo>
                  <a:lnTo>
                    <a:pt x="248373" y="20840"/>
                  </a:lnTo>
                  <a:close/>
                </a:path>
                <a:path w="2357754" h="23495">
                  <a:moveTo>
                    <a:pt x="263652" y="20840"/>
                  </a:moveTo>
                  <a:lnTo>
                    <a:pt x="259829" y="20840"/>
                  </a:lnTo>
                  <a:lnTo>
                    <a:pt x="259829" y="23393"/>
                  </a:lnTo>
                  <a:lnTo>
                    <a:pt x="263652" y="23393"/>
                  </a:lnTo>
                  <a:lnTo>
                    <a:pt x="263652" y="20840"/>
                  </a:lnTo>
                  <a:close/>
                </a:path>
                <a:path w="2357754" h="23495">
                  <a:moveTo>
                    <a:pt x="278942" y="20840"/>
                  </a:moveTo>
                  <a:lnTo>
                    <a:pt x="275120" y="20840"/>
                  </a:lnTo>
                  <a:lnTo>
                    <a:pt x="275120" y="23393"/>
                  </a:lnTo>
                  <a:lnTo>
                    <a:pt x="278942" y="23393"/>
                  </a:lnTo>
                  <a:lnTo>
                    <a:pt x="278942" y="20840"/>
                  </a:lnTo>
                  <a:close/>
                </a:path>
                <a:path w="2357754" h="23495">
                  <a:moveTo>
                    <a:pt x="294220" y="20840"/>
                  </a:moveTo>
                  <a:lnTo>
                    <a:pt x="290398" y="20840"/>
                  </a:lnTo>
                  <a:lnTo>
                    <a:pt x="290398" y="23393"/>
                  </a:lnTo>
                  <a:lnTo>
                    <a:pt x="294220" y="23393"/>
                  </a:lnTo>
                  <a:lnTo>
                    <a:pt x="294220" y="20840"/>
                  </a:lnTo>
                  <a:close/>
                </a:path>
                <a:path w="2357754" h="23495">
                  <a:moveTo>
                    <a:pt x="309511" y="20840"/>
                  </a:moveTo>
                  <a:lnTo>
                    <a:pt x="305689" y="20840"/>
                  </a:lnTo>
                  <a:lnTo>
                    <a:pt x="305689" y="23393"/>
                  </a:lnTo>
                  <a:lnTo>
                    <a:pt x="309511" y="23393"/>
                  </a:lnTo>
                  <a:lnTo>
                    <a:pt x="309511" y="20840"/>
                  </a:lnTo>
                  <a:close/>
                </a:path>
                <a:path w="2357754" h="23495">
                  <a:moveTo>
                    <a:pt x="324789" y="20840"/>
                  </a:moveTo>
                  <a:lnTo>
                    <a:pt x="320967" y="20840"/>
                  </a:lnTo>
                  <a:lnTo>
                    <a:pt x="320967" y="23393"/>
                  </a:lnTo>
                  <a:lnTo>
                    <a:pt x="324789" y="23393"/>
                  </a:lnTo>
                  <a:lnTo>
                    <a:pt x="324789" y="20840"/>
                  </a:lnTo>
                  <a:close/>
                </a:path>
                <a:path w="2357754" h="23495">
                  <a:moveTo>
                    <a:pt x="340080" y="20840"/>
                  </a:moveTo>
                  <a:lnTo>
                    <a:pt x="336257" y="20840"/>
                  </a:lnTo>
                  <a:lnTo>
                    <a:pt x="336257" y="23393"/>
                  </a:lnTo>
                  <a:lnTo>
                    <a:pt x="340080" y="23393"/>
                  </a:lnTo>
                  <a:lnTo>
                    <a:pt x="340080" y="20840"/>
                  </a:lnTo>
                  <a:close/>
                </a:path>
                <a:path w="2357754" h="23495">
                  <a:moveTo>
                    <a:pt x="355358" y="20840"/>
                  </a:moveTo>
                  <a:lnTo>
                    <a:pt x="351548" y="20840"/>
                  </a:lnTo>
                  <a:lnTo>
                    <a:pt x="351548" y="23393"/>
                  </a:lnTo>
                  <a:lnTo>
                    <a:pt x="355358" y="23393"/>
                  </a:lnTo>
                  <a:lnTo>
                    <a:pt x="355358" y="20840"/>
                  </a:lnTo>
                  <a:close/>
                </a:path>
                <a:path w="2357754" h="23495">
                  <a:moveTo>
                    <a:pt x="370649" y="20840"/>
                  </a:moveTo>
                  <a:lnTo>
                    <a:pt x="366826" y="20840"/>
                  </a:lnTo>
                  <a:lnTo>
                    <a:pt x="366826" y="23393"/>
                  </a:lnTo>
                  <a:lnTo>
                    <a:pt x="370649" y="23393"/>
                  </a:lnTo>
                  <a:lnTo>
                    <a:pt x="370649" y="20840"/>
                  </a:lnTo>
                  <a:close/>
                </a:path>
                <a:path w="2357754" h="23495">
                  <a:moveTo>
                    <a:pt x="385927" y="20840"/>
                  </a:moveTo>
                  <a:lnTo>
                    <a:pt x="382117" y="20840"/>
                  </a:lnTo>
                  <a:lnTo>
                    <a:pt x="382117" y="23393"/>
                  </a:lnTo>
                  <a:lnTo>
                    <a:pt x="385927" y="23393"/>
                  </a:lnTo>
                  <a:lnTo>
                    <a:pt x="385927" y="20840"/>
                  </a:lnTo>
                  <a:close/>
                </a:path>
                <a:path w="2357754" h="23495">
                  <a:moveTo>
                    <a:pt x="401218" y="20840"/>
                  </a:moveTo>
                  <a:lnTo>
                    <a:pt x="397395" y="20840"/>
                  </a:lnTo>
                  <a:lnTo>
                    <a:pt x="397395" y="23393"/>
                  </a:lnTo>
                  <a:lnTo>
                    <a:pt x="401218" y="23393"/>
                  </a:lnTo>
                  <a:lnTo>
                    <a:pt x="401218" y="20840"/>
                  </a:lnTo>
                  <a:close/>
                </a:path>
                <a:path w="2357754" h="23495">
                  <a:moveTo>
                    <a:pt x="416496" y="20840"/>
                  </a:moveTo>
                  <a:lnTo>
                    <a:pt x="412686" y="20840"/>
                  </a:lnTo>
                  <a:lnTo>
                    <a:pt x="412686" y="23393"/>
                  </a:lnTo>
                  <a:lnTo>
                    <a:pt x="416496" y="23393"/>
                  </a:lnTo>
                  <a:lnTo>
                    <a:pt x="416496" y="20840"/>
                  </a:lnTo>
                  <a:close/>
                </a:path>
                <a:path w="2357754" h="23495">
                  <a:moveTo>
                    <a:pt x="431787" y="20840"/>
                  </a:moveTo>
                  <a:lnTo>
                    <a:pt x="427964" y="20840"/>
                  </a:lnTo>
                  <a:lnTo>
                    <a:pt x="427964" y="23393"/>
                  </a:lnTo>
                  <a:lnTo>
                    <a:pt x="431787" y="23393"/>
                  </a:lnTo>
                  <a:lnTo>
                    <a:pt x="431787" y="20840"/>
                  </a:lnTo>
                  <a:close/>
                </a:path>
                <a:path w="2357754" h="23495">
                  <a:moveTo>
                    <a:pt x="1730984" y="0"/>
                  </a:moveTo>
                  <a:lnTo>
                    <a:pt x="1727161" y="0"/>
                  </a:lnTo>
                  <a:lnTo>
                    <a:pt x="1727161" y="2540"/>
                  </a:lnTo>
                  <a:lnTo>
                    <a:pt x="1730984" y="2540"/>
                  </a:lnTo>
                  <a:lnTo>
                    <a:pt x="1730984" y="0"/>
                  </a:lnTo>
                  <a:close/>
                </a:path>
                <a:path w="2357754" h="23495">
                  <a:moveTo>
                    <a:pt x="1746275" y="0"/>
                  </a:moveTo>
                  <a:lnTo>
                    <a:pt x="1742452" y="0"/>
                  </a:lnTo>
                  <a:lnTo>
                    <a:pt x="1742452" y="2540"/>
                  </a:lnTo>
                  <a:lnTo>
                    <a:pt x="1746275" y="2540"/>
                  </a:lnTo>
                  <a:lnTo>
                    <a:pt x="1746275" y="0"/>
                  </a:lnTo>
                  <a:close/>
                </a:path>
                <a:path w="2357754" h="23495">
                  <a:moveTo>
                    <a:pt x="1761553" y="0"/>
                  </a:moveTo>
                  <a:lnTo>
                    <a:pt x="1757730" y="0"/>
                  </a:lnTo>
                  <a:lnTo>
                    <a:pt x="1757730" y="2540"/>
                  </a:lnTo>
                  <a:lnTo>
                    <a:pt x="1761553" y="2540"/>
                  </a:lnTo>
                  <a:lnTo>
                    <a:pt x="1761553" y="0"/>
                  </a:lnTo>
                  <a:close/>
                </a:path>
                <a:path w="2357754" h="23495">
                  <a:moveTo>
                    <a:pt x="1776844" y="0"/>
                  </a:moveTo>
                  <a:lnTo>
                    <a:pt x="1773021" y="0"/>
                  </a:lnTo>
                  <a:lnTo>
                    <a:pt x="1773021" y="2540"/>
                  </a:lnTo>
                  <a:lnTo>
                    <a:pt x="1776844" y="2540"/>
                  </a:lnTo>
                  <a:lnTo>
                    <a:pt x="1776844" y="0"/>
                  </a:lnTo>
                  <a:close/>
                </a:path>
                <a:path w="2357754" h="23495">
                  <a:moveTo>
                    <a:pt x="1792122" y="0"/>
                  </a:moveTo>
                  <a:lnTo>
                    <a:pt x="1788299" y="0"/>
                  </a:lnTo>
                  <a:lnTo>
                    <a:pt x="1788299" y="2540"/>
                  </a:lnTo>
                  <a:lnTo>
                    <a:pt x="1792122" y="2540"/>
                  </a:lnTo>
                  <a:lnTo>
                    <a:pt x="1792122" y="0"/>
                  </a:lnTo>
                  <a:close/>
                </a:path>
                <a:path w="2357754" h="23495">
                  <a:moveTo>
                    <a:pt x="1807413" y="0"/>
                  </a:moveTo>
                  <a:lnTo>
                    <a:pt x="1803590" y="0"/>
                  </a:lnTo>
                  <a:lnTo>
                    <a:pt x="1803590" y="2540"/>
                  </a:lnTo>
                  <a:lnTo>
                    <a:pt x="1807413" y="2540"/>
                  </a:lnTo>
                  <a:lnTo>
                    <a:pt x="1807413" y="0"/>
                  </a:lnTo>
                  <a:close/>
                </a:path>
                <a:path w="2357754" h="23495">
                  <a:moveTo>
                    <a:pt x="1822691" y="0"/>
                  </a:moveTo>
                  <a:lnTo>
                    <a:pt x="1818868" y="0"/>
                  </a:lnTo>
                  <a:lnTo>
                    <a:pt x="1818868" y="2540"/>
                  </a:lnTo>
                  <a:lnTo>
                    <a:pt x="1822691" y="2540"/>
                  </a:lnTo>
                  <a:lnTo>
                    <a:pt x="1822691" y="0"/>
                  </a:lnTo>
                  <a:close/>
                </a:path>
                <a:path w="2357754" h="23495">
                  <a:moveTo>
                    <a:pt x="1837982" y="0"/>
                  </a:moveTo>
                  <a:lnTo>
                    <a:pt x="1834159" y="0"/>
                  </a:lnTo>
                  <a:lnTo>
                    <a:pt x="1834159" y="2540"/>
                  </a:lnTo>
                  <a:lnTo>
                    <a:pt x="1837982" y="2540"/>
                  </a:lnTo>
                  <a:lnTo>
                    <a:pt x="1837982" y="0"/>
                  </a:lnTo>
                  <a:close/>
                </a:path>
                <a:path w="2357754" h="23495">
                  <a:moveTo>
                    <a:pt x="1853260" y="0"/>
                  </a:moveTo>
                  <a:lnTo>
                    <a:pt x="1849437" y="0"/>
                  </a:lnTo>
                  <a:lnTo>
                    <a:pt x="1849437" y="2540"/>
                  </a:lnTo>
                  <a:lnTo>
                    <a:pt x="1853260" y="2540"/>
                  </a:lnTo>
                  <a:lnTo>
                    <a:pt x="1853260" y="0"/>
                  </a:lnTo>
                  <a:close/>
                </a:path>
                <a:path w="2357754" h="23495">
                  <a:moveTo>
                    <a:pt x="1868551" y="0"/>
                  </a:moveTo>
                  <a:lnTo>
                    <a:pt x="1864728" y="0"/>
                  </a:lnTo>
                  <a:lnTo>
                    <a:pt x="1864728" y="2540"/>
                  </a:lnTo>
                  <a:lnTo>
                    <a:pt x="1868551" y="2540"/>
                  </a:lnTo>
                  <a:lnTo>
                    <a:pt x="1868551" y="0"/>
                  </a:lnTo>
                  <a:close/>
                </a:path>
                <a:path w="2357754" h="23495">
                  <a:moveTo>
                    <a:pt x="1883829" y="0"/>
                  </a:moveTo>
                  <a:lnTo>
                    <a:pt x="1880019" y="0"/>
                  </a:lnTo>
                  <a:lnTo>
                    <a:pt x="1880019" y="2540"/>
                  </a:lnTo>
                  <a:lnTo>
                    <a:pt x="1883829" y="2540"/>
                  </a:lnTo>
                  <a:lnTo>
                    <a:pt x="1883829" y="0"/>
                  </a:lnTo>
                  <a:close/>
                </a:path>
                <a:path w="2357754" h="23495">
                  <a:moveTo>
                    <a:pt x="1899119" y="0"/>
                  </a:moveTo>
                  <a:lnTo>
                    <a:pt x="1895297" y="0"/>
                  </a:lnTo>
                  <a:lnTo>
                    <a:pt x="1895297" y="2540"/>
                  </a:lnTo>
                  <a:lnTo>
                    <a:pt x="1899119" y="2540"/>
                  </a:lnTo>
                  <a:lnTo>
                    <a:pt x="1899119" y="0"/>
                  </a:lnTo>
                  <a:close/>
                </a:path>
                <a:path w="2357754" h="23495">
                  <a:moveTo>
                    <a:pt x="1914398" y="0"/>
                  </a:moveTo>
                  <a:lnTo>
                    <a:pt x="1910588" y="0"/>
                  </a:lnTo>
                  <a:lnTo>
                    <a:pt x="1910588" y="2540"/>
                  </a:lnTo>
                  <a:lnTo>
                    <a:pt x="1914398" y="2540"/>
                  </a:lnTo>
                  <a:lnTo>
                    <a:pt x="1914398" y="0"/>
                  </a:lnTo>
                  <a:close/>
                </a:path>
                <a:path w="2357754" h="23495">
                  <a:moveTo>
                    <a:pt x="1929688" y="0"/>
                  </a:moveTo>
                  <a:lnTo>
                    <a:pt x="1925866" y="0"/>
                  </a:lnTo>
                  <a:lnTo>
                    <a:pt x="1925866" y="2540"/>
                  </a:lnTo>
                  <a:lnTo>
                    <a:pt x="1929688" y="2540"/>
                  </a:lnTo>
                  <a:lnTo>
                    <a:pt x="1929688" y="0"/>
                  </a:lnTo>
                  <a:close/>
                </a:path>
                <a:path w="2357754" h="23495">
                  <a:moveTo>
                    <a:pt x="1944966" y="0"/>
                  </a:moveTo>
                  <a:lnTo>
                    <a:pt x="1941156" y="0"/>
                  </a:lnTo>
                  <a:lnTo>
                    <a:pt x="1941156" y="2540"/>
                  </a:lnTo>
                  <a:lnTo>
                    <a:pt x="1944966" y="2540"/>
                  </a:lnTo>
                  <a:lnTo>
                    <a:pt x="1944966" y="0"/>
                  </a:lnTo>
                  <a:close/>
                </a:path>
                <a:path w="2357754" h="23495">
                  <a:moveTo>
                    <a:pt x="1960257" y="0"/>
                  </a:moveTo>
                  <a:lnTo>
                    <a:pt x="1956435" y="0"/>
                  </a:lnTo>
                  <a:lnTo>
                    <a:pt x="1956435" y="2540"/>
                  </a:lnTo>
                  <a:lnTo>
                    <a:pt x="1960257" y="2540"/>
                  </a:lnTo>
                  <a:lnTo>
                    <a:pt x="1960257" y="0"/>
                  </a:lnTo>
                  <a:close/>
                </a:path>
                <a:path w="2357754" h="23495">
                  <a:moveTo>
                    <a:pt x="1975548" y="0"/>
                  </a:moveTo>
                  <a:lnTo>
                    <a:pt x="1971725" y="0"/>
                  </a:lnTo>
                  <a:lnTo>
                    <a:pt x="1971725" y="2540"/>
                  </a:lnTo>
                  <a:lnTo>
                    <a:pt x="1975548" y="2540"/>
                  </a:lnTo>
                  <a:lnTo>
                    <a:pt x="1975548" y="0"/>
                  </a:lnTo>
                  <a:close/>
                </a:path>
                <a:path w="2357754" h="23495">
                  <a:moveTo>
                    <a:pt x="1990826" y="0"/>
                  </a:moveTo>
                  <a:lnTo>
                    <a:pt x="1987003" y="0"/>
                  </a:lnTo>
                  <a:lnTo>
                    <a:pt x="1987003" y="2540"/>
                  </a:lnTo>
                  <a:lnTo>
                    <a:pt x="1990826" y="2540"/>
                  </a:lnTo>
                  <a:lnTo>
                    <a:pt x="1990826" y="0"/>
                  </a:lnTo>
                  <a:close/>
                </a:path>
                <a:path w="2357754" h="23495">
                  <a:moveTo>
                    <a:pt x="2006117" y="0"/>
                  </a:moveTo>
                  <a:lnTo>
                    <a:pt x="2002294" y="0"/>
                  </a:lnTo>
                  <a:lnTo>
                    <a:pt x="2002294" y="2540"/>
                  </a:lnTo>
                  <a:lnTo>
                    <a:pt x="2006117" y="2540"/>
                  </a:lnTo>
                  <a:lnTo>
                    <a:pt x="2006117" y="0"/>
                  </a:lnTo>
                  <a:close/>
                </a:path>
                <a:path w="2357754" h="23495">
                  <a:moveTo>
                    <a:pt x="2021395" y="0"/>
                  </a:moveTo>
                  <a:lnTo>
                    <a:pt x="2017572" y="0"/>
                  </a:lnTo>
                  <a:lnTo>
                    <a:pt x="2017572" y="2540"/>
                  </a:lnTo>
                  <a:lnTo>
                    <a:pt x="2021395" y="2540"/>
                  </a:lnTo>
                  <a:lnTo>
                    <a:pt x="2021395" y="0"/>
                  </a:lnTo>
                  <a:close/>
                </a:path>
                <a:path w="2357754" h="23495">
                  <a:moveTo>
                    <a:pt x="2036686" y="0"/>
                  </a:moveTo>
                  <a:lnTo>
                    <a:pt x="2032863" y="0"/>
                  </a:lnTo>
                  <a:lnTo>
                    <a:pt x="2032863" y="2540"/>
                  </a:lnTo>
                  <a:lnTo>
                    <a:pt x="2036686" y="2540"/>
                  </a:lnTo>
                  <a:lnTo>
                    <a:pt x="2036686" y="0"/>
                  </a:lnTo>
                  <a:close/>
                </a:path>
                <a:path w="2357754" h="23495">
                  <a:moveTo>
                    <a:pt x="2051964" y="0"/>
                  </a:moveTo>
                  <a:lnTo>
                    <a:pt x="2048141" y="0"/>
                  </a:lnTo>
                  <a:lnTo>
                    <a:pt x="2048141" y="2540"/>
                  </a:lnTo>
                  <a:lnTo>
                    <a:pt x="2051964" y="2540"/>
                  </a:lnTo>
                  <a:lnTo>
                    <a:pt x="2051964" y="0"/>
                  </a:lnTo>
                  <a:close/>
                </a:path>
                <a:path w="2357754" h="23495">
                  <a:moveTo>
                    <a:pt x="2067255" y="0"/>
                  </a:moveTo>
                  <a:lnTo>
                    <a:pt x="2063432" y="0"/>
                  </a:lnTo>
                  <a:lnTo>
                    <a:pt x="2063432" y="2540"/>
                  </a:lnTo>
                  <a:lnTo>
                    <a:pt x="2067255" y="2540"/>
                  </a:lnTo>
                  <a:lnTo>
                    <a:pt x="2067255" y="0"/>
                  </a:lnTo>
                  <a:close/>
                </a:path>
                <a:path w="2357754" h="23495">
                  <a:moveTo>
                    <a:pt x="2082533" y="0"/>
                  </a:moveTo>
                  <a:lnTo>
                    <a:pt x="2078710" y="0"/>
                  </a:lnTo>
                  <a:lnTo>
                    <a:pt x="2078710" y="2540"/>
                  </a:lnTo>
                  <a:lnTo>
                    <a:pt x="2082533" y="2540"/>
                  </a:lnTo>
                  <a:lnTo>
                    <a:pt x="2082533" y="0"/>
                  </a:lnTo>
                  <a:close/>
                </a:path>
                <a:path w="2357754" h="23495">
                  <a:moveTo>
                    <a:pt x="2097824" y="0"/>
                  </a:moveTo>
                  <a:lnTo>
                    <a:pt x="2094001" y="0"/>
                  </a:lnTo>
                  <a:lnTo>
                    <a:pt x="2094001" y="2540"/>
                  </a:lnTo>
                  <a:lnTo>
                    <a:pt x="2097824" y="2540"/>
                  </a:lnTo>
                  <a:lnTo>
                    <a:pt x="2097824" y="0"/>
                  </a:lnTo>
                  <a:close/>
                </a:path>
                <a:path w="2357754" h="23495">
                  <a:moveTo>
                    <a:pt x="2113102" y="0"/>
                  </a:moveTo>
                  <a:lnTo>
                    <a:pt x="2109279" y="0"/>
                  </a:lnTo>
                  <a:lnTo>
                    <a:pt x="2109279" y="2540"/>
                  </a:lnTo>
                  <a:lnTo>
                    <a:pt x="2113102" y="2540"/>
                  </a:lnTo>
                  <a:lnTo>
                    <a:pt x="2113102" y="0"/>
                  </a:lnTo>
                  <a:close/>
                </a:path>
                <a:path w="2357754" h="23495">
                  <a:moveTo>
                    <a:pt x="2128393" y="0"/>
                  </a:moveTo>
                  <a:lnTo>
                    <a:pt x="2124570" y="0"/>
                  </a:lnTo>
                  <a:lnTo>
                    <a:pt x="2124570" y="2540"/>
                  </a:lnTo>
                  <a:lnTo>
                    <a:pt x="2128393" y="2540"/>
                  </a:lnTo>
                  <a:lnTo>
                    <a:pt x="2128393" y="0"/>
                  </a:lnTo>
                  <a:close/>
                </a:path>
                <a:path w="2357754" h="23495">
                  <a:moveTo>
                    <a:pt x="2143671" y="0"/>
                  </a:moveTo>
                  <a:lnTo>
                    <a:pt x="2139848" y="0"/>
                  </a:lnTo>
                  <a:lnTo>
                    <a:pt x="2139848" y="2540"/>
                  </a:lnTo>
                  <a:lnTo>
                    <a:pt x="2143671" y="2540"/>
                  </a:lnTo>
                  <a:lnTo>
                    <a:pt x="2143671" y="0"/>
                  </a:lnTo>
                  <a:close/>
                </a:path>
                <a:path w="2357754" h="23495">
                  <a:moveTo>
                    <a:pt x="2158962" y="0"/>
                  </a:moveTo>
                  <a:lnTo>
                    <a:pt x="2155139" y="0"/>
                  </a:lnTo>
                  <a:lnTo>
                    <a:pt x="2155139" y="2540"/>
                  </a:lnTo>
                  <a:lnTo>
                    <a:pt x="2158962" y="2540"/>
                  </a:lnTo>
                  <a:lnTo>
                    <a:pt x="2158962" y="0"/>
                  </a:lnTo>
                  <a:close/>
                </a:path>
                <a:path w="2357754" h="23495">
                  <a:moveTo>
                    <a:pt x="2174240" y="0"/>
                  </a:moveTo>
                  <a:lnTo>
                    <a:pt x="2170417" y="0"/>
                  </a:lnTo>
                  <a:lnTo>
                    <a:pt x="2170417" y="2540"/>
                  </a:lnTo>
                  <a:lnTo>
                    <a:pt x="2174240" y="2540"/>
                  </a:lnTo>
                  <a:lnTo>
                    <a:pt x="2174240" y="0"/>
                  </a:lnTo>
                  <a:close/>
                </a:path>
                <a:path w="2357754" h="23495">
                  <a:moveTo>
                    <a:pt x="2189530" y="0"/>
                  </a:moveTo>
                  <a:lnTo>
                    <a:pt x="2185708" y="0"/>
                  </a:lnTo>
                  <a:lnTo>
                    <a:pt x="2185708" y="2540"/>
                  </a:lnTo>
                  <a:lnTo>
                    <a:pt x="2189530" y="2540"/>
                  </a:lnTo>
                  <a:lnTo>
                    <a:pt x="2189530" y="0"/>
                  </a:lnTo>
                  <a:close/>
                </a:path>
                <a:path w="2357754" h="23495">
                  <a:moveTo>
                    <a:pt x="2204809" y="0"/>
                  </a:moveTo>
                  <a:lnTo>
                    <a:pt x="2200986" y="0"/>
                  </a:lnTo>
                  <a:lnTo>
                    <a:pt x="2200986" y="2540"/>
                  </a:lnTo>
                  <a:lnTo>
                    <a:pt x="2204809" y="2540"/>
                  </a:lnTo>
                  <a:lnTo>
                    <a:pt x="2204809" y="0"/>
                  </a:lnTo>
                  <a:close/>
                </a:path>
                <a:path w="2357754" h="23495">
                  <a:moveTo>
                    <a:pt x="2220099" y="0"/>
                  </a:moveTo>
                  <a:lnTo>
                    <a:pt x="2216277" y="0"/>
                  </a:lnTo>
                  <a:lnTo>
                    <a:pt x="2216277" y="2540"/>
                  </a:lnTo>
                  <a:lnTo>
                    <a:pt x="2220099" y="2540"/>
                  </a:lnTo>
                  <a:lnTo>
                    <a:pt x="2220099" y="0"/>
                  </a:lnTo>
                  <a:close/>
                </a:path>
                <a:path w="2357754" h="23495">
                  <a:moveTo>
                    <a:pt x="2235377" y="0"/>
                  </a:moveTo>
                  <a:lnTo>
                    <a:pt x="2231555" y="0"/>
                  </a:lnTo>
                  <a:lnTo>
                    <a:pt x="2231555" y="2540"/>
                  </a:lnTo>
                  <a:lnTo>
                    <a:pt x="2235377" y="2540"/>
                  </a:lnTo>
                  <a:lnTo>
                    <a:pt x="2235377" y="0"/>
                  </a:lnTo>
                  <a:close/>
                </a:path>
                <a:path w="2357754" h="23495">
                  <a:moveTo>
                    <a:pt x="2250668" y="0"/>
                  </a:moveTo>
                  <a:lnTo>
                    <a:pt x="2246846" y="0"/>
                  </a:lnTo>
                  <a:lnTo>
                    <a:pt x="2246846" y="2540"/>
                  </a:lnTo>
                  <a:lnTo>
                    <a:pt x="2250668" y="2540"/>
                  </a:lnTo>
                  <a:lnTo>
                    <a:pt x="2250668" y="0"/>
                  </a:lnTo>
                  <a:close/>
                </a:path>
                <a:path w="2357754" h="23495">
                  <a:moveTo>
                    <a:pt x="2265946" y="0"/>
                  </a:moveTo>
                  <a:lnTo>
                    <a:pt x="2262136" y="0"/>
                  </a:lnTo>
                  <a:lnTo>
                    <a:pt x="2262136" y="2540"/>
                  </a:lnTo>
                  <a:lnTo>
                    <a:pt x="2265946" y="2540"/>
                  </a:lnTo>
                  <a:lnTo>
                    <a:pt x="2265946" y="0"/>
                  </a:lnTo>
                  <a:close/>
                </a:path>
                <a:path w="2357754" h="23495">
                  <a:moveTo>
                    <a:pt x="2281237" y="0"/>
                  </a:moveTo>
                  <a:lnTo>
                    <a:pt x="2277414" y="0"/>
                  </a:lnTo>
                  <a:lnTo>
                    <a:pt x="2277414" y="2540"/>
                  </a:lnTo>
                  <a:lnTo>
                    <a:pt x="2281237" y="2540"/>
                  </a:lnTo>
                  <a:lnTo>
                    <a:pt x="2281237" y="0"/>
                  </a:lnTo>
                  <a:close/>
                </a:path>
                <a:path w="2357754" h="23495">
                  <a:moveTo>
                    <a:pt x="2296515" y="0"/>
                  </a:moveTo>
                  <a:lnTo>
                    <a:pt x="2292705" y="0"/>
                  </a:lnTo>
                  <a:lnTo>
                    <a:pt x="2292705" y="2540"/>
                  </a:lnTo>
                  <a:lnTo>
                    <a:pt x="2296515" y="2540"/>
                  </a:lnTo>
                  <a:lnTo>
                    <a:pt x="2296515" y="0"/>
                  </a:lnTo>
                  <a:close/>
                </a:path>
                <a:path w="2357754" h="23495">
                  <a:moveTo>
                    <a:pt x="2311806" y="0"/>
                  </a:moveTo>
                  <a:lnTo>
                    <a:pt x="2307983" y="0"/>
                  </a:lnTo>
                  <a:lnTo>
                    <a:pt x="2307983" y="2540"/>
                  </a:lnTo>
                  <a:lnTo>
                    <a:pt x="2311806" y="2540"/>
                  </a:lnTo>
                  <a:lnTo>
                    <a:pt x="2311806" y="0"/>
                  </a:lnTo>
                  <a:close/>
                </a:path>
                <a:path w="2357754" h="23495">
                  <a:moveTo>
                    <a:pt x="2327084" y="0"/>
                  </a:moveTo>
                  <a:lnTo>
                    <a:pt x="2323274" y="0"/>
                  </a:lnTo>
                  <a:lnTo>
                    <a:pt x="2323274" y="2540"/>
                  </a:lnTo>
                  <a:lnTo>
                    <a:pt x="2327084" y="2540"/>
                  </a:lnTo>
                  <a:lnTo>
                    <a:pt x="2327084" y="0"/>
                  </a:lnTo>
                  <a:close/>
                </a:path>
                <a:path w="2357754" h="23495">
                  <a:moveTo>
                    <a:pt x="2342375" y="0"/>
                  </a:moveTo>
                  <a:lnTo>
                    <a:pt x="2338552" y="0"/>
                  </a:lnTo>
                  <a:lnTo>
                    <a:pt x="2338552" y="2540"/>
                  </a:lnTo>
                  <a:lnTo>
                    <a:pt x="2342375" y="2540"/>
                  </a:lnTo>
                  <a:lnTo>
                    <a:pt x="2342375" y="0"/>
                  </a:lnTo>
                  <a:close/>
                </a:path>
                <a:path w="2357754" h="23495">
                  <a:moveTo>
                    <a:pt x="2357666" y="20840"/>
                  </a:moveTo>
                  <a:lnTo>
                    <a:pt x="2353843" y="20840"/>
                  </a:lnTo>
                  <a:lnTo>
                    <a:pt x="2353843" y="23393"/>
                  </a:lnTo>
                  <a:lnTo>
                    <a:pt x="2357666" y="23393"/>
                  </a:lnTo>
                  <a:lnTo>
                    <a:pt x="2357666" y="2084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9305404" y="5174411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00" y="0"/>
                  </a:moveTo>
                  <a:lnTo>
                    <a:pt x="15278" y="0"/>
                  </a:lnTo>
                  <a:lnTo>
                    <a:pt x="15278" y="2540"/>
                  </a:lnTo>
                  <a:lnTo>
                    <a:pt x="19100" y="2540"/>
                  </a:lnTo>
                  <a:lnTo>
                    <a:pt x="19100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69" y="0"/>
                  </a:moveTo>
                  <a:lnTo>
                    <a:pt x="45847" y="0"/>
                  </a:lnTo>
                  <a:lnTo>
                    <a:pt x="45847" y="2540"/>
                  </a:lnTo>
                  <a:lnTo>
                    <a:pt x="49669" y="2540"/>
                  </a:lnTo>
                  <a:lnTo>
                    <a:pt x="49669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38" y="0"/>
                  </a:moveTo>
                  <a:lnTo>
                    <a:pt x="76428" y="0"/>
                  </a:lnTo>
                  <a:lnTo>
                    <a:pt x="76428" y="2540"/>
                  </a:lnTo>
                  <a:lnTo>
                    <a:pt x="80238" y="2540"/>
                  </a:lnTo>
                  <a:lnTo>
                    <a:pt x="80238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07" y="0"/>
                  </a:moveTo>
                  <a:lnTo>
                    <a:pt x="106997" y="0"/>
                  </a:lnTo>
                  <a:lnTo>
                    <a:pt x="106997" y="2540"/>
                  </a:lnTo>
                  <a:lnTo>
                    <a:pt x="110807" y="2540"/>
                  </a:lnTo>
                  <a:lnTo>
                    <a:pt x="110807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76" y="0"/>
                  </a:moveTo>
                  <a:lnTo>
                    <a:pt x="137566" y="0"/>
                  </a:lnTo>
                  <a:lnTo>
                    <a:pt x="137566" y="2540"/>
                  </a:lnTo>
                  <a:lnTo>
                    <a:pt x="141376" y="2540"/>
                  </a:lnTo>
                  <a:lnTo>
                    <a:pt x="141376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58" y="0"/>
                  </a:moveTo>
                  <a:lnTo>
                    <a:pt x="168135" y="0"/>
                  </a:lnTo>
                  <a:lnTo>
                    <a:pt x="168135" y="2540"/>
                  </a:lnTo>
                  <a:lnTo>
                    <a:pt x="171958" y="2540"/>
                  </a:lnTo>
                  <a:lnTo>
                    <a:pt x="171958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26" y="0"/>
                  </a:moveTo>
                  <a:lnTo>
                    <a:pt x="198704" y="0"/>
                  </a:lnTo>
                  <a:lnTo>
                    <a:pt x="198704" y="2540"/>
                  </a:lnTo>
                  <a:lnTo>
                    <a:pt x="202526" y="2540"/>
                  </a:lnTo>
                  <a:lnTo>
                    <a:pt x="202526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95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95" y="2540"/>
                  </a:lnTo>
                  <a:lnTo>
                    <a:pt x="233095" y="0"/>
                  </a:lnTo>
                  <a:close/>
                </a:path>
                <a:path w="107378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1073784" h="2539">
                  <a:moveTo>
                    <a:pt x="263664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64" y="2540"/>
                  </a:lnTo>
                  <a:lnTo>
                    <a:pt x="263664" y="0"/>
                  </a:lnTo>
                  <a:close/>
                </a:path>
                <a:path w="107378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1073784" h="2539">
                  <a:moveTo>
                    <a:pt x="294233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33" y="2540"/>
                  </a:lnTo>
                  <a:lnTo>
                    <a:pt x="294233" y="0"/>
                  </a:lnTo>
                  <a:close/>
                </a:path>
                <a:path w="1073784" h="2539">
                  <a:moveTo>
                    <a:pt x="309511" y="0"/>
                  </a:moveTo>
                  <a:lnTo>
                    <a:pt x="305689" y="0"/>
                  </a:lnTo>
                  <a:lnTo>
                    <a:pt x="305689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80" y="0"/>
                  </a:moveTo>
                  <a:lnTo>
                    <a:pt x="336257" y="0"/>
                  </a:lnTo>
                  <a:lnTo>
                    <a:pt x="336257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49" y="0"/>
                  </a:moveTo>
                  <a:lnTo>
                    <a:pt x="366826" y="0"/>
                  </a:lnTo>
                  <a:lnTo>
                    <a:pt x="366826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18" y="0"/>
                  </a:moveTo>
                  <a:lnTo>
                    <a:pt x="397395" y="0"/>
                  </a:lnTo>
                  <a:lnTo>
                    <a:pt x="397395" y="2540"/>
                  </a:lnTo>
                  <a:lnTo>
                    <a:pt x="401218" y="2540"/>
                  </a:lnTo>
                  <a:lnTo>
                    <a:pt x="401218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787" y="0"/>
                  </a:moveTo>
                  <a:lnTo>
                    <a:pt x="427964" y="0"/>
                  </a:lnTo>
                  <a:lnTo>
                    <a:pt x="427964" y="2540"/>
                  </a:lnTo>
                  <a:lnTo>
                    <a:pt x="431787" y="2540"/>
                  </a:lnTo>
                  <a:lnTo>
                    <a:pt x="431787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56" y="0"/>
                  </a:moveTo>
                  <a:lnTo>
                    <a:pt x="458546" y="0"/>
                  </a:lnTo>
                  <a:lnTo>
                    <a:pt x="458546" y="2540"/>
                  </a:lnTo>
                  <a:lnTo>
                    <a:pt x="462356" y="2540"/>
                  </a:lnTo>
                  <a:lnTo>
                    <a:pt x="462356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25" y="0"/>
                  </a:moveTo>
                  <a:lnTo>
                    <a:pt x="489115" y="0"/>
                  </a:lnTo>
                  <a:lnTo>
                    <a:pt x="489115" y="2540"/>
                  </a:lnTo>
                  <a:lnTo>
                    <a:pt x="492925" y="2540"/>
                  </a:lnTo>
                  <a:lnTo>
                    <a:pt x="492925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494" y="0"/>
                  </a:moveTo>
                  <a:lnTo>
                    <a:pt x="519684" y="0"/>
                  </a:lnTo>
                  <a:lnTo>
                    <a:pt x="519684" y="2540"/>
                  </a:lnTo>
                  <a:lnTo>
                    <a:pt x="523494" y="2540"/>
                  </a:lnTo>
                  <a:lnTo>
                    <a:pt x="523494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75" y="0"/>
                  </a:moveTo>
                  <a:lnTo>
                    <a:pt x="550252" y="0"/>
                  </a:lnTo>
                  <a:lnTo>
                    <a:pt x="550252" y="2540"/>
                  </a:lnTo>
                  <a:lnTo>
                    <a:pt x="554075" y="2540"/>
                  </a:lnTo>
                  <a:lnTo>
                    <a:pt x="554075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44" y="0"/>
                  </a:moveTo>
                  <a:lnTo>
                    <a:pt x="580821" y="0"/>
                  </a:lnTo>
                  <a:lnTo>
                    <a:pt x="580821" y="2540"/>
                  </a:lnTo>
                  <a:lnTo>
                    <a:pt x="584644" y="2540"/>
                  </a:lnTo>
                  <a:lnTo>
                    <a:pt x="584644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13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13" y="2540"/>
                  </a:lnTo>
                  <a:lnTo>
                    <a:pt x="615213" y="0"/>
                  </a:lnTo>
                  <a:close/>
                </a:path>
                <a:path w="107378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1073784" h="2539">
                  <a:moveTo>
                    <a:pt x="645782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82" y="2540"/>
                  </a:lnTo>
                  <a:lnTo>
                    <a:pt x="645782" y="0"/>
                  </a:lnTo>
                  <a:close/>
                </a:path>
                <a:path w="107378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1073784" h="2539">
                  <a:moveTo>
                    <a:pt x="676351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51" y="2540"/>
                  </a:lnTo>
                  <a:lnTo>
                    <a:pt x="676351" y="0"/>
                  </a:lnTo>
                  <a:close/>
                </a:path>
                <a:path w="1073784" h="2539">
                  <a:moveTo>
                    <a:pt x="691629" y="0"/>
                  </a:moveTo>
                  <a:lnTo>
                    <a:pt x="687806" y="0"/>
                  </a:lnTo>
                  <a:lnTo>
                    <a:pt x="687806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198" y="0"/>
                  </a:moveTo>
                  <a:lnTo>
                    <a:pt x="718375" y="0"/>
                  </a:lnTo>
                  <a:lnTo>
                    <a:pt x="718375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67" y="0"/>
                  </a:moveTo>
                  <a:lnTo>
                    <a:pt x="748944" y="0"/>
                  </a:lnTo>
                  <a:lnTo>
                    <a:pt x="748944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36" y="0"/>
                  </a:moveTo>
                  <a:lnTo>
                    <a:pt x="779513" y="0"/>
                  </a:lnTo>
                  <a:lnTo>
                    <a:pt x="779513" y="2540"/>
                  </a:lnTo>
                  <a:lnTo>
                    <a:pt x="783336" y="2540"/>
                  </a:lnTo>
                  <a:lnTo>
                    <a:pt x="783336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04" y="0"/>
                  </a:moveTo>
                  <a:lnTo>
                    <a:pt x="810082" y="0"/>
                  </a:lnTo>
                  <a:lnTo>
                    <a:pt x="810082" y="2540"/>
                  </a:lnTo>
                  <a:lnTo>
                    <a:pt x="813904" y="2540"/>
                  </a:lnTo>
                  <a:lnTo>
                    <a:pt x="813904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73" y="0"/>
                  </a:moveTo>
                  <a:lnTo>
                    <a:pt x="840663" y="0"/>
                  </a:lnTo>
                  <a:lnTo>
                    <a:pt x="840663" y="2540"/>
                  </a:lnTo>
                  <a:lnTo>
                    <a:pt x="844473" y="2540"/>
                  </a:lnTo>
                  <a:lnTo>
                    <a:pt x="844473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42" y="0"/>
                  </a:moveTo>
                  <a:lnTo>
                    <a:pt x="871232" y="0"/>
                  </a:lnTo>
                  <a:lnTo>
                    <a:pt x="871232" y="2540"/>
                  </a:lnTo>
                  <a:lnTo>
                    <a:pt x="875042" y="2540"/>
                  </a:lnTo>
                  <a:lnTo>
                    <a:pt x="875042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11" y="0"/>
                  </a:moveTo>
                  <a:lnTo>
                    <a:pt x="901801" y="0"/>
                  </a:lnTo>
                  <a:lnTo>
                    <a:pt x="901801" y="2540"/>
                  </a:lnTo>
                  <a:lnTo>
                    <a:pt x="905611" y="2540"/>
                  </a:lnTo>
                  <a:lnTo>
                    <a:pt x="905611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79" y="0"/>
                  </a:lnTo>
                  <a:lnTo>
                    <a:pt x="917079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93" y="0"/>
                  </a:moveTo>
                  <a:lnTo>
                    <a:pt x="932370" y="0"/>
                  </a:lnTo>
                  <a:lnTo>
                    <a:pt x="932370" y="2540"/>
                  </a:lnTo>
                  <a:lnTo>
                    <a:pt x="936193" y="2540"/>
                  </a:lnTo>
                  <a:lnTo>
                    <a:pt x="936193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48" y="0"/>
                  </a:lnTo>
                  <a:lnTo>
                    <a:pt x="947648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62" y="0"/>
                  </a:moveTo>
                  <a:lnTo>
                    <a:pt x="962939" y="0"/>
                  </a:lnTo>
                  <a:lnTo>
                    <a:pt x="962939" y="2540"/>
                  </a:lnTo>
                  <a:lnTo>
                    <a:pt x="966762" y="2540"/>
                  </a:lnTo>
                  <a:lnTo>
                    <a:pt x="966762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17" y="0"/>
                  </a:lnTo>
                  <a:lnTo>
                    <a:pt x="978217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31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31" y="2540"/>
                  </a:lnTo>
                  <a:lnTo>
                    <a:pt x="997331" y="0"/>
                  </a:lnTo>
                  <a:close/>
                </a:path>
                <a:path w="1073784" h="2539">
                  <a:moveTo>
                    <a:pt x="1012609" y="0"/>
                  </a:moveTo>
                  <a:lnTo>
                    <a:pt x="1008786" y="0"/>
                  </a:lnTo>
                  <a:lnTo>
                    <a:pt x="1008786" y="2540"/>
                  </a:lnTo>
                  <a:lnTo>
                    <a:pt x="1012609" y="2540"/>
                  </a:lnTo>
                  <a:lnTo>
                    <a:pt x="1012609" y="0"/>
                  </a:lnTo>
                  <a:close/>
                </a:path>
                <a:path w="1073784" h="2539">
                  <a:moveTo>
                    <a:pt x="1027899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99" y="2540"/>
                  </a:lnTo>
                  <a:lnTo>
                    <a:pt x="1027899" y="0"/>
                  </a:lnTo>
                  <a:close/>
                </a:path>
                <a:path w="1073784" h="2539">
                  <a:moveTo>
                    <a:pt x="1043178" y="0"/>
                  </a:moveTo>
                  <a:lnTo>
                    <a:pt x="1039355" y="0"/>
                  </a:lnTo>
                  <a:lnTo>
                    <a:pt x="1039355" y="2540"/>
                  </a:lnTo>
                  <a:lnTo>
                    <a:pt x="1043178" y="2540"/>
                  </a:lnTo>
                  <a:lnTo>
                    <a:pt x="1043178" y="0"/>
                  </a:lnTo>
                  <a:close/>
                </a:path>
                <a:path w="1073784" h="2539">
                  <a:moveTo>
                    <a:pt x="1058468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68" y="2540"/>
                  </a:lnTo>
                  <a:lnTo>
                    <a:pt x="1058468" y="0"/>
                  </a:lnTo>
                  <a:close/>
                </a:path>
                <a:path w="1073784" h="2539">
                  <a:moveTo>
                    <a:pt x="1073746" y="0"/>
                  </a:moveTo>
                  <a:lnTo>
                    <a:pt x="1069924" y="0"/>
                  </a:lnTo>
                  <a:lnTo>
                    <a:pt x="1069924" y="2540"/>
                  </a:lnTo>
                  <a:lnTo>
                    <a:pt x="1073746" y="2540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648167" y="5156060"/>
              <a:ext cx="2357755" cy="20955"/>
            </a:xfrm>
            <a:custGeom>
              <a:avLst/>
              <a:gdLst/>
              <a:ahLst/>
              <a:cxnLst/>
              <a:rect l="l" t="t" r="r" b="b"/>
              <a:pathLst>
                <a:path w="2357754" h="20954">
                  <a:moveTo>
                    <a:pt x="3810" y="18351"/>
                  </a:moveTo>
                  <a:lnTo>
                    <a:pt x="0" y="18351"/>
                  </a:lnTo>
                  <a:lnTo>
                    <a:pt x="0" y="20891"/>
                  </a:lnTo>
                  <a:lnTo>
                    <a:pt x="3810" y="20891"/>
                  </a:lnTo>
                  <a:lnTo>
                    <a:pt x="3810" y="18351"/>
                  </a:lnTo>
                  <a:close/>
                </a:path>
                <a:path w="2357754" h="20954">
                  <a:moveTo>
                    <a:pt x="19100" y="18351"/>
                  </a:moveTo>
                  <a:lnTo>
                    <a:pt x="15278" y="18351"/>
                  </a:lnTo>
                  <a:lnTo>
                    <a:pt x="15278" y="20891"/>
                  </a:lnTo>
                  <a:lnTo>
                    <a:pt x="19100" y="20891"/>
                  </a:lnTo>
                  <a:lnTo>
                    <a:pt x="19100" y="18351"/>
                  </a:lnTo>
                  <a:close/>
                </a:path>
                <a:path w="2357754" h="20954">
                  <a:moveTo>
                    <a:pt x="34378" y="18351"/>
                  </a:moveTo>
                  <a:lnTo>
                    <a:pt x="30568" y="18351"/>
                  </a:lnTo>
                  <a:lnTo>
                    <a:pt x="30568" y="20891"/>
                  </a:lnTo>
                  <a:lnTo>
                    <a:pt x="34378" y="20891"/>
                  </a:lnTo>
                  <a:lnTo>
                    <a:pt x="34378" y="18351"/>
                  </a:lnTo>
                  <a:close/>
                </a:path>
                <a:path w="2357754" h="20954">
                  <a:moveTo>
                    <a:pt x="49669" y="18351"/>
                  </a:moveTo>
                  <a:lnTo>
                    <a:pt x="45847" y="18351"/>
                  </a:lnTo>
                  <a:lnTo>
                    <a:pt x="45847" y="20891"/>
                  </a:lnTo>
                  <a:lnTo>
                    <a:pt x="49669" y="20891"/>
                  </a:lnTo>
                  <a:lnTo>
                    <a:pt x="49669" y="18351"/>
                  </a:lnTo>
                  <a:close/>
                </a:path>
                <a:path w="2357754" h="20954">
                  <a:moveTo>
                    <a:pt x="64960" y="18351"/>
                  </a:moveTo>
                  <a:lnTo>
                    <a:pt x="61137" y="18351"/>
                  </a:lnTo>
                  <a:lnTo>
                    <a:pt x="61137" y="20891"/>
                  </a:lnTo>
                  <a:lnTo>
                    <a:pt x="64960" y="20891"/>
                  </a:lnTo>
                  <a:lnTo>
                    <a:pt x="64960" y="18351"/>
                  </a:lnTo>
                  <a:close/>
                </a:path>
                <a:path w="2357754" h="20954">
                  <a:moveTo>
                    <a:pt x="80238" y="18351"/>
                  </a:moveTo>
                  <a:lnTo>
                    <a:pt x="76415" y="18351"/>
                  </a:lnTo>
                  <a:lnTo>
                    <a:pt x="76415" y="20891"/>
                  </a:lnTo>
                  <a:lnTo>
                    <a:pt x="80238" y="20891"/>
                  </a:lnTo>
                  <a:lnTo>
                    <a:pt x="80238" y="18351"/>
                  </a:lnTo>
                  <a:close/>
                </a:path>
                <a:path w="2357754" h="20954">
                  <a:moveTo>
                    <a:pt x="95529" y="18351"/>
                  </a:moveTo>
                  <a:lnTo>
                    <a:pt x="91706" y="18351"/>
                  </a:lnTo>
                  <a:lnTo>
                    <a:pt x="91706" y="20891"/>
                  </a:lnTo>
                  <a:lnTo>
                    <a:pt x="95529" y="20891"/>
                  </a:lnTo>
                  <a:lnTo>
                    <a:pt x="95529" y="18351"/>
                  </a:lnTo>
                  <a:close/>
                </a:path>
                <a:path w="2357754" h="20954">
                  <a:moveTo>
                    <a:pt x="110807" y="18351"/>
                  </a:moveTo>
                  <a:lnTo>
                    <a:pt x="106984" y="18351"/>
                  </a:lnTo>
                  <a:lnTo>
                    <a:pt x="106984" y="20891"/>
                  </a:lnTo>
                  <a:lnTo>
                    <a:pt x="110807" y="20891"/>
                  </a:lnTo>
                  <a:lnTo>
                    <a:pt x="110807" y="18351"/>
                  </a:lnTo>
                  <a:close/>
                </a:path>
                <a:path w="2357754" h="20954">
                  <a:moveTo>
                    <a:pt x="126098" y="18351"/>
                  </a:moveTo>
                  <a:lnTo>
                    <a:pt x="122275" y="18351"/>
                  </a:lnTo>
                  <a:lnTo>
                    <a:pt x="122275" y="20891"/>
                  </a:lnTo>
                  <a:lnTo>
                    <a:pt x="126098" y="20891"/>
                  </a:lnTo>
                  <a:lnTo>
                    <a:pt x="126098" y="18351"/>
                  </a:lnTo>
                  <a:close/>
                </a:path>
                <a:path w="2357754" h="20954">
                  <a:moveTo>
                    <a:pt x="141376" y="18351"/>
                  </a:moveTo>
                  <a:lnTo>
                    <a:pt x="137553" y="18351"/>
                  </a:lnTo>
                  <a:lnTo>
                    <a:pt x="137553" y="20891"/>
                  </a:lnTo>
                  <a:lnTo>
                    <a:pt x="141376" y="20891"/>
                  </a:lnTo>
                  <a:lnTo>
                    <a:pt x="141376" y="18351"/>
                  </a:lnTo>
                  <a:close/>
                </a:path>
                <a:path w="2357754" h="20954">
                  <a:moveTo>
                    <a:pt x="156667" y="18351"/>
                  </a:moveTo>
                  <a:lnTo>
                    <a:pt x="152844" y="18351"/>
                  </a:lnTo>
                  <a:lnTo>
                    <a:pt x="152844" y="20891"/>
                  </a:lnTo>
                  <a:lnTo>
                    <a:pt x="156667" y="20891"/>
                  </a:lnTo>
                  <a:lnTo>
                    <a:pt x="156667" y="18351"/>
                  </a:lnTo>
                  <a:close/>
                </a:path>
                <a:path w="2357754" h="20954">
                  <a:moveTo>
                    <a:pt x="171945" y="18351"/>
                  </a:moveTo>
                  <a:lnTo>
                    <a:pt x="168122" y="18351"/>
                  </a:lnTo>
                  <a:lnTo>
                    <a:pt x="168122" y="20891"/>
                  </a:lnTo>
                  <a:lnTo>
                    <a:pt x="171945" y="20891"/>
                  </a:lnTo>
                  <a:lnTo>
                    <a:pt x="171945" y="18351"/>
                  </a:lnTo>
                  <a:close/>
                </a:path>
                <a:path w="2357754" h="20954">
                  <a:moveTo>
                    <a:pt x="187236" y="18351"/>
                  </a:moveTo>
                  <a:lnTo>
                    <a:pt x="183413" y="18351"/>
                  </a:lnTo>
                  <a:lnTo>
                    <a:pt x="183413" y="20891"/>
                  </a:lnTo>
                  <a:lnTo>
                    <a:pt x="187236" y="20891"/>
                  </a:lnTo>
                  <a:lnTo>
                    <a:pt x="187236" y="18351"/>
                  </a:lnTo>
                  <a:close/>
                </a:path>
                <a:path w="2357754" h="20954">
                  <a:moveTo>
                    <a:pt x="202514" y="18351"/>
                  </a:moveTo>
                  <a:lnTo>
                    <a:pt x="198691" y="18351"/>
                  </a:lnTo>
                  <a:lnTo>
                    <a:pt x="198691" y="20891"/>
                  </a:lnTo>
                  <a:lnTo>
                    <a:pt x="202514" y="20891"/>
                  </a:lnTo>
                  <a:lnTo>
                    <a:pt x="202514" y="18351"/>
                  </a:lnTo>
                  <a:close/>
                </a:path>
                <a:path w="2357754" h="20954">
                  <a:moveTo>
                    <a:pt x="217805" y="18351"/>
                  </a:moveTo>
                  <a:lnTo>
                    <a:pt x="213982" y="18351"/>
                  </a:lnTo>
                  <a:lnTo>
                    <a:pt x="213982" y="20891"/>
                  </a:lnTo>
                  <a:lnTo>
                    <a:pt x="217805" y="20891"/>
                  </a:lnTo>
                  <a:lnTo>
                    <a:pt x="217805" y="18351"/>
                  </a:lnTo>
                  <a:close/>
                </a:path>
                <a:path w="2357754" h="20954">
                  <a:moveTo>
                    <a:pt x="233083" y="18351"/>
                  </a:moveTo>
                  <a:lnTo>
                    <a:pt x="229260" y="18351"/>
                  </a:lnTo>
                  <a:lnTo>
                    <a:pt x="229260" y="20891"/>
                  </a:lnTo>
                  <a:lnTo>
                    <a:pt x="233083" y="20891"/>
                  </a:lnTo>
                  <a:lnTo>
                    <a:pt x="233083" y="18351"/>
                  </a:lnTo>
                  <a:close/>
                </a:path>
                <a:path w="2357754" h="20954">
                  <a:moveTo>
                    <a:pt x="248373" y="18351"/>
                  </a:moveTo>
                  <a:lnTo>
                    <a:pt x="244551" y="18351"/>
                  </a:lnTo>
                  <a:lnTo>
                    <a:pt x="244551" y="20891"/>
                  </a:lnTo>
                  <a:lnTo>
                    <a:pt x="248373" y="20891"/>
                  </a:lnTo>
                  <a:lnTo>
                    <a:pt x="248373" y="18351"/>
                  </a:lnTo>
                  <a:close/>
                </a:path>
                <a:path w="2357754" h="20954">
                  <a:moveTo>
                    <a:pt x="263652" y="18351"/>
                  </a:moveTo>
                  <a:lnTo>
                    <a:pt x="259829" y="18351"/>
                  </a:lnTo>
                  <a:lnTo>
                    <a:pt x="259829" y="20891"/>
                  </a:lnTo>
                  <a:lnTo>
                    <a:pt x="263652" y="20891"/>
                  </a:lnTo>
                  <a:lnTo>
                    <a:pt x="263652" y="18351"/>
                  </a:lnTo>
                  <a:close/>
                </a:path>
                <a:path w="2357754" h="20954">
                  <a:moveTo>
                    <a:pt x="278942" y="18351"/>
                  </a:moveTo>
                  <a:lnTo>
                    <a:pt x="275120" y="18351"/>
                  </a:lnTo>
                  <a:lnTo>
                    <a:pt x="275120" y="20891"/>
                  </a:lnTo>
                  <a:lnTo>
                    <a:pt x="278942" y="20891"/>
                  </a:lnTo>
                  <a:lnTo>
                    <a:pt x="278942" y="18351"/>
                  </a:lnTo>
                  <a:close/>
                </a:path>
                <a:path w="2357754" h="20954">
                  <a:moveTo>
                    <a:pt x="294220" y="18351"/>
                  </a:moveTo>
                  <a:lnTo>
                    <a:pt x="290398" y="18351"/>
                  </a:lnTo>
                  <a:lnTo>
                    <a:pt x="290398" y="20891"/>
                  </a:lnTo>
                  <a:lnTo>
                    <a:pt x="294220" y="20891"/>
                  </a:lnTo>
                  <a:lnTo>
                    <a:pt x="294220" y="18351"/>
                  </a:lnTo>
                  <a:close/>
                </a:path>
                <a:path w="2357754" h="20954">
                  <a:moveTo>
                    <a:pt x="309511" y="18351"/>
                  </a:moveTo>
                  <a:lnTo>
                    <a:pt x="305689" y="18351"/>
                  </a:lnTo>
                  <a:lnTo>
                    <a:pt x="305689" y="20891"/>
                  </a:lnTo>
                  <a:lnTo>
                    <a:pt x="309511" y="20891"/>
                  </a:lnTo>
                  <a:lnTo>
                    <a:pt x="309511" y="18351"/>
                  </a:lnTo>
                  <a:close/>
                </a:path>
                <a:path w="2357754" h="20954">
                  <a:moveTo>
                    <a:pt x="324789" y="18351"/>
                  </a:moveTo>
                  <a:lnTo>
                    <a:pt x="320967" y="18351"/>
                  </a:lnTo>
                  <a:lnTo>
                    <a:pt x="320967" y="20891"/>
                  </a:lnTo>
                  <a:lnTo>
                    <a:pt x="324789" y="20891"/>
                  </a:lnTo>
                  <a:lnTo>
                    <a:pt x="324789" y="18351"/>
                  </a:lnTo>
                  <a:close/>
                </a:path>
                <a:path w="2357754" h="20954">
                  <a:moveTo>
                    <a:pt x="340080" y="18351"/>
                  </a:moveTo>
                  <a:lnTo>
                    <a:pt x="336257" y="18351"/>
                  </a:lnTo>
                  <a:lnTo>
                    <a:pt x="336257" y="20891"/>
                  </a:lnTo>
                  <a:lnTo>
                    <a:pt x="340080" y="20891"/>
                  </a:lnTo>
                  <a:lnTo>
                    <a:pt x="340080" y="18351"/>
                  </a:lnTo>
                  <a:close/>
                </a:path>
                <a:path w="2357754" h="20954">
                  <a:moveTo>
                    <a:pt x="355358" y="18351"/>
                  </a:moveTo>
                  <a:lnTo>
                    <a:pt x="351548" y="18351"/>
                  </a:lnTo>
                  <a:lnTo>
                    <a:pt x="351548" y="20891"/>
                  </a:lnTo>
                  <a:lnTo>
                    <a:pt x="355358" y="20891"/>
                  </a:lnTo>
                  <a:lnTo>
                    <a:pt x="355358" y="18351"/>
                  </a:lnTo>
                  <a:close/>
                </a:path>
                <a:path w="2357754" h="20954">
                  <a:moveTo>
                    <a:pt x="370649" y="18351"/>
                  </a:moveTo>
                  <a:lnTo>
                    <a:pt x="366826" y="18351"/>
                  </a:lnTo>
                  <a:lnTo>
                    <a:pt x="366826" y="20891"/>
                  </a:lnTo>
                  <a:lnTo>
                    <a:pt x="370649" y="20891"/>
                  </a:lnTo>
                  <a:lnTo>
                    <a:pt x="370649" y="18351"/>
                  </a:lnTo>
                  <a:close/>
                </a:path>
                <a:path w="2357754" h="20954">
                  <a:moveTo>
                    <a:pt x="385927" y="18351"/>
                  </a:moveTo>
                  <a:lnTo>
                    <a:pt x="382117" y="18351"/>
                  </a:lnTo>
                  <a:lnTo>
                    <a:pt x="382117" y="20891"/>
                  </a:lnTo>
                  <a:lnTo>
                    <a:pt x="385927" y="20891"/>
                  </a:lnTo>
                  <a:lnTo>
                    <a:pt x="385927" y="18351"/>
                  </a:lnTo>
                  <a:close/>
                </a:path>
                <a:path w="2357754" h="20954">
                  <a:moveTo>
                    <a:pt x="401218" y="18351"/>
                  </a:moveTo>
                  <a:lnTo>
                    <a:pt x="397395" y="18351"/>
                  </a:lnTo>
                  <a:lnTo>
                    <a:pt x="397395" y="20891"/>
                  </a:lnTo>
                  <a:lnTo>
                    <a:pt x="401218" y="20891"/>
                  </a:lnTo>
                  <a:lnTo>
                    <a:pt x="401218" y="18351"/>
                  </a:lnTo>
                  <a:close/>
                </a:path>
                <a:path w="2357754" h="20954">
                  <a:moveTo>
                    <a:pt x="416496" y="18351"/>
                  </a:moveTo>
                  <a:lnTo>
                    <a:pt x="412686" y="18351"/>
                  </a:lnTo>
                  <a:lnTo>
                    <a:pt x="412686" y="20891"/>
                  </a:lnTo>
                  <a:lnTo>
                    <a:pt x="416496" y="20891"/>
                  </a:lnTo>
                  <a:lnTo>
                    <a:pt x="416496" y="18351"/>
                  </a:lnTo>
                  <a:close/>
                </a:path>
                <a:path w="2357754" h="20954">
                  <a:moveTo>
                    <a:pt x="431787" y="18351"/>
                  </a:moveTo>
                  <a:lnTo>
                    <a:pt x="427964" y="18351"/>
                  </a:lnTo>
                  <a:lnTo>
                    <a:pt x="427964" y="20891"/>
                  </a:lnTo>
                  <a:lnTo>
                    <a:pt x="431787" y="20891"/>
                  </a:lnTo>
                  <a:lnTo>
                    <a:pt x="431787" y="18351"/>
                  </a:lnTo>
                  <a:close/>
                </a:path>
                <a:path w="2357754" h="20954">
                  <a:moveTo>
                    <a:pt x="447078" y="18351"/>
                  </a:moveTo>
                  <a:lnTo>
                    <a:pt x="443255" y="18351"/>
                  </a:lnTo>
                  <a:lnTo>
                    <a:pt x="443255" y="20891"/>
                  </a:lnTo>
                  <a:lnTo>
                    <a:pt x="447078" y="20891"/>
                  </a:lnTo>
                  <a:lnTo>
                    <a:pt x="447078" y="18351"/>
                  </a:lnTo>
                  <a:close/>
                </a:path>
                <a:path w="2357754" h="20954">
                  <a:moveTo>
                    <a:pt x="462356" y="18351"/>
                  </a:moveTo>
                  <a:lnTo>
                    <a:pt x="458533" y="18351"/>
                  </a:lnTo>
                  <a:lnTo>
                    <a:pt x="458533" y="20891"/>
                  </a:lnTo>
                  <a:lnTo>
                    <a:pt x="462356" y="20891"/>
                  </a:lnTo>
                  <a:lnTo>
                    <a:pt x="462356" y="18351"/>
                  </a:lnTo>
                  <a:close/>
                </a:path>
                <a:path w="2357754" h="20954">
                  <a:moveTo>
                    <a:pt x="477647" y="18351"/>
                  </a:moveTo>
                  <a:lnTo>
                    <a:pt x="473824" y="18351"/>
                  </a:lnTo>
                  <a:lnTo>
                    <a:pt x="473824" y="20891"/>
                  </a:lnTo>
                  <a:lnTo>
                    <a:pt x="477647" y="20891"/>
                  </a:lnTo>
                  <a:lnTo>
                    <a:pt x="477647" y="18351"/>
                  </a:lnTo>
                  <a:close/>
                </a:path>
                <a:path w="2357754" h="20954">
                  <a:moveTo>
                    <a:pt x="492925" y="18351"/>
                  </a:moveTo>
                  <a:lnTo>
                    <a:pt x="489102" y="18351"/>
                  </a:lnTo>
                  <a:lnTo>
                    <a:pt x="489102" y="20891"/>
                  </a:lnTo>
                  <a:lnTo>
                    <a:pt x="492925" y="20891"/>
                  </a:lnTo>
                  <a:lnTo>
                    <a:pt x="492925" y="18351"/>
                  </a:lnTo>
                  <a:close/>
                </a:path>
                <a:path w="2357754" h="20954">
                  <a:moveTo>
                    <a:pt x="508215" y="18351"/>
                  </a:moveTo>
                  <a:lnTo>
                    <a:pt x="504393" y="18351"/>
                  </a:lnTo>
                  <a:lnTo>
                    <a:pt x="504393" y="20891"/>
                  </a:lnTo>
                  <a:lnTo>
                    <a:pt x="508215" y="20891"/>
                  </a:lnTo>
                  <a:lnTo>
                    <a:pt x="508215" y="18351"/>
                  </a:lnTo>
                  <a:close/>
                </a:path>
                <a:path w="2357754" h="20954">
                  <a:moveTo>
                    <a:pt x="523494" y="18351"/>
                  </a:moveTo>
                  <a:lnTo>
                    <a:pt x="519671" y="18351"/>
                  </a:lnTo>
                  <a:lnTo>
                    <a:pt x="519671" y="20891"/>
                  </a:lnTo>
                  <a:lnTo>
                    <a:pt x="523494" y="20891"/>
                  </a:lnTo>
                  <a:lnTo>
                    <a:pt x="523494" y="18351"/>
                  </a:lnTo>
                  <a:close/>
                </a:path>
                <a:path w="2357754" h="20954">
                  <a:moveTo>
                    <a:pt x="538784" y="18351"/>
                  </a:moveTo>
                  <a:lnTo>
                    <a:pt x="534962" y="18351"/>
                  </a:lnTo>
                  <a:lnTo>
                    <a:pt x="534962" y="20891"/>
                  </a:lnTo>
                  <a:lnTo>
                    <a:pt x="538784" y="20891"/>
                  </a:lnTo>
                  <a:lnTo>
                    <a:pt x="538784" y="18351"/>
                  </a:lnTo>
                  <a:close/>
                </a:path>
                <a:path w="2357754" h="20954">
                  <a:moveTo>
                    <a:pt x="554062" y="18351"/>
                  </a:moveTo>
                  <a:lnTo>
                    <a:pt x="550240" y="18351"/>
                  </a:lnTo>
                  <a:lnTo>
                    <a:pt x="550240" y="20891"/>
                  </a:lnTo>
                  <a:lnTo>
                    <a:pt x="554062" y="20891"/>
                  </a:lnTo>
                  <a:lnTo>
                    <a:pt x="554062" y="18351"/>
                  </a:lnTo>
                  <a:close/>
                </a:path>
                <a:path w="2357754" h="20954">
                  <a:moveTo>
                    <a:pt x="569353" y="18351"/>
                  </a:moveTo>
                  <a:lnTo>
                    <a:pt x="565531" y="18351"/>
                  </a:lnTo>
                  <a:lnTo>
                    <a:pt x="565531" y="20891"/>
                  </a:lnTo>
                  <a:lnTo>
                    <a:pt x="569353" y="20891"/>
                  </a:lnTo>
                  <a:lnTo>
                    <a:pt x="569353" y="18351"/>
                  </a:lnTo>
                  <a:close/>
                </a:path>
                <a:path w="2357754" h="20954">
                  <a:moveTo>
                    <a:pt x="584631" y="18351"/>
                  </a:moveTo>
                  <a:lnTo>
                    <a:pt x="580809" y="18351"/>
                  </a:lnTo>
                  <a:lnTo>
                    <a:pt x="580809" y="20891"/>
                  </a:lnTo>
                  <a:lnTo>
                    <a:pt x="584631" y="20891"/>
                  </a:lnTo>
                  <a:lnTo>
                    <a:pt x="584631" y="18351"/>
                  </a:lnTo>
                  <a:close/>
                </a:path>
                <a:path w="2357754" h="20954">
                  <a:moveTo>
                    <a:pt x="599922" y="18351"/>
                  </a:moveTo>
                  <a:lnTo>
                    <a:pt x="596099" y="18351"/>
                  </a:lnTo>
                  <a:lnTo>
                    <a:pt x="596099" y="20891"/>
                  </a:lnTo>
                  <a:lnTo>
                    <a:pt x="599922" y="20891"/>
                  </a:lnTo>
                  <a:lnTo>
                    <a:pt x="599922" y="18351"/>
                  </a:lnTo>
                  <a:close/>
                </a:path>
                <a:path w="2357754" h="20954">
                  <a:moveTo>
                    <a:pt x="615200" y="18351"/>
                  </a:moveTo>
                  <a:lnTo>
                    <a:pt x="611378" y="18351"/>
                  </a:lnTo>
                  <a:lnTo>
                    <a:pt x="611378" y="20891"/>
                  </a:lnTo>
                  <a:lnTo>
                    <a:pt x="615200" y="20891"/>
                  </a:lnTo>
                  <a:lnTo>
                    <a:pt x="615200" y="18351"/>
                  </a:lnTo>
                  <a:close/>
                </a:path>
                <a:path w="2357754" h="20954">
                  <a:moveTo>
                    <a:pt x="630491" y="18351"/>
                  </a:moveTo>
                  <a:lnTo>
                    <a:pt x="626668" y="18351"/>
                  </a:lnTo>
                  <a:lnTo>
                    <a:pt x="626668" y="20891"/>
                  </a:lnTo>
                  <a:lnTo>
                    <a:pt x="630491" y="20891"/>
                  </a:lnTo>
                  <a:lnTo>
                    <a:pt x="630491" y="18351"/>
                  </a:lnTo>
                  <a:close/>
                </a:path>
                <a:path w="2357754" h="20954">
                  <a:moveTo>
                    <a:pt x="645769" y="18351"/>
                  </a:moveTo>
                  <a:lnTo>
                    <a:pt x="641946" y="18351"/>
                  </a:lnTo>
                  <a:lnTo>
                    <a:pt x="641946" y="20891"/>
                  </a:lnTo>
                  <a:lnTo>
                    <a:pt x="645769" y="20891"/>
                  </a:lnTo>
                  <a:lnTo>
                    <a:pt x="645769" y="18351"/>
                  </a:lnTo>
                  <a:close/>
                </a:path>
                <a:path w="2357754" h="20954">
                  <a:moveTo>
                    <a:pt x="661060" y="18351"/>
                  </a:moveTo>
                  <a:lnTo>
                    <a:pt x="657237" y="18351"/>
                  </a:lnTo>
                  <a:lnTo>
                    <a:pt x="657237" y="20891"/>
                  </a:lnTo>
                  <a:lnTo>
                    <a:pt x="661060" y="20891"/>
                  </a:lnTo>
                  <a:lnTo>
                    <a:pt x="661060" y="18351"/>
                  </a:lnTo>
                  <a:close/>
                </a:path>
                <a:path w="2357754" h="20954">
                  <a:moveTo>
                    <a:pt x="1960257" y="0"/>
                  </a:moveTo>
                  <a:lnTo>
                    <a:pt x="1956435" y="0"/>
                  </a:lnTo>
                  <a:lnTo>
                    <a:pt x="1956435" y="2540"/>
                  </a:lnTo>
                  <a:lnTo>
                    <a:pt x="1960257" y="2540"/>
                  </a:lnTo>
                  <a:lnTo>
                    <a:pt x="1960257" y="0"/>
                  </a:lnTo>
                  <a:close/>
                </a:path>
                <a:path w="2357754" h="20954">
                  <a:moveTo>
                    <a:pt x="1975548" y="0"/>
                  </a:moveTo>
                  <a:lnTo>
                    <a:pt x="1971725" y="0"/>
                  </a:lnTo>
                  <a:lnTo>
                    <a:pt x="1971725" y="2540"/>
                  </a:lnTo>
                  <a:lnTo>
                    <a:pt x="1975548" y="2540"/>
                  </a:lnTo>
                  <a:lnTo>
                    <a:pt x="1975548" y="0"/>
                  </a:lnTo>
                  <a:close/>
                </a:path>
                <a:path w="2357754" h="20954">
                  <a:moveTo>
                    <a:pt x="1990826" y="0"/>
                  </a:moveTo>
                  <a:lnTo>
                    <a:pt x="1987003" y="0"/>
                  </a:lnTo>
                  <a:lnTo>
                    <a:pt x="1987003" y="2540"/>
                  </a:lnTo>
                  <a:lnTo>
                    <a:pt x="1990826" y="2540"/>
                  </a:lnTo>
                  <a:lnTo>
                    <a:pt x="1990826" y="0"/>
                  </a:lnTo>
                  <a:close/>
                </a:path>
                <a:path w="2357754" h="20954">
                  <a:moveTo>
                    <a:pt x="2006117" y="0"/>
                  </a:moveTo>
                  <a:lnTo>
                    <a:pt x="2002294" y="0"/>
                  </a:lnTo>
                  <a:lnTo>
                    <a:pt x="2002294" y="2540"/>
                  </a:lnTo>
                  <a:lnTo>
                    <a:pt x="2006117" y="2540"/>
                  </a:lnTo>
                  <a:lnTo>
                    <a:pt x="2006117" y="0"/>
                  </a:lnTo>
                  <a:close/>
                </a:path>
                <a:path w="2357754" h="20954">
                  <a:moveTo>
                    <a:pt x="2021395" y="0"/>
                  </a:moveTo>
                  <a:lnTo>
                    <a:pt x="2017572" y="0"/>
                  </a:lnTo>
                  <a:lnTo>
                    <a:pt x="2017572" y="2540"/>
                  </a:lnTo>
                  <a:lnTo>
                    <a:pt x="2021395" y="2540"/>
                  </a:lnTo>
                  <a:lnTo>
                    <a:pt x="2021395" y="0"/>
                  </a:lnTo>
                  <a:close/>
                </a:path>
                <a:path w="2357754" h="20954">
                  <a:moveTo>
                    <a:pt x="2036686" y="0"/>
                  </a:moveTo>
                  <a:lnTo>
                    <a:pt x="2032863" y="0"/>
                  </a:lnTo>
                  <a:lnTo>
                    <a:pt x="2032863" y="2540"/>
                  </a:lnTo>
                  <a:lnTo>
                    <a:pt x="2036686" y="2540"/>
                  </a:lnTo>
                  <a:lnTo>
                    <a:pt x="2036686" y="0"/>
                  </a:lnTo>
                  <a:close/>
                </a:path>
                <a:path w="2357754" h="20954">
                  <a:moveTo>
                    <a:pt x="2051964" y="0"/>
                  </a:moveTo>
                  <a:lnTo>
                    <a:pt x="2048141" y="0"/>
                  </a:lnTo>
                  <a:lnTo>
                    <a:pt x="2048141" y="2540"/>
                  </a:lnTo>
                  <a:lnTo>
                    <a:pt x="2051964" y="2540"/>
                  </a:lnTo>
                  <a:lnTo>
                    <a:pt x="2051964" y="0"/>
                  </a:lnTo>
                  <a:close/>
                </a:path>
                <a:path w="2357754" h="20954">
                  <a:moveTo>
                    <a:pt x="2067255" y="0"/>
                  </a:moveTo>
                  <a:lnTo>
                    <a:pt x="2063432" y="0"/>
                  </a:lnTo>
                  <a:lnTo>
                    <a:pt x="2063432" y="2540"/>
                  </a:lnTo>
                  <a:lnTo>
                    <a:pt x="2067255" y="2540"/>
                  </a:lnTo>
                  <a:lnTo>
                    <a:pt x="2067255" y="0"/>
                  </a:lnTo>
                  <a:close/>
                </a:path>
                <a:path w="2357754" h="20954">
                  <a:moveTo>
                    <a:pt x="2082533" y="0"/>
                  </a:moveTo>
                  <a:lnTo>
                    <a:pt x="2078710" y="0"/>
                  </a:lnTo>
                  <a:lnTo>
                    <a:pt x="2078710" y="2540"/>
                  </a:lnTo>
                  <a:lnTo>
                    <a:pt x="2082533" y="2540"/>
                  </a:lnTo>
                  <a:lnTo>
                    <a:pt x="2082533" y="0"/>
                  </a:lnTo>
                  <a:close/>
                </a:path>
                <a:path w="2357754" h="20954">
                  <a:moveTo>
                    <a:pt x="2097824" y="0"/>
                  </a:moveTo>
                  <a:lnTo>
                    <a:pt x="2094001" y="0"/>
                  </a:lnTo>
                  <a:lnTo>
                    <a:pt x="2094001" y="2540"/>
                  </a:lnTo>
                  <a:lnTo>
                    <a:pt x="2097824" y="2540"/>
                  </a:lnTo>
                  <a:lnTo>
                    <a:pt x="2097824" y="0"/>
                  </a:lnTo>
                  <a:close/>
                </a:path>
                <a:path w="2357754" h="20954">
                  <a:moveTo>
                    <a:pt x="2113102" y="0"/>
                  </a:moveTo>
                  <a:lnTo>
                    <a:pt x="2109279" y="0"/>
                  </a:lnTo>
                  <a:lnTo>
                    <a:pt x="2109279" y="2540"/>
                  </a:lnTo>
                  <a:lnTo>
                    <a:pt x="2113102" y="2540"/>
                  </a:lnTo>
                  <a:lnTo>
                    <a:pt x="2113102" y="0"/>
                  </a:lnTo>
                  <a:close/>
                </a:path>
                <a:path w="2357754" h="20954">
                  <a:moveTo>
                    <a:pt x="2128393" y="0"/>
                  </a:moveTo>
                  <a:lnTo>
                    <a:pt x="2124570" y="0"/>
                  </a:lnTo>
                  <a:lnTo>
                    <a:pt x="2124570" y="2540"/>
                  </a:lnTo>
                  <a:lnTo>
                    <a:pt x="2128393" y="2540"/>
                  </a:lnTo>
                  <a:lnTo>
                    <a:pt x="2128393" y="0"/>
                  </a:lnTo>
                  <a:close/>
                </a:path>
                <a:path w="2357754" h="20954">
                  <a:moveTo>
                    <a:pt x="2143671" y="0"/>
                  </a:moveTo>
                  <a:lnTo>
                    <a:pt x="2139848" y="0"/>
                  </a:lnTo>
                  <a:lnTo>
                    <a:pt x="2139848" y="2540"/>
                  </a:lnTo>
                  <a:lnTo>
                    <a:pt x="2143671" y="2540"/>
                  </a:lnTo>
                  <a:lnTo>
                    <a:pt x="2143671" y="0"/>
                  </a:lnTo>
                  <a:close/>
                </a:path>
                <a:path w="2357754" h="20954">
                  <a:moveTo>
                    <a:pt x="2158962" y="0"/>
                  </a:moveTo>
                  <a:lnTo>
                    <a:pt x="2155139" y="0"/>
                  </a:lnTo>
                  <a:lnTo>
                    <a:pt x="2155139" y="2540"/>
                  </a:lnTo>
                  <a:lnTo>
                    <a:pt x="2158962" y="2540"/>
                  </a:lnTo>
                  <a:lnTo>
                    <a:pt x="2158962" y="0"/>
                  </a:lnTo>
                  <a:close/>
                </a:path>
                <a:path w="2357754" h="20954">
                  <a:moveTo>
                    <a:pt x="2174240" y="0"/>
                  </a:moveTo>
                  <a:lnTo>
                    <a:pt x="2170417" y="0"/>
                  </a:lnTo>
                  <a:lnTo>
                    <a:pt x="2170417" y="2540"/>
                  </a:lnTo>
                  <a:lnTo>
                    <a:pt x="2174240" y="2540"/>
                  </a:lnTo>
                  <a:lnTo>
                    <a:pt x="2174240" y="0"/>
                  </a:lnTo>
                  <a:close/>
                </a:path>
                <a:path w="2357754" h="20954">
                  <a:moveTo>
                    <a:pt x="2189530" y="0"/>
                  </a:moveTo>
                  <a:lnTo>
                    <a:pt x="2185708" y="0"/>
                  </a:lnTo>
                  <a:lnTo>
                    <a:pt x="2185708" y="2540"/>
                  </a:lnTo>
                  <a:lnTo>
                    <a:pt x="2189530" y="2540"/>
                  </a:lnTo>
                  <a:lnTo>
                    <a:pt x="2189530" y="0"/>
                  </a:lnTo>
                  <a:close/>
                </a:path>
                <a:path w="2357754" h="20954">
                  <a:moveTo>
                    <a:pt x="2204809" y="0"/>
                  </a:moveTo>
                  <a:lnTo>
                    <a:pt x="2200986" y="0"/>
                  </a:lnTo>
                  <a:lnTo>
                    <a:pt x="2200986" y="2540"/>
                  </a:lnTo>
                  <a:lnTo>
                    <a:pt x="2204809" y="2540"/>
                  </a:lnTo>
                  <a:lnTo>
                    <a:pt x="2204809" y="0"/>
                  </a:lnTo>
                  <a:close/>
                </a:path>
                <a:path w="2357754" h="20954">
                  <a:moveTo>
                    <a:pt x="2220099" y="0"/>
                  </a:moveTo>
                  <a:lnTo>
                    <a:pt x="2216277" y="0"/>
                  </a:lnTo>
                  <a:lnTo>
                    <a:pt x="2216277" y="2540"/>
                  </a:lnTo>
                  <a:lnTo>
                    <a:pt x="2220099" y="2540"/>
                  </a:lnTo>
                  <a:lnTo>
                    <a:pt x="2220099" y="0"/>
                  </a:lnTo>
                  <a:close/>
                </a:path>
                <a:path w="2357754" h="20954">
                  <a:moveTo>
                    <a:pt x="2235377" y="0"/>
                  </a:moveTo>
                  <a:lnTo>
                    <a:pt x="2231555" y="0"/>
                  </a:lnTo>
                  <a:lnTo>
                    <a:pt x="2231555" y="2540"/>
                  </a:lnTo>
                  <a:lnTo>
                    <a:pt x="2235377" y="2540"/>
                  </a:lnTo>
                  <a:lnTo>
                    <a:pt x="2235377" y="0"/>
                  </a:lnTo>
                  <a:close/>
                </a:path>
                <a:path w="2357754" h="20954">
                  <a:moveTo>
                    <a:pt x="2250668" y="0"/>
                  </a:moveTo>
                  <a:lnTo>
                    <a:pt x="2246846" y="0"/>
                  </a:lnTo>
                  <a:lnTo>
                    <a:pt x="2246846" y="2540"/>
                  </a:lnTo>
                  <a:lnTo>
                    <a:pt x="2250668" y="2540"/>
                  </a:lnTo>
                  <a:lnTo>
                    <a:pt x="2250668" y="0"/>
                  </a:lnTo>
                  <a:close/>
                </a:path>
                <a:path w="2357754" h="20954">
                  <a:moveTo>
                    <a:pt x="2265946" y="0"/>
                  </a:moveTo>
                  <a:lnTo>
                    <a:pt x="2262136" y="0"/>
                  </a:lnTo>
                  <a:lnTo>
                    <a:pt x="2262136" y="2540"/>
                  </a:lnTo>
                  <a:lnTo>
                    <a:pt x="2265946" y="2540"/>
                  </a:lnTo>
                  <a:lnTo>
                    <a:pt x="2265946" y="0"/>
                  </a:lnTo>
                  <a:close/>
                </a:path>
                <a:path w="2357754" h="20954">
                  <a:moveTo>
                    <a:pt x="2281237" y="0"/>
                  </a:moveTo>
                  <a:lnTo>
                    <a:pt x="2277414" y="0"/>
                  </a:lnTo>
                  <a:lnTo>
                    <a:pt x="2277414" y="2540"/>
                  </a:lnTo>
                  <a:lnTo>
                    <a:pt x="2281237" y="2540"/>
                  </a:lnTo>
                  <a:lnTo>
                    <a:pt x="2281237" y="0"/>
                  </a:lnTo>
                  <a:close/>
                </a:path>
                <a:path w="2357754" h="20954">
                  <a:moveTo>
                    <a:pt x="2296515" y="0"/>
                  </a:moveTo>
                  <a:lnTo>
                    <a:pt x="2292705" y="0"/>
                  </a:lnTo>
                  <a:lnTo>
                    <a:pt x="2292705" y="2540"/>
                  </a:lnTo>
                  <a:lnTo>
                    <a:pt x="2296515" y="2540"/>
                  </a:lnTo>
                  <a:lnTo>
                    <a:pt x="2296515" y="0"/>
                  </a:lnTo>
                  <a:close/>
                </a:path>
                <a:path w="2357754" h="20954">
                  <a:moveTo>
                    <a:pt x="2311806" y="0"/>
                  </a:moveTo>
                  <a:lnTo>
                    <a:pt x="2307983" y="0"/>
                  </a:lnTo>
                  <a:lnTo>
                    <a:pt x="2307983" y="2540"/>
                  </a:lnTo>
                  <a:lnTo>
                    <a:pt x="2311806" y="2540"/>
                  </a:lnTo>
                  <a:lnTo>
                    <a:pt x="2311806" y="0"/>
                  </a:lnTo>
                  <a:close/>
                </a:path>
                <a:path w="2357754" h="20954">
                  <a:moveTo>
                    <a:pt x="2327084" y="0"/>
                  </a:moveTo>
                  <a:lnTo>
                    <a:pt x="2323274" y="0"/>
                  </a:lnTo>
                  <a:lnTo>
                    <a:pt x="2323274" y="2540"/>
                  </a:lnTo>
                  <a:lnTo>
                    <a:pt x="2327084" y="2540"/>
                  </a:lnTo>
                  <a:lnTo>
                    <a:pt x="2327084" y="0"/>
                  </a:lnTo>
                  <a:close/>
                </a:path>
                <a:path w="2357754" h="20954">
                  <a:moveTo>
                    <a:pt x="2342375" y="0"/>
                  </a:moveTo>
                  <a:lnTo>
                    <a:pt x="2338552" y="0"/>
                  </a:lnTo>
                  <a:lnTo>
                    <a:pt x="2338552" y="2540"/>
                  </a:lnTo>
                  <a:lnTo>
                    <a:pt x="2342375" y="2540"/>
                  </a:lnTo>
                  <a:lnTo>
                    <a:pt x="2342375" y="0"/>
                  </a:lnTo>
                  <a:close/>
                </a:path>
                <a:path w="2357754" h="20954">
                  <a:moveTo>
                    <a:pt x="2357666" y="18351"/>
                  </a:moveTo>
                  <a:lnTo>
                    <a:pt x="2353843" y="18351"/>
                  </a:lnTo>
                  <a:lnTo>
                    <a:pt x="2353843" y="20891"/>
                  </a:lnTo>
                  <a:lnTo>
                    <a:pt x="2357666" y="20891"/>
                  </a:lnTo>
                  <a:lnTo>
                    <a:pt x="2357666" y="18351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9534677" y="5156060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00" y="0"/>
                  </a:moveTo>
                  <a:lnTo>
                    <a:pt x="15278" y="0"/>
                  </a:lnTo>
                  <a:lnTo>
                    <a:pt x="15278" y="2540"/>
                  </a:lnTo>
                  <a:lnTo>
                    <a:pt x="19100" y="2540"/>
                  </a:lnTo>
                  <a:lnTo>
                    <a:pt x="19100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69" y="0"/>
                  </a:moveTo>
                  <a:lnTo>
                    <a:pt x="45847" y="0"/>
                  </a:lnTo>
                  <a:lnTo>
                    <a:pt x="45847" y="2540"/>
                  </a:lnTo>
                  <a:lnTo>
                    <a:pt x="49669" y="2540"/>
                  </a:lnTo>
                  <a:lnTo>
                    <a:pt x="49669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38" y="0"/>
                  </a:moveTo>
                  <a:lnTo>
                    <a:pt x="76415" y="0"/>
                  </a:lnTo>
                  <a:lnTo>
                    <a:pt x="76415" y="2540"/>
                  </a:lnTo>
                  <a:lnTo>
                    <a:pt x="80238" y="2540"/>
                  </a:lnTo>
                  <a:lnTo>
                    <a:pt x="80238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07" y="0"/>
                  </a:moveTo>
                  <a:lnTo>
                    <a:pt x="106984" y="0"/>
                  </a:lnTo>
                  <a:lnTo>
                    <a:pt x="106984" y="2540"/>
                  </a:lnTo>
                  <a:lnTo>
                    <a:pt x="110807" y="2540"/>
                  </a:lnTo>
                  <a:lnTo>
                    <a:pt x="110807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76" y="0"/>
                  </a:moveTo>
                  <a:lnTo>
                    <a:pt x="137553" y="0"/>
                  </a:lnTo>
                  <a:lnTo>
                    <a:pt x="137553" y="2540"/>
                  </a:lnTo>
                  <a:lnTo>
                    <a:pt x="141376" y="2540"/>
                  </a:lnTo>
                  <a:lnTo>
                    <a:pt x="141376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45" y="0"/>
                  </a:moveTo>
                  <a:lnTo>
                    <a:pt x="168122" y="0"/>
                  </a:lnTo>
                  <a:lnTo>
                    <a:pt x="168122" y="2540"/>
                  </a:lnTo>
                  <a:lnTo>
                    <a:pt x="171945" y="2540"/>
                  </a:lnTo>
                  <a:lnTo>
                    <a:pt x="171945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14" y="0"/>
                  </a:moveTo>
                  <a:lnTo>
                    <a:pt x="198691" y="0"/>
                  </a:lnTo>
                  <a:lnTo>
                    <a:pt x="198691" y="2540"/>
                  </a:lnTo>
                  <a:lnTo>
                    <a:pt x="202514" y="2540"/>
                  </a:lnTo>
                  <a:lnTo>
                    <a:pt x="202514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83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83" y="2540"/>
                  </a:lnTo>
                  <a:lnTo>
                    <a:pt x="233083" y="0"/>
                  </a:lnTo>
                  <a:close/>
                </a:path>
                <a:path w="107378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1073784" h="2539">
                  <a:moveTo>
                    <a:pt x="263652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52" y="2540"/>
                  </a:lnTo>
                  <a:lnTo>
                    <a:pt x="263652" y="0"/>
                  </a:lnTo>
                  <a:close/>
                </a:path>
                <a:path w="107378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1073784" h="2539">
                  <a:moveTo>
                    <a:pt x="294220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20" y="2540"/>
                  </a:lnTo>
                  <a:lnTo>
                    <a:pt x="294220" y="0"/>
                  </a:lnTo>
                  <a:close/>
                </a:path>
                <a:path w="1073784" h="2539">
                  <a:moveTo>
                    <a:pt x="309511" y="0"/>
                  </a:moveTo>
                  <a:lnTo>
                    <a:pt x="305689" y="0"/>
                  </a:lnTo>
                  <a:lnTo>
                    <a:pt x="305689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80" y="0"/>
                  </a:moveTo>
                  <a:lnTo>
                    <a:pt x="336257" y="0"/>
                  </a:lnTo>
                  <a:lnTo>
                    <a:pt x="336257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49" y="0"/>
                  </a:moveTo>
                  <a:lnTo>
                    <a:pt x="366826" y="0"/>
                  </a:lnTo>
                  <a:lnTo>
                    <a:pt x="366826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18" y="0"/>
                  </a:moveTo>
                  <a:lnTo>
                    <a:pt x="397395" y="0"/>
                  </a:lnTo>
                  <a:lnTo>
                    <a:pt x="397395" y="2540"/>
                  </a:lnTo>
                  <a:lnTo>
                    <a:pt x="401218" y="2540"/>
                  </a:lnTo>
                  <a:lnTo>
                    <a:pt x="401218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787" y="0"/>
                  </a:moveTo>
                  <a:lnTo>
                    <a:pt x="427964" y="0"/>
                  </a:lnTo>
                  <a:lnTo>
                    <a:pt x="427964" y="2540"/>
                  </a:lnTo>
                  <a:lnTo>
                    <a:pt x="431787" y="2540"/>
                  </a:lnTo>
                  <a:lnTo>
                    <a:pt x="431787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56" y="0"/>
                  </a:moveTo>
                  <a:lnTo>
                    <a:pt x="458533" y="0"/>
                  </a:lnTo>
                  <a:lnTo>
                    <a:pt x="458533" y="2540"/>
                  </a:lnTo>
                  <a:lnTo>
                    <a:pt x="462356" y="2540"/>
                  </a:lnTo>
                  <a:lnTo>
                    <a:pt x="462356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25" y="0"/>
                  </a:moveTo>
                  <a:lnTo>
                    <a:pt x="489102" y="0"/>
                  </a:lnTo>
                  <a:lnTo>
                    <a:pt x="489102" y="2540"/>
                  </a:lnTo>
                  <a:lnTo>
                    <a:pt x="492925" y="2540"/>
                  </a:lnTo>
                  <a:lnTo>
                    <a:pt x="492925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494" y="0"/>
                  </a:moveTo>
                  <a:lnTo>
                    <a:pt x="519671" y="0"/>
                  </a:lnTo>
                  <a:lnTo>
                    <a:pt x="519671" y="2540"/>
                  </a:lnTo>
                  <a:lnTo>
                    <a:pt x="523494" y="2540"/>
                  </a:lnTo>
                  <a:lnTo>
                    <a:pt x="523494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62" y="0"/>
                  </a:moveTo>
                  <a:lnTo>
                    <a:pt x="550240" y="0"/>
                  </a:lnTo>
                  <a:lnTo>
                    <a:pt x="550240" y="2540"/>
                  </a:lnTo>
                  <a:lnTo>
                    <a:pt x="554062" y="2540"/>
                  </a:lnTo>
                  <a:lnTo>
                    <a:pt x="554062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31" y="0"/>
                  </a:moveTo>
                  <a:lnTo>
                    <a:pt x="580809" y="0"/>
                  </a:lnTo>
                  <a:lnTo>
                    <a:pt x="580809" y="2540"/>
                  </a:lnTo>
                  <a:lnTo>
                    <a:pt x="584631" y="2540"/>
                  </a:lnTo>
                  <a:lnTo>
                    <a:pt x="584631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00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00" y="2540"/>
                  </a:lnTo>
                  <a:lnTo>
                    <a:pt x="615200" y="0"/>
                  </a:lnTo>
                  <a:close/>
                </a:path>
                <a:path w="107378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1073784" h="2539">
                  <a:moveTo>
                    <a:pt x="645769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69" y="2540"/>
                  </a:lnTo>
                  <a:lnTo>
                    <a:pt x="645769" y="0"/>
                  </a:lnTo>
                  <a:close/>
                </a:path>
                <a:path w="107378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1073784" h="2539">
                  <a:moveTo>
                    <a:pt x="676338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38" y="2540"/>
                  </a:lnTo>
                  <a:lnTo>
                    <a:pt x="676338" y="0"/>
                  </a:lnTo>
                  <a:close/>
                </a:path>
                <a:path w="1073784" h="2539">
                  <a:moveTo>
                    <a:pt x="691629" y="0"/>
                  </a:moveTo>
                  <a:lnTo>
                    <a:pt x="687806" y="0"/>
                  </a:lnTo>
                  <a:lnTo>
                    <a:pt x="687806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198" y="0"/>
                  </a:moveTo>
                  <a:lnTo>
                    <a:pt x="718375" y="0"/>
                  </a:lnTo>
                  <a:lnTo>
                    <a:pt x="718375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67" y="0"/>
                  </a:moveTo>
                  <a:lnTo>
                    <a:pt x="748944" y="0"/>
                  </a:lnTo>
                  <a:lnTo>
                    <a:pt x="748944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36" y="0"/>
                  </a:moveTo>
                  <a:lnTo>
                    <a:pt x="779513" y="0"/>
                  </a:lnTo>
                  <a:lnTo>
                    <a:pt x="779513" y="2540"/>
                  </a:lnTo>
                  <a:lnTo>
                    <a:pt x="783336" y="2540"/>
                  </a:lnTo>
                  <a:lnTo>
                    <a:pt x="783336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04" y="0"/>
                  </a:moveTo>
                  <a:lnTo>
                    <a:pt x="810082" y="0"/>
                  </a:lnTo>
                  <a:lnTo>
                    <a:pt x="810082" y="2540"/>
                  </a:lnTo>
                  <a:lnTo>
                    <a:pt x="813904" y="2540"/>
                  </a:lnTo>
                  <a:lnTo>
                    <a:pt x="813904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73" y="0"/>
                  </a:moveTo>
                  <a:lnTo>
                    <a:pt x="840651" y="0"/>
                  </a:lnTo>
                  <a:lnTo>
                    <a:pt x="840651" y="2540"/>
                  </a:lnTo>
                  <a:lnTo>
                    <a:pt x="844473" y="2540"/>
                  </a:lnTo>
                  <a:lnTo>
                    <a:pt x="844473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42" y="0"/>
                  </a:moveTo>
                  <a:lnTo>
                    <a:pt x="871220" y="0"/>
                  </a:lnTo>
                  <a:lnTo>
                    <a:pt x="871220" y="2540"/>
                  </a:lnTo>
                  <a:lnTo>
                    <a:pt x="875042" y="2540"/>
                  </a:lnTo>
                  <a:lnTo>
                    <a:pt x="875042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11" y="0"/>
                  </a:moveTo>
                  <a:lnTo>
                    <a:pt x="901788" y="0"/>
                  </a:lnTo>
                  <a:lnTo>
                    <a:pt x="901788" y="2540"/>
                  </a:lnTo>
                  <a:lnTo>
                    <a:pt x="905611" y="2540"/>
                  </a:lnTo>
                  <a:lnTo>
                    <a:pt x="905611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79" y="0"/>
                  </a:lnTo>
                  <a:lnTo>
                    <a:pt x="917079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80" y="0"/>
                  </a:moveTo>
                  <a:lnTo>
                    <a:pt x="932357" y="0"/>
                  </a:lnTo>
                  <a:lnTo>
                    <a:pt x="932357" y="2540"/>
                  </a:lnTo>
                  <a:lnTo>
                    <a:pt x="936180" y="2540"/>
                  </a:lnTo>
                  <a:lnTo>
                    <a:pt x="936180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48" y="0"/>
                  </a:lnTo>
                  <a:lnTo>
                    <a:pt x="947648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49" y="0"/>
                  </a:moveTo>
                  <a:lnTo>
                    <a:pt x="962926" y="0"/>
                  </a:lnTo>
                  <a:lnTo>
                    <a:pt x="962926" y="2540"/>
                  </a:lnTo>
                  <a:lnTo>
                    <a:pt x="966749" y="2540"/>
                  </a:lnTo>
                  <a:lnTo>
                    <a:pt x="966749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17" y="0"/>
                  </a:lnTo>
                  <a:lnTo>
                    <a:pt x="978217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18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18" y="2540"/>
                  </a:lnTo>
                  <a:lnTo>
                    <a:pt x="997318" y="0"/>
                  </a:lnTo>
                  <a:close/>
                </a:path>
                <a:path w="1073784" h="2539">
                  <a:moveTo>
                    <a:pt x="1012609" y="0"/>
                  </a:moveTo>
                  <a:lnTo>
                    <a:pt x="1008786" y="0"/>
                  </a:lnTo>
                  <a:lnTo>
                    <a:pt x="1008786" y="2540"/>
                  </a:lnTo>
                  <a:lnTo>
                    <a:pt x="1012609" y="2540"/>
                  </a:lnTo>
                  <a:lnTo>
                    <a:pt x="1012609" y="0"/>
                  </a:lnTo>
                  <a:close/>
                </a:path>
                <a:path w="1073784" h="2539">
                  <a:moveTo>
                    <a:pt x="1027887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87" y="2540"/>
                  </a:lnTo>
                  <a:lnTo>
                    <a:pt x="1027887" y="0"/>
                  </a:lnTo>
                  <a:close/>
                </a:path>
                <a:path w="1073784" h="2539">
                  <a:moveTo>
                    <a:pt x="1043178" y="0"/>
                  </a:moveTo>
                  <a:lnTo>
                    <a:pt x="1039355" y="0"/>
                  </a:lnTo>
                  <a:lnTo>
                    <a:pt x="1039355" y="2540"/>
                  </a:lnTo>
                  <a:lnTo>
                    <a:pt x="1043178" y="2540"/>
                  </a:lnTo>
                  <a:lnTo>
                    <a:pt x="1043178" y="0"/>
                  </a:lnTo>
                  <a:close/>
                </a:path>
                <a:path w="1073784" h="2539">
                  <a:moveTo>
                    <a:pt x="1058456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56" y="2540"/>
                  </a:lnTo>
                  <a:lnTo>
                    <a:pt x="1058456" y="0"/>
                  </a:lnTo>
                  <a:close/>
                </a:path>
                <a:path w="1073784" h="2539">
                  <a:moveTo>
                    <a:pt x="1073746" y="0"/>
                  </a:moveTo>
                  <a:lnTo>
                    <a:pt x="1069924" y="0"/>
                  </a:lnTo>
                  <a:lnTo>
                    <a:pt x="1069924" y="2540"/>
                  </a:lnTo>
                  <a:lnTo>
                    <a:pt x="1073746" y="2540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648167" y="5156060"/>
              <a:ext cx="2357755" cy="2540"/>
            </a:xfrm>
            <a:custGeom>
              <a:avLst/>
              <a:gdLst/>
              <a:ahLst/>
              <a:cxnLst/>
              <a:rect l="l" t="t" r="r" b="b"/>
              <a:pathLst>
                <a:path w="2357754" h="2539">
                  <a:moveTo>
                    <a:pt x="3810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10" y="2540"/>
                  </a:lnTo>
                  <a:lnTo>
                    <a:pt x="3810" y="0"/>
                  </a:lnTo>
                  <a:close/>
                </a:path>
                <a:path w="2357754" h="2539">
                  <a:moveTo>
                    <a:pt x="19100" y="0"/>
                  </a:moveTo>
                  <a:lnTo>
                    <a:pt x="15278" y="0"/>
                  </a:lnTo>
                  <a:lnTo>
                    <a:pt x="15278" y="2540"/>
                  </a:lnTo>
                  <a:lnTo>
                    <a:pt x="19100" y="2540"/>
                  </a:lnTo>
                  <a:lnTo>
                    <a:pt x="19100" y="0"/>
                  </a:lnTo>
                  <a:close/>
                </a:path>
                <a:path w="2357754" h="2539">
                  <a:moveTo>
                    <a:pt x="34378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78" y="2540"/>
                  </a:lnTo>
                  <a:lnTo>
                    <a:pt x="34378" y="0"/>
                  </a:lnTo>
                  <a:close/>
                </a:path>
                <a:path w="2357754" h="2539">
                  <a:moveTo>
                    <a:pt x="49669" y="0"/>
                  </a:moveTo>
                  <a:lnTo>
                    <a:pt x="45847" y="0"/>
                  </a:lnTo>
                  <a:lnTo>
                    <a:pt x="45847" y="2540"/>
                  </a:lnTo>
                  <a:lnTo>
                    <a:pt x="49669" y="2540"/>
                  </a:lnTo>
                  <a:lnTo>
                    <a:pt x="49669" y="0"/>
                  </a:lnTo>
                  <a:close/>
                </a:path>
                <a:path w="235775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2357754" h="2539">
                  <a:moveTo>
                    <a:pt x="80238" y="0"/>
                  </a:moveTo>
                  <a:lnTo>
                    <a:pt x="76415" y="0"/>
                  </a:lnTo>
                  <a:lnTo>
                    <a:pt x="76415" y="2540"/>
                  </a:lnTo>
                  <a:lnTo>
                    <a:pt x="80238" y="2540"/>
                  </a:lnTo>
                  <a:lnTo>
                    <a:pt x="80238" y="0"/>
                  </a:lnTo>
                  <a:close/>
                </a:path>
                <a:path w="235775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2357754" h="2539">
                  <a:moveTo>
                    <a:pt x="110807" y="0"/>
                  </a:moveTo>
                  <a:lnTo>
                    <a:pt x="106984" y="0"/>
                  </a:lnTo>
                  <a:lnTo>
                    <a:pt x="106984" y="2540"/>
                  </a:lnTo>
                  <a:lnTo>
                    <a:pt x="110807" y="2540"/>
                  </a:lnTo>
                  <a:lnTo>
                    <a:pt x="110807" y="0"/>
                  </a:lnTo>
                  <a:close/>
                </a:path>
                <a:path w="235775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2357754" h="2539">
                  <a:moveTo>
                    <a:pt x="141376" y="0"/>
                  </a:moveTo>
                  <a:lnTo>
                    <a:pt x="137553" y="0"/>
                  </a:lnTo>
                  <a:lnTo>
                    <a:pt x="137553" y="2540"/>
                  </a:lnTo>
                  <a:lnTo>
                    <a:pt x="141376" y="2540"/>
                  </a:lnTo>
                  <a:lnTo>
                    <a:pt x="141376" y="0"/>
                  </a:lnTo>
                  <a:close/>
                </a:path>
                <a:path w="235775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2357754" h="2539">
                  <a:moveTo>
                    <a:pt x="171945" y="0"/>
                  </a:moveTo>
                  <a:lnTo>
                    <a:pt x="168122" y="0"/>
                  </a:lnTo>
                  <a:lnTo>
                    <a:pt x="168122" y="2540"/>
                  </a:lnTo>
                  <a:lnTo>
                    <a:pt x="171945" y="2540"/>
                  </a:lnTo>
                  <a:lnTo>
                    <a:pt x="171945" y="0"/>
                  </a:lnTo>
                  <a:close/>
                </a:path>
                <a:path w="235775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2357754" h="2539">
                  <a:moveTo>
                    <a:pt x="202514" y="0"/>
                  </a:moveTo>
                  <a:lnTo>
                    <a:pt x="198691" y="0"/>
                  </a:lnTo>
                  <a:lnTo>
                    <a:pt x="198691" y="2540"/>
                  </a:lnTo>
                  <a:lnTo>
                    <a:pt x="202514" y="2540"/>
                  </a:lnTo>
                  <a:lnTo>
                    <a:pt x="202514" y="0"/>
                  </a:lnTo>
                  <a:close/>
                </a:path>
                <a:path w="235775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2357754" h="2539">
                  <a:moveTo>
                    <a:pt x="233083" y="0"/>
                  </a:moveTo>
                  <a:lnTo>
                    <a:pt x="229260" y="0"/>
                  </a:lnTo>
                  <a:lnTo>
                    <a:pt x="229260" y="2540"/>
                  </a:lnTo>
                  <a:lnTo>
                    <a:pt x="233083" y="2540"/>
                  </a:lnTo>
                  <a:lnTo>
                    <a:pt x="233083" y="0"/>
                  </a:lnTo>
                  <a:close/>
                </a:path>
                <a:path w="235775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2357754" h="2539">
                  <a:moveTo>
                    <a:pt x="263652" y="0"/>
                  </a:moveTo>
                  <a:lnTo>
                    <a:pt x="259829" y="0"/>
                  </a:lnTo>
                  <a:lnTo>
                    <a:pt x="259829" y="2540"/>
                  </a:lnTo>
                  <a:lnTo>
                    <a:pt x="263652" y="2540"/>
                  </a:lnTo>
                  <a:lnTo>
                    <a:pt x="263652" y="0"/>
                  </a:lnTo>
                  <a:close/>
                </a:path>
                <a:path w="235775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2357754" h="2539">
                  <a:moveTo>
                    <a:pt x="294220" y="0"/>
                  </a:moveTo>
                  <a:lnTo>
                    <a:pt x="290398" y="0"/>
                  </a:lnTo>
                  <a:lnTo>
                    <a:pt x="290398" y="2540"/>
                  </a:lnTo>
                  <a:lnTo>
                    <a:pt x="294220" y="2540"/>
                  </a:lnTo>
                  <a:lnTo>
                    <a:pt x="294220" y="0"/>
                  </a:lnTo>
                  <a:close/>
                </a:path>
                <a:path w="2357754" h="2539">
                  <a:moveTo>
                    <a:pt x="309511" y="0"/>
                  </a:moveTo>
                  <a:lnTo>
                    <a:pt x="305689" y="0"/>
                  </a:lnTo>
                  <a:lnTo>
                    <a:pt x="305689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2357754" h="2539">
                  <a:moveTo>
                    <a:pt x="324789" y="0"/>
                  </a:moveTo>
                  <a:lnTo>
                    <a:pt x="320967" y="0"/>
                  </a:lnTo>
                  <a:lnTo>
                    <a:pt x="320967" y="2540"/>
                  </a:lnTo>
                  <a:lnTo>
                    <a:pt x="324789" y="2540"/>
                  </a:lnTo>
                  <a:lnTo>
                    <a:pt x="324789" y="0"/>
                  </a:lnTo>
                  <a:close/>
                </a:path>
                <a:path w="2357754" h="2539">
                  <a:moveTo>
                    <a:pt x="340080" y="0"/>
                  </a:moveTo>
                  <a:lnTo>
                    <a:pt x="336257" y="0"/>
                  </a:lnTo>
                  <a:lnTo>
                    <a:pt x="336257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2357754" h="2539">
                  <a:moveTo>
                    <a:pt x="355358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58" y="2540"/>
                  </a:lnTo>
                  <a:lnTo>
                    <a:pt x="355358" y="0"/>
                  </a:lnTo>
                  <a:close/>
                </a:path>
                <a:path w="2357754" h="2539">
                  <a:moveTo>
                    <a:pt x="370649" y="0"/>
                  </a:moveTo>
                  <a:lnTo>
                    <a:pt x="366826" y="0"/>
                  </a:lnTo>
                  <a:lnTo>
                    <a:pt x="366826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2357754" h="2539">
                  <a:moveTo>
                    <a:pt x="385927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27" y="2540"/>
                  </a:lnTo>
                  <a:lnTo>
                    <a:pt x="385927" y="0"/>
                  </a:lnTo>
                  <a:close/>
                </a:path>
                <a:path w="2357754" h="2539">
                  <a:moveTo>
                    <a:pt x="401218" y="0"/>
                  </a:moveTo>
                  <a:lnTo>
                    <a:pt x="397395" y="0"/>
                  </a:lnTo>
                  <a:lnTo>
                    <a:pt x="397395" y="2540"/>
                  </a:lnTo>
                  <a:lnTo>
                    <a:pt x="401218" y="2540"/>
                  </a:lnTo>
                  <a:lnTo>
                    <a:pt x="401218" y="0"/>
                  </a:lnTo>
                  <a:close/>
                </a:path>
                <a:path w="2357754" h="2539">
                  <a:moveTo>
                    <a:pt x="416496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496" y="2540"/>
                  </a:lnTo>
                  <a:lnTo>
                    <a:pt x="416496" y="0"/>
                  </a:lnTo>
                  <a:close/>
                </a:path>
                <a:path w="2357754" h="2539">
                  <a:moveTo>
                    <a:pt x="431787" y="0"/>
                  </a:moveTo>
                  <a:lnTo>
                    <a:pt x="427964" y="0"/>
                  </a:lnTo>
                  <a:lnTo>
                    <a:pt x="427964" y="2540"/>
                  </a:lnTo>
                  <a:lnTo>
                    <a:pt x="431787" y="2540"/>
                  </a:lnTo>
                  <a:lnTo>
                    <a:pt x="431787" y="0"/>
                  </a:lnTo>
                  <a:close/>
                </a:path>
                <a:path w="235775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2357754" h="2539">
                  <a:moveTo>
                    <a:pt x="462356" y="0"/>
                  </a:moveTo>
                  <a:lnTo>
                    <a:pt x="458533" y="0"/>
                  </a:lnTo>
                  <a:lnTo>
                    <a:pt x="458533" y="2540"/>
                  </a:lnTo>
                  <a:lnTo>
                    <a:pt x="462356" y="2540"/>
                  </a:lnTo>
                  <a:lnTo>
                    <a:pt x="462356" y="0"/>
                  </a:lnTo>
                  <a:close/>
                </a:path>
                <a:path w="235775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2357754" h="2539">
                  <a:moveTo>
                    <a:pt x="492925" y="0"/>
                  </a:moveTo>
                  <a:lnTo>
                    <a:pt x="489102" y="0"/>
                  </a:lnTo>
                  <a:lnTo>
                    <a:pt x="489102" y="2540"/>
                  </a:lnTo>
                  <a:lnTo>
                    <a:pt x="492925" y="2540"/>
                  </a:lnTo>
                  <a:lnTo>
                    <a:pt x="492925" y="0"/>
                  </a:lnTo>
                  <a:close/>
                </a:path>
                <a:path w="235775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2357754" h="2539">
                  <a:moveTo>
                    <a:pt x="523494" y="0"/>
                  </a:moveTo>
                  <a:lnTo>
                    <a:pt x="519671" y="0"/>
                  </a:lnTo>
                  <a:lnTo>
                    <a:pt x="519671" y="2540"/>
                  </a:lnTo>
                  <a:lnTo>
                    <a:pt x="523494" y="2540"/>
                  </a:lnTo>
                  <a:lnTo>
                    <a:pt x="523494" y="0"/>
                  </a:lnTo>
                  <a:close/>
                </a:path>
                <a:path w="235775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2357754" h="2539">
                  <a:moveTo>
                    <a:pt x="554062" y="0"/>
                  </a:moveTo>
                  <a:lnTo>
                    <a:pt x="550240" y="0"/>
                  </a:lnTo>
                  <a:lnTo>
                    <a:pt x="550240" y="2540"/>
                  </a:lnTo>
                  <a:lnTo>
                    <a:pt x="554062" y="2540"/>
                  </a:lnTo>
                  <a:lnTo>
                    <a:pt x="554062" y="0"/>
                  </a:lnTo>
                  <a:close/>
                </a:path>
                <a:path w="235775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2357754" h="2539">
                  <a:moveTo>
                    <a:pt x="584631" y="0"/>
                  </a:moveTo>
                  <a:lnTo>
                    <a:pt x="580809" y="0"/>
                  </a:lnTo>
                  <a:lnTo>
                    <a:pt x="580809" y="2540"/>
                  </a:lnTo>
                  <a:lnTo>
                    <a:pt x="584631" y="2540"/>
                  </a:lnTo>
                  <a:lnTo>
                    <a:pt x="584631" y="0"/>
                  </a:lnTo>
                  <a:close/>
                </a:path>
                <a:path w="235775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2357754" h="2539">
                  <a:moveTo>
                    <a:pt x="615200" y="0"/>
                  </a:moveTo>
                  <a:lnTo>
                    <a:pt x="611378" y="0"/>
                  </a:lnTo>
                  <a:lnTo>
                    <a:pt x="611378" y="2540"/>
                  </a:lnTo>
                  <a:lnTo>
                    <a:pt x="615200" y="2540"/>
                  </a:lnTo>
                  <a:lnTo>
                    <a:pt x="615200" y="0"/>
                  </a:lnTo>
                  <a:close/>
                </a:path>
                <a:path w="235775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2357754" h="2539">
                  <a:moveTo>
                    <a:pt x="645769" y="0"/>
                  </a:moveTo>
                  <a:lnTo>
                    <a:pt x="641946" y="0"/>
                  </a:lnTo>
                  <a:lnTo>
                    <a:pt x="641946" y="2540"/>
                  </a:lnTo>
                  <a:lnTo>
                    <a:pt x="645769" y="2540"/>
                  </a:lnTo>
                  <a:lnTo>
                    <a:pt x="645769" y="0"/>
                  </a:lnTo>
                  <a:close/>
                </a:path>
                <a:path w="235775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2357754" h="2539">
                  <a:moveTo>
                    <a:pt x="676338" y="0"/>
                  </a:moveTo>
                  <a:lnTo>
                    <a:pt x="672515" y="0"/>
                  </a:lnTo>
                  <a:lnTo>
                    <a:pt x="672515" y="2540"/>
                  </a:lnTo>
                  <a:lnTo>
                    <a:pt x="676338" y="2540"/>
                  </a:lnTo>
                  <a:lnTo>
                    <a:pt x="676338" y="0"/>
                  </a:lnTo>
                  <a:close/>
                </a:path>
                <a:path w="2357754" h="2539">
                  <a:moveTo>
                    <a:pt x="691629" y="0"/>
                  </a:moveTo>
                  <a:lnTo>
                    <a:pt x="687806" y="0"/>
                  </a:lnTo>
                  <a:lnTo>
                    <a:pt x="687806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2357754" h="2539">
                  <a:moveTo>
                    <a:pt x="706907" y="0"/>
                  </a:moveTo>
                  <a:lnTo>
                    <a:pt x="703084" y="0"/>
                  </a:lnTo>
                  <a:lnTo>
                    <a:pt x="703084" y="2540"/>
                  </a:lnTo>
                  <a:lnTo>
                    <a:pt x="706907" y="2540"/>
                  </a:lnTo>
                  <a:lnTo>
                    <a:pt x="706907" y="0"/>
                  </a:lnTo>
                  <a:close/>
                </a:path>
                <a:path w="2357754" h="2539">
                  <a:moveTo>
                    <a:pt x="722198" y="0"/>
                  </a:moveTo>
                  <a:lnTo>
                    <a:pt x="718375" y="0"/>
                  </a:lnTo>
                  <a:lnTo>
                    <a:pt x="718375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2357754" h="2539">
                  <a:moveTo>
                    <a:pt x="737476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76" y="2540"/>
                  </a:lnTo>
                  <a:lnTo>
                    <a:pt x="737476" y="0"/>
                  </a:lnTo>
                  <a:close/>
                </a:path>
                <a:path w="2357754" h="2539">
                  <a:moveTo>
                    <a:pt x="752767" y="0"/>
                  </a:moveTo>
                  <a:lnTo>
                    <a:pt x="748944" y="0"/>
                  </a:lnTo>
                  <a:lnTo>
                    <a:pt x="748944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2357754" h="2539">
                  <a:moveTo>
                    <a:pt x="768045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45" y="2540"/>
                  </a:lnTo>
                  <a:lnTo>
                    <a:pt x="768045" y="0"/>
                  </a:lnTo>
                  <a:close/>
                </a:path>
                <a:path w="2357754" h="2539">
                  <a:moveTo>
                    <a:pt x="783336" y="0"/>
                  </a:moveTo>
                  <a:lnTo>
                    <a:pt x="779513" y="0"/>
                  </a:lnTo>
                  <a:lnTo>
                    <a:pt x="779513" y="2540"/>
                  </a:lnTo>
                  <a:lnTo>
                    <a:pt x="783336" y="2540"/>
                  </a:lnTo>
                  <a:lnTo>
                    <a:pt x="783336" y="0"/>
                  </a:lnTo>
                  <a:close/>
                </a:path>
                <a:path w="2357754" h="2539">
                  <a:moveTo>
                    <a:pt x="798614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14" y="2540"/>
                  </a:lnTo>
                  <a:lnTo>
                    <a:pt x="798614" y="0"/>
                  </a:lnTo>
                  <a:close/>
                </a:path>
                <a:path w="2357754" h="2539">
                  <a:moveTo>
                    <a:pt x="813904" y="0"/>
                  </a:moveTo>
                  <a:lnTo>
                    <a:pt x="810082" y="0"/>
                  </a:lnTo>
                  <a:lnTo>
                    <a:pt x="810082" y="2540"/>
                  </a:lnTo>
                  <a:lnTo>
                    <a:pt x="813904" y="2540"/>
                  </a:lnTo>
                  <a:lnTo>
                    <a:pt x="813904" y="0"/>
                  </a:lnTo>
                  <a:close/>
                </a:path>
                <a:path w="235775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2357754" h="2539">
                  <a:moveTo>
                    <a:pt x="844473" y="0"/>
                  </a:moveTo>
                  <a:lnTo>
                    <a:pt x="840651" y="0"/>
                  </a:lnTo>
                  <a:lnTo>
                    <a:pt x="840651" y="2540"/>
                  </a:lnTo>
                  <a:lnTo>
                    <a:pt x="844473" y="2540"/>
                  </a:lnTo>
                  <a:lnTo>
                    <a:pt x="844473" y="0"/>
                  </a:lnTo>
                  <a:close/>
                </a:path>
                <a:path w="235775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2357754" h="2539">
                  <a:moveTo>
                    <a:pt x="875042" y="0"/>
                  </a:moveTo>
                  <a:lnTo>
                    <a:pt x="871220" y="0"/>
                  </a:lnTo>
                  <a:lnTo>
                    <a:pt x="871220" y="2540"/>
                  </a:lnTo>
                  <a:lnTo>
                    <a:pt x="875042" y="2540"/>
                  </a:lnTo>
                  <a:lnTo>
                    <a:pt x="875042" y="0"/>
                  </a:lnTo>
                  <a:close/>
                </a:path>
                <a:path w="235775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2357754" h="2539">
                  <a:moveTo>
                    <a:pt x="2357666" y="0"/>
                  </a:moveTo>
                  <a:lnTo>
                    <a:pt x="2353843" y="0"/>
                  </a:lnTo>
                  <a:lnTo>
                    <a:pt x="2353843" y="2540"/>
                  </a:lnTo>
                  <a:lnTo>
                    <a:pt x="2357666" y="2540"/>
                  </a:lnTo>
                  <a:lnTo>
                    <a:pt x="235766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648167" y="4969795"/>
              <a:ext cx="2357755" cy="63500"/>
            </a:xfrm>
            <a:custGeom>
              <a:avLst/>
              <a:gdLst/>
              <a:ahLst/>
              <a:cxnLst/>
              <a:rect l="l" t="t" r="r" b="b"/>
              <a:pathLst>
                <a:path w="2357754" h="63500">
                  <a:moveTo>
                    <a:pt x="0" y="63155"/>
                  </a:moveTo>
                  <a:lnTo>
                    <a:pt x="2357665" y="63155"/>
                  </a:lnTo>
                </a:path>
                <a:path w="2357754" h="63500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648167" y="4907557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916795" y="4860518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00" y="0"/>
                  </a:moveTo>
                  <a:lnTo>
                    <a:pt x="15278" y="0"/>
                  </a:lnTo>
                  <a:lnTo>
                    <a:pt x="15278" y="2540"/>
                  </a:lnTo>
                  <a:lnTo>
                    <a:pt x="19100" y="2540"/>
                  </a:lnTo>
                  <a:lnTo>
                    <a:pt x="19100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69" y="0"/>
                  </a:moveTo>
                  <a:lnTo>
                    <a:pt x="45847" y="0"/>
                  </a:lnTo>
                  <a:lnTo>
                    <a:pt x="45847" y="2540"/>
                  </a:lnTo>
                  <a:lnTo>
                    <a:pt x="49669" y="2540"/>
                  </a:lnTo>
                  <a:lnTo>
                    <a:pt x="49669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38" y="0"/>
                  </a:moveTo>
                  <a:lnTo>
                    <a:pt x="76415" y="0"/>
                  </a:lnTo>
                  <a:lnTo>
                    <a:pt x="76415" y="2540"/>
                  </a:lnTo>
                  <a:lnTo>
                    <a:pt x="80238" y="2540"/>
                  </a:lnTo>
                  <a:lnTo>
                    <a:pt x="80238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07" y="0"/>
                  </a:moveTo>
                  <a:lnTo>
                    <a:pt x="106984" y="0"/>
                  </a:lnTo>
                  <a:lnTo>
                    <a:pt x="106984" y="2540"/>
                  </a:lnTo>
                  <a:lnTo>
                    <a:pt x="110807" y="2540"/>
                  </a:lnTo>
                  <a:lnTo>
                    <a:pt x="110807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76" y="0"/>
                  </a:moveTo>
                  <a:lnTo>
                    <a:pt x="137553" y="0"/>
                  </a:lnTo>
                  <a:lnTo>
                    <a:pt x="137553" y="2540"/>
                  </a:lnTo>
                  <a:lnTo>
                    <a:pt x="141376" y="2540"/>
                  </a:lnTo>
                  <a:lnTo>
                    <a:pt x="141376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45" y="0"/>
                  </a:moveTo>
                  <a:lnTo>
                    <a:pt x="168122" y="0"/>
                  </a:lnTo>
                  <a:lnTo>
                    <a:pt x="168122" y="2540"/>
                  </a:lnTo>
                  <a:lnTo>
                    <a:pt x="171945" y="2540"/>
                  </a:lnTo>
                  <a:lnTo>
                    <a:pt x="171945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14" y="0"/>
                  </a:moveTo>
                  <a:lnTo>
                    <a:pt x="198691" y="0"/>
                  </a:lnTo>
                  <a:lnTo>
                    <a:pt x="198691" y="2540"/>
                  </a:lnTo>
                  <a:lnTo>
                    <a:pt x="202514" y="2540"/>
                  </a:lnTo>
                  <a:lnTo>
                    <a:pt x="202514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83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83" y="2540"/>
                  </a:lnTo>
                  <a:lnTo>
                    <a:pt x="233083" y="0"/>
                  </a:lnTo>
                  <a:close/>
                </a:path>
                <a:path w="107378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1073784" h="2539">
                  <a:moveTo>
                    <a:pt x="263652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52" y="2540"/>
                  </a:lnTo>
                  <a:lnTo>
                    <a:pt x="263652" y="0"/>
                  </a:lnTo>
                  <a:close/>
                </a:path>
                <a:path w="107378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1073784" h="2539">
                  <a:moveTo>
                    <a:pt x="294220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20" y="2540"/>
                  </a:lnTo>
                  <a:lnTo>
                    <a:pt x="294220" y="0"/>
                  </a:lnTo>
                  <a:close/>
                </a:path>
                <a:path w="1073784" h="2539">
                  <a:moveTo>
                    <a:pt x="309511" y="0"/>
                  </a:moveTo>
                  <a:lnTo>
                    <a:pt x="305689" y="0"/>
                  </a:lnTo>
                  <a:lnTo>
                    <a:pt x="305689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80" y="0"/>
                  </a:moveTo>
                  <a:lnTo>
                    <a:pt x="336257" y="0"/>
                  </a:lnTo>
                  <a:lnTo>
                    <a:pt x="336257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49" y="0"/>
                  </a:moveTo>
                  <a:lnTo>
                    <a:pt x="366826" y="0"/>
                  </a:lnTo>
                  <a:lnTo>
                    <a:pt x="366826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18" y="0"/>
                  </a:moveTo>
                  <a:lnTo>
                    <a:pt x="397395" y="0"/>
                  </a:lnTo>
                  <a:lnTo>
                    <a:pt x="397395" y="2540"/>
                  </a:lnTo>
                  <a:lnTo>
                    <a:pt x="401218" y="2540"/>
                  </a:lnTo>
                  <a:lnTo>
                    <a:pt x="401218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787" y="0"/>
                  </a:moveTo>
                  <a:lnTo>
                    <a:pt x="427964" y="0"/>
                  </a:lnTo>
                  <a:lnTo>
                    <a:pt x="427964" y="2540"/>
                  </a:lnTo>
                  <a:lnTo>
                    <a:pt x="431787" y="2540"/>
                  </a:lnTo>
                  <a:lnTo>
                    <a:pt x="431787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56" y="0"/>
                  </a:moveTo>
                  <a:lnTo>
                    <a:pt x="458533" y="0"/>
                  </a:lnTo>
                  <a:lnTo>
                    <a:pt x="458533" y="2540"/>
                  </a:lnTo>
                  <a:lnTo>
                    <a:pt x="462356" y="2540"/>
                  </a:lnTo>
                  <a:lnTo>
                    <a:pt x="462356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25" y="0"/>
                  </a:moveTo>
                  <a:lnTo>
                    <a:pt x="489102" y="0"/>
                  </a:lnTo>
                  <a:lnTo>
                    <a:pt x="489102" y="2540"/>
                  </a:lnTo>
                  <a:lnTo>
                    <a:pt x="492925" y="2540"/>
                  </a:lnTo>
                  <a:lnTo>
                    <a:pt x="492925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494" y="0"/>
                  </a:moveTo>
                  <a:lnTo>
                    <a:pt x="519671" y="0"/>
                  </a:lnTo>
                  <a:lnTo>
                    <a:pt x="519671" y="2540"/>
                  </a:lnTo>
                  <a:lnTo>
                    <a:pt x="523494" y="2540"/>
                  </a:lnTo>
                  <a:lnTo>
                    <a:pt x="523494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62" y="0"/>
                  </a:moveTo>
                  <a:lnTo>
                    <a:pt x="550240" y="0"/>
                  </a:lnTo>
                  <a:lnTo>
                    <a:pt x="550240" y="2540"/>
                  </a:lnTo>
                  <a:lnTo>
                    <a:pt x="554062" y="2540"/>
                  </a:lnTo>
                  <a:lnTo>
                    <a:pt x="554062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31" y="0"/>
                  </a:moveTo>
                  <a:lnTo>
                    <a:pt x="580809" y="0"/>
                  </a:lnTo>
                  <a:lnTo>
                    <a:pt x="580809" y="2540"/>
                  </a:lnTo>
                  <a:lnTo>
                    <a:pt x="584631" y="2540"/>
                  </a:lnTo>
                  <a:lnTo>
                    <a:pt x="584631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00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00" y="2540"/>
                  </a:lnTo>
                  <a:lnTo>
                    <a:pt x="615200" y="0"/>
                  </a:lnTo>
                  <a:close/>
                </a:path>
                <a:path w="107378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1073784" h="2539">
                  <a:moveTo>
                    <a:pt x="645769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69" y="2540"/>
                  </a:lnTo>
                  <a:lnTo>
                    <a:pt x="645769" y="0"/>
                  </a:lnTo>
                  <a:close/>
                </a:path>
                <a:path w="107378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1073784" h="2539">
                  <a:moveTo>
                    <a:pt x="676338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38" y="2540"/>
                  </a:lnTo>
                  <a:lnTo>
                    <a:pt x="676338" y="0"/>
                  </a:lnTo>
                  <a:close/>
                </a:path>
                <a:path w="1073784" h="2539">
                  <a:moveTo>
                    <a:pt x="691629" y="0"/>
                  </a:moveTo>
                  <a:lnTo>
                    <a:pt x="687806" y="0"/>
                  </a:lnTo>
                  <a:lnTo>
                    <a:pt x="687806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198" y="0"/>
                  </a:moveTo>
                  <a:lnTo>
                    <a:pt x="718375" y="0"/>
                  </a:lnTo>
                  <a:lnTo>
                    <a:pt x="718375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67" y="0"/>
                  </a:moveTo>
                  <a:lnTo>
                    <a:pt x="748944" y="0"/>
                  </a:lnTo>
                  <a:lnTo>
                    <a:pt x="748944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36" y="0"/>
                  </a:moveTo>
                  <a:lnTo>
                    <a:pt x="779513" y="0"/>
                  </a:lnTo>
                  <a:lnTo>
                    <a:pt x="779513" y="2540"/>
                  </a:lnTo>
                  <a:lnTo>
                    <a:pt x="783336" y="2540"/>
                  </a:lnTo>
                  <a:lnTo>
                    <a:pt x="783336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04" y="0"/>
                  </a:moveTo>
                  <a:lnTo>
                    <a:pt x="810082" y="0"/>
                  </a:lnTo>
                  <a:lnTo>
                    <a:pt x="810082" y="2540"/>
                  </a:lnTo>
                  <a:lnTo>
                    <a:pt x="813904" y="2540"/>
                  </a:lnTo>
                  <a:lnTo>
                    <a:pt x="813904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73" y="0"/>
                  </a:moveTo>
                  <a:lnTo>
                    <a:pt x="840651" y="0"/>
                  </a:lnTo>
                  <a:lnTo>
                    <a:pt x="840651" y="2540"/>
                  </a:lnTo>
                  <a:lnTo>
                    <a:pt x="844473" y="2540"/>
                  </a:lnTo>
                  <a:lnTo>
                    <a:pt x="844473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42" y="0"/>
                  </a:moveTo>
                  <a:lnTo>
                    <a:pt x="871220" y="0"/>
                  </a:lnTo>
                  <a:lnTo>
                    <a:pt x="871220" y="2540"/>
                  </a:lnTo>
                  <a:lnTo>
                    <a:pt x="875042" y="2540"/>
                  </a:lnTo>
                  <a:lnTo>
                    <a:pt x="875042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11" y="0"/>
                  </a:moveTo>
                  <a:lnTo>
                    <a:pt x="901788" y="0"/>
                  </a:lnTo>
                  <a:lnTo>
                    <a:pt x="901788" y="2540"/>
                  </a:lnTo>
                  <a:lnTo>
                    <a:pt x="905611" y="2540"/>
                  </a:lnTo>
                  <a:lnTo>
                    <a:pt x="905611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79" y="0"/>
                  </a:lnTo>
                  <a:lnTo>
                    <a:pt x="917079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80" y="0"/>
                  </a:moveTo>
                  <a:lnTo>
                    <a:pt x="932357" y="0"/>
                  </a:lnTo>
                  <a:lnTo>
                    <a:pt x="932357" y="2540"/>
                  </a:lnTo>
                  <a:lnTo>
                    <a:pt x="936180" y="2540"/>
                  </a:lnTo>
                  <a:lnTo>
                    <a:pt x="936180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48" y="0"/>
                  </a:lnTo>
                  <a:lnTo>
                    <a:pt x="947648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49" y="0"/>
                  </a:moveTo>
                  <a:lnTo>
                    <a:pt x="962926" y="0"/>
                  </a:lnTo>
                  <a:lnTo>
                    <a:pt x="962926" y="2540"/>
                  </a:lnTo>
                  <a:lnTo>
                    <a:pt x="966749" y="2540"/>
                  </a:lnTo>
                  <a:lnTo>
                    <a:pt x="966749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17" y="0"/>
                  </a:lnTo>
                  <a:lnTo>
                    <a:pt x="978217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18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18" y="2540"/>
                  </a:lnTo>
                  <a:lnTo>
                    <a:pt x="997318" y="0"/>
                  </a:lnTo>
                  <a:close/>
                </a:path>
                <a:path w="1073784" h="2539">
                  <a:moveTo>
                    <a:pt x="1012609" y="0"/>
                  </a:moveTo>
                  <a:lnTo>
                    <a:pt x="1008786" y="0"/>
                  </a:lnTo>
                  <a:lnTo>
                    <a:pt x="1008786" y="2540"/>
                  </a:lnTo>
                  <a:lnTo>
                    <a:pt x="1012609" y="2540"/>
                  </a:lnTo>
                  <a:lnTo>
                    <a:pt x="1012609" y="0"/>
                  </a:lnTo>
                  <a:close/>
                </a:path>
                <a:path w="1073784" h="2539">
                  <a:moveTo>
                    <a:pt x="1027887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87" y="2540"/>
                  </a:lnTo>
                  <a:lnTo>
                    <a:pt x="1027887" y="0"/>
                  </a:lnTo>
                  <a:close/>
                </a:path>
                <a:path w="1073784" h="2539">
                  <a:moveTo>
                    <a:pt x="1043178" y="0"/>
                  </a:moveTo>
                  <a:lnTo>
                    <a:pt x="1039355" y="0"/>
                  </a:lnTo>
                  <a:lnTo>
                    <a:pt x="1039355" y="2540"/>
                  </a:lnTo>
                  <a:lnTo>
                    <a:pt x="1043178" y="2540"/>
                  </a:lnTo>
                  <a:lnTo>
                    <a:pt x="1043178" y="0"/>
                  </a:lnTo>
                  <a:close/>
                </a:path>
                <a:path w="1073784" h="2539">
                  <a:moveTo>
                    <a:pt x="1058456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56" y="2540"/>
                  </a:lnTo>
                  <a:lnTo>
                    <a:pt x="1058456" y="0"/>
                  </a:lnTo>
                  <a:close/>
                </a:path>
                <a:path w="1073784" h="2539">
                  <a:moveTo>
                    <a:pt x="1073746" y="0"/>
                  </a:moveTo>
                  <a:lnTo>
                    <a:pt x="1069924" y="0"/>
                  </a:lnTo>
                  <a:lnTo>
                    <a:pt x="1069924" y="2540"/>
                  </a:lnTo>
                  <a:lnTo>
                    <a:pt x="1073746" y="2540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846858" y="4860518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13" y="0"/>
                  </a:moveTo>
                  <a:lnTo>
                    <a:pt x="15290" y="0"/>
                  </a:lnTo>
                  <a:lnTo>
                    <a:pt x="15290" y="2540"/>
                  </a:lnTo>
                  <a:lnTo>
                    <a:pt x="19113" y="2540"/>
                  </a:lnTo>
                  <a:lnTo>
                    <a:pt x="19113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82" y="0"/>
                  </a:moveTo>
                  <a:lnTo>
                    <a:pt x="45859" y="0"/>
                  </a:lnTo>
                  <a:lnTo>
                    <a:pt x="45859" y="2540"/>
                  </a:lnTo>
                  <a:lnTo>
                    <a:pt x="49682" y="2540"/>
                  </a:lnTo>
                  <a:lnTo>
                    <a:pt x="49682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51" y="0"/>
                  </a:moveTo>
                  <a:lnTo>
                    <a:pt x="76428" y="0"/>
                  </a:lnTo>
                  <a:lnTo>
                    <a:pt x="76428" y="2540"/>
                  </a:lnTo>
                  <a:lnTo>
                    <a:pt x="80251" y="2540"/>
                  </a:lnTo>
                  <a:lnTo>
                    <a:pt x="80251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20" y="0"/>
                  </a:moveTo>
                  <a:lnTo>
                    <a:pt x="106997" y="0"/>
                  </a:lnTo>
                  <a:lnTo>
                    <a:pt x="106997" y="2540"/>
                  </a:lnTo>
                  <a:lnTo>
                    <a:pt x="110820" y="2540"/>
                  </a:lnTo>
                  <a:lnTo>
                    <a:pt x="110820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89" y="0"/>
                  </a:moveTo>
                  <a:lnTo>
                    <a:pt x="137566" y="0"/>
                  </a:lnTo>
                  <a:lnTo>
                    <a:pt x="137566" y="2540"/>
                  </a:lnTo>
                  <a:lnTo>
                    <a:pt x="141389" y="2540"/>
                  </a:lnTo>
                  <a:lnTo>
                    <a:pt x="141389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57" y="0"/>
                  </a:lnTo>
                  <a:lnTo>
                    <a:pt x="152857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58" y="0"/>
                  </a:moveTo>
                  <a:lnTo>
                    <a:pt x="168135" y="0"/>
                  </a:lnTo>
                  <a:lnTo>
                    <a:pt x="168135" y="2540"/>
                  </a:lnTo>
                  <a:lnTo>
                    <a:pt x="171958" y="2540"/>
                  </a:lnTo>
                  <a:lnTo>
                    <a:pt x="171958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26" y="0"/>
                  </a:lnTo>
                  <a:lnTo>
                    <a:pt x="183426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26" y="0"/>
                  </a:moveTo>
                  <a:lnTo>
                    <a:pt x="198704" y="0"/>
                  </a:lnTo>
                  <a:lnTo>
                    <a:pt x="198704" y="2540"/>
                  </a:lnTo>
                  <a:lnTo>
                    <a:pt x="202526" y="2540"/>
                  </a:lnTo>
                  <a:lnTo>
                    <a:pt x="202526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95" y="0"/>
                  </a:lnTo>
                  <a:lnTo>
                    <a:pt x="213995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95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95" y="2540"/>
                  </a:lnTo>
                  <a:lnTo>
                    <a:pt x="233095" y="0"/>
                  </a:lnTo>
                  <a:close/>
                </a:path>
                <a:path w="1073784" h="2539">
                  <a:moveTo>
                    <a:pt x="248386" y="0"/>
                  </a:moveTo>
                  <a:lnTo>
                    <a:pt x="244563" y="0"/>
                  </a:lnTo>
                  <a:lnTo>
                    <a:pt x="244563" y="2540"/>
                  </a:lnTo>
                  <a:lnTo>
                    <a:pt x="248386" y="2540"/>
                  </a:lnTo>
                  <a:lnTo>
                    <a:pt x="248386" y="0"/>
                  </a:lnTo>
                  <a:close/>
                </a:path>
                <a:path w="1073784" h="2539">
                  <a:moveTo>
                    <a:pt x="263664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64" y="2540"/>
                  </a:lnTo>
                  <a:lnTo>
                    <a:pt x="263664" y="0"/>
                  </a:lnTo>
                  <a:close/>
                </a:path>
                <a:path w="1073784" h="2539">
                  <a:moveTo>
                    <a:pt x="278955" y="0"/>
                  </a:moveTo>
                  <a:lnTo>
                    <a:pt x="275132" y="0"/>
                  </a:lnTo>
                  <a:lnTo>
                    <a:pt x="275132" y="2540"/>
                  </a:lnTo>
                  <a:lnTo>
                    <a:pt x="278955" y="2540"/>
                  </a:lnTo>
                  <a:lnTo>
                    <a:pt x="278955" y="0"/>
                  </a:lnTo>
                  <a:close/>
                </a:path>
                <a:path w="1073784" h="2539">
                  <a:moveTo>
                    <a:pt x="294233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33" y="2540"/>
                  </a:lnTo>
                  <a:lnTo>
                    <a:pt x="294233" y="0"/>
                  </a:lnTo>
                  <a:close/>
                </a:path>
                <a:path w="1073784" h="2539">
                  <a:moveTo>
                    <a:pt x="309524" y="0"/>
                  </a:moveTo>
                  <a:lnTo>
                    <a:pt x="305701" y="0"/>
                  </a:lnTo>
                  <a:lnTo>
                    <a:pt x="305701" y="2540"/>
                  </a:lnTo>
                  <a:lnTo>
                    <a:pt x="309524" y="2540"/>
                  </a:lnTo>
                  <a:lnTo>
                    <a:pt x="309524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93" y="0"/>
                  </a:moveTo>
                  <a:lnTo>
                    <a:pt x="336270" y="0"/>
                  </a:lnTo>
                  <a:lnTo>
                    <a:pt x="336270" y="2540"/>
                  </a:lnTo>
                  <a:lnTo>
                    <a:pt x="340093" y="2540"/>
                  </a:lnTo>
                  <a:lnTo>
                    <a:pt x="340093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62" y="0"/>
                  </a:moveTo>
                  <a:lnTo>
                    <a:pt x="366839" y="0"/>
                  </a:lnTo>
                  <a:lnTo>
                    <a:pt x="366839" y="2540"/>
                  </a:lnTo>
                  <a:lnTo>
                    <a:pt x="370662" y="2540"/>
                  </a:lnTo>
                  <a:lnTo>
                    <a:pt x="370662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31" y="0"/>
                  </a:moveTo>
                  <a:lnTo>
                    <a:pt x="397408" y="0"/>
                  </a:lnTo>
                  <a:lnTo>
                    <a:pt x="397408" y="2540"/>
                  </a:lnTo>
                  <a:lnTo>
                    <a:pt x="401231" y="2540"/>
                  </a:lnTo>
                  <a:lnTo>
                    <a:pt x="401231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800" y="0"/>
                  </a:moveTo>
                  <a:lnTo>
                    <a:pt x="427977" y="0"/>
                  </a:lnTo>
                  <a:lnTo>
                    <a:pt x="427977" y="2540"/>
                  </a:lnTo>
                  <a:lnTo>
                    <a:pt x="431800" y="2540"/>
                  </a:lnTo>
                  <a:lnTo>
                    <a:pt x="431800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68" y="0"/>
                  </a:moveTo>
                  <a:lnTo>
                    <a:pt x="458546" y="0"/>
                  </a:lnTo>
                  <a:lnTo>
                    <a:pt x="458546" y="2540"/>
                  </a:lnTo>
                  <a:lnTo>
                    <a:pt x="462368" y="2540"/>
                  </a:lnTo>
                  <a:lnTo>
                    <a:pt x="462368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37" y="0"/>
                  </a:moveTo>
                  <a:lnTo>
                    <a:pt x="489115" y="0"/>
                  </a:lnTo>
                  <a:lnTo>
                    <a:pt x="489115" y="2540"/>
                  </a:lnTo>
                  <a:lnTo>
                    <a:pt x="492937" y="2540"/>
                  </a:lnTo>
                  <a:lnTo>
                    <a:pt x="492937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506" y="0"/>
                  </a:moveTo>
                  <a:lnTo>
                    <a:pt x="519684" y="0"/>
                  </a:lnTo>
                  <a:lnTo>
                    <a:pt x="519684" y="2540"/>
                  </a:lnTo>
                  <a:lnTo>
                    <a:pt x="523506" y="2540"/>
                  </a:lnTo>
                  <a:lnTo>
                    <a:pt x="523506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74" y="0"/>
                  </a:lnTo>
                  <a:lnTo>
                    <a:pt x="534974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75" y="0"/>
                  </a:moveTo>
                  <a:lnTo>
                    <a:pt x="550252" y="0"/>
                  </a:lnTo>
                  <a:lnTo>
                    <a:pt x="550252" y="2540"/>
                  </a:lnTo>
                  <a:lnTo>
                    <a:pt x="554075" y="2540"/>
                  </a:lnTo>
                  <a:lnTo>
                    <a:pt x="554075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43" y="0"/>
                  </a:lnTo>
                  <a:lnTo>
                    <a:pt x="565543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44" y="0"/>
                  </a:moveTo>
                  <a:lnTo>
                    <a:pt x="580821" y="0"/>
                  </a:lnTo>
                  <a:lnTo>
                    <a:pt x="580821" y="2540"/>
                  </a:lnTo>
                  <a:lnTo>
                    <a:pt x="584644" y="2540"/>
                  </a:lnTo>
                  <a:lnTo>
                    <a:pt x="584644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112" y="0"/>
                  </a:lnTo>
                  <a:lnTo>
                    <a:pt x="596112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13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13" y="2540"/>
                  </a:lnTo>
                  <a:lnTo>
                    <a:pt x="615213" y="0"/>
                  </a:lnTo>
                  <a:close/>
                </a:path>
                <a:path w="1073784" h="2539">
                  <a:moveTo>
                    <a:pt x="630504" y="0"/>
                  </a:moveTo>
                  <a:lnTo>
                    <a:pt x="626681" y="0"/>
                  </a:lnTo>
                  <a:lnTo>
                    <a:pt x="626681" y="2540"/>
                  </a:lnTo>
                  <a:lnTo>
                    <a:pt x="630504" y="2540"/>
                  </a:lnTo>
                  <a:lnTo>
                    <a:pt x="630504" y="0"/>
                  </a:lnTo>
                  <a:close/>
                </a:path>
                <a:path w="1073784" h="2539">
                  <a:moveTo>
                    <a:pt x="645782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82" y="2540"/>
                  </a:lnTo>
                  <a:lnTo>
                    <a:pt x="645782" y="0"/>
                  </a:lnTo>
                  <a:close/>
                </a:path>
                <a:path w="1073784" h="2539">
                  <a:moveTo>
                    <a:pt x="661073" y="0"/>
                  </a:moveTo>
                  <a:lnTo>
                    <a:pt x="657250" y="0"/>
                  </a:lnTo>
                  <a:lnTo>
                    <a:pt x="657250" y="2540"/>
                  </a:lnTo>
                  <a:lnTo>
                    <a:pt x="661073" y="2540"/>
                  </a:lnTo>
                  <a:lnTo>
                    <a:pt x="661073" y="0"/>
                  </a:lnTo>
                  <a:close/>
                </a:path>
                <a:path w="1073784" h="2539">
                  <a:moveTo>
                    <a:pt x="676351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51" y="2540"/>
                  </a:lnTo>
                  <a:lnTo>
                    <a:pt x="676351" y="0"/>
                  </a:lnTo>
                  <a:close/>
                </a:path>
                <a:path w="1073784" h="2539">
                  <a:moveTo>
                    <a:pt x="691642" y="0"/>
                  </a:moveTo>
                  <a:lnTo>
                    <a:pt x="687819" y="0"/>
                  </a:lnTo>
                  <a:lnTo>
                    <a:pt x="687819" y="2540"/>
                  </a:lnTo>
                  <a:lnTo>
                    <a:pt x="691642" y="2540"/>
                  </a:lnTo>
                  <a:lnTo>
                    <a:pt x="691642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210" y="0"/>
                  </a:moveTo>
                  <a:lnTo>
                    <a:pt x="718388" y="0"/>
                  </a:lnTo>
                  <a:lnTo>
                    <a:pt x="718388" y="2540"/>
                  </a:lnTo>
                  <a:lnTo>
                    <a:pt x="722210" y="2540"/>
                  </a:lnTo>
                  <a:lnTo>
                    <a:pt x="722210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79" y="0"/>
                  </a:moveTo>
                  <a:lnTo>
                    <a:pt x="748957" y="0"/>
                  </a:lnTo>
                  <a:lnTo>
                    <a:pt x="748957" y="2540"/>
                  </a:lnTo>
                  <a:lnTo>
                    <a:pt x="752779" y="2540"/>
                  </a:lnTo>
                  <a:lnTo>
                    <a:pt x="752779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48" y="0"/>
                  </a:moveTo>
                  <a:lnTo>
                    <a:pt x="779526" y="0"/>
                  </a:lnTo>
                  <a:lnTo>
                    <a:pt x="779526" y="2540"/>
                  </a:lnTo>
                  <a:lnTo>
                    <a:pt x="783348" y="2540"/>
                  </a:lnTo>
                  <a:lnTo>
                    <a:pt x="783348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17" y="0"/>
                  </a:moveTo>
                  <a:lnTo>
                    <a:pt x="810094" y="0"/>
                  </a:lnTo>
                  <a:lnTo>
                    <a:pt x="810094" y="2540"/>
                  </a:lnTo>
                  <a:lnTo>
                    <a:pt x="813917" y="2540"/>
                  </a:lnTo>
                  <a:lnTo>
                    <a:pt x="813917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86" y="0"/>
                  </a:moveTo>
                  <a:lnTo>
                    <a:pt x="840663" y="0"/>
                  </a:lnTo>
                  <a:lnTo>
                    <a:pt x="840663" y="2540"/>
                  </a:lnTo>
                  <a:lnTo>
                    <a:pt x="844486" y="2540"/>
                  </a:lnTo>
                  <a:lnTo>
                    <a:pt x="844486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55" y="0"/>
                  </a:moveTo>
                  <a:lnTo>
                    <a:pt x="871232" y="0"/>
                  </a:lnTo>
                  <a:lnTo>
                    <a:pt x="871232" y="2540"/>
                  </a:lnTo>
                  <a:lnTo>
                    <a:pt x="875055" y="2540"/>
                  </a:lnTo>
                  <a:lnTo>
                    <a:pt x="875055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24" y="0"/>
                  </a:moveTo>
                  <a:lnTo>
                    <a:pt x="901801" y="0"/>
                  </a:lnTo>
                  <a:lnTo>
                    <a:pt x="901801" y="2540"/>
                  </a:lnTo>
                  <a:lnTo>
                    <a:pt x="905624" y="2540"/>
                  </a:lnTo>
                  <a:lnTo>
                    <a:pt x="905624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92" y="0"/>
                  </a:lnTo>
                  <a:lnTo>
                    <a:pt x="917092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93" y="0"/>
                  </a:moveTo>
                  <a:lnTo>
                    <a:pt x="932370" y="0"/>
                  </a:lnTo>
                  <a:lnTo>
                    <a:pt x="932370" y="2540"/>
                  </a:lnTo>
                  <a:lnTo>
                    <a:pt x="936193" y="2540"/>
                  </a:lnTo>
                  <a:lnTo>
                    <a:pt x="936193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61" y="0"/>
                  </a:lnTo>
                  <a:lnTo>
                    <a:pt x="947661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62" y="0"/>
                  </a:moveTo>
                  <a:lnTo>
                    <a:pt x="962939" y="0"/>
                  </a:lnTo>
                  <a:lnTo>
                    <a:pt x="962939" y="2540"/>
                  </a:lnTo>
                  <a:lnTo>
                    <a:pt x="966762" y="2540"/>
                  </a:lnTo>
                  <a:lnTo>
                    <a:pt x="966762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30" y="0"/>
                  </a:lnTo>
                  <a:lnTo>
                    <a:pt x="978230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31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31" y="2540"/>
                  </a:lnTo>
                  <a:lnTo>
                    <a:pt x="997331" y="0"/>
                  </a:lnTo>
                  <a:close/>
                </a:path>
                <a:path w="1073784" h="2539">
                  <a:moveTo>
                    <a:pt x="1012621" y="0"/>
                  </a:moveTo>
                  <a:lnTo>
                    <a:pt x="1008799" y="0"/>
                  </a:lnTo>
                  <a:lnTo>
                    <a:pt x="1008799" y="2540"/>
                  </a:lnTo>
                  <a:lnTo>
                    <a:pt x="1012621" y="2540"/>
                  </a:lnTo>
                  <a:lnTo>
                    <a:pt x="1012621" y="0"/>
                  </a:lnTo>
                  <a:close/>
                </a:path>
                <a:path w="1073784" h="2539">
                  <a:moveTo>
                    <a:pt x="1027899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99" y="2540"/>
                  </a:lnTo>
                  <a:lnTo>
                    <a:pt x="1027899" y="0"/>
                  </a:lnTo>
                  <a:close/>
                </a:path>
                <a:path w="1073784" h="2539">
                  <a:moveTo>
                    <a:pt x="1043190" y="0"/>
                  </a:moveTo>
                  <a:lnTo>
                    <a:pt x="1039368" y="0"/>
                  </a:lnTo>
                  <a:lnTo>
                    <a:pt x="1039368" y="2540"/>
                  </a:lnTo>
                  <a:lnTo>
                    <a:pt x="1043190" y="2540"/>
                  </a:lnTo>
                  <a:lnTo>
                    <a:pt x="1043190" y="0"/>
                  </a:lnTo>
                  <a:close/>
                </a:path>
                <a:path w="1073784" h="2539">
                  <a:moveTo>
                    <a:pt x="1058468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68" y="2540"/>
                  </a:lnTo>
                  <a:lnTo>
                    <a:pt x="1058468" y="0"/>
                  </a:lnTo>
                  <a:close/>
                </a:path>
                <a:path w="1073784" h="2539">
                  <a:moveTo>
                    <a:pt x="1073759" y="0"/>
                  </a:moveTo>
                  <a:lnTo>
                    <a:pt x="1069936" y="0"/>
                  </a:lnTo>
                  <a:lnTo>
                    <a:pt x="1069936" y="2540"/>
                  </a:lnTo>
                  <a:lnTo>
                    <a:pt x="1073759" y="2540"/>
                  </a:lnTo>
                  <a:lnTo>
                    <a:pt x="1073759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648167" y="4836502"/>
              <a:ext cx="2357755" cy="26670"/>
            </a:xfrm>
            <a:custGeom>
              <a:avLst/>
              <a:gdLst/>
              <a:ahLst/>
              <a:cxnLst/>
              <a:rect l="l" t="t" r="r" b="b"/>
              <a:pathLst>
                <a:path w="2357754" h="26670">
                  <a:moveTo>
                    <a:pt x="3810" y="24015"/>
                  </a:moveTo>
                  <a:lnTo>
                    <a:pt x="0" y="24015"/>
                  </a:lnTo>
                  <a:lnTo>
                    <a:pt x="0" y="26555"/>
                  </a:lnTo>
                  <a:lnTo>
                    <a:pt x="3810" y="26555"/>
                  </a:lnTo>
                  <a:lnTo>
                    <a:pt x="3810" y="24015"/>
                  </a:lnTo>
                  <a:close/>
                </a:path>
                <a:path w="2357754" h="26670">
                  <a:moveTo>
                    <a:pt x="19100" y="24015"/>
                  </a:moveTo>
                  <a:lnTo>
                    <a:pt x="15278" y="24015"/>
                  </a:lnTo>
                  <a:lnTo>
                    <a:pt x="15278" y="26555"/>
                  </a:lnTo>
                  <a:lnTo>
                    <a:pt x="19100" y="26555"/>
                  </a:lnTo>
                  <a:lnTo>
                    <a:pt x="19100" y="24015"/>
                  </a:lnTo>
                  <a:close/>
                </a:path>
                <a:path w="2357754" h="26670">
                  <a:moveTo>
                    <a:pt x="34378" y="24015"/>
                  </a:moveTo>
                  <a:lnTo>
                    <a:pt x="30568" y="24015"/>
                  </a:lnTo>
                  <a:lnTo>
                    <a:pt x="30568" y="26555"/>
                  </a:lnTo>
                  <a:lnTo>
                    <a:pt x="34378" y="26555"/>
                  </a:lnTo>
                  <a:lnTo>
                    <a:pt x="34378" y="24015"/>
                  </a:lnTo>
                  <a:close/>
                </a:path>
                <a:path w="2357754" h="26670">
                  <a:moveTo>
                    <a:pt x="49669" y="24015"/>
                  </a:moveTo>
                  <a:lnTo>
                    <a:pt x="45847" y="24015"/>
                  </a:lnTo>
                  <a:lnTo>
                    <a:pt x="45847" y="26555"/>
                  </a:lnTo>
                  <a:lnTo>
                    <a:pt x="49669" y="26555"/>
                  </a:lnTo>
                  <a:lnTo>
                    <a:pt x="49669" y="24015"/>
                  </a:lnTo>
                  <a:close/>
                </a:path>
                <a:path w="2357754" h="26670">
                  <a:moveTo>
                    <a:pt x="64960" y="24015"/>
                  </a:moveTo>
                  <a:lnTo>
                    <a:pt x="61137" y="24015"/>
                  </a:lnTo>
                  <a:lnTo>
                    <a:pt x="61137" y="26555"/>
                  </a:lnTo>
                  <a:lnTo>
                    <a:pt x="64960" y="26555"/>
                  </a:lnTo>
                  <a:lnTo>
                    <a:pt x="64960" y="24015"/>
                  </a:lnTo>
                  <a:close/>
                </a:path>
                <a:path w="2357754" h="26670">
                  <a:moveTo>
                    <a:pt x="80238" y="24015"/>
                  </a:moveTo>
                  <a:lnTo>
                    <a:pt x="76415" y="24015"/>
                  </a:lnTo>
                  <a:lnTo>
                    <a:pt x="76415" y="26555"/>
                  </a:lnTo>
                  <a:lnTo>
                    <a:pt x="80238" y="26555"/>
                  </a:lnTo>
                  <a:lnTo>
                    <a:pt x="80238" y="24015"/>
                  </a:lnTo>
                  <a:close/>
                </a:path>
                <a:path w="2357754" h="26670">
                  <a:moveTo>
                    <a:pt x="95529" y="24015"/>
                  </a:moveTo>
                  <a:lnTo>
                    <a:pt x="91706" y="24015"/>
                  </a:lnTo>
                  <a:lnTo>
                    <a:pt x="91706" y="26555"/>
                  </a:lnTo>
                  <a:lnTo>
                    <a:pt x="95529" y="26555"/>
                  </a:lnTo>
                  <a:lnTo>
                    <a:pt x="95529" y="24015"/>
                  </a:lnTo>
                  <a:close/>
                </a:path>
                <a:path w="2357754" h="26670">
                  <a:moveTo>
                    <a:pt x="110807" y="24015"/>
                  </a:moveTo>
                  <a:lnTo>
                    <a:pt x="106984" y="24015"/>
                  </a:lnTo>
                  <a:lnTo>
                    <a:pt x="106984" y="26555"/>
                  </a:lnTo>
                  <a:lnTo>
                    <a:pt x="110807" y="26555"/>
                  </a:lnTo>
                  <a:lnTo>
                    <a:pt x="110807" y="24015"/>
                  </a:lnTo>
                  <a:close/>
                </a:path>
                <a:path w="2357754" h="26670">
                  <a:moveTo>
                    <a:pt x="126098" y="24015"/>
                  </a:moveTo>
                  <a:lnTo>
                    <a:pt x="122275" y="24015"/>
                  </a:lnTo>
                  <a:lnTo>
                    <a:pt x="122275" y="26555"/>
                  </a:lnTo>
                  <a:lnTo>
                    <a:pt x="126098" y="26555"/>
                  </a:lnTo>
                  <a:lnTo>
                    <a:pt x="126098" y="24015"/>
                  </a:lnTo>
                  <a:close/>
                </a:path>
                <a:path w="2357754" h="26670">
                  <a:moveTo>
                    <a:pt x="141376" y="24015"/>
                  </a:moveTo>
                  <a:lnTo>
                    <a:pt x="137553" y="24015"/>
                  </a:lnTo>
                  <a:lnTo>
                    <a:pt x="137553" y="26555"/>
                  </a:lnTo>
                  <a:lnTo>
                    <a:pt x="141376" y="26555"/>
                  </a:lnTo>
                  <a:lnTo>
                    <a:pt x="141376" y="24015"/>
                  </a:lnTo>
                  <a:close/>
                </a:path>
                <a:path w="2357754" h="26670">
                  <a:moveTo>
                    <a:pt x="156667" y="24015"/>
                  </a:moveTo>
                  <a:lnTo>
                    <a:pt x="152844" y="24015"/>
                  </a:lnTo>
                  <a:lnTo>
                    <a:pt x="152844" y="26555"/>
                  </a:lnTo>
                  <a:lnTo>
                    <a:pt x="156667" y="26555"/>
                  </a:lnTo>
                  <a:lnTo>
                    <a:pt x="156667" y="24015"/>
                  </a:lnTo>
                  <a:close/>
                </a:path>
                <a:path w="2357754" h="26670">
                  <a:moveTo>
                    <a:pt x="171945" y="24015"/>
                  </a:moveTo>
                  <a:lnTo>
                    <a:pt x="168122" y="24015"/>
                  </a:lnTo>
                  <a:lnTo>
                    <a:pt x="168122" y="26555"/>
                  </a:lnTo>
                  <a:lnTo>
                    <a:pt x="171945" y="26555"/>
                  </a:lnTo>
                  <a:lnTo>
                    <a:pt x="171945" y="24015"/>
                  </a:lnTo>
                  <a:close/>
                </a:path>
                <a:path w="2357754" h="26670">
                  <a:moveTo>
                    <a:pt x="187236" y="24015"/>
                  </a:moveTo>
                  <a:lnTo>
                    <a:pt x="183413" y="24015"/>
                  </a:lnTo>
                  <a:lnTo>
                    <a:pt x="183413" y="26555"/>
                  </a:lnTo>
                  <a:lnTo>
                    <a:pt x="187236" y="26555"/>
                  </a:lnTo>
                  <a:lnTo>
                    <a:pt x="187236" y="24015"/>
                  </a:lnTo>
                  <a:close/>
                </a:path>
                <a:path w="2357754" h="26670">
                  <a:moveTo>
                    <a:pt x="202514" y="24015"/>
                  </a:moveTo>
                  <a:lnTo>
                    <a:pt x="198691" y="24015"/>
                  </a:lnTo>
                  <a:lnTo>
                    <a:pt x="198691" y="26555"/>
                  </a:lnTo>
                  <a:lnTo>
                    <a:pt x="202514" y="26555"/>
                  </a:lnTo>
                  <a:lnTo>
                    <a:pt x="202514" y="24015"/>
                  </a:lnTo>
                  <a:close/>
                </a:path>
                <a:path w="2357754" h="26670">
                  <a:moveTo>
                    <a:pt x="1501711" y="0"/>
                  </a:moveTo>
                  <a:lnTo>
                    <a:pt x="1497901" y="0"/>
                  </a:lnTo>
                  <a:lnTo>
                    <a:pt x="1497901" y="2552"/>
                  </a:lnTo>
                  <a:lnTo>
                    <a:pt x="1501711" y="2552"/>
                  </a:lnTo>
                  <a:lnTo>
                    <a:pt x="1501711" y="0"/>
                  </a:lnTo>
                  <a:close/>
                </a:path>
                <a:path w="2357754" h="26670">
                  <a:moveTo>
                    <a:pt x="1517002" y="0"/>
                  </a:moveTo>
                  <a:lnTo>
                    <a:pt x="1513179" y="0"/>
                  </a:lnTo>
                  <a:lnTo>
                    <a:pt x="1513179" y="2552"/>
                  </a:lnTo>
                  <a:lnTo>
                    <a:pt x="1517002" y="2552"/>
                  </a:lnTo>
                  <a:lnTo>
                    <a:pt x="1517002" y="0"/>
                  </a:lnTo>
                  <a:close/>
                </a:path>
                <a:path w="2357754" h="26670">
                  <a:moveTo>
                    <a:pt x="1532280" y="0"/>
                  </a:moveTo>
                  <a:lnTo>
                    <a:pt x="1528470" y="0"/>
                  </a:lnTo>
                  <a:lnTo>
                    <a:pt x="1528470" y="2552"/>
                  </a:lnTo>
                  <a:lnTo>
                    <a:pt x="1532280" y="2552"/>
                  </a:lnTo>
                  <a:lnTo>
                    <a:pt x="1532280" y="0"/>
                  </a:lnTo>
                  <a:close/>
                </a:path>
                <a:path w="2357754" h="26670">
                  <a:moveTo>
                    <a:pt x="1547571" y="0"/>
                  </a:moveTo>
                  <a:lnTo>
                    <a:pt x="1543748" y="0"/>
                  </a:lnTo>
                  <a:lnTo>
                    <a:pt x="1543748" y="2552"/>
                  </a:lnTo>
                  <a:lnTo>
                    <a:pt x="1547571" y="2552"/>
                  </a:lnTo>
                  <a:lnTo>
                    <a:pt x="1547571" y="0"/>
                  </a:lnTo>
                  <a:close/>
                </a:path>
                <a:path w="2357754" h="26670">
                  <a:moveTo>
                    <a:pt x="1562849" y="0"/>
                  </a:moveTo>
                  <a:lnTo>
                    <a:pt x="1559039" y="0"/>
                  </a:lnTo>
                  <a:lnTo>
                    <a:pt x="1559039" y="2552"/>
                  </a:lnTo>
                  <a:lnTo>
                    <a:pt x="1562849" y="2552"/>
                  </a:lnTo>
                  <a:lnTo>
                    <a:pt x="1562849" y="0"/>
                  </a:lnTo>
                  <a:close/>
                </a:path>
                <a:path w="2357754" h="26670">
                  <a:moveTo>
                    <a:pt x="1578140" y="0"/>
                  </a:moveTo>
                  <a:lnTo>
                    <a:pt x="1574317" y="0"/>
                  </a:lnTo>
                  <a:lnTo>
                    <a:pt x="1574317" y="2552"/>
                  </a:lnTo>
                  <a:lnTo>
                    <a:pt x="1578140" y="2552"/>
                  </a:lnTo>
                  <a:lnTo>
                    <a:pt x="1578140" y="0"/>
                  </a:lnTo>
                  <a:close/>
                </a:path>
                <a:path w="2357754" h="26670">
                  <a:moveTo>
                    <a:pt x="1593430" y="0"/>
                  </a:moveTo>
                  <a:lnTo>
                    <a:pt x="1589608" y="0"/>
                  </a:lnTo>
                  <a:lnTo>
                    <a:pt x="1589608" y="2552"/>
                  </a:lnTo>
                  <a:lnTo>
                    <a:pt x="1593430" y="2552"/>
                  </a:lnTo>
                  <a:lnTo>
                    <a:pt x="1593430" y="0"/>
                  </a:lnTo>
                  <a:close/>
                </a:path>
                <a:path w="2357754" h="26670">
                  <a:moveTo>
                    <a:pt x="1608709" y="0"/>
                  </a:moveTo>
                  <a:lnTo>
                    <a:pt x="1604886" y="0"/>
                  </a:lnTo>
                  <a:lnTo>
                    <a:pt x="1604886" y="2552"/>
                  </a:lnTo>
                  <a:lnTo>
                    <a:pt x="1608709" y="2552"/>
                  </a:lnTo>
                  <a:lnTo>
                    <a:pt x="1608709" y="0"/>
                  </a:lnTo>
                  <a:close/>
                </a:path>
                <a:path w="2357754" h="26670">
                  <a:moveTo>
                    <a:pt x="1623999" y="0"/>
                  </a:moveTo>
                  <a:lnTo>
                    <a:pt x="1620177" y="0"/>
                  </a:lnTo>
                  <a:lnTo>
                    <a:pt x="1620177" y="2552"/>
                  </a:lnTo>
                  <a:lnTo>
                    <a:pt x="1623999" y="2552"/>
                  </a:lnTo>
                  <a:lnTo>
                    <a:pt x="1623999" y="0"/>
                  </a:lnTo>
                  <a:close/>
                </a:path>
                <a:path w="2357754" h="26670">
                  <a:moveTo>
                    <a:pt x="1639277" y="0"/>
                  </a:moveTo>
                  <a:lnTo>
                    <a:pt x="1635455" y="0"/>
                  </a:lnTo>
                  <a:lnTo>
                    <a:pt x="1635455" y="2552"/>
                  </a:lnTo>
                  <a:lnTo>
                    <a:pt x="1639277" y="2552"/>
                  </a:lnTo>
                  <a:lnTo>
                    <a:pt x="1639277" y="0"/>
                  </a:lnTo>
                  <a:close/>
                </a:path>
                <a:path w="2357754" h="26670">
                  <a:moveTo>
                    <a:pt x="1654568" y="0"/>
                  </a:moveTo>
                  <a:lnTo>
                    <a:pt x="1650746" y="0"/>
                  </a:lnTo>
                  <a:lnTo>
                    <a:pt x="1650746" y="2552"/>
                  </a:lnTo>
                  <a:lnTo>
                    <a:pt x="1654568" y="2552"/>
                  </a:lnTo>
                  <a:lnTo>
                    <a:pt x="1654568" y="0"/>
                  </a:lnTo>
                  <a:close/>
                </a:path>
                <a:path w="2357754" h="26670">
                  <a:moveTo>
                    <a:pt x="1669846" y="0"/>
                  </a:moveTo>
                  <a:lnTo>
                    <a:pt x="1666024" y="0"/>
                  </a:lnTo>
                  <a:lnTo>
                    <a:pt x="1666024" y="2552"/>
                  </a:lnTo>
                  <a:lnTo>
                    <a:pt x="1669846" y="2552"/>
                  </a:lnTo>
                  <a:lnTo>
                    <a:pt x="1669846" y="0"/>
                  </a:lnTo>
                  <a:close/>
                </a:path>
                <a:path w="2357754" h="26670">
                  <a:moveTo>
                    <a:pt x="1685137" y="0"/>
                  </a:moveTo>
                  <a:lnTo>
                    <a:pt x="1681314" y="0"/>
                  </a:lnTo>
                  <a:lnTo>
                    <a:pt x="1681314" y="2552"/>
                  </a:lnTo>
                  <a:lnTo>
                    <a:pt x="1685137" y="2552"/>
                  </a:lnTo>
                  <a:lnTo>
                    <a:pt x="1685137" y="0"/>
                  </a:lnTo>
                  <a:close/>
                </a:path>
                <a:path w="2357754" h="26670">
                  <a:moveTo>
                    <a:pt x="1700415" y="0"/>
                  </a:moveTo>
                  <a:lnTo>
                    <a:pt x="1696593" y="0"/>
                  </a:lnTo>
                  <a:lnTo>
                    <a:pt x="1696593" y="2552"/>
                  </a:lnTo>
                  <a:lnTo>
                    <a:pt x="1700415" y="2552"/>
                  </a:lnTo>
                  <a:lnTo>
                    <a:pt x="1700415" y="0"/>
                  </a:lnTo>
                  <a:close/>
                </a:path>
                <a:path w="2357754" h="26670">
                  <a:moveTo>
                    <a:pt x="1715706" y="0"/>
                  </a:moveTo>
                  <a:lnTo>
                    <a:pt x="1711883" y="0"/>
                  </a:lnTo>
                  <a:lnTo>
                    <a:pt x="1711883" y="2552"/>
                  </a:lnTo>
                  <a:lnTo>
                    <a:pt x="1715706" y="2552"/>
                  </a:lnTo>
                  <a:lnTo>
                    <a:pt x="1715706" y="0"/>
                  </a:lnTo>
                  <a:close/>
                </a:path>
                <a:path w="2357754" h="26670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6670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6670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6670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6670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6670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6670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6670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6670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6670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6670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6670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6670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6670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6670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6670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6670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6670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6670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6670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6670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6670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6670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6670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6670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6670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6670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6670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6670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6670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667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667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667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667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667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667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667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667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667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667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667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6670">
                  <a:moveTo>
                    <a:pt x="2357666" y="24015"/>
                  </a:moveTo>
                  <a:lnTo>
                    <a:pt x="2353843" y="24015"/>
                  </a:lnTo>
                  <a:lnTo>
                    <a:pt x="2353843" y="26555"/>
                  </a:lnTo>
                  <a:lnTo>
                    <a:pt x="2357666" y="26555"/>
                  </a:lnTo>
                  <a:lnTo>
                    <a:pt x="2357666" y="24015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9076131" y="4836502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8648167" y="4815712"/>
              <a:ext cx="2357755" cy="23495"/>
            </a:xfrm>
            <a:custGeom>
              <a:avLst/>
              <a:gdLst/>
              <a:ahLst/>
              <a:cxnLst/>
              <a:rect l="l" t="t" r="r" b="b"/>
              <a:pathLst>
                <a:path w="2357754" h="23495">
                  <a:moveTo>
                    <a:pt x="3810" y="20789"/>
                  </a:moveTo>
                  <a:lnTo>
                    <a:pt x="0" y="20789"/>
                  </a:lnTo>
                  <a:lnTo>
                    <a:pt x="0" y="23342"/>
                  </a:lnTo>
                  <a:lnTo>
                    <a:pt x="3810" y="23342"/>
                  </a:lnTo>
                  <a:lnTo>
                    <a:pt x="3810" y="20789"/>
                  </a:lnTo>
                  <a:close/>
                </a:path>
                <a:path w="2357754" h="23495">
                  <a:moveTo>
                    <a:pt x="19100" y="20789"/>
                  </a:moveTo>
                  <a:lnTo>
                    <a:pt x="15278" y="20789"/>
                  </a:lnTo>
                  <a:lnTo>
                    <a:pt x="15278" y="23342"/>
                  </a:lnTo>
                  <a:lnTo>
                    <a:pt x="19100" y="23342"/>
                  </a:lnTo>
                  <a:lnTo>
                    <a:pt x="19100" y="20789"/>
                  </a:lnTo>
                  <a:close/>
                </a:path>
                <a:path w="2357754" h="23495">
                  <a:moveTo>
                    <a:pt x="34378" y="20789"/>
                  </a:moveTo>
                  <a:lnTo>
                    <a:pt x="30568" y="20789"/>
                  </a:lnTo>
                  <a:lnTo>
                    <a:pt x="30568" y="23342"/>
                  </a:lnTo>
                  <a:lnTo>
                    <a:pt x="34378" y="23342"/>
                  </a:lnTo>
                  <a:lnTo>
                    <a:pt x="34378" y="20789"/>
                  </a:lnTo>
                  <a:close/>
                </a:path>
                <a:path w="2357754" h="23495">
                  <a:moveTo>
                    <a:pt x="49669" y="20789"/>
                  </a:moveTo>
                  <a:lnTo>
                    <a:pt x="45847" y="20789"/>
                  </a:lnTo>
                  <a:lnTo>
                    <a:pt x="45847" y="23342"/>
                  </a:lnTo>
                  <a:lnTo>
                    <a:pt x="49669" y="23342"/>
                  </a:lnTo>
                  <a:lnTo>
                    <a:pt x="49669" y="20789"/>
                  </a:lnTo>
                  <a:close/>
                </a:path>
                <a:path w="2357754" h="23495">
                  <a:moveTo>
                    <a:pt x="64960" y="20789"/>
                  </a:moveTo>
                  <a:lnTo>
                    <a:pt x="61137" y="20789"/>
                  </a:lnTo>
                  <a:lnTo>
                    <a:pt x="61137" y="23342"/>
                  </a:lnTo>
                  <a:lnTo>
                    <a:pt x="64960" y="23342"/>
                  </a:lnTo>
                  <a:lnTo>
                    <a:pt x="64960" y="20789"/>
                  </a:lnTo>
                  <a:close/>
                </a:path>
                <a:path w="2357754" h="23495">
                  <a:moveTo>
                    <a:pt x="80238" y="20789"/>
                  </a:moveTo>
                  <a:lnTo>
                    <a:pt x="76415" y="20789"/>
                  </a:lnTo>
                  <a:lnTo>
                    <a:pt x="76415" y="23342"/>
                  </a:lnTo>
                  <a:lnTo>
                    <a:pt x="80238" y="23342"/>
                  </a:lnTo>
                  <a:lnTo>
                    <a:pt x="80238" y="20789"/>
                  </a:lnTo>
                  <a:close/>
                </a:path>
                <a:path w="2357754" h="23495">
                  <a:moveTo>
                    <a:pt x="95529" y="20789"/>
                  </a:moveTo>
                  <a:lnTo>
                    <a:pt x="91706" y="20789"/>
                  </a:lnTo>
                  <a:lnTo>
                    <a:pt x="91706" y="23342"/>
                  </a:lnTo>
                  <a:lnTo>
                    <a:pt x="95529" y="23342"/>
                  </a:lnTo>
                  <a:lnTo>
                    <a:pt x="95529" y="20789"/>
                  </a:lnTo>
                  <a:close/>
                </a:path>
                <a:path w="2357754" h="23495">
                  <a:moveTo>
                    <a:pt x="110807" y="20789"/>
                  </a:moveTo>
                  <a:lnTo>
                    <a:pt x="106984" y="20789"/>
                  </a:lnTo>
                  <a:lnTo>
                    <a:pt x="106984" y="23342"/>
                  </a:lnTo>
                  <a:lnTo>
                    <a:pt x="110807" y="23342"/>
                  </a:lnTo>
                  <a:lnTo>
                    <a:pt x="110807" y="20789"/>
                  </a:lnTo>
                  <a:close/>
                </a:path>
                <a:path w="2357754" h="23495">
                  <a:moveTo>
                    <a:pt x="126098" y="20789"/>
                  </a:moveTo>
                  <a:lnTo>
                    <a:pt x="122275" y="20789"/>
                  </a:lnTo>
                  <a:lnTo>
                    <a:pt x="122275" y="23342"/>
                  </a:lnTo>
                  <a:lnTo>
                    <a:pt x="126098" y="23342"/>
                  </a:lnTo>
                  <a:lnTo>
                    <a:pt x="126098" y="20789"/>
                  </a:lnTo>
                  <a:close/>
                </a:path>
                <a:path w="2357754" h="23495">
                  <a:moveTo>
                    <a:pt x="141376" y="20789"/>
                  </a:moveTo>
                  <a:lnTo>
                    <a:pt x="137553" y="20789"/>
                  </a:lnTo>
                  <a:lnTo>
                    <a:pt x="137553" y="23342"/>
                  </a:lnTo>
                  <a:lnTo>
                    <a:pt x="141376" y="23342"/>
                  </a:lnTo>
                  <a:lnTo>
                    <a:pt x="141376" y="20789"/>
                  </a:lnTo>
                  <a:close/>
                </a:path>
                <a:path w="2357754" h="23495">
                  <a:moveTo>
                    <a:pt x="156667" y="20789"/>
                  </a:moveTo>
                  <a:lnTo>
                    <a:pt x="152844" y="20789"/>
                  </a:lnTo>
                  <a:lnTo>
                    <a:pt x="152844" y="23342"/>
                  </a:lnTo>
                  <a:lnTo>
                    <a:pt x="156667" y="23342"/>
                  </a:lnTo>
                  <a:lnTo>
                    <a:pt x="156667" y="20789"/>
                  </a:lnTo>
                  <a:close/>
                </a:path>
                <a:path w="2357754" h="23495">
                  <a:moveTo>
                    <a:pt x="171945" y="20789"/>
                  </a:moveTo>
                  <a:lnTo>
                    <a:pt x="168122" y="20789"/>
                  </a:lnTo>
                  <a:lnTo>
                    <a:pt x="168122" y="23342"/>
                  </a:lnTo>
                  <a:lnTo>
                    <a:pt x="171945" y="23342"/>
                  </a:lnTo>
                  <a:lnTo>
                    <a:pt x="171945" y="20789"/>
                  </a:lnTo>
                  <a:close/>
                </a:path>
                <a:path w="2357754" h="23495">
                  <a:moveTo>
                    <a:pt x="187236" y="20789"/>
                  </a:moveTo>
                  <a:lnTo>
                    <a:pt x="183413" y="20789"/>
                  </a:lnTo>
                  <a:lnTo>
                    <a:pt x="183413" y="23342"/>
                  </a:lnTo>
                  <a:lnTo>
                    <a:pt x="187236" y="23342"/>
                  </a:lnTo>
                  <a:lnTo>
                    <a:pt x="187236" y="20789"/>
                  </a:lnTo>
                  <a:close/>
                </a:path>
                <a:path w="2357754" h="23495">
                  <a:moveTo>
                    <a:pt x="202514" y="20789"/>
                  </a:moveTo>
                  <a:lnTo>
                    <a:pt x="198691" y="20789"/>
                  </a:lnTo>
                  <a:lnTo>
                    <a:pt x="198691" y="23342"/>
                  </a:lnTo>
                  <a:lnTo>
                    <a:pt x="202514" y="23342"/>
                  </a:lnTo>
                  <a:lnTo>
                    <a:pt x="202514" y="20789"/>
                  </a:lnTo>
                  <a:close/>
                </a:path>
                <a:path w="2357754" h="23495">
                  <a:moveTo>
                    <a:pt x="217805" y="20789"/>
                  </a:moveTo>
                  <a:lnTo>
                    <a:pt x="213982" y="20789"/>
                  </a:lnTo>
                  <a:lnTo>
                    <a:pt x="213982" y="23342"/>
                  </a:lnTo>
                  <a:lnTo>
                    <a:pt x="217805" y="23342"/>
                  </a:lnTo>
                  <a:lnTo>
                    <a:pt x="217805" y="20789"/>
                  </a:lnTo>
                  <a:close/>
                </a:path>
                <a:path w="2357754" h="23495">
                  <a:moveTo>
                    <a:pt x="233083" y="20789"/>
                  </a:moveTo>
                  <a:lnTo>
                    <a:pt x="229260" y="20789"/>
                  </a:lnTo>
                  <a:lnTo>
                    <a:pt x="229260" y="23342"/>
                  </a:lnTo>
                  <a:lnTo>
                    <a:pt x="233083" y="23342"/>
                  </a:lnTo>
                  <a:lnTo>
                    <a:pt x="233083" y="20789"/>
                  </a:lnTo>
                  <a:close/>
                </a:path>
                <a:path w="2357754" h="23495">
                  <a:moveTo>
                    <a:pt x="248373" y="20789"/>
                  </a:moveTo>
                  <a:lnTo>
                    <a:pt x="244551" y="20789"/>
                  </a:lnTo>
                  <a:lnTo>
                    <a:pt x="244551" y="23342"/>
                  </a:lnTo>
                  <a:lnTo>
                    <a:pt x="248373" y="23342"/>
                  </a:lnTo>
                  <a:lnTo>
                    <a:pt x="248373" y="20789"/>
                  </a:lnTo>
                  <a:close/>
                </a:path>
                <a:path w="2357754" h="23495">
                  <a:moveTo>
                    <a:pt x="263652" y="20789"/>
                  </a:moveTo>
                  <a:lnTo>
                    <a:pt x="259829" y="20789"/>
                  </a:lnTo>
                  <a:lnTo>
                    <a:pt x="259829" y="23342"/>
                  </a:lnTo>
                  <a:lnTo>
                    <a:pt x="263652" y="23342"/>
                  </a:lnTo>
                  <a:lnTo>
                    <a:pt x="263652" y="20789"/>
                  </a:lnTo>
                  <a:close/>
                </a:path>
                <a:path w="2357754" h="23495">
                  <a:moveTo>
                    <a:pt x="278942" y="20789"/>
                  </a:moveTo>
                  <a:lnTo>
                    <a:pt x="275120" y="20789"/>
                  </a:lnTo>
                  <a:lnTo>
                    <a:pt x="275120" y="23342"/>
                  </a:lnTo>
                  <a:lnTo>
                    <a:pt x="278942" y="23342"/>
                  </a:lnTo>
                  <a:lnTo>
                    <a:pt x="278942" y="20789"/>
                  </a:lnTo>
                  <a:close/>
                </a:path>
                <a:path w="2357754" h="23495">
                  <a:moveTo>
                    <a:pt x="294220" y="20789"/>
                  </a:moveTo>
                  <a:lnTo>
                    <a:pt x="290398" y="20789"/>
                  </a:lnTo>
                  <a:lnTo>
                    <a:pt x="290398" y="23342"/>
                  </a:lnTo>
                  <a:lnTo>
                    <a:pt x="294220" y="23342"/>
                  </a:lnTo>
                  <a:lnTo>
                    <a:pt x="294220" y="20789"/>
                  </a:lnTo>
                  <a:close/>
                </a:path>
                <a:path w="2357754" h="23495">
                  <a:moveTo>
                    <a:pt x="309511" y="20789"/>
                  </a:moveTo>
                  <a:lnTo>
                    <a:pt x="305689" y="20789"/>
                  </a:lnTo>
                  <a:lnTo>
                    <a:pt x="305689" y="23342"/>
                  </a:lnTo>
                  <a:lnTo>
                    <a:pt x="309511" y="23342"/>
                  </a:lnTo>
                  <a:lnTo>
                    <a:pt x="309511" y="20789"/>
                  </a:lnTo>
                  <a:close/>
                </a:path>
                <a:path w="2357754" h="23495">
                  <a:moveTo>
                    <a:pt x="324789" y="20789"/>
                  </a:moveTo>
                  <a:lnTo>
                    <a:pt x="320967" y="20789"/>
                  </a:lnTo>
                  <a:lnTo>
                    <a:pt x="320967" y="23342"/>
                  </a:lnTo>
                  <a:lnTo>
                    <a:pt x="324789" y="23342"/>
                  </a:lnTo>
                  <a:lnTo>
                    <a:pt x="324789" y="20789"/>
                  </a:lnTo>
                  <a:close/>
                </a:path>
                <a:path w="2357754" h="23495">
                  <a:moveTo>
                    <a:pt x="340080" y="20789"/>
                  </a:moveTo>
                  <a:lnTo>
                    <a:pt x="336257" y="20789"/>
                  </a:lnTo>
                  <a:lnTo>
                    <a:pt x="336257" y="23342"/>
                  </a:lnTo>
                  <a:lnTo>
                    <a:pt x="340080" y="23342"/>
                  </a:lnTo>
                  <a:lnTo>
                    <a:pt x="340080" y="20789"/>
                  </a:lnTo>
                  <a:close/>
                </a:path>
                <a:path w="2357754" h="23495">
                  <a:moveTo>
                    <a:pt x="355358" y="20789"/>
                  </a:moveTo>
                  <a:lnTo>
                    <a:pt x="351548" y="20789"/>
                  </a:lnTo>
                  <a:lnTo>
                    <a:pt x="351548" y="23342"/>
                  </a:lnTo>
                  <a:lnTo>
                    <a:pt x="355358" y="23342"/>
                  </a:lnTo>
                  <a:lnTo>
                    <a:pt x="355358" y="20789"/>
                  </a:lnTo>
                  <a:close/>
                </a:path>
                <a:path w="2357754" h="23495">
                  <a:moveTo>
                    <a:pt x="370649" y="20789"/>
                  </a:moveTo>
                  <a:lnTo>
                    <a:pt x="366826" y="20789"/>
                  </a:lnTo>
                  <a:lnTo>
                    <a:pt x="366826" y="23342"/>
                  </a:lnTo>
                  <a:lnTo>
                    <a:pt x="370649" y="23342"/>
                  </a:lnTo>
                  <a:lnTo>
                    <a:pt x="370649" y="20789"/>
                  </a:lnTo>
                  <a:close/>
                </a:path>
                <a:path w="2357754" h="23495">
                  <a:moveTo>
                    <a:pt x="385927" y="20789"/>
                  </a:moveTo>
                  <a:lnTo>
                    <a:pt x="382117" y="20789"/>
                  </a:lnTo>
                  <a:lnTo>
                    <a:pt x="382117" y="23342"/>
                  </a:lnTo>
                  <a:lnTo>
                    <a:pt x="385927" y="23342"/>
                  </a:lnTo>
                  <a:lnTo>
                    <a:pt x="385927" y="20789"/>
                  </a:lnTo>
                  <a:close/>
                </a:path>
                <a:path w="2357754" h="23495">
                  <a:moveTo>
                    <a:pt x="401218" y="20789"/>
                  </a:moveTo>
                  <a:lnTo>
                    <a:pt x="397395" y="20789"/>
                  </a:lnTo>
                  <a:lnTo>
                    <a:pt x="397395" y="23342"/>
                  </a:lnTo>
                  <a:lnTo>
                    <a:pt x="401218" y="23342"/>
                  </a:lnTo>
                  <a:lnTo>
                    <a:pt x="401218" y="20789"/>
                  </a:lnTo>
                  <a:close/>
                </a:path>
                <a:path w="2357754" h="23495">
                  <a:moveTo>
                    <a:pt x="416496" y="20789"/>
                  </a:moveTo>
                  <a:lnTo>
                    <a:pt x="412686" y="20789"/>
                  </a:lnTo>
                  <a:lnTo>
                    <a:pt x="412686" y="23342"/>
                  </a:lnTo>
                  <a:lnTo>
                    <a:pt x="416496" y="23342"/>
                  </a:lnTo>
                  <a:lnTo>
                    <a:pt x="416496" y="20789"/>
                  </a:lnTo>
                  <a:close/>
                </a:path>
                <a:path w="2357754" h="23495">
                  <a:moveTo>
                    <a:pt x="431787" y="20789"/>
                  </a:moveTo>
                  <a:lnTo>
                    <a:pt x="427964" y="20789"/>
                  </a:lnTo>
                  <a:lnTo>
                    <a:pt x="427964" y="23342"/>
                  </a:lnTo>
                  <a:lnTo>
                    <a:pt x="431787" y="23342"/>
                  </a:lnTo>
                  <a:lnTo>
                    <a:pt x="431787" y="20789"/>
                  </a:lnTo>
                  <a:close/>
                </a:path>
                <a:path w="2357754" h="23495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3495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3495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3495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3495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3495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3495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3495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3495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3495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3495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3495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3495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3495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3495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3495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3495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3495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3495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3495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3495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3495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3495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3495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3495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3495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3495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3495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3495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3495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3495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3495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3495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3495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3495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3495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3495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3495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3495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3495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3495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3495">
                  <a:moveTo>
                    <a:pt x="2357666" y="20789"/>
                  </a:moveTo>
                  <a:lnTo>
                    <a:pt x="2353843" y="20789"/>
                  </a:lnTo>
                  <a:lnTo>
                    <a:pt x="2353843" y="23342"/>
                  </a:lnTo>
                  <a:lnTo>
                    <a:pt x="2357666" y="23342"/>
                  </a:lnTo>
                  <a:lnTo>
                    <a:pt x="2357666" y="20789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305404" y="4815712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648167" y="4797361"/>
              <a:ext cx="2357755" cy="20955"/>
            </a:xfrm>
            <a:custGeom>
              <a:avLst/>
              <a:gdLst/>
              <a:ahLst/>
              <a:cxnLst/>
              <a:rect l="l" t="t" r="r" b="b"/>
              <a:pathLst>
                <a:path w="2357754" h="20954">
                  <a:moveTo>
                    <a:pt x="3810" y="18351"/>
                  </a:moveTo>
                  <a:lnTo>
                    <a:pt x="0" y="18351"/>
                  </a:lnTo>
                  <a:lnTo>
                    <a:pt x="0" y="20904"/>
                  </a:lnTo>
                  <a:lnTo>
                    <a:pt x="3810" y="20904"/>
                  </a:lnTo>
                  <a:lnTo>
                    <a:pt x="3810" y="18351"/>
                  </a:lnTo>
                  <a:close/>
                </a:path>
                <a:path w="2357754" h="20954">
                  <a:moveTo>
                    <a:pt x="19100" y="18351"/>
                  </a:moveTo>
                  <a:lnTo>
                    <a:pt x="15278" y="18351"/>
                  </a:lnTo>
                  <a:lnTo>
                    <a:pt x="15278" y="20904"/>
                  </a:lnTo>
                  <a:lnTo>
                    <a:pt x="19100" y="20904"/>
                  </a:lnTo>
                  <a:lnTo>
                    <a:pt x="19100" y="18351"/>
                  </a:lnTo>
                  <a:close/>
                </a:path>
                <a:path w="2357754" h="20954">
                  <a:moveTo>
                    <a:pt x="34378" y="18351"/>
                  </a:moveTo>
                  <a:lnTo>
                    <a:pt x="30568" y="18351"/>
                  </a:lnTo>
                  <a:lnTo>
                    <a:pt x="30568" y="20904"/>
                  </a:lnTo>
                  <a:lnTo>
                    <a:pt x="34378" y="20904"/>
                  </a:lnTo>
                  <a:lnTo>
                    <a:pt x="34378" y="18351"/>
                  </a:lnTo>
                  <a:close/>
                </a:path>
                <a:path w="2357754" h="20954">
                  <a:moveTo>
                    <a:pt x="49669" y="18351"/>
                  </a:moveTo>
                  <a:lnTo>
                    <a:pt x="45847" y="18351"/>
                  </a:lnTo>
                  <a:lnTo>
                    <a:pt x="45847" y="20904"/>
                  </a:lnTo>
                  <a:lnTo>
                    <a:pt x="49669" y="20904"/>
                  </a:lnTo>
                  <a:lnTo>
                    <a:pt x="49669" y="18351"/>
                  </a:lnTo>
                  <a:close/>
                </a:path>
                <a:path w="2357754" h="20954">
                  <a:moveTo>
                    <a:pt x="64960" y="18351"/>
                  </a:moveTo>
                  <a:lnTo>
                    <a:pt x="61137" y="18351"/>
                  </a:lnTo>
                  <a:lnTo>
                    <a:pt x="61137" y="20904"/>
                  </a:lnTo>
                  <a:lnTo>
                    <a:pt x="64960" y="20904"/>
                  </a:lnTo>
                  <a:lnTo>
                    <a:pt x="64960" y="18351"/>
                  </a:lnTo>
                  <a:close/>
                </a:path>
                <a:path w="2357754" h="20954">
                  <a:moveTo>
                    <a:pt x="80238" y="18351"/>
                  </a:moveTo>
                  <a:lnTo>
                    <a:pt x="76415" y="18351"/>
                  </a:lnTo>
                  <a:lnTo>
                    <a:pt x="76415" y="20904"/>
                  </a:lnTo>
                  <a:lnTo>
                    <a:pt x="80238" y="20904"/>
                  </a:lnTo>
                  <a:lnTo>
                    <a:pt x="80238" y="18351"/>
                  </a:lnTo>
                  <a:close/>
                </a:path>
                <a:path w="2357754" h="20954">
                  <a:moveTo>
                    <a:pt x="95529" y="18351"/>
                  </a:moveTo>
                  <a:lnTo>
                    <a:pt x="91706" y="18351"/>
                  </a:lnTo>
                  <a:lnTo>
                    <a:pt x="91706" y="20904"/>
                  </a:lnTo>
                  <a:lnTo>
                    <a:pt x="95529" y="20904"/>
                  </a:lnTo>
                  <a:lnTo>
                    <a:pt x="95529" y="18351"/>
                  </a:lnTo>
                  <a:close/>
                </a:path>
                <a:path w="2357754" h="20954">
                  <a:moveTo>
                    <a:pt x="110807" y="18351"/>
                  </a:moveTo>
                  <a:lnTo>
                    <a:pt x="106984" y="18351"/>
                  </a:lnTo>
                  <a:lnTo>
                    <a:pt x="106984" y="20904"/>
                  </a:lnTo>
                  <a:lnTo>
                    <a:pt x="110807" y="20904"/>
                  </a:lnTo>
                  <a:lnTo>
                    <a:pt x="110807" y="18351"/>
                  </a:lnTo>
                  <a:close/>
                </a:path>
                <a:path w="2357754" h="20954">
                  <a:moveTo>
                    <a:pt x="126098" y="18351"/>
                  </a:moveTo>
                  <a:lnTo>
                    <a:pt x="122275" y="18351"/>
                  </a:lnTo>
                  <a:lnTo>
                    <a:pt x="122275" y="20904"/>
                  </a:lnTo>
                  <a:lnTo>
                    <a:pt x="126098" y="20904"/>
                  </a:lnTo>
                  <a:lnTo>
                    <a:pt x="126098" y="18351"/>
                  </a:lnTo>
                  <a:close/>
                </a:path>
                <a:path w="2357754" h="20954">
                  <a:moveTo>
                    <a:pt x="141376" y="18351"/>
                  </a:moveTo>
                  <a:lnTo>
                    <a:pt x="137553" y="18351"/>
                  </a:lnTo>
                  <a:lnTo>
                    <a:pt x="137553" y="20904"/>
                  </a:lnTo>
                  <a:lnTo>
                    <a:pt x="141376" y="20904"/>
                  </a:lnTo>
                  <a:lnTo>
                    <a:pt x="141376" y="18351"/>
                  </a:lnTo>
                  <a:close/>
                </a:path>
                <a:path w="2357754" h="20954">
                  <a:moveTo>
                    <a:pt x="156667" y="18351"/>
                  </a:moveTo>
                  <a:lnTo>
                    <a:pt x="152844" y="18351"/>
                  </a:lnTo>
                  <a:lnTo>
                    <a:pt x="152844" y="20904"/>
                  </a:lnTo>
                  <a:lnTo>
                    <a:pt x="156667" y="20904"/>
                  </a:lnTo>
                  <a:lnTo>
                    <a:pt x="156667" y="18351"/>
                  </a:lnTo>
                  <a:close/>
                </a:path>
                <a:path w="2357754" h="20954">
                  <a:moveTo>
                    <a:pt x="171945" y="18351"/>
                  </a:moveTo>
                  <a:lnTo>
                    <a:pt x="168122" y="18351"/>
                  </a:lnTo>
                  <a:lnTo>
                    <a:pt x="168122" y="20904"/>
                  </a:lnTo>
                  <a:lnTo>
                    <a:pt x="171945" y="20904"/>
                  </a:lnTo>
                  <a:lnTo>
                    <a:pt x="171945" y="18351"/>
                  </a:lnTo>
                  <a:close/>
                </a:path>
                <a:path w="2357754" h="20954">
                  <a:moveTo>
                    <a:pt x="187236" y="18351"/>
                  </a:moveTo>
                  <a:lnTo>
                    <a:pt x="183413" y="18351"/>
                  </a:lnTo>
                  <a:lnTo>
                    <a:pt x="183413" y="20904"/>
                  </a:lnTo>
                  <a:lnTo>
                    <a:pt x="187236" y="20904"/>
                  </a:lnTo>
                  <a:lnTo>
                    <a:pt x="187236" y="18351"/>
                  </a:lnTo>
                  <a:close/>
                </a:path>
                <a:path w="2357754" h="20954">
                  <a:moveTo>
                    <a:pt x="202514" y="18351"/>
                  </a:moveTo>
                  <a:lnTo>
                    <a:pt x="198691" y="18351"/>
                  </a:lnTo>
                  <a:lnTo>
                    <a:pt x="198691" y="20904"/>
                  </a:lnTo>
                  <a:lnTo>
                    <a:pt x="202514" y="20904"/>
                  </a:lnTo>
                  <a:lnTo>
                    <a:pt x="202514" y="18351"/>
                  </a:lnTo>
                  <a:close/>
                </a:path>
                <a:path w="2357754" h="20954">
                  <a:moveTo>
                    <a:pt x="217805" y="18351"/>
                  </a:moveTo>
                  <a:lnTo>
                    <a:pt x="213982" y="18351"/>
                  </a:lnTo>
                  <a:lnTo>
                    <a:pt x="213982" y="20904"/>
                  </a:lnTo>
                  <a:lnTo>
                    <a:pt x="217805" y="20904"/>
                  </a:lnTo>
                  <a:lnTo>
                    <a:pt x="217805" y="18351"/>
                  </a:lnTo>
                  <a:close/>
                </a:path>
                <a:path w="2357754" h="20954">
                  <a:moveTo>
                    <a:pt x="233083" y="18351"/>
                  </a:moveTo>
                  <a:lnTo>
                    <a:pt x="229260" y="18351"/>
                  </a:lnTo>
                  <a:lnTo>
                    <a:pt x="229260" y="20904"/>
                  </a:lnTo>
                  <a:lnTo>
                    <a:pt x="233083" y="20904"/>
                  </a:lnTo>
                  <a:lnTo>
                    <a:pt x="233083" y="18351"/>
                  </a:lnTo>
                  <a:close/>
                </a:path>
                <a:path w="2357754" h="20954">
                  <a:moveTo>
                    <a:pt x="248373" y="18351"/>
                  </a:moveTo>
                  <a:lnTo>
                    <a:pt x="244551" y="18351"/>
                  </a:lnTo>
                  <a:lnTo>
                    <a:pt x="244551" y="20904"/>
                  </a:lnTo>
                  <a:lnTo>
                    <a:pt x="248373" y="20904"/>
                  </a:lnTo>
                  <a:lnTo>
                    <a:pt x="248373" y="18351"/>
                  </a:lnTo>
                  <a:close/>
                </a:path>
                <a:path w="2357754" h="20954">
                  <a:moveTo>
                    <a:pt x="263652" y="18351"/>
                  </a:moveTo>
                  <a:lnTo>
                    <a:pt x="259829" y="18351"/>
                  </a:lnTo>
                  <a:lnTo>
                    <a:pt x="259829" y="20904"/>
                  </a:lnTo>
                  <a:lnTo>
                    <a:pt x="263652" y="20904"/>
                  </a:lnTo>
                  <a:lnTo>
                    <a:pt x="263652" y="18351"/>
                  </a:lnTo>
                  <a:close/>
                </a:path>
                <a:path w="2357754" h="20954">
                  <a:moveTo>
                    <a:pt x="278942" y="18351"/>
                  </a:moveTo>
                  <a:lnTo>
                    <a:pt x="275120" y="18351"/>
                  </a:lnTo>
                  <a:lnTo>
                    <a:pt x="275120" y="20904"/>
                  </a:lnTo>
                  <a:lnTo>
                    <a:pt x="278942" y="20904"/>
                  </a:lnTo>
                  <a:lnTo>
                    <a:pt x="278942" y="18351"/>
                  </a:lnTo>
                  <a:close/>
                </a:path>
                <a:path w="2357754" h="20954">
                  <a:moveTo>
                    <a:pt x="294220" y="18351"/>
                  </a:moveTo>
                  <a:lnTo>
                    <a:pt x="290398" y="18351"/>
                  </a:lnTo>
                  <a:lnTo>
                    <a:pt x="290398" y="20904"/>
                  </a:lnTo>
                  <a:lnTo>
                    <a:pt x="294220" y="20904"/>
                  </a:lnTo>
                  <a:lnTo>
                    <a:pt x="294220" y="18351"/>
                  </a:lnTo>
                  <a:close/>
                </a:path>
                <a:path w="2357754" h="20954">
                  <a:moveTo>
                    <a:pt x="309511" y="18351"/>
                  </a:moveTo>
                  <a:lnTo>
                    <a:pt x="305689" y="18351"/>
                  </a:lnTo>
                  <a:lnTo>
                    <a:pt x="305689" y="20904"/>
                  </a:lnTo>
                  <a:lnTo>
                    <a:pt x="309511" y="20904"/>
                  </a:lnTo>
                  <a:lnTo>
                    <a:pt x="309511" y="18351"/>
                  </a:lnTo>
                  <a:close/>
                </a:path>
                <a:path w="2357754" h="20954">
                  <a:moveTo>
                    <a:pt x="324789" y="18351"/>
                  </a:moveTo>
                  <a:lnTo>
                    <a:pt x="320967" y="18351"/>
                  </a:lnTo>
                  <a:lnTo>
                    <a:pt x="320967" y="20904"/>
                  </a:lnTo>
                  <a:lnTo>
                    <a:pt x="324789" y="20904"/>
                  </a:lnTo>
                  <a:lnTo>
                    <a:pt x="324789" y="18351"/>
                  </a:lnTo>
                  <a:close/>
                </a:path>
                <a:path w="2357754" h="20954">
                  <a:moveTo>
                    <a:pt x="340080" y="18351"/>
                  </a:moveTo>
                  <a:lnTo>
                    <a:pt x="336257" y="18351"/>
                  </a:lnTo>
                  <a:lnTo>
                    <a:pt x="336257" y="20904"/>
                  </a:lnTo>
                  <a:lnTo>
                    <a:pt x="340080" y="20904"/>
                  </a:lnTo>
                  <a:lnTo>
                    <a:pt x="340080" y="18351"/>
                  </a:lnTo>
                  <a:close/>
                </a:path>
                <a:path w="2357754" h="20954">
                  <a:moveTo>
                    <a:pt x="355358" y="18351"/>
                  </a:moveTo>
                  <a:lnTo>
                    <a:pt x="351548" y="18351"/>
                  </a:lnTo>
                  <a:lnTo>
                    <a:pt x="351548" y="20904"/>
                  </a:lnTo>
                  <a:lnTo>
                    <a:pt x="355358" y="20904"/>
                  </a:lnTo>
                  <a:lnTo>
                    <a:pt x="355358" y="18351"/>
                  </a:lnTo>
                  <a:close/>
                </a:path>
                <a:path w="2357754" h="20954">
                  <a:moveTo>
                    <a:pt x="370649" y="18351"/>
                  </a:moveTo>
                  <a:lnTo>
                    <a:pt x="366826" y="18351"/>
                  </a:lnTo>
                  <a:lnTo>
                    <a:pt x="366826" y="20904"/>
                  </a:lnTo>
                  <a:lnTo>
                    <a:pt x="370649" y="20904"/>
                  </a:lnTo>
                  <a:lnTo>
                    <a:pt x="370649" y="18351"/>
                  </a:lnTo>
                  <a:close/>
                </a:path>
                <a:path w="2357754" h="20954">
                  <a:moveTo>
                    <a:pt x="385927" y="18351"/>
                  </a:moveTo>
                  <a:lnTo>
                    <a:pt x="382117" y="18351"/>
                  </a:lnTo>
                  <a:lnTo>
                    <a:pt x="382117" y="20904"/>
                  </a:lnTo>
                  <a:lnTo>
                    <a:pt x="385927" y="20904"/>
                  </a:lnTo>
                  <a:lnTo>
                    <a:pt x="385927" y="18351"/>
                  </a:lnTo>
                  <a:close/>
                </a:path>
                <a:path w="2357754" h="20954">
                  <a:moveTo>
                    <a:pt x="401218" y="18351"/>
                  </a:moveTo>
                  <a:lnTo>
                    <a:pt x="397395" y="18351"/>
                  </a:lnTo>
                  <a:lnTo>
                    <a:pt x="397395" y="20904"/>
                  </a:lnTo>
                  <a:lnTo>
                    <a:pt x="401218" y="20904"/>
                  </a:lnTo>
                  <a:lnTo>
                    <a:pt x="401218" y="18351"/>
                  </a:lnTo>
                  <a:close/>
                </a:path>
                <a:path w="2357754" h="20954">
                  <a:moveTo>
                    <a:pt x="416496" y="18351"/>
                  </a:moveTo>
                  <a:lnTo>
                    <a:pt x="412686" y="18351"/>
                  </a:lnTo>
                  <a:lnTo>
                    <a:pt x="412686" y="20904"/>
                  </a:lnTo>
                  <a:lnTo>
                    <a:pt x="416496" y="20904"/>
                  </a:lnTo>
                  <a:lnTo>
                    <a:pt x="416496" y="18351"/>
                  </a:lnTo>
                  <a:close/>
                </a:path>
                <a:path w="2357754" h="20954">
                  <a:moveTo>
                    <a:pt x="431787" y="18351"/>
                  </a:moveTo>
                  <a:lnTo>
                    <a:pt x="427964" y="18351"/>
                  </a:lnTo>
                  <a:lnTo>
                    <a:pt x="427964" y="20904"/>
                  </a:lnTo>
                  <a:lnTo>
                    <a:pt x="431787" y="20904"/>
                  </a:lnTo>
                  <a:lnTo>
                    <a:pt x="431787" y="18351"/>
                  </a:lnTo>
                  <a:close/>
                </a:path>
                <a:path w="2357754" h="20954">
                  <a:moveTo>
                    <a:pt x="447078" y="18351"/>
                  </a:moveTo>
                  <a:lnTo>
                    <a:pt x="443255" y="18351"/>
                  </a:lnTo>
                  <a:lnTo>
                    <a:pt x="443255" y="20904"/>
                  </a:lnTo>
                  <a:lnTo>
                    <a:pt x="447078" y="20904"/>
                  </a:lnTo>
                  <a:lnTo>
                    <a:pt x="447078" y="18351"/>
                  </a:lnTo>
                  <a:close/>
                </a:path>
                <a:path w="2357754" h="20954">
                  <a:moveTo>
                    <a:pt x="462356" y="18351"/>
                  </a:moveTo>
                  <a:lnTo>
                    <a:pt x="458533" y="18351"/>
                  </a:lnTo>
                  <a:lnTo>
                    <a:pt x="458533" y="20904"/>
                  </a:lnTo>
                  <a:lnTo>
                    <a:pt x="462356" y="20904"/>
                  </a:lnTo>
                  <a:lnTo>
                    <a:pt x="462356" y="18351"/>
                  </a:lnTo>
                  <a:close/>
                </a:path>
                <a:path w="2357754" h="20954">
                  <a:moveTo>
                    <a:pt x="477647" y="18351"/>
                  </a:moveTo>
                  <a:lnTo>
                    <a:pt x="473824" y="18351"/>
                  </a:lnTo>
                  <a:lnTo>
                    <a:pt x="473824" y="20904"/>
                  </a:lnTo>
                  <a:lnTo>
                    <a:pt x="477647" y="20904"/>
                  </a:lnTo>
                  <a:lnTo>
                    <a:pt x="477647" y="18351"/>
                  </a:lnTo>
                  <a:close/>
                </a:path>
                <a:path w="2357754" h="20954">
                  <a:moveTo>
                    <a:pt x="492925" y="18351"/>
                  </a:moveTo>
                  <a:lnTo>
                    <a:pt x="489102" y="18351"/>
                  </a:lnTo>
                  <a:lnTo>
                    <a:pt x="489102" y="20904"/>
                  </a:lnTo>
                  <a:lnTo>
                    <a:pt x="492925" y="20904"/>
                  </a:lnTo>
                  <a:lnTo>
                    <a:pt x="492925" y="18351"/>
                  </a:lnTo>
                  <a:close/>
                </a:path>
                <a:path w="2357754" h="20954">
                  <a:moveTo>
                    <a:pt x="508215" y="18351"/>
                  </a:moveTo>
                  <a:lnTo>
                    <a:pt x="504393" y="18351"/>
                  </a:lnTo>
                  <a:lnTo>
                    <a:pt x="504393" y="20904"/>
                  </a:lnTo>
                  <a:lnTo>
                    <a:pt x="508215" y="20904"/>
                  </a:lnTo>
                  <a:lnTo>
                    <a:pt x="508215" y="18351"/>
                  </a:lnTo>
                  <a:close/>
                </a:path>
                <a:path w="2357754" h="20954">
                  <a:moveTo>
                    <a:pt x="523494" y="18351"/>
                  </a:moveTo>
                  <a:lnTo>
                    <a:pt x="519671" y="18351"/>
                  </a:lnTo>
                  <a:lnTo>
                    <a:pt x="519671" y="20904"/>
                  </a:lnTo>
                  <a:lnTo>
                    <a:pt x="523494" y="20904"/>
                  </a:lnTo>
                  <a:lnTo>
                    <a:pt x="523494" y="18351"/>
                  </a:lnTo>
                  <a:close/>
                </a:path>
                <a:path w="2357754" h="20954">
                  <a:moveTo>
                    <a:pt x="538784" y="18351"/>
                  </a:moveTo>
                  <a:lnTo>
                    <a:pt x="534962" y="18351"/>
                  </a:lnTo>
                  <a:lnTo>
                    <a:pt x="534962" y="20904"/>
                  </a:lnTo>
                  <a:lnTo>
                    <a:pt x="538784" y="20904"/>
                  </a:lnTo>
                  <a:lnTo>
                    <a:pt x="538784" y="18351"/>
                  </a:lnTo>
                  <a:close/>
                </a:path>
                <a:path w="2357754" h="20954">
                  <a:moveTo>
                    <a:pt x="554062" y="18351"/>
                  </a:moveTo>
                  <a:lnTo>
                    <a:pt x="550240" y="18351"/>
                  </a:lnTo>
                  <a:lnTo>
                    <a:pt x="550240" y="20904"/>
                  </a:lnTo>
                  <a:lnTo>
                    <a:pt x="554062" y="20904"/>
                  </a:lnTo>
                  <a:lnTo>
                    <a:pt x="554062" y="18351"/>
                  </a:lnTo>
                  <a:close/>
                </a:path>
                <a:path w="2357754" h="20954">
                  <a:moveTo>
                    <a:pt x="569353" y="18351"/>
                  </a:moveTo>
                  <a:lnTo>
                    <a:pt x="565531" y="18351"/>
                  </a:lnTo>
                  <a:lnTo>
                    <a:pt x="565531" y="20904"/>
                  </a:lnTo>
                  <a:lnTo>
                    <a:pt x="569353" y="20904"/>
                  </a:lnTo>
                  <a:lnTo>
                    <a:pt x="569353" y="18351"/>
                  </a:lnTo>
                  <a:close/>
                </a:path>
                <a:path w="2357754" h="20954">
                  <a:moveTo>
                    <a:pt x="584631" y="18351"/>
                  </a:moveTo>
                  <a:lnTo>
                    <a:pt x="580809" y="18351"/>
                  </a:lnTo>
                  <a:lnTo>
                    <a:pt x="580809" y="20904"/>
                  </a:lnTo>
                  <a:lnTo>
                    <a:pt x="584631" y="20904"/>
                  </a:lnTo>
                  <a:lnTo>
                    <a:pt x="584631" y="18351"/>
                  </a:lnTo>
                  <a:close/>
                </a:path>
                <a:path w="2357754" h="20954">
                  <a:moveTo>
                    <a:pt x="599922" y="18351"/>
                  </a:moveTo>
                  <a:lnTo>
                    <a:pt x="596099" y="18351"/>
                  </a:lnTo>
                  <a:lnTo>
                    <a:pt x="596099" y="20904"/>
                  </a:lnTo>
                  <a:lnTo>
                    <a:pt x="599922" y="20904"/>
                  </a:lnTo>
                  <a:lnTo>
                    <a:pt x="599922" y="18351"/>
                  </a:lnTo>
                  <a:close/>
                </a:path>
                <a:path w="2357754" h="20954">
                  <a:moveTo>
                    <a:pt x="615200" y="18351"/>
                  </a:moveTo>
                  <a:lnTo>
                    <a:pt x="611378" y="18351"/>
                  </a:lnTo>
                  <a:lnTo>
                    <a:pt x="611378" y="20904"/>
                  </a:lnTo>
                  <a:lnTo>
                    <a:pt x="615200" y="20904"/>
                  </a:lnTo>
                  <a:lnTo>
                    <a:pt x="615200" y="18351"/>
                  </a:lnTo>
                  <a:close/>
                </a:path>
                <a:path w="2357754" h="20954">
                  <a:moveTo>
                    <a:pt x="630491" y="18351"/>
                  </a:moveTo>
                  <a:lnTo>
                    <a:pt x="626668" y="18351"/>
                  </a:lnTo>
                  <a:lnTo>
                    <a:pt x="626668" y="20904"/>
                  </a:lnTo>
                  <a:lnTo>
                    <a:pt x="630491" y="20904"/>
                  </a:lnTo>
                  <a:lnTo>
                    <a:pt x="630491" y="18351"/>
                  </a:lnTo>
                  <a:close/>
                </a:path>
                <a:path w="2357754" h="20954">
                  <a:moveTo>
                    <a:pt x="645769" y="18351"/>
                  </a:moveTo>
                  <a:lnTo>
                    <a:pt x="641946" y="18351"/>
                  </a:lnTo>
                  <a:lnTo>
                    <a:pt x="641946" y="20904"/>
                  </a:lnTo>
                  <a:lnTo>
                    <a:pt x="645769" y="20904"/>
                  </a:lnTo>
                  <a:lnTo>
                    <a:pt x="645769" y="18351"/>
                  </a:lnTo>
                  <a:close/>
                </a:path>
                <a:path w="2357754" h="20954">
                  <a:moveTo>
                    <a:pt x="661060" y="18351"/>
                  </a:moveTo>
                  <a:lnTo>
                    <a:pt x="657237" y="18351"/>
                  </a:lnTo>
                  <a:lnTo>
                    <a:pt x="657237" y="20904"/>
                  </a:lnTo>
                  <a:lnTo>
                    <a:pt x="661060" y="20904"/>
                  </a:lnTo>
                  <a:lnTo>
                    <a:pt x="661060" y="18351"/>
                  </a:lnTo>
                  <a:close/>
                </a:path>
                <a:path w="2357754" h="20954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0954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0954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0954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0954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0954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0954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0954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0954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0954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0954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0954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0954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0954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0954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0954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0954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0954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0954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0954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0954">
                  <a:moveTo>
                    <a:pt x="2265946" y="0"/>
                  </a:moveTo>
                  <a:lnTo>
                    <a:pt x="2262136" y="0"/>
                  </a:lnTo>
                  <a:lnTo>
                    <a:pt x="2262136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0954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0954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0954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0954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0954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0954">
                  <a:moveTo>
                    <a:pt x="2357666" y="18351"/>
                  </a:moveTo>
                  <a:lnTo>
                    <a:pt x="2353843" y="18351"/>
                  </a:lnTo>
                  <a:lnTo>
                    <a:pt x="2353843" y="20904"/>
                  </a:lnTo>
                  <a:lnTo>
                    <a:pt x="2357666" y="20904"/>
                  </a:lnTo>
                  <a:lnTo>
                    <a:pt x="2357666" y="18351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534677" y="4797361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648167" y="4797361"/>
              <a:ext cx="2357755" cy="3175"/>
            </a:xfrm>
            <a:custGeom>
              <a:avLst/>
              <a:gdLst/>
              <a:ahLst/>
              <a:cxnLst/>
              <a:rect l="l" t="t" r="r" b="b"/>
              <a:pathLst>
                <a:path w="2357754" h="3175">
                  <a:moveTo>
                    <a:pt x="3810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10" y="2552"/>
                  </a:lnTo>
                  <a:lnTo>
                    <a:pt x="3810" y="0"/>
                  </a:lnTo>
                  <a:close/>
                </a:path>
                <a:path w="235775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2357754" h="3175">
                  <a:moveTo>
                    <a:pt x="34378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78" y="2552"/>
                  </a:lnTo>
                  <a:lnTo>
                    <a:pt x="34378" y="0"/>
                  </a:lnTo>
                  <a:close/>
                </a:path>
                <a:path w="235775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235775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235775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235775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235775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235775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235775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235775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235775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235775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235775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235775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2357754" h="3175">
                  <a:moveTo>
                    <a:pt x="233083" y="0"/>
                  </a:moveTo>
                  <a:lnTo>
                    <a:pt x="229260" y="0"/>
                  </a:lnTo>
                  <a:lnTo>
                    <a:pt x="229260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235775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2357754" h="3175">
                  <a:moveTo>
                    <a:pt x="263652" y="0"/>
                  </a:moveTo>
                  <a:lnTo>
                    <a:pt x="259829" y="0"/>
                  </a:lnTo>
                  <a:lnTo>
                    <a:pt x="259829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235775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2357754" h="3175">
                  <a:moveTo>
                    <a:pt x="294220" y="0"/>
                  </a:moveTo>
                  <a:lnTo>
                    <a:pt x="290398" y="0"/>
                  </a:lnTo>
                  <a:lnTo>
                    <a:pt x="290398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235775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2357754" h="3175">
                  <a:moveTo>
                    <a:pt x="324789" y="0"/>
                  </a:moveTo>
                  <a:lnTo>
                    <a:pt x="320967" y="0"/>
                  </a:lnTo>
                  <a:lnTo>
                    <a:pt x="320967" y="2552"/>
                  </a:lnTo>
                  <a:lnTo>
                    <a:pt x="324789" y="2552"/>
                  </a:lnTo>
                  <a:lnTo>
                    <a:pt x="324789" y="0"/>
                  </a:lnTo>
                  <a:close/>
                </a:path>
                <a:path w="235775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2357754" h="3175">
                  <a:moveTo>
                    <a:pt x="355358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58" y="2552"/>
                  </a:lnTo>
                  <a:lnTo>
                    <a:pt x="355358" y="0"/>
                  </a:lnTo>
                  <a:close/>
                </a:path>
                <a:path w="235775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2357754" h="3175">
                  <a:moveTo>
                    <a:pt x="385927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27" y="2552"/>
                  </a:lnTo>
                  <a:lnTo>
                    <a:pt x="385927" y="0"/>
                  </a:lnTo>
                  <a:close/>
                </a:path>
                <a:path w="235775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2357754" h="3175">
                  <a:moveTo>
                    <a:pt x="416496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496" y="2552"/>
                  </a:lnTo>
                  <a:lnTo>
                    <a:pt x="416496" y="0"/>
                  </a:lnTo>
                  <a:close/>
                </a:path>
                <a:path w="235775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235775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235775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235775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235775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235775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235775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235775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235775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235775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235775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235775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2357754" h="3175">
                  <a:moveTo>
                    <a:pt x="615200" y="0"/>
                  </a:moveTo>
                  <a:lnTo>
                    <a:pt x="611378" y="0"/>
                  </a:lnTo>
                  <a:lnTo>
                    <a:pt x="611378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235775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2357754" h="3175">
                  <a:moveTo>
                    <a:pt x="645769" y="0"/>
                  </a:moveTo>
                  <a:lnTo>
                    <a:pt x="641946" y="0"/>
                  </a:lnTo>
                  <a:lnTo>
                    <a:pt x="641946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235775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2357754" h="3175">
                  <a:moveTo>
                    <a:pt x="676338" y="0"/>
                  </a:moveTo>
                  <a:lnTo>
                    <a:pt x="672515" y="0"/>
                  </a:lnTo>
                  <a:lnTo>
                    <a:pt x="672515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235775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2357754" h="3175">
                  <a:moveTo>
                    <a:pt x="706907" y="0"/>
                  </a:moveTo>
                  <a:lnTo>
                    <a:pt x="703084" y="0"/>
                  </a:lnTo>
                  <a:lnTo>
                    <a:pt x="703084" y="2552"/>
                  </a:lnTo>
                  <a:lnTo>
                    <a:pt x="706907" y="2552"/>
                  </a:lnTo>
                  <a:lnTo>
                    <a:pt x="706907" y="0"/>
                  </a:lnTo>
                  <a:close/>
                </a:path>
                <a:path w="235775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2357754" h="3175">
                  <a:moveTo>
                    <a:pt x="737476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76" y="2552"/>
                  </a:lnTo>
                  <a:lnTo>
                    <a:pt x="737476" y="0"/>
                  </a:lnTo>
                  <a:close/>
                </a:path>
                <a:path w="235775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2357754" h="3175">
                  <a:moveTo>
                    <a:pt x="768045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45" y="2552"/>
                  </a:lnTo>
                  <a:lnTo>
                    <a:pt x="768045" y="0"/>
                  </a:lnTo>
                  <a:close/>
                </a:path>
                <a:path w="235775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2357754" h="3175">
                  <a:moveTo>
                    <a:pt x="798614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14" y="2552"/>
                  </a:lnTo>
                  <a:lnTo>
                    <a:pt x="798614" y="0"/>
                  </a:lnTo>
                  <a:close/>
                </a:path>
                <a:path w="235775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235775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235775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235775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235775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235775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2357754" h="3175">
                  <a:moveTo>
                    <a:pt x="2357666" y="0"/>
                  </a:moveTo>
                  <a:lnTo>
                    <a:pt x="2353843" y="0"/>
                  </a:lnTo>
                  <a:lnTo>
                    <a:pt x="2353843" y="2552"/>
                  </a:lnTo>
                  <a:lnTo>
                    <a:pt x="2357666" y="2552"/>
                  </a:lnTo>
                  <a:lnTo>
                    <a:pt x="235766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8648167" y="4674203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648167" y="4611048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8648167" y="4548861"/>
              <a:ext cx="2357755" cy="0"/>
            </a:xfrm>
            <a:custGeom>
              <a:avLst/>
              <a:gdLst/>
              <a:ahLst/>
              <a:cxnLst/>
              <a:rect l="l" t="t" r="r" b="b"/>
              <a:pathLst>
                <a:path w="2357754">
                  <a:moveTo>
                    <a:pt x="0" y="0"/>
                  </a:moveTo>
                  <a:lnTo>
                    <a:pt x="2357665" y="0"/>
                  </a:lnTo>
                </a:path>
              </a:pathLst>
            </a:custGeom>
            <a:ln w="3175">
              <a:solidFill>
                <a:srgbClr val="1A1A1A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916795" y="4501819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846858" y="4501819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13" y="0"/>
                  </a:moveTo>
                  <a:lnTo>
                    <a:pt x="15290" y="0"/>
                  </a:lnTo>
                  <a:lnTo>
                    <a:pt x="15290" y="2552"/>
                  </a:lnTo>
                  <a:lnTo>
                    <a:pt x="19113" y="2552"/>
                  </a:lnTo>
                  <a:lnTo>
                    <a:pt x="19113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82" y="0"/>
                  </a:moveTo>
                  <a:lnTo>
                    <a:pt x="45859" y="0"/>
                  </a:lnTo>
                  <a:lnTo>
                    <a:pt x="45859" y="2552"/>
                  </a:lnTo>
                  <a:lnTo>
                    <a:pt x="49682" y="2552"/>
                  </a:lnTo>
                  <a:lnTo>
                    <a:pt x="49682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51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51" y="2552"/>
                  </a:lnTo>
                  <a:lnTo>
                    <a:pt x="80251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20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20" y="2552"/>
                  </a:lnTo>
                  <a:lnTo>
                    <a:pt x="110820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89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89" y="2552"/>
                  </a:lnTo>
                  <a:lnTo>
                    <a:pt x="141389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57" y="0"/>
                  </a:lnTo>
                  <a:lnTo>
                    <a:pt x="152857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26" y="0"/>
                  </a:lnTo>
                  <a:lnTo>
                    <a:pt x="183426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95" y="0"/>
                  </a:lnTo>
                  <a:lnTo>
                    <a:pt x="213995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86" y="0"/>
                  </a:moveTo>
                  <a:lnTo>
                    <a:pt x="244563" y="0"/>
                  </a:lnTo>
                  <a:lnTo>
                    <a:pt x="244563" y="2552"/>
                  </a:lnTo>
                  <a:lnTo>
                    <a:pt x="248386" y="2552"/>
                  </a:lnTo>
                  <a:lnTo>
                    <a:pt x="248386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55" y="0"/>
                  </a:moveTo>
                  <a:lnTo>
                    <a:pt x="275132" y="0"/>
                  </a:lnTo>
                  <a:lnTo>
                    <a:pt x="275132" y="2552"/>
                  </a:lnTo>
                  <a:lnTo>
                    <a:pt x="278955" y="2552"/>
                  </a:lnTo>
                  <a:lnTo>
                    <a:pt x="278955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24" y="0"/>
                  </a:moveTo>
                  <a:lnTo>
                    <a:pt x="305701" y="0"/>
                  </a:lnTo>
                  <a:lnTo>
                    <a:pt x="305701" y="2552"/>
                  </a:lnTo>
                  <a:lnTo>
                    <a:pt x="309524" y="2552"/>
                  </a:lnTo>
                  <a:lnTo>
                    <a:pt x="309524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93" y="0"/>
                  </a:moveTo>
                  <a:lnTo>
                    <a:pt x="336270" y="0"/>
                  </a:lnTo>
                  <a:lnTo>
                    <a:pt x="336270" y="2552"/>
                  </a:lnTo>
                  <a:lnTo>
                    <a:pt x="340093" y="2552"/>
                  </a:lnTo>
                  <a:lnTo>
                    <a:pt x="340093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62" y="0"/>
                  </a:moveTo>
                  <a:lnTo>
                    <a:pt x="366839" y="0"/>
                  </a:lnTo>
                  <a:lnTo>
                    <a:pt x="366839" y="2552"/>
                  </a:lnTo>
                  <a:lnTo>
                    <a:pt x="370662" y="2552"/>
                  </a:lnTo>
                  <a:lnTo>
                    <a:pt x="370662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31" y="0"/>
                  </a:moveTo>
                  <a:lnTo>
                    <a:pt x="397408" y="0"/>
                  </a:lnTo>
                  <a:lnTo>
                    <a:pt x="397408" y="2552"/>
                  </a:lnTo>
                  <a:lnTo>
                    <a:pt x="401231" y="2552"/>
                  </a:lnTo>
                  <a:lnTo>
                    <a:pt x="401231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800" y="0"/>
                  </a:moveTo>
                  <a:lnTo>
                    <a:pt x="427977" y="0"/>
                  </a:lnTo>
                  <a:lnTo>
                    <a:pt x="427977" y="2552"/>
                  </a:lnTo>
                  <a:lnTo>
                    <a:pt x="431800" y="2552"/>
                  </a:lnTo>
                  <a:lnTo>
                    <a:pt x="431800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68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68" y="2552"/>
                  </a:lnTo>
                  <a:lnTo>
                    <a:pt x="462368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37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37" y="2552"/>
                  </a:lnTo>
                  <a:lnTo>
                    <a:pt x="492937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506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506" y="2552"/>
                  </a:lnTo>
                  <a:lnTo>
                    <a:pt x="523506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74" y="0"/>
                  </a:lnTo>
                  <a:lnTo>
                    <a:pt x="534974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43" y="0"/>
                  </a:lnTo>
                  <a:lnTo>
                    <a:pt x="565543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112" y="0"/>
                  </a:lnTo>
                  <a:lnTo>
                    <a:pt x="596112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504" y="0"/>
                  </a:moveTo>
                  <a:lnTo>
                    <a:pt x="626681" y="0"/>
                  </a:lnTo>
                  <a:lnTo>
                    <a:pt x="626681" y="2552"/>
                  </a:lnTo>
                  <a:lnTo>
                    <a:pt x="630504" y="2552"/>
                  </a:lnTo>
                  <a:lnTo>
                    <a:pt x="630504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73" y="0"/>
                  </a:moveTo>
                  <a:lnTo>
                    <a:pt x="657250" y="0"/>
                  </a:lnTo>
                  <a:lnTo>
                    <a:pt x="657250" y="2552"/>
                  </a:lnTo>
                  <a:lnTo>
                    <a:pt x="661073" y="2552"/>
                  </a:lnTo>
                  <a:lnTo>
                    <a:pt x="661073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42" y="0"/>
                  </a:moveTo>
                  <a:lnTo>
                    <a:pt x="687819" y="0"/>
                  </a:lnTo>
                  <a:lnTo>
                    <a:pt x="687819" y="2552"/>
                  </a:lnTo>
                  <a:lnTo>
                    <a:pt x="691642" y="2552"/>
                  </a:lnTo>
                  <a:lnTo>
                    <a:pt x="691642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210" y="0"/>
                  </a:moveTo>
                  <a:lnTo>
                    <a:pt x="718388" y="0"/>
                  </a:lnTo>
                  <a:lnTo>
                    <a:pt x="718388" y="2552"/>
                  </a:lnTo>
                  <a:lnTo>
                    <a:pt x="722210" y="2552"/>
                  </a:lnTo>
                  <a:lnTo>
                    <a:pt x="722210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79" y="0"/>
                  </a:moveTo>
                  <a:lnTo>
                    <a:pt x="748957" y="0"/>
                  </a:lnTo>
                  <a:lnTo>
                    <a:pt x="748957" y="2552"/>
                  </a:lnTo>
                  <a:lnTo>
                    <a:pt x="752779" y="2552"/>
                  </a:lnTo>
                  <a:lnTo>
                    <a:pt x="752779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48" y="0"/>
                  </a:moveTo>
                  <a:lnTo>
                    <a:pt x="779526" y="0"/>
                  </a:lnTo>
                  <a:lnTo>
                    <a:pt x="779526" y="2552"/>
                  </a:lnTo>
                  <a:lnTo>
                    <a:pt x="783348" y="2552"/>
                  </a:lnTo>
                  <a:lnTo>
                    <a:pt x="783348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17" y="0"/>
                  </a:moveTo>
                  <a:lnTo>
                    <a:pt x="810094" y="0"/>
                  </a:lnTo>
                  <a:lnTo>
                    <a:pt x="810094" y="2552"/>
                  </a:lnTo>
                  <a:lnTo>
                    <a:pt x="813917" y="2552"/>
                  </a:lnTo>
                  <a:lnTo>
                    <a:pt x="813917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86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86" y="2552"/>
                  </a:lnTo>
                  <a:lnTo>
                    <a:pt x="844486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55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55" y="2552"/>
                  </a:lnTo>
                  <a:lnTo>
                    <a:pt x="875055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24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24" y="2552"/>
                  </a:lnTo>
                  <a:lnTo>
                    <a:pt x="905624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92" y="0"/>
                  </a:lnTo>
                  <a:lnTo>
                    <a:pt x="917092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61" y="0"/>
                  </a:lnTo>
                  <a:lnTo>
                    <a:pt x="947661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30" y="0"/>
                  </a:lnTo>
                  <a:lnTo>
                    <a:pt x="978230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21" y="0"/>
                  </a:moveTo>
                  <a:lnTo>
                    <a:pt x="1008799" y="0"/>
                  </a:lnTo>
                  <a:lnTo>
                    <a:pt x="1008799" y="2552"/>
                  </a:lnTo>
                  <a:lnTo>
                    <a:pt x="1012621" y="2552"/>
                  </a:lnTo>
                  <a:lnTo>
                    <a:pt x="1012621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90" y="0"/>
                  </a:moveTo>
                  <a:lnTo>
                    <a:pt x="1039368" y="0"/>
                  </a:lnTo>
                  <a:lnTo>
                    <a:pt x="1039368" y="2552"/>
                  </a:lnTo>
                  <a:lnTo>
                    <a:pt x="1043190" y="2552"/>
                  </a:lnTo>
                  <a:lnTo>
                    <a:pt x="1043190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59" y="0"/>
                  </a:moveTo>
                  <a:lnTo>
                    <a:pt x="1069936" y="0"/>
                  </a:lnTo>
                  <a:lnTo>
                    <a:pt x="1069936" y="2552"/>
                  </a:lnTo>
                  <a:lnTo>
                    <a:pt x="1073759" y="2552"/>
                  </a:lnTo>
                  <a:lnTo>
                    <a:pt x="1073759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648167" y="4477816"/>
              <a:ext cx="2357755" cy="26670"/>
            </a:xfrm>
            <a:custGeom>
              <a:avLst/>
              <a:gdLst/>
              <a:ahLst/>
              <a:cxnLst/>
              <a:rect l="l" t="t" r="r" b="b"/>
              <a:pathLst>
                <a:path w="2357754" h="26670">
                  <a:moveTo>
                    <a:pt x="3810" y="24003"/>
                  </a:moveTo>
                  <a:lnTo>
                    <a:pt x="0" y="24003"/>
                  </a:lnTo>
                  <a:lnTo>
                    <a:pt x="0" y="26555"/>
                  </a:lnTo>
                  <a:lnTo>
                    <a:pt x="3810" y="26555"/>
                  </a:lnTo>
                  <a:lnTo>
                    <a:pt x="3810" y="24003"/>
                  </a:lnTo>
                  <a:close/>
                </a:path>
                <a:path w="2357754" h="26670">
                  <a:moveTo>
                    <a:pt x="19100" y="24003"/>
                  </a:moveTo>
                  <a:lnTo>
                    <a:pt x="15278" y="24003"/>
                  </a:lnTo>
                  <a:lnTo>
                    <a:pt x="15278" y="26555"/>
                  </a:lnTo>
                  <a:lnTo>
                    <a:pt x="19100" y="26555"/>
                  </a:lnTo>
                  <a:lnTo>
                    <a:pt x="19100" y="24003"/>
                  </a:lnTo>
                  <a:close/>
                </a:path>
                <a:path w="2357754" h="26670">
                  <a:moveTo>
                    <a:pt x="34378" y="24003"/>
                  </a:moveTo>
                  <a:lnTo>
                    <a:pt x="30568" y="24003"/>
                  </a:lnTo>
                  <a:lnTo>
                    <a:pt x="30568" y="26555"/>
                  </a:lnTo>
                  <a:lnTo>
                    <a:pt x="34378" y="26555"/>
                  </a:lnTo>
                  <a:lnTo>
                    <a:pt x="34378" y="24003"/>
                  </a:lnTo>
                  <a:close/>
                </a:path>
                <a:path w="2357754" h="26670">
                  <a:moveTo>
                    <a:pt x="49669" y="24003"/>
                  </a:moveTo>
                  <a:lnTo>
                    <a:pt x="45847" y="24003"/>
                  </a:lnTo>
                  <a:lnTo>
                    <a:pt x="45847" y="26555"/>
                  </a:lnTo>
                  <a:lnTo>
                    <a:pt x="49669" y="26555"/>
                  </a:lnTo>
                  <a:lnTo>
                    <a:pt x="49669" y="24003"/>
                  </a:lnTo>
                  <a:close/>
                </a:path>
                <a:path w="2357754" h="26670">
                  <a:moveTo>
                    <a:pt x="64960" y="24003"/>
                  </a:moveTo>
                  <a:lnTo>
                    <a:pt x="61137" y="24003"/>
                  </a:lnTo>
                  <a:lnTo>
                    <a:pt x="61137" y="26555"/>
                  </a:lnTo>
                  <a:lnTo>
                    <a:pt x="64960" y="26555"/>
                  </a:lnTo>
                  <a:lnTo>
                    <a:pt x="64960" y="24003"/>
                  </a:lnTo>
                  <a:close/>
                </a:path>
                <a:path w="2357754" h="26670">
                  <a:moveTo>
                    <a:pt x="80238" y="24003"/>
                  </a:moveTo>
                  <a:lnTo>
                    <a:pt x="76415" y="24003"/>
                  </a:lnTo>
                  <a:lnTo>
                    <a:pt x="76415" y="26555"/>
                  </a:lnTo>
                  <a:lnTo>
                    <a:pt x="80238" y="26555"/>
                  </a:lnTo>
                  <a:lnTo>
                    <a:pt x="80238" y="24003"/>
                  </a:lnTo>
                  <a:close/>
                </a:path>
                <a:path w="2357754" h="26670">
                  <a:moveTo>
                    <a:pt x="95529" y="24003"/>
                  </a:moveTo>
                  <a:lnTo>
                    <a:pt x="91706" y="24003"/>
                  </a:lnTo>
                  <a:lnTo>
                    <a:pt x="91706" y="26555"/>
                  </a:lnTo>
                  <a:lnTo>
                    <a:pt x="95529" y="26555"/>
                  </a:lnTo>
                  <a:lnTo>
                    <a:pt x="95529" y="24003"/>
                  </a:lnTo>
                  <a:close/>
                </a:path>
                <a:path w="2357754" h="26670">
                  <a:moveTo>
                    <a:pt x="110807" y="24003"/>
                  </a:moveTo>
                  <a:lnTo>
                    <a:pt x="106984" y="24003"/>
                  </a:lnTo>
                  <a:lnTo>
                    <a:pt x="106984" y="26555"/>
                  </a:lnTo>
                  <a:lnTo>
                    <a:pt x="110807" y="26555"/>
                  </a:lnTo>
                  <a:lnTo>
                    <a:pt x="110807" y="24003"/>
                  </a:lnTo>
                  <a:close/>
                </a:path>
                <a:path w="2357754" h="26670">
                  <a:moveTo>
                    <a:pt x="126098" y="24003"/>
                  </a:moveTo>
                  <a:lnTo>
                    <a:pt x="122275" y="24003"/>
                  </a:lnTo>
                  <a:lnTo>
                    <a:pt x="122275" y="26555"/>
                  </a:lnTo>
                  <a:lnTo>
                    <a:pt x="126098" y="26555"/>
                  </a:lnTo>
                  <a:lnTo>
                    <a:pt x="126098" y="24003"/>
                  </a:lnTo>
                  <a:close/>
                </a:path>
                <a:path w="2357754" h="26670">
                  <a:moveTo>
                    <a:pt x="141376" y="24003"/>
                  </a:moveTo>
                  <a:lnTo>
                    <a:pt x="137553" y="24003"/>
                  </a:lnTo>
                  <a:lnTo>
                    <a:pt x="137553" y="26555"/>
                  </a:lnTo>
                  <a:lnTo>
                    <a:pt x="141376" y="26555"/>
                  </a:lnTo>
                  <a:lnTo>
                    <a:pt x="141376" y="24003"/>
                  </a:lnTo>
                  <a:close/>
                </a:path>
                <a:path w="2357754" h="26670">
                  <a:moveTo>
                    <a:pt x="156667" y="24003"/>
                  </a:moveTo>
                  <a:lnTo>
                    <a:pt x="152844" y="24003"/>
                  </a:lnTo>
                  <a:lnTo>
                    <a:pt x="152844" y="26555"/>
                  </a:lnTo>
                  <a:lnTo>
                    <a:pt x="156667" y="26555"/>
                  </a:lnTo>
                  <a:lnTo>
                    <a:pt x="156667" y="24003"/>
                  </a:lnTo>
                  <a:close/>
                </a:path>
                <a:path w="2357754" h="26670">
                  <a:moveTo>
                    <a:pt x="171945" y="24003"/>
                  </a:moveTo>
                  <a:lnTo>
                    <a:pt x="168122" y="24003"/>
                  </a:lnTo>
                  <a:lnTo>
                    <a:pt x="168122" y="26555"/>
                  </a:lnTo>
                  <a:lnTo>
                    <a:pt x="171945" y="26555"/>
                  </a:lnTo>
                  <a:lnTo>
                    <a:pt x="171945" y="24003"/>
                  </a:lnTo>
                  <a:close/>
                </a:path>
                <a:path w="2357754" h="26670">
                  <a:moveTo>
                    <a:pt x="187236" y="24003"/>
                  </a:moveTo>
                  <a:lnTo>
                    <a:pt x="183413" y="24003"/>
                  </a:lnTo>
                  <a:lnTo>
                    <a:pt x="183413" y="26555"/>
                  </a:lnTo>
                  <a:lnTo>
                    <a:pt x="187236" y="26555"/>
                  </a:lnTo>
                  <a:lnTo>
                    <a:pt x="187236" y="24003"/>
                  </a:lnTo>
                  <a:close/>
                </a:path>
                <a:path w="2357754" h="26670">
                  <a:moveTo>
                    <a:pt x="202514" y="24003"/>
                  </a:moveTo>
                  <a:lnTo>
                    <a:pt x="198691" y="24003"/>
                  </a:lnTo>
                  <a:lnTo>
                    <a:pt x="198691" y="26555"/>
                  </a:lnTo>
                  <a:lnTo>
                    <a:pt x="202514" y="26555"/>
                  </a:lnTo>
                  <a:lnTo>
                    <a:pt x="202514" y="24003"/>
                  </a:lnTo>
                  <a:close/>
                </a:path>
                <a:path w="2357754" h="26670">
                  <a:moveTo>
                    <a:pt x="1501711" y="0"/>
                  </a:moveTo>
                  <a:lnTo>
                    <a:pt x="1497901" y="0"/>
                  </a:lnTo>
                  <a:lnTo>
                    <a:pt x="1497901" y="2540"/>
                  </a:lnTo>
                  <a:lnTo>
                    <a:pt x="1501711" y="2540"/>
                  </a:lnTo>
                  <a:lnTo>
                    <a:pt x="1501711" y="0"/>
                  </a:lnTo>
                  <a:close/>
                </a:path>
                <a:path w="2357754" h="26670">
                  <a:moveTo>
                    <a:pt x="1517002" y="0"/>
                  </a:moveTo>
                  <a:lnTo>
                    <a:pt x="1513179" y="0"/>
                  </a:lnTo>
                  <a:lnTo>
                    <a:pt x="1513179" y="2540"/>
                  </a:lnTo>
                  <a:lnTo>
                    <a:pt x="1517002" y="2540"/>
                  </a:lnTo>
                  <a:lnTo>
                    <a:pt x="1517002" y="0"/>
                  </a:lnTo>
                  <a:close/>
                </a:path>
                <a:path w="2357754" h="26670">
                  <a:moveTo>
                    <a:pt x="1532280" y="0"/>
                  </a:moveTo>
                  <a:lnTo>
                    <a:pt x="1528470" y="0"/>
                  </a:lnTo>
                  <a:lnTo>
                    <a:pt x="1528470" y="2540"/>
                  </a:lnTo>
                  <a:lnTo>
                    <a:pt x="1532280" y="2540"/>
                  </a:lnTo>
                  <a:lnTo>
                    <a:pt x="1532280" y="0"/>
                  </a:lnTo>
                  <a:close/>
                </a:path>
                <a:path w="2357754" h="26670">
                  <a:moveTo>
                    <a:pt x="1547571" y="0"/>
                  </a:moveTo>
                  <a:lnTo>
                    <a:pt x="1543748" y="0"/>
                  </a:lnTo>
                  <a:lnTo>
                    <a:pt x="1543748" y="2540"/>
                  </a:lnTo>
                  <a:lnTo>
                    <a:pt x="1547571" y="2540"/>
                  </a:lnTo>
                  <a:lnTo>
                    <a:pt x="1547571" y="0"/>
                  </a:lnTo>
                  <a:close/>
                </a:path>
                <a:path w="2357754" h="26670">
                  <a:moveTo>
                    <a:pt x="1562849" y="0"/>
                  </a:moveTo>
                  <a:lnTo>
                    <a:pt x="1559039" y="0"/>
                  </a:lnTo>
                  <a:lnTo>
                    <a:pt x="1559039" y="2540"/>
                  </a:lnTo>
                  <a:lnTo>
                    <a:pt x="1562849" y="2540"/>
                  </a:lnTo>
                  <a:lnTo>
                    <a:pt x="1562849" y="0"/>
                  </a:lnTo>
                  <a:close/>
                </a:path>
                <a:path w="2357754" h="26670">
                  <a:moveTo>
                    <a:pt x="1578140" y="0"/>
                  </a:moveTo>
                  <a:lnTo>
                    <a:pt x="1574317" y="0"/>
                  </a:lnTo>
                  <a:lnTo>
                    <a:pt x="1574317" y="2540"/>
                  </a:lnTo>
                  <a:lnTo>
                    <a:pt x="1578140" y="2540"/>
                  </a:lnTo>
                  <a:lnTo>
                    <a:pt x="1578140" y="0"/>
                  </a:lnTo>
                  <a:close/>
                </a:path>
                <a:path w="2357754" h="26670">
                  <a:moveTo>
                    <a:pt x="1593430" y="0"/>
                  </a:moveTo>
                  <a:lnTo>
                    <a:pt x="1589608" y="0"/>
                  </a:lnTo>
                  <a:lnTo>
                    <a:pt x="1589608" y="2540"/>
                  </a:lnTo>
                  <a:lnTo>
                    <a:pt x="1593430" y="2540"/>
                  </a:lnTo>
                  <a:lnTo>
                    <a:pt x="1593430" y="0"/>
                  </a:lnTo>
                  <a:close/>
                </a:path>
                <a:path w="2357754" h="26670">
                  <a:moveTo>
                    <a:pt x="1608709" y="0"/>
                  </a:moveTo>
                  <a:lnTo>
                    <a:pt x="1604886" y="0"/>
                  </a:lnTo>
                  <a:lnTo>
                    <a:pt x="1604886" y="2540"/>
                  </a:lnTo>
                  <a:lnTo>
                    <a:pt x="1608709" y="2540"/>
                  </a:lnTo>
                  <a:lnTo>
                    <a:pt x="1608709" y="0"/>
                  </a:lnTo>
                  <a:close/>
                </a:path>
                <a:path w="2357754" h="26670">
                  <a:moveTo>
                    <a:pt x="1623999" y="0"/>
                  </a:moveTo>
                  <a:lnTo>
                    <a:pt x="1620177" y="0"/>
                  </a:lnTo>
                  <a:lnTo>
                    <a:pt x="1620177" y="2540"/>
                  </a:lnTo>
                  <a:lnTo>
                    <a:pt x="1623999" y="2540"/>
                  </a:lnTo>
                  <a:lnTo>
                    <a:pt x="1623999" y="0"/>
                  </a:lnTo>
                  <a:close/>
                </a:path>
                <a:path w="2357754" h="26670">
                  <a:moveTo>
                    <a:pt x="1639277" y="0"/>
                  </a:moveTo>
                  <a:lnTo>
                    <a:pt x="1635455" y="0"/>
                  </a:lnTo>
                  <a:lnTo>
                    <a:pt x="1635455" y="2540"/>
                  </a:lnTo>
                  <a:lnTo>
                    <a:pt x="1639277" y="2540"/>
                  </a:lnTo>
                  <a:lnTo>
                    <a:pt x="1639277" y="0"/>
                  </a:lnTo>
                  <a:close/>
                </a:path>
                <a:path w="2357754" h="26670">
                  <a:moveTo>
                    <a:pt x="1654568" y="0"/>
                  </a:moveTo>
                  <a:lnTo>
                    <a:pt x="1650746" y="0"/>
                  </a:lnTo>
                  <a:lnTo>
                    <a:pt x="1650746" y="2540"/>
                  </a:lnTo>
                  <a:lnTo>
                    <a:pt x="1654568" y="2540"/>
                  </a:lnTo>
                  <a:lnTo>
                    <a:pt x="1654568" y="0"/>
                  </a:lnTo>
                  <a:close/>
                </a:path>
                <a:path w="2357754" h="26670">
                  <a:moveTo>
                    <a:pt x="1669846" y="0"/>
                  </a:moveTo>
                  <a:lnTo>
                    <a:pt x="1666024" y="0"/>
                  </a:lnTo>
                  <a:lnTo>
                    <a:pt x="1666024" y="2540"/>
                  </a:lnTo>
                  <a:lnTo>
                    <a:pt x="1669846" y="2540"/>
                  </a:lnTo>
                  <a:lnTo>
                    <a:pt x="1669846" y="0"/>
                  </a:lnTo>
                  <a:close/>
                </a:path>
                <a:path w="2357754" h="26670">
                  <a:moveTo>
                    <a:pt x="1685137" y="0"/>
                  </a:moveTo>
                  <a:lnTo>
                    <a:pt x="1681314" y="0"/>
                  </a:lnTo>
                  <a:lnTo>
                    <a:pt x="1681314" y="2540"/>
                  </a:lnTo>
                  <a:lnTo>
                    <a:pt x="1685137" y="2540"/>
                  </a:lnTo>
                  <a:lnTo>
                    <a:pt x="1685137" y="0"/>
                  </a:lnTo>
                  <a:close/>
                </a:path>
                <a:path w="2357754" h="26670">
                  <a:moveTo>
                    <a:pt x="1700415" y="0"/>
                  </a:moveTo>
                  <a:lnTo>
                    <a:pt x="1696593" y="0"/>
                  </a:lnTo>
                  <a:lnTo>
                    <a:pt x="1696593" y="2540"/>
                  </a:lnTo>
                  <a:lnTo>
                    <a:pt x="1700415" y="2540"/>
                  </a:lnTo>
                  <a:lnTo>
                    <a:pt x="1700415" y="0"/>
                  </a:lnTo>
                  <a:close/>
                </a:path>
                <a:path w="2357754" h="26670">
                  <a:moveTo>
                    <a:pt x="1715706" y="0"/>
                  </a:moveTo>
                  <a:lnTo>
                    <a:pt x="1711883" y="0"/>
                  </a:lnTo>
                  <a:lnTo>
                    <a:pt x="1711883" y="2540"/>
                  </a:lnTo>
                  <a:lnTo>
                    <a:pt x="1715706" y="2540"/>
                  </a:lnTo>
                  <a:lnTo>
                    <a:pt x="1715706" y="0"/>
                  </a:lnTo>
                  <a:close/>
                </a:path>
                <a:path w="2357754" h="26670">
                  <a:moveTo>
                    <a:pt x="1730984" y="0"/>
                  </a:moveTo>
                  <a:lnTo>
                    <a:pt x="1727161" y="0"/>
                  </a:lnTo>
                  <a:lnTo>
                    <a:pt x="1727161" y="2540"/>
                  </a:lnTo>
                  <a:lnTo>
                    <a:pt x="1730984" y="2540"/>
                  </a:lnTo>
                  <a:lnTo>
                    <a:pt x="1730984" y="0"/>
                  </a:lnTo>
                  <a:close/>
                </a:path>
                <a:path w="2357754" h="26670">
                  <a:moveTo>
                    <a:pt x="1746275" y="0"/>
                  </a:moveTo>
                  <a:lnTo>
                    <a:pt x="1742452" y="0"/>
                  </a:lnTo>
                  <a:lnTo>
                    <a:pt x="1742452" y="2540"/>
                  </a:lnTo>
                  <a:lnTo>
                    <a:pt x="1746275" y="2540"/>
                  </a:lnTo>
                  <a:lnTo>
                    <a:pt x="1746275" y="0"/>
                  </a:lnTo>
                  <a:close/>
                </a:path>
                <a:path w="2357754" h="26670">
                  <a:moveTo>
                    <a:pt x="1761553" y="0"/>
                  </a:moveTo>
                  <a:lnTo>
                    <a:pt x="1757730" y="0"/>
                  </a:lnTo>
                  <a:lnTo>
                    <a:pt x="1757730" y="2540"/>
                  </a:lnTo>
                  <a:lnTo>
                    <a:pt x="1761553" y="2540"/>
                  </a:lnTo>
                  <a:lnTo>
                    <a:pt x="1761553" y="0"/>
                  </a:lnTo>
                  <a:close/>
                </a:path>
                <a:path w="2357754" h="26670">
                  <a:moveTo>
                    <a:pt x="1776844" y="0"/>
                  </a:moveTo>
                  <a:lnTo>
                    <a:pt x="1773021" y="0"/>
                  </a:lnTo>
                  <a:lnTo>
                    <a:pt x="1773021" y="2540"/>
                  </a:lnTo>
                  <a:lnTo>
                    <a:pt x="1776844" y="2540"/>
                  </a:lnTo>
                  <a:lnTo>
                    <a:pt x="1776844" y="0"/>
                  </a:lnTo>
                  <a:close/>
                </a:path>
                <a:path w="2357754" h="26670">
                  <a:moveTo>
                    <a:pt x="1792122" y="0"/>
                  </a:moveTo>
                  <a:lnTo>
                    <a:pt x="1788299" y="0"/>
                  </a:lnTo>
                  <a:lnTo>
                    <a:pt x="1788299" y="2540"/>
                  </a:lnTo>
                  <a:lnTo>
                    <a:pt x="1792122" y="2540"/>
                  </a:lnTo>
                  <a:lnTo>
                    <a:pt x="1792122" y="0"/>
                  </a:lnTo>
                  <a:close/>
                </a:path>
                <a:path w="2357754" h="26670">
                  <a:moveTo>
                    <a:pt x="1807413" y="0"/>
                  </a:moveTo>
                  <a:lnTo>
                    <a:pt x="1803590" y="0"/>
                  </a:lnTo>
                  <a:lnTo>
                    <a:pt x="1803590" y="2540"/>
                  </a:lnTo>
                  <a:lnTo>
                    <a:pt x="1807413" y="2540"/>
                  </a:lnTo>
                  <a:lnTo>
                    <a:pt x="1807413" y="0"/>
                  </a:lnTo>
                  <a:close/>
                </a:path>
                <a:path w="2357754" h="26670">
                  <a:moveTo>
                    <a:pt x="1822691" y="0"/>
                  </a:moveTo>
                  <a:lnTo>
                    <a:pt x="1818868" y="0"/>
                  </a:lnTo>
                  <a:lnTo>
                    <a:pt x="1818868" y="2540"/>
                  </a:lnTo>
                  <a:lnTo>
                    <a:pt x="1822691" y="2540"/>
                  </a:lnTo>
                  <a:lnTo>
                    <a:pt x="1822691" y="0"/>
                  </a:lnTo>
                  <a:close/>
                </a:path>
                <a:path w="2357754" h="26670">
                  <a:moveTo>
                    <a:pt x="1837982" y="0"/>
                  </a:moveTo>
                  <a:lnTo>
                    <a:pt x="1834159" y="0"/>
                  </a:lnTo>
                  <a:lnTo>
                    <a:pt x="1834159" y="2540"/>
                  </a:lnTo>
                  <a:lnTo>
                    <a:pt x="1837982" y="2540"/>
                  </a:lnTo>
                  <a:lnTo>
                    <a:pt x="1837982" y="0"/>
                  </a:lnTo>
                  <a:close/>
                </a:path>
                <a:path w="2357754" h="26670">
                  <a:moveTo>
                    <a:pt x="1853260" y="0"/>
                  </a:moveTo>
                  <a:lnTo>
                    <a:pt x="1849437" y="0"/>
                  </a:lnTo>
                  <a:lnTo>
                    <a:pt x="1849437" y="2540"/>
                  </a:lnTo>
                  <a:lnTo>
                    <a:pt x="1853260" y="2540"/>
                  </a:lnTo>
                  <a:lnTo>
                    <a:pt x="1853260" y="0"/>
                  </a:lnTo>
                  <a:close/>
                </a:path>
                <a:path w="2357754" h="26670">
                  <a:moveTo>
                    <a:pt x="1868551" y="0"/>
                  </a:moveTo>
                  <a:lnTo>
                    <a:pt x="1864728" y="0"/>
                  </a:lnTo>
                  <a:lnTo>
                    <a:pt x="1864728" y="2540"/>
                  </a:lnTo>
                  <a:lnTo>
                    <a:pt x="1868551" y="2540"/>
                  </a:lnTo>
                  <a:lnTo>
                    <a:pt x="1868551" y="0"/>
                  </a:lnTo>
                  <a:close/>
                </a:path>
                <a:path w="2357754" h="26670">
                  <a:moveTo>
                    <a:pt x="1883829" y="0"/>
                  </a:moveTo>
                  <a:lnTo>
                    <a:pt x="1880019" y="0"/>
                  </a:lnTo>
                  <a:lnTo>
                    <a:pt x="1880019" y="2540"/>
                  </a:lnTo>
                  <a:lnTo>
                    <a:pt x="1883829" y="2540"/>
                  </a:lnTo>
                  <a:lnTo>
                    <a:pt x="1883829" y="0"/>
                  </a:lnTo>
                  <a:close/>
                </a:path>
                <a:path w="2357754" h="26670">
                  <a:moveTo>
                    <a:pt x="1899119" y="0"/>
                  </a:moveTo>
                  <a:lnTo>
                    <a:pt x="1895297" y="0"/>
                  </a:lnTo>
                  <a:lnTo>
                    <a:pt x="1895297" y="2540"/>
                  </a:lnTo>
                  <a:lnTo>
                    <a:pt x="1899119" y="2540"/>
                  </a:lnTo>
                  <a:lnTo>
                    <a:pt x="1899119" y="0"/>
                  </a:lnTo>
                  <a:close/>
                </a:path>
                <a:path w="2357754" h="26670">
                  <a:moveTo>
                    <a:pt x="1914398" y="0"/>
                  </a:moveTo>
                  <a:lnTo>
                    <a:pt x="1910588" y="0"/>
                  </a:lnTo>
                  <a:lnTo>
                    <a:pt x="1910588" y="2540"/>
                  </a:lnTo>
                  <a:lnTo>
                    <a:pt x="1914398" y="2540"/>
                  </a:lnTo>
                  <a:lnTo>
                    <a:pt x="1914398" y="0"/>
                  </a:lnTo>
                  <a:close/>
                </a:path>
                <a:path w="2357754" h="26670">
                  <a:moveTo>
                    <a:pt x="1929688" y="0"/>
                  </a:moveTo>
                  <a:lnTo>
                    <a:pt x="1925866" y="0"/>
                  </a:lnTo>
                  <a:lnTo>
                    <a:pt x="1925866" y="2540"/>
                  </a:lnTo>
                  <a:lnTo>
                    <a:pt x="1929688" y="2540"/>
                  </a:lnTo>
                  <a:lnTo>
                    <a:pt x="1929688" y="0"/>
                  </a:lnTo>
                  <a:close/>
                </a:path>
                <a:path w="2357754" h="26670">
                  <a:moveTo>
                    <a:pt x="1944966" y="0"/>
                  </a:moveTo>
                  <a:lnTo>
                    <a:pt x="1941156" y="0"/>
                  </a:lnTo>
                  <a:lnTo>
                    <a:pt x="1941156" y="2540"/>
                  </a:lnTo>
                  <a:lnTo>
                    <a:pt x="1944966" y="2540"/>
                  </a:lnTo>
                  <a:lnTo>
                    <a:pt x="1944966" y="0"/>
                  </a:lnTo>
                  <a:close/>
                </a:path>
                <a:path w="2357754" h="26670">
                  <a:moveTo>
                    <a:pt x="1960257" y="0"/>
                  </a:moveTo>
                  <a:lnTo>
                    <a:pt x="1956435" y="0"/>
                  </a:lnTo>
                  <a:lnTo>
                    <a:pt x="1956435" y="2540"/>
                  </a:lnTo>
                  <a:lnTo>
                    <a:pt x="1960257" y="2540"/>
                  </a:lnTo>
                  <a:lnTo>
                    <a:pt x="1960257" y="0"/>
                  </a:lnTo>
                  <a:close/>
                </a:path>
                <a:path w="2357754" h="26670">
                  <a:moveTo>
                    <a:pt x="1975548" y="0"/>
                  </a:moveTo>
                  <a:lnTo>
                    <a:pt x="1971725" y="0"/>
                  </a:lnTo>
                  <a:lnTo>
                    <a:pt x="1971725" y="2540"/>
                  </a:lnTo>
                  <a:lnTo>
                    <a:pt x="1975548" y="2540"/>
                  </a:lnTo>
                  <a:lnTo>
                    <a:pt x="1975548" y="0"/>
                  </a:lnTo>
                  <a:close/>
                </a:path>
                <a:path w="2357754" h="26670">
                  <a:moveTo>
                    <a:pt x="1990826" y="0"/>
                  </a:moveTo>
                  <a:lnTo>
                    <a:pt x="1987003" y="0"/>
                  </a:lnTo>
                  <a:lnTo>
                    <a:pt x="1987003" y="2540"/>
                  </a:lnTo>
                  <a:lnTo>
                    <a:pt x="1990826" y="2540"/>
                  </a:lnTo>
                  <a:lnTo>
                    <a:pt x="1990826" y="0"/>
                  </a:lnTo>
                  <a:close/>
                </a:path>
                <a:path w="2357754" h="26670">
                  <a:moveTo>
                    <a:pt x="2006117" y="0"/>
                  </a:moveTo>
                  <a:lnTo>
                    <a:pt x="2002294" y="0"/>
                  </a:lnTo>
                  <a:lnTo>
                    <a:pt x="2002294" y="2540"/>
                  </a:lnTo>
                  <a:lnTo>
                    <a:pt x="2006117" y="2540"/>
                  </a:lnTo>
                  <a:lnTo>
                    <a:pt x="2006117" y="0"/>
                  </a:lnTo>
                  <a:close/>
                </a:path>
                <a:path w="2357754" h="26670">
                  <a:moveTo>
                    <a:pt x="2021395" y="0"/>
                  </a:moveTo>
                  <a:lnTo>
                    <a:pt x="2017572" y="0"/>
                  </a:lnTo>
                  <a:lnTo>
                    <a:pt x="2017572" y="2540"/>
                  </a:lnTo>
                  <a:lnTo>
                    <a:pt x="2021395" y="2540"/>
                  </a:lnTo>
                  <a:lnTo>
                    <a:pt x="2021395" y="0"/>
                  </a:lnTo>
                  <a:close/>
                </a:path>
                <a:path w="2357754" h="26670">
                  <a:moveTo>
                    <a:pt x="2036686" y="0"/>
                  </a:moveTo>
                  <a:lnTo>
                    <a:pt x="2032863" y="0"/>
                  </a:lnTo>
                  <a:lnTo>
                    <a:pt x="2032863" y="2540"/>
                  </a:lnTo>
                  <a:lnTo>
                    <a:pt x="2036686" y="2540"/>
                  </a:lnTo>
                  <a:lnTo>
                    <a:pt x="2036686" y="0"/>
                  </a:lnTo>
                  <a:close/>
                </a:path>
                <a:path w="2357754" h="26670">
                  <a:moveTo>
                    <a:pt x="2051964" y="0"/>
                  </a:moveTo>
                  <a:lnTo>
                    <a:pt x="2048141" y="0"/>
                  </a:lnTo>
                  <a:lnTo>
                    <a:pt x="2048141" y="2540"/>
                  </a:lnTo>
                  <a:lnTo>
                    <a:pt x="2051964" y="2540"/>
                  </a:lnTo>
                  <a:lnTo>
                    <a:pt x="2051964" y="0"/>
                  </a:lnTo>
                  <a:close/>
                </a:path>
                <a:path w="2357754" h="26670">
                  <a:moveTo>
                    <a:pt x="2067255" y="0"/>
                  </a:moveTo>
                  <a:lnTo>
                    <a:pt x="2063432" y="0"/>
                  </a:lnTo>
                  <a:lnTo>
                    <a:pt x="2063432" y="2540"/>
                  </a:lnTo>
                  <a:lnTo>
                    <a:pt x="2067255" y="2540"/>
                  </a:lnTo>
                  <a:lnTo>
                    <a:pt x="2067255" y="0"/>
                  </a:lnTo>
                  <a:close/>
                </a:path>
                <a:path w="2357754" h="26670">
                  <a:moveTo>
                    <a:pt x="2082533" y="0"/>
                  </a:moveTo>
                  <a:lnTo>
                    <a:pt x="2078710" y="0"/>
                  </a:lnTo>
                  <a:lnTo>
                    <a:pt x="2078710" y="2540"/>
                  </a:lnTo>
                  <a:lnTo>
                    <a:pt x="2082533" y="2540"/>
                  </a:lnTo>
                  <a:lnTo>
                    <a:pt x="2082533" y="0"/>
                  </a:lnTo>
                  <a:close/>
                </a:path>
                <a:path w="2357754" h="26670">
                  <a:moveTo>
                    <a:pt x="2097824" y="0"/>
                  </a:moveTo>
                  <a:lnTo>
                    <a:pt x="2094001" y="0"/>
                  </a:lnTo>
                  <a:lnTo>
                    <a:pt x="2094001" y="2540"/>
                  </a:lnTo>
                  <a:lnTo>
                    <a:pt x="2097824" y="2540"/>
                  </a:lnTo>
                  <a:lnTo>
                    <a:pt x="2097824" y="0"/>
                  </a:lnTo>
                  <a:close/>
                </a:path>
                <a:path w="2357754" h="26670">
                  <a:moveTo>
                    <a:pt x="2113102" y="0"/>
                  </a:moveTo>
                  <a:lnTo>
                    <a:pt x="2109279" y="0"/>
                  </a:lnTo>
                  <a:lnTo>
                    <a:pt x="2109279" y="2540"/>
                  </a:lnTo>
                  <a:lnTo>
                    <a:pt x="2113102" y="2540"/>
                  </a:lnTo>
                  <a:lnTo>
                    <a:pt x="2113102" y="0"/>
                  </a:lnTo>
                  <a:close/>
                </a:path>
                <a:path w="2357754" h="26670">
                  <a:moveTo>
                    <a:pt x="2128393" y="0"/>
                  </a:moveTo>
                  <a:lnTo>
                    <a:pt x="2124570" y="0"/>
                  </a:lnTo>
                  <a:lnTo>
                    <a:pt x="2124570" y="2540"/>
                  </a:lnTo>
                  <a:lnTo>
                    <a:pt x="2128393" y="2540"/>
                  </a:lnTo>
                  <a:lnTo>
                    <a:pt x="2128393" y="0"/>
                  </a:lnTo>
                  <a:close/>
                </a:path>
                <a:path w="2357754" h="26670">
                  <a:moveTo>
                    <a:pt x="2143671" y="0"/>
                  </a:moveTo>
                  <a:lnTo>
                    <a:pt x="2139848" y="0"/>
                  </a:lnTo>
                  <a:lnTo>
                    <a:pt x="2139848" y="2540"/>
                  </a:lnTo>
                  <a:lnTo>
                    <a:pt x="2143671" y="2540"/>
                  </a:lnTo>
                  <a:lnTo>
                    <a:pt x="2143671" y="0"/>
                  </a:lnTo>
                  <a:close/>
                </a:path>
                <a:path w="2357754" h="26670">
                  <a:moveTo>
                    <a:pt x="2158962" y="0"/>
                  </a:moveTo>
                  <a:lnTo>
                    <a:pt x="2155139" y="0"/>
                  </a:lnTo>
                  <a:lnTo>
                    <a:pt x="2155139" y="2540"/>
                  </a:lnTo>
                  <a:lnTo>
                    <a:pt x="2158962" y="2540"/>
                  </a:lnTo>
                  <a:lnTo>
                    <a:pt x="2158962" y="0"/>
                  </a:lnTo>
                  <a:close/>
                </a:path>
                <a:path w="2357754" h="26670">
                  <a:moveTo>
                    <a:pt x="2174240" y="0"/>
                  </a:moveTo>
                  <a:lnTo>
                    <a:pt x="2170417" y="0"/>
                  </a:lnTo>
                  <a:lnTo>
                    <a:pt x="2170417" y="2540"/>
                  </a:lnTo>
                  <a:lnTo>
                    <a:pt x="2174240" y="2540"/>
                  </a:lnTo>
                  <a:lnTo>
                    <a:pt x="2174240" y="0"/>
                  </a:lnTo>
                  <a:close/>
                </a:path>
                <a:path w="2357754" h="26670">
                  <a:moveTo>
                    <a:pt x="2189530" y="0"/>
                  </a:moveTo>
                  <a:lnTo>
                    <a:pt x="2185708" y="0"/>
                  </a:lnTo>
                  <a:lnTo>
                    <a:pt x="2185708" y="2540"/>
                  </a:lnTo>
                  <a:lnTo>
                    <a:pt x="2189530" y="2540"/>
                  </a:lnTo>
                  <a:lnTo>
                    <a:pt x="2189530" y="0"/>
                  </a:lnTo>
                  <a:close/>
                </a:path>
                <a:path w="2357754" h="26670">
                  <a:moveTo>
                    <a:pt x="2204809" y="0"/>
                  </a:moveTo>
                  <a:lnTo>
                    <a:pt x="2200986" y="0"/>
                  </a:lnTo>
                  <a:lnTo>
                    <a:pt x="2200986" y="2540"/>
                  </a:lnTo>
                  <a:lnTo>
                    <a:pt x="2204809" y="2540"/>
                  </a:lnTo>
                  <a:lnTo>
                    <a:pt x="2204809" y="0"/>
                  </a:lnTo>
                  <a:close/>
                </a:path>
                <a:path w="2357754" h="26670">
                  <a:moveTo>
                    <a:pt x="2220099" y="0"/>
                  </a:moveTo>
                  <a:lnTo>
                    <a:pt x="2216277" y="0"/>
                  </a:lnTo>
                  <a:lnTo>
                    <a:pt x="2216277" y="2540"/>
                  </a:lnTo>
                  <a:lnTo>
                    <a:pt x="2220099" y="2540"/>
                  </a:lnTo>
                  <a:lnTo>
                    <a:pt x="2220099" y="0"/>
                  </a:lnTo>
                  <a:close/>
                </a:path>
                <a:path w="2357754" h="26670">
                  <a:moveTo>
                    <a:pt x="2235377" y="0"/>
                  </a:moveTo>
                  <a:lnTo>
                    <a:pt x="2231555" y="0"/>
                  </a:lnTo>
                  <a:lnTo>
                    <a:pt x="2231555" y="2540"/>
                  </a:lnTo>
                  <a:lnTo>
                    <a:pt x="2235377" y="2540"/>
                  </a:lnTo>
                  <a:lnTo>
                    <a:pt x="2235377" y="0"/>
                  </a:lnTo>
                  <a:close/>
                </a:path>
                <a:path w="2357754" h="26670">
                  <a:moveTo>
                    <a:pt x="2250668" y="0"/>
                  </a:moveTo>
                  <a:lnTo>
                    <a:pt x="2246846" y="0"/>
                  </a:lnTo>
                  <a:lnTo>
                    <a:pt x="2246846" y="2540"/>
                  </a:lnTo>
                  <a:lnTo>
                    <a:pt x="2250668" y="2540"/>
                  </a:lnTo>
                  <a:lnTo>
                    <a:pt x="2250668" y="0"/>
                  </a:lnTo>
                  <a:close/>
                </a:path>
                <a:path w="2357754" h="26670">
                  <a:moveTo>
                    <a:pt x="2265946" y="0"/>
                  </a:moveTo>
                  <a:lnTo>
                    <a:pt x="2262136" y="0"/>
                  </a:lnTo>
                  <a:lnTo>
                    <a:pt x="2262136" y="2540"/>
                  </a:lnTo>
                  <a:lnTo>
                    <a:pt x="2265946" y="2540"/>
                  </a:lnTo>
                  <a:lnTo>
                    <a:pt x="2265946" y="0"/>
                  </a:lnTo>
                  <a:close/>
                </a:path>
                <a:path w="2357754" h="26670">
                  <a:moveTo>
                    <a:pt x="2281237" y="0"/>
                  </a:moveTo>
                  <a:lnTo>
                    <a:pt x="2277414" y="0"/>
                  </a:lnTo>
                  <a:lnTo>
                    <a:pt x="2277414" y="2540"/>
                  </a:lnTo>
                  <a:lnTo>
                    <a:pt x="2281237" y="2540"/>
                  </a:lnTo>
                  <a:lnTo>
                    <a:pt x="2281237" y="0"/>
                  </a:lnTo>
                  <a:close/>
                </a:path>
                <a:path w="2357754" h="26670">
                  <a:moveTo>
                    <a:pt x="2296515" y="0"/>
                  </a:moveTo>
                  <a:lnTo>
                    <a:pt x="2292705" y="0"/>
                  </a:lnTo>
                  <a:lnTo>
                    <a:pt x="2292705" y="2540"/>
                  </a:lnTo>
                  <a:lnTo>
                    <a:pt x="2296515" y="2540"/>
                  </a:lnTo>
                  <a:lnTo>
                    <a:pt x="2296515" y="0"/>
                  </a:lnTo>
                  <a:close/>
                </a:path>
                <a:path w="2357754" h="26670">
                  <a:moveTo>
                    <a:pt x="2311806" y="0"/>
                  </a:moveTo>
                  <a:lnTo>
                    <a:pt x="2307983" y="0"/>
                  </a:lnTo>
                  <a:lnTo>
                    <a:pt x="2307983" y="2540"/>
                  </a:lnTo>
                  <a:lnTo>
                    <a:pt x="2311806" y="2540"/>
                  </a:lnTo>
                  <a:lnTo>
                    <a:pt x="2311806" y="0"/>
                  </a:lnTo>
                  <a:close/>
                </a:path>
                <a:path w="2357754" h="26670">
                  <a:moveTo>
                    <a:pt x="2327084" y="0"/>
                  </a:moveTo>
                  <a:lnTo>
                    <a:pt x="2323274" y="0"/>
                  </a:lnTo>
                  <a:lnTo>
                    <a:pt x="2323274" y="2540"/>
                  </a:lnTo>
                  <a:lnTo>
                    <a:pt x="2327084" y="2540"/>
                  </a:lnTo>
                  <a:lnTo>
                    <a:pt x="2327084" y="0"/>
                  </a:lnTo>
                  <a:close/>
                </a:path>
                <a:path w="2357754" h="26670">
                  <a:moveTo>
                    <a:pt x="2342375" y="0"/>
                  </a:moveTo>
                  <a:lnTo>
                    <a:pt x="2338552" y="0"/>
                  </a:lnTo>
                  <a:lnTo>
                    <a:pt x="2338552" y="2540"/>
                  </a:lnTo>
                  <a:lnTo>
                    <a:pt x="2342375" y="2540"/>
                  </a:lnTo>
                  <a:lnTo>
                    <a:pt x="2342375" y="0"/>
                  </a:lnTo>
                  <a:close/>
                </a:path>
                <a:path w="2357754" h="26670">
                  <a:moveTo>
                    <a:pt x="2357666" y="24003"/>
                  </a:moveTo>
                  <a:lnTo>
                    <a:pt x="2353843" y="24003"/>
                  </a:lnTo>
                  <a:lnTo>
                    <a:pt x="2353843" y="26555"/>
                  </a:lnTo>
                  <a:lnTo>
                    <a:pt x="2357666" y="26555"/>
                  </a:lnTo>
                  <a:lnTo>
                    <a:pt x="2357666" y="24003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076131" y="4477816"/>
              <a:ext cx="1073785" cy="2540"/>
            </a:xfrm>
            <a:custGeom>
              <a:avLst/>
              <a:gdLst/>
              <a:ahLst/>
              <a:cxnLst/>
              <a:rect l="l" t="t" r="r" b="b"/>
              <a:pathLst>
                <a:path w="1073784" h="2539">
                  <a:moveTo>
                    <a:pt x="3822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3822" y="2540"/>
                  </a:lnTo>
                  <a:lnTo>
                    <a:pt x="3822" y="0"/>
                  </a:lnTo>
                  <a:close/>
                </a:path>
                <a:path w="1073784" h="2539">
                  <a:moveTo>
                    <a:pt x="19113" y="0"/>
                  </a:moveTo>
                  <a:lnTo>
                    <a:pt x="15290" y="0"/>
                  </a:lnTo>
                  <a:lnTo>
                    <a:pt x="15290" y="2540"/>
                  </a:lnTo>
                  <a:lnTo>
                    <a:pt x="19113" y="2540"/>
                  </a:lnTo>
                  <a:lnTo>
                    <a:pt x="19113" y="0"/>
                  </a:lnTo>
                  <a:close/>
                </a:path>
                <a:path w="1073784" h="2539">
                  <a:moveTo>
                    <a:pt x="34391" y="0"/>
                  </a:moveTo>
                  <a:lnTo>
                    <a:pt x="30568" y="0"/>
                  </a:lnTo>
                  <a:lnTo>
                    <a:pt x="30568" y="2540"/>
                  </a:lnTo>
                  <a:lnTo>
                    <a:pt x="34391" y="2540"/>
                  </a:lnTo>
                  <a:lnTo>
                    <a:pt x="34391" y="0"/>
                  </a:lnTo>
                  <a:close/>
                </a:path>
                <a:path w="1073784" h="2539">
                  <a:moveTo>
                    <a:pt x="49682" y="0"/>
                  </a:moveTo>
                  <a:lnTo>
                    <a:pt x="45859" y="0"/>
                  </a:lnTo>
                  <a:lnTo>
                    <a:pt x="45859" y="2540"/>
                  </a:lnTo>
                  <a:lnTo>
                    <a:pt x="49682" y="2540"/>
                  </a:lnTo>
                  <a:lnTo>
                    <a:pt x="49682" y="0"/>
                  </a:lnTo>
                  <a:close/>
                </a:path>
                <a:path w="1073784" h="2539">
                  <a:moveTo>
                    <a:pt x="64960" y="0"/>
                  </a:moveTo>
                  <a:lnTo>
                    <a:pt x="61137" y="0"/>
                  </a:lnTo>
                  <a:lnTo>
                    <a:pt x="61137" y="2540"/>
                  </a:lnTo>
                  <a:lnTo>
                    <a:pt x="64960" y="2540"/>
                  </a:lnTo>
                  <a:lnTo>
                    <a:pt x="64960" y="0"/>
                  </a:lnTo>
                  <a:close/>
                </a:path>
                <a:path w="1073784" h="2539">
                  <a:moveTo>
                    <a:pt x="80251" y="0"/>
                  </a:moveTo>
                  <a:lnTo>
                    <a:pt x="76428" y="0"/>
                  </a:lnTo>
                  <a:lnTo>
                    <a:pt x="76428" y="2540"/>
                  </a:lnTo>
                  <a:lnTo>
                    <a:pt x="80251" y="2540"/>
                  </a:lnTo>
                  <a:lnTo>
                    <a:pt x="80251" y="0"/>
                  </a:lnTo>
                  <a:close/>
                </a:path>
                <a:path w="1073784" h="2539">
                  <a:moveTo>
                    <a:pt x="95529" y="0"/>
                  </a:moveTo>
                  <a:lnTo>
                    <a:pt x="91706" y="0"/>
                  </a:lnTo>
                  <a:lnTo>
                    <a:pt x="91706" y="2540"/>
                  </a:lnTo>
                  <a:lnTo>
                    <a:pt x="95529" y="2540"/>
                  </a:lnTo>
                  <a:lnTo>
                    <a:pt x="95529" y="0"/>
                  </a:lnTo>
                  <a:close/>
                </a:path>
                <a:path w="1073784" h="2539">
                  <a:moveTo>
                    <a:pt x="110820" y="0"/>
                  </a:moveTo>
                  <a:lnTo>
                    <a:pt x="106997" y="0"/>
                  </a:lnTo>
                  <a:lnTo>
                    <a:pt x="106997" y="2540"/>
                  </a:lnTo>
                  <a:lnTo>
                    <a:pt x="110820" y="2540"/>
                  </a:lnTo>
                  <a:lnTo>
                    <a:pt x="110820" y="0"/>
                  </a:lnTo>
                  <a:close/>
                </a:path>
                <a:path w="1073784" h="2539">
                  <a:moveTo>
                    <a:pt x="126098" y="0"/>
                  </a:moveTo>
                  <a:lnTo>
                    <a:pt x="122275" y="0"/>
                  </a:lnTo>
                  <a:lnTo>
                    <a:pt x="122275" y="2540"/>
                  </a:lnTo>
                  <a:lnTo>
                    <a:pt x="126098" y="2540"/>
                  </a:lnTo>
                  <a:lnTo>
                    <a:pt x="126098" y="0"/>
                  </a:lnTo>
                  <a:close/>
                </a:path>
                <a:path w="1073784" h="2539">
                  <a:moveTo>
                    <a:pt x="141389" y="0"/>
                  </a:moveTo>
                  <a:lnTo>
                    <a:pt x="137566" y="0"/>
                  </a:lnTo>
                  <a:lnTo>
                    <a:pt x="137566" y="2540"/>
                  </a:lnTo>
                  <a:lnTo>
                    <a:pt x="141389" y="2540"/>
                  </a:lnTo>
                  <a:lnTo>
                    <a:pt x="141389" y="0"/>
                  </a:lnTo>
                  <a:close/>
                </a:path>
                <a:path w="1073784" h="2539">
                  <a:moveTo>
                    <a:pt x="156667" y="0"/>
                  </a:moveTo>
                  <a:lnTo>
                    <a:pt x="152844" y="0"/>
                  </a:lnTo>
                  <a:lnTo>
                    <a:pt x="152844" y="2540"/>
                  </a:lnTo>
                  <a:lnTo>
                    <a:pt x="156667" y="2540"/>
                  </a:lnTo>
                  <a:lnTo>
                    <a:pt x="156667" y="0"/>
                  </a:lnTo>
                  <a:close/>
                </a:path>
                <a:path w="1073784" h="2539">
                  <a:moveTo>
                    <a:pt x="171958" y="0"/>
                  </a:moveTo>
                  <a:lnTo>
                    <a:pt x="168135" y="0"/>
                  </a:lnTo>
                  <a:lnTo>
                    <a:pt x="168135" y="2540"/>
                  </a:lnTo>
                  <a:lnTo>
                    <a:pt x="171958" y="2540"/>
                  </a:lnTo>
                  <a:lnTo>
                    <a:pt x="171958" y="0"/>
                  </a:lnTo>
                  <a:close/>
                </a:path>
                <a:path w="1073784" h="2539">
                  <a:moveTo>
                    <a:pt x="187236" y="0"/>
                  </a:moveTo>
                  <a:lnTo>
                    <a:pt x="183413" y="0"/>
                  </a:lnTo>
                  <a:lnTo>
                    <a:pt x="183413" y="2540"/>
                  </a:lnTo>
                  <a:lnTo>
                    <a:pt x="187236" y="2540"/>
                  </a:lnTo>
                  <a:lnTo>
                    <a:pt x="187236" y="0"/>
                  </a:lnTo>
                  <a:close/>
                </a:path>
                <a:path w="1073784" h="2539">
                  <a:moveTo>
                    <a:pt x="202526" y="0"/>
                  </a:moveTo>
                  <a:lnTo>
                    <a:pt x="198704" y="0"/>
                  </a:lnTo>
                  <a:lnTo>
                    <a:pt x="198704" y="2540"/>
                  </a:lnTo>
                  <a:lnTo>
                    <a:pt x="202526" y="2540"/>
                  </a:lnTo>
                  <a:lnTo>
                    <a:pt x="202526" y="0"/>
                  </a:lnTo>
                  <a:close/>
                </a:path>
                <a:path w="1073784" h="2539">
                  <a:moveTo>
                    <a:pt x="217805" y="0"/>
                  </a:moveTo>
                  <a:lnTo>
                    <a:pt x="213982" y="0"/>
                  </a:lnTo>
                  <a:lnTo>
                    <a:pt x="213982" y="2540"/>
                  </a:lnTo>
                  <a:lnTo>
                    <a:pt x="217805" y="2540"/>
                  </a:lnTo>
                  <a:lnTo>
                    <a:pt x="217805" y="0"/>
                  </a:lnTo>
                  <a:close/>
                </a:path>
                <a:path w="1073784" h="2539">
                  <a:moveTo>
                    <a:pt x="233095" y="0"/>
                  </a:moveTo>
                  <a:lnTo>
                    <a:pt x="229273" y="0"/>
                  </a:lnTo>
                  <a:lnTo>
                    <a:pt x="229273" y="2540"/>
                  </a:lnTo>
                  <a:lnTo>
                    <a:pt x="233095" y="2540"/>
                  </a:lnTo>
                  <a:lnTo>
                    <a:pt x="233095" y="0"/>
                  </a:lnTo>
                  <a:close/>
                </a:path>
                <a:path w="1073784" h="2539">
                  <a:moveTo>
                    <a:pt x="248373" y="0"/>
                  </a:moveTo>
                  <a:lnTo>
                    <a:pt x="244551" y="0"/>
                  </a:lnTo>
                  <a:lnTo>
                    <a:pt x="244551" y="2540"/>
                  </a:lnTo>
                  <a:lnTo>
                    <a:pt x="248373" y="2540"/>
                  </a:lnTo>
                  <a:lnTo>
                    <a:pt x="248373" y="0"/>
                  </a:lnTo>
                  <a:close/>
                </a:path>
                <a:path w="1073784" h="2539">
                  <a:moveTo>
                    <a:pt x="263664" y="0"/>
                  </a:moveTo>
                  <a:lnTo>
                    <a:pt x="259842" y="0"/>
                  </a:lnTo>
                  <a:lnTo>
                    <a:pt x="259842" y="2540"/>
                  </a:lnTo>
                  <a:lnTo>
                    <a:pt x="263664" y="2540"/>
                  </a:lnTo>
                  <a:lnTo>
                    <a:pt x="263664" y="0"/>
                  </a:lnTo>
                  <a:close/>
                </a:path>
                <a:path w="1073784" h="2539">
                  <a:moveTo>
                    <a:pt x="278942" y="0"/>
                  </a:moveTo>
                  <a:lnTo>
                    <a:pt x="275120" y="0"/>
                  </a:lnTo>
                  <a:lnTo>
                    <a:pt x="275120" y="2540"/>
                  </a:lnTo>
                  <a:lnTo>
                    <a:pt x="278942" y="2540"/>
                  </a:lnTo>
                  <a:lnTo>
                    <a:pt x="278942" y="0"/>
                  </a:lnTo>
                  <a:close/>
                </a:path>
                <a:path w="1073784" h="2539">
                  <a:moveTo>
                    <a:pt x="294233" y="0"/>
                  </a:moveTo>
                  <a:lnTo>
                    <a:pt x="290410" y="0"/>
                  </a:lnTo>
                  <a:lnTo>
                    <a:pt x="290410" y="2540"/>
                  </a:lnTo>
                  <a:lnTo>
                    <a:pt x="294233" y="2540"/>
                  </a:lnTo>
                  <a:lnTo>
                    <a:pt x="294233" y="0"/>
                  </a:lnTo>
                  <a:close/>
                </a:path>
                <a:path w="1073784" h="2539">
                  <a:moveTo>
                    <a:pt x="309511" y="0"/>
                  </a:moveTo>
                  <a:lnTo>
                    <a:pt x="305701" y="0"/>
                  </a:lnTo>
                  <a:lnTo>
                    <a:pt x="305701" y="2540"/>
                  </a:lnTo>
                  <a:lnTo>
                    <a:pt x="309511" y="2540"/>
                  </a:lnTo>
                  <a:lnTo>
                    <a:pt x="309511" y="0"/>
                  </a:lnTo>
                  <a:close/>
                </a:path>
                <a:path w="1073784" h="2539">
                  <a:moveTo>
                    <a:pt x="324802" y="0"/>
                  </a:moveTo>
                  <a:lnTo>
                    <a:pt x="320979" y="0"/>
                  </a:lnTo>
                  <a:lnTo>
                    <a:pt x="320979" y="2540"/>
                  </a:lnTo>
                  <a:lnTo>
                    <a:pt x="324802" y="2540"/>
                  </a:lnTo>
                  <a:lnTo>
                    <a:pt x="324802" y="0"/>
                  </a:lnTo>
                  <a:close/>
                </a:path>
                <a:path w="1073784" h="2539">
                  <a:moveTo>
                    <a:pt x="340080" y="0"/>
                  </a:moveTo>
                  <a:lnTo>
                    <a:pt x="336270" y="0"/>
                  </a:lnTo>
                  <a:lnTo>
                    <a:pt x="336270" y="2540"/>
                  </a:lnTo>
                  <a:lnTo>
                    <a:pt x="340080" y="2540"/>
                  </a:lnTo>
                  <a:lnTo>
                    <a:pt x="340080" y="0"/>
                  </a:lnTo>
                  <a:close/>
                </a:path>
                <a:path w="1073784" h="2539">
                  <a:moveTo>
                    <a:pt x="355371" y="0"/>
                  </a:moveTo>
                  <a:lnTo>
                    <a:pt x="351548" y="0"/>
                  </a:lnTo>
                  <a:lnTo>
                    <a:pt x="351548" y="2540"/>
                  </a:lnTo>
                  <a:lnTo>
                    <a:pt x="355371" y="2540"/>
                  </a:lnTo>
                  <a:lnTo>
                    <a:pt x="355371" y="0"/>
                  </a:lnTo>
                  <a:close/>
                </a:path>
                <a:path w="1073784" h="2539">
                  <a:moveTo>
                    <a:pt x="370649" y="0"/>
                  </a:moveTo>
                  <a:lnTo>
                    <a:pt x="366839" y="0"/>
                  </a:lnTo>
                  <a:lnTo>
                    <a:pt x="366839" y="2540"/>
                  </a:lnTo>
                  <a:lnTo>
                    <a:pt x="370649" y="2540"/>
                  </a:lnTo>
                  <a:lnTo>
                    <a:pt x="370649" y="0"/>
                  </a:lnTo>
                  <a:close/>
                </a:path>
                <a:path w="1073784" h="2539">
                  <a:moveTo>
                    <a:pt x="385940" y="0"/>
                  </a:moveTo>
                  <a:lnTo>
                    <a:pt x="382117" y="0"/>
                  </a:lnTo>
                  <a:lnTo>
                    <a:pt x="382117" y="2540"/>
                  </a:lnTo>
                  <a:lnTo>
                    <a:pt x="385940" y="2540"/>
                  </a:lnTo>
                  <a:lnTo>
                    <a:pt x="385940" y="0"/>
                  </a:lnTo>
                  <a:close/>
                </a:path>
                <a:path w="1073784" h="2539">
                  <a:moveTo>
                    <a:pt x="401231" y="0"/>
                  </a:moveTo>
                  <a:lnTo>
                    <a:pt x="397408" y="0"/>
                  </a:lnTo>
                  <a:lnTo>
                    <a:pt x="397408" y="2540"/>
                  </a:lnTo>
                  <a:lnTo>
                    <a:pt x="401231" y="2540"/>
                  </a:lnTo>
                  <a:lnTo>
                    <a:pt x="401231" y="0"/>
                  </a:lnTo>
                  <a:close/>
                </a:path>
                <a:path w="1073784" h="2539">
                  <a:moveTo>
                    <a:pt x="416509" y="0"/>
                  </a:moveTo>
                  <a:lnTo>
                    <a:pt x="412686" y="0"/>
                  </a:lnTo>
                  <a:lnTo>
                    <a:pt x="412686" y="2540"/>
                  </a:lnTo>
                  <a:lnTo>
                    <a:pt x="416509" y="2540"/>
                  </a:lnTo>
                  <a:lnTo>
                    <a:pt x="416509" y="0"/>
                  </a:lnTo>
                  <a:close/>
                </a:path>
                <a:path w="1073784" h="2539">
                  <a:moveTo>
                    <a:pt x="431800" y="0"/>
                  </a:moveTo>
                  <a:lnTo>
                    <a:pt x="427977" y="0"/>
                  </a:lnTo>
                  <a:lnTo>
                    <a:pt x="427977" y="2540"/>
                  </a:lnTo>
                  <a:lnTo>
                    <a:pt x="431800" y="2540"/>
                  </a:lnTo>
                  <a:lnTo>
                    <a:pt x="431800" y="0"/>
                  </a:lnTo>
                  <a:close/>
                </a:path>
                <a:path w="1073784" h="2539">
                  <a:moveTo>
                    <a:pt x="447078" y="0"/>
                  </a:moveTo>
                  <a:lnTo>
                    <a:pt x="443255" y="0"/>
                  </a:lnTo>
                  <a:lnTo>
                    <a:pt x="443255" y="2540"/>
                  </a:lnTo>
                  <a:lnTo>
                    <a:pt x="447078" y="2540"/>
                  </a:lnTo>
                  <a:lnTo>
                    <a:pt x="447078" y="0"/>
                  </a:lnTo>
                  <a:close/>
                </a:path>
                <a:path w="1073784" h="2539">
                  <a:moveTo>
                    <a:pt x="462368" y="0"/>
                  </a:moveTo>
                  <a:lnTo>
                    <a:pt x="458546" y="0"/>
                  </a:lnTo>
                  <a:lnTo>
                    <a:pt x="458546" y="2540"/>
                  </a:lnTo>
                  <a:lnTo>
                    <a:pt x="462368" y="2540"/>
                  </a:lnTo>
                  <a:lnTo>
                    <a:pt x="462368" y="0"/>
                  </a:lnTo>
                  <a:close/>
                </a:path>
                <a:path w="1073784" h="2539">
                  <a:moveTo>
                    <a:pt x="477647" y="0"/>
                  </a:moveTo>
                  <a:lnTo>
                    <a:pt x="473824" y="0"/>
                  </a:lnTo>
                  <a:lnTo>
                    <a:pt x="473824" y="2540"/>
                  </a:lnTo>
                  <a:lnTo>
                    <a:pt x="477647" y="2540"/>
                  </a:lnTo>
                  <a:lnTo>
                    <a:pt x="477647" y="0"/>
                  </a:lnTo>
                  <a:close/>
                </a:path>
                <a:path w="1073784" h="2539">
                  <a:moveTo>
                    <a:pt x="492937" y="0"/>
                  </a:moveTo>
                  <a:lnTo>
                    <a:pt x="489115" y="0"/>
                  </a:lnTo>
                  <a:lnTo>
                    <a:pt x="489115" y="2540"/>
                  </a:lnTo>
                  <a:lnTo>
                    <a:pt x="492937" y="2540"/>
                  </a:lnTo>
                  <a:lnTo>
                    <a:pt x="492937" y="0"/>
                  </a:lnTo>
                  <a:close/>
                </a:path>
                <a:path w="1073784" h="2539">
                  <a:moveTo>
                    <a:pt x="508215" y="0"/>
                  </a:moveTo>
                  <a:lnTo>
                    <a:pt x="504393" y="0"/>
                  </a:lnTo>
                  <a:lnTo>
                    <a:pt x="504393" y="2540"/>
                  </a:lnTo>
                  <a:lnTo>
                    <a:pt x="508215" y="2540"/>
                  </a:lnTo>
                  <a:lnTo>
                    <a:pt x="508215" y="0"/>
                  </a:lnTo>
                  <a:close/>
                </a:path>
                <a:path w="1073784" h="2539">
                  <a:moveTo>
                    <a:pt x="523506" y="0"/>
                  </a:moveTo>
                  <a:lnTo>
                    <a:pt x="519684" y="0"/>
                  </a:lnTo>
                  <a:lnTo>
                    <a:pt x="519684" y="2540"/>
                  </a:lnTo>
                  <a:lnTo>
                    <a:pt x="523506" y="2540"/>
                  </a:lnTo>
                  <a:lnTo>
                    <a:pt x="523506" y="0"/>
                  </a:lnTo>
                  <a:close/>
                </a:path>
                <a:path w="1073784" h="2539">
                  <a:moveTo>
                    <a:pt x="538784" y="0"/>
                  </a:moveTo>
                  <a:lnTo>
                    <a:pt x="534962" y="0"/>
                  </a:lnTo>
                  <a:lnTo>
                    <a:pt x="534962" y="2540"/>
                  </a:lnTo>
                  <a:lnTo>
                    <a:pt x="538784" y="2540"/>
                  </a:lnTo>
                  <a:lnTo>
                    <a:pt x="538784" y="0"/>
                  </a:lnTo>
                  <a:close/>
                </a:path>
                <a:path w="1073784" h="2539">
                  <a:moveTo>
                    <a:pt x="554075" y="0"/>
                  </a:moveTo>
                  <a:lnTo>
                    <a:pt x="550252" y="0"/>
                  </a:lnTo>
                  <a:lnTo>
                    <a:pt x="550252" y="2540"/>
                  </a:lnTo>
                  <a:lnTo>
                    <a:pt x="554075" y="2540"/>
                  </a:lnTo>
                  <a:lnTo>
                    <a:pt x="554075" y="0"/>
                  </a:lnTo>
                  <a:close/>
                </a:path>
                <a:path w="1073784" h="2539">
                  <a:moveTo>
                    <a:pt x="569353" y="0"/>
                  </a:moveTo>
                  <a:lnTo>
                    <a:pt x="565531" y="0"/>
                  </a:lnTo>
                  <a:lnTo>
                    <a:pt x="565531" y="2540"/>
                  </a:lnTo>
                  <a:lnTo>
                    <a:pt x="569353" y="2540"/>
                  </a:lnTo>
                  <a:lnTo>
                    <a:pt x="569353" y="0"/>
                  </a:lnTo>
                  <a:close/>
                </a:path>
                <a:path w="1073784" h="2539">
                  <a:moveTo>
                    <a:pt x="584644" y="0"/>
                  </a:moveTo>
                  <a:lnTo>
                    <a:pt x="580821" y="0"/>
                  </a:lnTo>
                  <a:lnTo>
                    <a:pt x="580821" y="2540"/>
                  </a:lnTo>
                  <a:lnTo>
                    <a:pt x="584644" y="2540"/>
                  </a:lnTo>
                  <a:lnTo>
                    <a:pt x="584644" y="0"/>
                  </a:lnTo>
                  <a:close/>
                </a:path>
                <a:path w="1073784" h="2539">
                  <a:moveTo>
                    <a:pt x="599922" y="0"/>
                  </a:moveTo>
                  <a:lnTo>
                    <a:pt x="596099" y="0"/>
                  </a:lnTo>
                  <a:lnTo>
                    <a:pt x="596099" y="2540"/>
                  </a:lnTo>
                  <a:lnTo>
                    <a:pt x="599922" y="2540"/>
                  </a:lnTo>
                  <a:lnTo>
                    <a:pt x="599922" y="0"/>
                  </a:lnTo>
                  <a:close/>
                </a:path>
                <a:path w="1073784" h="2539">
                  <a:moveTo>
                    <a:pt x="615213" y="0"/>
                  </a:moveTo>
                  <a:lnTo>
                    <a:pt x="611390" y="0"/>
                  </a:lnTo>
                  <a:lnTo>
                    <a:pt x="611390" y="2540"/>
                  </a:lnTo>
                  <a:lnTo>
                    <a:pt x="615213" y="2540"/>
                  </a:lnTo>
                  <a:lnTo>
                    <a:pt x="615213" y="0"/>
                  </a:lnTo>
                  <a:close/>
                </a:path>
                <a:path w="1073784" h="2539">
                  <a:moveTo>
                    <a:pt x="630491" y="0"/>
                  </a:moveTo>
                  <a:lnTo>
                    <a:pt x="626668" y="0"/>
                  </a:lnTo>
                  <a:lnTo>
                    <a:pt x="626668" y="2540"/>
                  </a:lnTo>
                  <a:lnTo>
                    <a:pt x="630491" y="2540"/>
                  </a:lnTo>
                  <a:lnTo>
                    <a:pt x="630491" y="0"/>
                  </a:lnTo>
                  <a:close/>
                </a:path>
                <a:path w="1073784" h="2539">
                  <a:moveTo>
                    <a:pt x="645782" y="0"/>
                  </a:moveTo>
                  <a:lnTo>
                    <a:pt x="641959" y="0"/>
                  </a:lnTo>
                  <a:lnTo>
                    <a:pt x="641959" y="2540"/>
                  </a:lnTo>
                  <a:lnTo>
                    <a:pt x="645782" y="2540"/>
                  </a:lnTo>
                  <a:lnTo>
                    <a:pt x="645782" y="0"/>
                  </a:lnTo>
                  <a:close/>
                </a:path>
                <a:path w="1073784" h="2539">
                  <a:moveTo>
                    <a:pt x="661060" y="0"/>
                  </a:moveTo>
                  <a:lnTo>
                    <a:pt x="657237" y="0"/>
                  </a:lnTo>
                  <a:lnTo>
                    <a:pt x="657237" y="2540"/>
                  </a:lnTo>
                  <a:lnTo>
                    <a:pt x="661060" y="2540"/>
                  </a:lnTo>
                  <a:lnTo>
                    <a:pt x="661060" y="0"/>
                  </a:lnTo>
                  <a:close/>
                </a:path>
                <a:path w="1073784" h="2539">
                  <a:moveTo>
                    <a:pt x="676351" y="0"/>
                  </a:moveTo>
                  <a:lnTo>
                    <a:pt x="672528" y="0"/>
                  </a:lnTo>
                  <a:lnTo>
                    <a:pt x="672528" y="2540"/>
                  </a:lnTo>
                  <a:lnTo>
                    <a:pt x="676351" y="2540"/>
                  </a:lnTo>
                  <a:lnTo>
                    <a:pt x="676351" y="0"/>
                  </a:lnTo>
                  <a:close/>
                </a:path>
                <a:path w="1073784" h="2539">
                  <a:moveTo>
                    <a:pt x="691629" y="0"/>
                  </a:moveTo>
                  <a:lnTo>
                    <a:pt x="687819" y="0"/>
                  </a:lnTo>
                  <a:lnTo>
                    <a:pt x="687819" y="2540"/>
                  </a:lnTo>
                  <a:lnTo>
                    <a:pt x="691629" y="2540"/>
                  </a:lnTo>
                  <a:lnTo>
                    <a:pt x="691629" y="0"/>
                  </a:lnTo>
                  <a:close/>
                </a:path>
                <a:path w="1073784" h="2539">
                  <a:moveTo>
                    <a:pt x="706920" y="0"/>
                  </a:moveTo>
                  <a:lnTo>
                    <a:pt x="703097" y="0"/>
                  </a:lnTo>
                  <a:lnTo>
                    <a:pt x="703097" y="2540"/>
                  </a:lnTo>
                  <a:lnTo>
                    <a:pt x="706920" y="2540"/>
                  </a:lnTo>
                  <a:lnTo>
                    <a:pt x="706920" y="0"/>
                  </a:lnTo>
                  <a:close/>
                </a:path>
                <a:path w="1073784" h="2539">
                  <a:moveTo>
                    <a:pt x="722198" y="0"/>
                  </a:moveTo>
                  <a:lnTo>
                    <a:pt x="718388" y="0"/>
                  </a:lnTo>
                  <a:lnTo>
                    <a:pt x="718388" y="2540"/>
                  </a:lnTo>
                  <a:lnTo>
                    <a:pt x="722198" y="2540"/>
                  </a:lnTo>
                  <a:lnTo>
                    <a:pt x="722198" y="0"/>
                  </a:lnTo>
                  <a:close/>
                </a:path>
                <a:path w="1073784" h="2539">
                  <a:moveTo>
                    <a:pt x="737489" y="0"/>
                  </a:moveTo>
                  <a:lnTo>
                    <a:pt x="733666" y="0"/>
                  </a:lnTo>
                  <a:lnTo>
                    <a:pt x="733666" y="2540"/>
                  </a:lnTo>
                  <a:lnTo>
                    <a:pt x="737489" y="2540"/>
                  </a:lnTo>
                  <a:lnTo>
                    <a:pt x="737489" y="0"/>
                  </a:lnTo>
                  <a:close/>
                </a:path>
                <a:path w="1073784" h="2539">
                  <a:moveTo>
                    <a:pt x="752767" y="0"/>
                  </a:moveTo>
                  <a:lnTo>
                    <a:pt x="748957" y="0"/>
                  </a:lnTo>
                  <a:lnTo>
                    <a:pt x="748957" y="2540"/>
                  </a:lnTo>
                  <a:lnTo>
                    <a:pt x="752767" y="2540"/>
                  </a:lnTo>
                  <a:lnTo>
                    <a:pt x="752767" y="0"/>
                  </a:lnTo>
                  <a:close/>
                </a:path>
                <a:path w="1073784" h="2539">
                  <a:moveTo>
                    <a:pt x="768057" y="0"/>
                  </a:moveTo>
                  <a:lnTo>
                    <a:pt x="764235" y="0"/>
                  </a:lnTo>
                  <a:lnTo>
                    <a:pt x="764235" y="2540"/>
                  </a:lnTo>
                  <a:lnTo>
                    <a:pt x="768057" y="2540"/>
                  </a:lnTo>
                  <a:lnTo>
                    <a:pt x="768057" y="0"/>
                  </a:lnTo>
                  <a:close/>
                </a:path>
                <a:path w="1073784" h="2539">
                  <a:moveTo>
                    <a:pt x="783348" y="0"/>
                  </a:moveTo>
                  <a:lnTo>
                    <a:pt x="779526" y="0"/>
                  </a:lnTo>
                  <a:lnTo>
                    <a:pt x="779526" y="2540"/>
                  </a:lnTo>
                  <a:lnTo>
                    <a:pt x="783348" y="2540"/>
                  </a:lnTo>
                  <a:lnTo>
                    <a:pt x="783348" y="0"/>
                  </a:lnTo>
                  <a:close/>
                </a:path>
                <a:path w="1073784" h="2539">
                  <a:moveTo>
                    <a:pt x="798626" y="0"/>
                  </a:moveTo>
                  <a:lnTo>
                    <a:pt x="794804" y="0"/>
                  </a:lnTo>
                  <a:lnTo>
                    <a:pt x="794804" y="2540"/>
                  </a:lnTo>
                  <a:lnTo>
                    <a:pt x="798626" y="2540"/>
                  </a:lnTo>
                  <a:lnTo>
                    <a:pt x="798626" y="0"/>
                  </a:lnTo>
                  <a:close/>
                </a:path>
                <a:path w="1073784" h="2539">
                  <a:moveTo>
                    <a:pt x="813917" y="0"/>
                  </a:moveTo>
                  <a:lnTo>
                    <a:pt x="810094" y="0"/>
                  </a:lnTo>
                  <a:lnTo>
                    <a:pt x="810094" y="2540"/>
                  </a:lnTo>
                  <a:lnTo>
                    <a:pt x="813917" y="2540"/>
                  </a:lnTo>
                  <a:lnTo>
                    <a:pt x="813917" y="0"/>
                  </a:lnTo>
                  <a:close/>
                </a:path>
                <a:path w="1073784" h="2539">
                  <a:moveTo>
                    <a:pt x="829195" y="0"/>
                  </a:moveTo>
                  <a:lnTo>
                    <a:pt x="825373" y="0"/>
                  </a:lnTo>
                  <a:lnTo>
                    <a:pt x="825373" y="2540"/>
                  </a:lnTo>
                  <a:lnTo>
                    <a:pt x="829195" y="2540"/>
                  </a:lnTo>
                  <a:lnTo>
                    <a:pt x="829195" y="0"/>
                  </a:lnTo>
                  <a:close/>
                </a:path>
                <a:path w="1073784" h="2539">
                  <a:moveTo>
                    <a:pt x="844486" y="0"/>
                  </a:moveTo>
                  <a:lnTo>
                    <a:pt x="840663" y="0"/>
                  </a:lnTo>
                  <a:lnTo>
                    <a:pt x="840663" y="2540"/>
                  </a:lnTo>
                  <a:lnTo>
                    <a:pt x="844486" y="2540"/>
                  </a:lnTo>
                  <a:lnTo>
                    <a:pt x="844486" y="0"/>
                  </a:lnTo>
                  <a:close/>
                </a:path>
                <a:path w="1073784" h="2539">
                  <a:moveTo>
                    <a:pt x="859764" y="0"/>
                  </a:moveTo>
                  <a:lnTo>
                    <a:pt x="855941" y="0"/>
                  </a:lnTo>
                  <a:lnTo>
                    <a:pt x="855941" y="2540"/>
                  </a:lnTo>
                  <a:lnTo>
                    <a:pt x="859764" y="2540"/>
                  </a:lnTo>
                  <a:lnTo>
                    <a:pt x="859764" y="0"/>
                  </a:lnTo>
                  <a:close/>
                </a:path>
                <a:path w="1073784" h="2539">
                  <a:moveTo>
                    <a:pt x="875055" y="0"/>
                  </a:moveTo>
                  <a:lnTo>
                    <a:pt x="871232" y="0"/>
                  </a:lnTo>
                  <a:lnTo>
                    <a:pt x="871232" y="2540"/>
                  </a:lnTo>
                  <a:lnTo>
                    <a:pt x="875055" y="2540"/>
                  </a:lnTo>
                  <a:lnTo>
                    <a:pt x="875055" y="0"/>
                  </a:lnTo>
                  <a:close/>
                </a:path>
                <a:path w="1073784" h="2539">
                  <a:moveTo>
                    <a:pt x="890333" y="0"/>
                  </a:moveTo>
                  <a:lnTo>
                    <a:pt x="886510" y="0"/>
                  </a:lnTo>
                  <a:lnTo>
                    <a:pt x="886510" y="2540"/>
                  </a:lnTo>
                  <a:lnTo>
                    <a:pt x="890333" y="2540"/>
                  </a:lnTo>
                  <a:lnTo>
                    <a:pt x="890333" y="0"/>
                  </a:lnTo>
                  <a:close/>
                </a:path>
                <a:path w="1073784" h="2539">
                  <a:moveTo>
                    <a:pt x="905624" y="0"/>
                  </a:moveTo>
                  <a:lnTo>
                    <a:pt x="901801" y="0"/>
                  </a:lnTo>
                  <a:lnTo>
                    <a:pt x="901801" y="2540"/>
                  </a:lnTo>
                  <a:lnTo>
                    <a:pt x="905624" y="2540"/>
                  </a:lnTo>
                  <a:lnTo>
                    <a:pt x="905624" y="0"/>
                  </a:lnTo>
                  <a:close/>
                </a:path>
                <a:path w="1073784" h="2539">
                  <a:moveTo>
                    <a:pt x="920902" y="0"/>
                  </a:moveTo>
                  <a:lnTo>
                    <a:pt x="917079" y="0"/>
                  </a:lnTo>
                  <a:lnTo>
                    <a:pt x="917079" y="2540"/>
                  </a:lnTo>
                  <a:lnTo>
                    <a:pt x="920902" y="2540"/>
                  </a:lnTo>
                  <a:lnTo>
                    <a:pt x="920902" y="0"/>
                  </a:lnTo>
                  <a:close/>
                </a:path>
                <a:path w="1073784" h="2539">
                  <a:moveTo>
                    <a:pt x="936193" y="0"/>
                  </a:moveTo>
                  <a:lnTo>
                    <a:pt x="932370" y="0"/>
                  </a:lnTo>
                  <a:lnTo>
                    <a:pt x="932370" y="2540"/>
                  </a:lnTo>
                  <a:lnTo>
                    <a:pt x="936193" y="2540"/>
                  </a:lnTo>
                  <a:lnTo>
                    <a:pt x="936193" y="0"/>
                  </a:lnTo>
                  <a:close/>
                </a:path>
                <a:path w="1073784" h="2539">
                  <a:moveTo>
                    <a:pt x="951471" y="0"/>
                  </a:moveTo>
                  <a:lnTo>
                    <a:pt x="947648" y="0"/>
                  </a:lnTo>
                  <a:lnTo>
                    <a:pt x="947648" y="2540"/>
                  </a:lnTo>
                  <a:lnTo>
                    <a:pt x="951471" y="2540"/>
                  </a:lnTo>
                  <a:lnTo>
                    <a:pt x="951471" y="0"/>
                  </a:lnTo>
                  <a:close/>
                </a:path>
                <a:path w="1073784" h="2539">
                  <a:moveTo>
                    <a:pt x="966762" y="0"/>
                  </a:moveTo>
                  <a:lnTo>
                    <a:pt x="962939" y="0"/>
                  </a:lnTo>
                  <a:lnTo>
                    <a:pt x="962939" y="2540"/>
                  </a:lnTo>
                  <a:lnTo>
                    <a:pt x="966762" y="2540"/>
                  </a:lnTo>
                  <a:lnTo>
                    <a:pt x="966762" y="0"/>
                  </a:lnTo>
                  <a:close/>
                </a:path>
                <a:path w="1073784" h="2539">
                  <a:moveTo>
                    <a:pt x="982040" y="0"/>
                  </a:moveTo>
                  <a:lnTo>
                    <a:pt x="978217" y="0"/>
                  </a:lnTo>
                  <a:lnTo>
                    <a:pt x="978217" y="2540"/>
                  </a:lnTo>
                  <a:lnTo>
                    <a:pt x="982040" y="2540"/>
                  </a:lnTo>
                  <a:lnTo>
                    <a:pt x="982040" y="0"/>
                  </a:lnTo>
                  <a:close/>
                </a:path>
                <a:path w="1073784" h="2539">
                  <a:moveTo>
                    <a:pt x="997331" y="0"/>
                  </a:moveTo>
                  <a:lnTo>
                    <a:pt x="993508" y="0"/>
                  </a:lnTo>
                  <a:lnTo>
                    <a:pt x="993508" y="2540"/>
                  </a:lnTo>
                  <a:lnTo>
                    <a:pt x="997331" y="2540"/>
                  </a:lnTo>
                  <a:lnTo>
                    <a:pt x="997331" y="0"/>
                  </a:lnTo>
                  <a:close/>
                </a:path>
                <a:path w="1073784" h="2539">
                  <a:moveTo>
                    <a:pt x="1012609" y="0"/>
                  </a:moveTo>
                  <a:lnTo>
                    <a:pt x="1008786" y="0"/>
                  </a:lnTo>
                  <a:lnTo>
                    <a:pt x="1008786" y="2540"/>
                  </a:lnTo>
                  <a:lnTo>
                    <a:pt x="1012609" y="2540"/>
                  </a:lnTo>
                  <a:lnTo>
                    <a:pt x="1012609" y="0"/>
                  </a:lnTo>
                  <a:close/>
                </a:path>
                <a:path w="1073784" h="2539">
                  <a:moveTo>
                    <a:pt x="1027899" y="0"/>
                  </a:moveTo>
                  <a:lnTo>
                    <a:pt x="1024077" y="0"/>
                  </a:lnTo>
                  <a:lnTo>
                    <a:pt x="1024077" y="2540"/>
                  </a:lnTo>
                  <a:lnTo>
                    <a:pt x="1027899" y="2540"/>
                  </a:lnTo>
                  <a:lnTo>
                    <a:pt x="1027899" y="0"/>
                  </a:lnTo>
                  <a:close/>
                </a:path>
                <a:path w="1073784" h="2539">
                  <a:moveTo>
                    <a:pt x="1043178" y="0"/>
                  </a:moveTo>
                  <a:lnTo>
                    <a:pt x="1039355" y="0"/>
                  </a:lnTo>
                  <a:lnTo>
                    <a:pt x="1039355" y="2540"/>
                  </a:lnTo>
                  <a:lnTo>
                    <a:pt x="1043178" y="2540"/>
                  </a:lnTo>
                  <a:lnTo>
                    <a:pt x="1043178" y="0"/>
                  </a:lnTo>
                  <a:close/>
                </a:path>
                <a:path w="1073784" h="2539">
                  <a:moveTo>
                    <a:pt x="1058468" y="0"/>
                  </a:moveTo>
                  <a:lnTo>
                    <a:pt x="1054646" y="0"/>
                  </a:lnTo>
                  <a:lnTo>
                    <a:pt x="1054646" y="2540"/>
                  </a:lnTo>
                  <a:lnTo>
                    <a:pt x="1058468" y="2540"/>
                  </a:lnTo>
                  <a:lnTo>
                    <a:pt x="1058468" y="0"/>
                  </a:lnTo>
                  <a:close/>
                </a:path>
                <a:path w="1073784" h="2539">
                  <a:moveTo>
                    <a:pt x="1073746" y="0"/>
                  </a:moveTo>
                  <a:lnTo>
                    <a:pt x="1069936" y="0"/>
                  </a:lnTo>
                  <a:lnTo>
                    <a:pt x="1069936" y="2540"/>
                  </a:lnTo>
                  <a:lnTo>
                    <a:pt x="1073746" y="2540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648167" y="4456963"/>
              <a:ext cx="2357755" cy="23495"/>
            </a:xfrm>
            <a:custGeom>
              <a:avLst/>
              <a:gdLst/>
              <a:ahLst/>
              <a:cxnLst/>
              <a:rect l="l" t="t" r="r" b="b"/>
              <a:pathLst>
                <a:path w="2357754" h="23495">
                  <a:moveTo>
                    <a:pt x="3810" y="20853"/>
                  </a:moveTo>
                  <a:lnTo>
                    <a:pt x="0" y="20853"/>
                  </a:lnTo>
                  <a:lnTo>
                    <a:pt x="0" y="23393"/>
                  </a:lnTo>
                  <a:lnTo>
                    <a:pt x="3810" y="23393"/>
                  </a:lnTo>
                  <a:lnTo>
                    <a:pt x="3810" y="20853"/>
                  </a:lnTo>
                  <a:close/>
                </a:path>
                <a:path w="2357754" h="23495">
                  <a:moveTo>
                    <a:pt x="19100" y="20853"/>
                  </a:moveTo>
                  <a:lnTo>
                    <a:pt x="15278" y="20853"/>
                  </a:lnTo>
                  <a:lnTo>
                    <a:pt x="15278" y="23393"/>
                  </a:lnTo>
                  <a:lnTo>
                    <a:pt x="19100" y="23393"/>
                  </a:lnTo>
                  <a:lnTo>
                    <a:pt x="19100" y="20853"/>
                  </a:lnTo>
                  <a:close/>
                </a:path>
                <a:path w="2357754" h="23495">
                  <a:moveTo>
                    <a:pt x="34378" y="20853"/>
                  </a:moveTo>
                  <a:lnTo>
                    <a:pt x="30568" y="20853"/>
                  </a:lnTo>
                  <a:lnTo>
                    <a:pt x="30568" y="23393"/>
                  </a:lnTo>
                  <a:lnTo>
                    <a:pt x="34378" y="23393"/>
                  </a:lnTo>
                  <a:lnTo>
                    <a:pt x="34378" y="20853"/>
                  </a:lnTo>
                  <a:close/>
                </a:path>
                <a:path w="2357754" h="23495">
                  <a:moveTo>
                    <a:pt x="49669" y="20853"/>
                  </a:moveTo>
                  <a:lnTo>
                    <a:pt x="45847" y="20853"/>
                  </a:lnTo>
                  <a:lnTo>
                    <a:pt x="45847" y="23393"/>
                  </a:lnTo>
                  <a:lnTo>
                    <a:pt x="49669" y="23393"/>
                  </a:lnTo>
                  <a:lnTo>
                    <a:pt x="49669" y="20853"/>
                  </a:lnTo>
                  <a:close/>
                </a:path>
                <a:path w="2357754" h="23495">
                  <a:moveTo>
                    <a:pt x="64960" y="20853"/>
                  </a:moveTo>
                  <a:lnTo>
                    <a:pt x="61137" y="20853"/>
                  </a:lnTo>
                  <a:lnTo>
                    <a:pt x="61137" y="23393"/>
                  </a:lnTo>
                  <a:lnTo>
                    <a:pt x="64960" y="23393"/>
                  </a:lnTo>
                  <a:lnTo>
                    <a:pt x="64960" y="20853"/>
                  </a:lnTo>
                  <a:close/>
                </a:path>
                <a:path w="2357754" h="23495">
                  <a:moveTo>
                    <a:pt x="80238" y="20853"/>
                  </a:moveTo>
                  <a:lnTo>
                    <a:pt x="76415" y="20853"/>
                  </a:lnTo>
                  <a:lnTo>
                    <a:pt x="76415" y="23393"/>
                  </a:lnTo>
                  <a:lnTo>
                    <a:pt x="80238" y="23393"/>
                  </a:lnTo>
                  <a:lnTo>
                    <a:pt x="80238" y="20853"/>
                  </a:lnTo>
                  <a:close/>
                </a:path>
                <a:path w="2357754" h="23495">
                  <a:moveTo>
                    <a:pt x="95529" y="20853"/>
                  </a:moveTo>
                  <a:lnTo>
                    <a:pt x="91706" y="20853"/>
                  </a:lnTo>
                  <a:lnTo>
                    <a:pt x="91706" y="23393"/>
                  </a:lnTo>
                  <a:lnTo>
                    <a:pt x="95529" y="23393"/>
                  </a:lnTo>
                  <a:lnTo>
                    <a:pt x="95529" y="20853"/>
                  </a:lnTo>
                  <a:close/>
                </a:path>
                <a:path w="2357754" h="23495">
                  <a:moveTo>
                    <a:pt x="110807" y="20853"/>
                  </a:moveTo>
                  <a:lnTo>
                    <a:pt x="106984" y="20853"/>
                  </a:lnTo>
                  <a:lnTo>
                    <a:pt x="106984" y="23393"/>
                  </a:lnTo>
                  <a:lnTo>
                    <a:pt x="110807" y="23393"/>
                  </a:lnTo>
                  <a:lnTo>
                    <a:pt x="110807" y="20853"/>
                  </a:lnTo>
                  <a:close/>
                </a:path>
                <a:path w="2357754" h="23495">
                  <a:moveTo>
                    <a:pt x="126098" y="20853"/>
                  </a:moveTo>
                  <a:lnTo>
                    <a:pt x="122275" y="20853"/>
                  </a:lnTo>
                  <a:lnTo>
                    <a:pt x="122275" y="23393"/>
                  </a:lnTo>
                  <a:lnTo>
                    <a:pt x="126098" y="23393"/>
                  </a:lnTo>
                  <a:lnTo>
                    <a:pt x="126098" y="20853"/>
                  </a:lnTo>
                  <a:close/>
                </a:path>
                <a:path w="2357754" h="23495">
                  <a:moveTo>
                    <a:pt x="141376" y="20853"/>
                  </a:moveTo>
                  <a:lnTo>
                    <a:pt x="137553" y="20853"/>
                  </a:lnTo>
                  <a:lnTo>
                    <a:pt x="137553" y="23393"/>
                  </a:lnTo>
                  <a:lnTo>
                    <a:pt x="141376" y="23393"/>
                  </a:lnTo>
                  <a:lnTo>
                    <a:pt x="141376" y="20853"/>
                  </a:lnTo>
                  <a:close/>
                </a:path>
                <a:path w="2357754" h="23495">
                  <a:moveTo>
                    <a:pt x="156667" y="20853"/>
                  </a:moveTo>
                  <a:lnTo>
                    <a:pt x="152844" y="20853"/>
                  </a:lnTo>
                  <a:lnTo>
                    <a:pt x="152844" y="23393"/>
                  </a:lnTo>
                  <a:lnTo>
                    <a:pt x="156667" y="23393"/>
                  </a:lnTo>
                  <a:lnTo>
                    <a:pt x="156667" y="20853"/>
                  </a:lnTo>
                  <a:close/>
                </a:path>
                <a:path w="2357754" h="23495">
                  <a:moveTo>
                    <a:pt x="171945" y="20853"/>
                  </a:moveTo>
                  <a:lnTo>
                    <a:pt x="168122" y="20853"/>
                  </a:lnTo>
                  <a:lnTo>
                    <a:pt x="168122" y="23393"/>
                  </a:lnTo>
                  <a:lnTo>
                    <a:pt x="171945" y="23393"/>
                  </a:lnTo>
                  <a:lnTo>
                    <a:pt x="171945" y="20853"/>
                  </a:lnTo>
                  <a:close/>
                </a:path>
                <a:path w="2357754" h="23495">
                  <a:moveTo>
                    <a:pt x="187236" y="20853"/>
                  </a:moveTo>
                  <a:lnTo>
                    <a:pt x="183413" y="20853"/>
                  </a:lnTo>
                  <a:lnTo>
                    <a:pt x="183413" y="23393"/>
                  </a:lnTo>
                  <a:lnTo>
                    <a:pt x="187236" y="23393"/>
                  </a:lnTo>
                  <a:lnTo>
                    <a:pt x="187236" y="20853"/>
                  </a:lnTo>
                  <a:close/>
                </a:path>
                <a:path w="2357754" h="23495">
                  <a:moveTo>
                    <a:pt x="202514" y="20853"/>
                  </a:moveTo>
                  <a:lnTo>
                    <a:pt x="198691" y="20853"/>
                  </a:lnTo>
                  <a:lnTo>
                    <a:pt x="198691" y="23393"/>
                  </a:lnTo>
                  <a:lnTo>
                    <a:pt x="202514" y="23393"/>
                  </a:lnTo>
                  <a:lnTo>
                    <a:pt x="202514" y="20853"/>
                  </a:lnTo>
                  <a:close/>
                </a:path>
                <a:path w="2357754" h="23495">
                  <a:moveTo>
                    <a:pt x="217805" y="20853"/>
                  </a:moveTo>
                  <a:lnTo>
                    <a:pt x="213982" y="20853"/>
                  </a:lnTo>
                  <a:lnTo>
                    <a:pt x="213982" y="23393"/>
                  </a:lnTo>
                  <a:lnTo>
                    <a:pt x="217805" y="23393"/>
                  </a:lnTo>
                  <a:lnTo>
                    <a:pt x="217805" y="20853"/>
                  </a:lnTo>
                  <a:close/>
                </a:path>
                <a:path w="2357754" h="23495">
                  <a:moveTo>
                    <a:pt x="233083" y="20853"/>
                  </a:moveTo>
                  <a:lnTo>
                    <a:pt x="229260" y="20853"/>
                  </a:lnTo>
                  <a:lnTo>
                    <a:pt x="229260" y="23393"/>
                  </a:lnTo>
                  <a:lnTo>
                    <a:pt x="233083" y="23393"/>
                  </a:lnTo>
                  <a:lnTo>
                    <a:pt x="233083" y="20853"/>
                  </a:lnTo>
                  <a:close/>
                </a:path>
                <a:path w="2357754" h="23495">
                  <a:moveTo>
                    <a:pt x="248373" y="20853"/>
                  </a:moveTo>
                  <a:lnTo>
                    <a:pt x="244551" y="20853"/>
                  </a:lnTo>
                  <a:lnTo>
                    <a:pt x="244551" y="23393"/>
                  </a:lnTo>
                  <a:lnTo>
                    <a:pt x="248373" y="23393"/>
                  </a:lnTo>
                  <a:lnTo>
                    <a:pt x="248373" y="20853"/>
                  </a:lnTo>
                  <a:close/>
                </a:path>
                <a:path w="2357754" h="23495">
                  <a:moveTo>
                    <a:pt x="263652" y="20853"/>
                  </a:moveTo>
                  <a:lnTo>
                    <a:pt x="259829" y="20853"/>
                  </a:lnTo>
                  <a:lnTo>
                    <a:pt x="259829" y="23393"/>
                  </a:lnTo>
                  <a:lnTo>
                    <a:pt x="263652" y="23393"/>
                  </a:lnTo>
                  <a:lnTo>
                    <a:pt x="263652" y="20853"/>
                  </a:lnTo>
                  <a:close/>
                </a:path>
                <a:path w="2357754" h="23495">
                  <a:moveTo>
                    <a:pt x="278942" y="20853"/>
                  </a:moveTo>
                  <a:lnTo>
                    <a:pt x="275120" y="20853"/>
                  </a:lnTo>
                  <a:lnTo>
                    <a:pt x="275120" y="23393"/>
                  </a:lnTo>
                  <a:lnTo>
                    <a:pt x="278942" y="23393"/>
                  </a:lnTo>
                  <a:lnTo>
                    <a:pt x="278942" y="20853"/>
                  </a:lnTo>
                  <a:close/>
                </a:path>
                <a:path w="2357754" h="23495">
                  <a:moveTo>
                    <a:pt x="294220" y="20853"/>
                  </a:moveTo>
                  <a:lnTo>
                    <a:pt x="290398" y="20853"/>
                  </a:lnTo>
                  <a:lnTo>
                    <a:pt x="290398" y="23393"/>
                  </a:lnTo>
                  <a:lnTo>
                    <a:pt x="294220" y="23393"/>
                  </a:lnTo>
                  <a:lnTo>
                    <a:pt x="294220" y="20853"/>
                  </a:lnTo>
                  <a:close/>
                </a:path>
                <a:path w="2357754" h="23495">
                  <a:moveTo>
                    <a:pt x="309511" y="20853"/>
                  </a:moveTo>
                  <a:lnTo>
                    <a:pt x="305689" y="20853"/>
                  </a:lnTo>
                  <a:lnTo>
                    <a:pt x="305689" y="23393"/>
                  </a:lnTo>
                  <a:lnTo>
                    <a:pt x="309511" y="23393"/>
                  </a:lnTo>
                  <a:lnTo>
                    <a:pt x="309511" y="20853"/>
                  </a:lnTo>
                  <a:close/>
                </a:path>
                <a:path w="2357754" h="23495">
                  <a:moveTo>
                    <a:pt x="324789" y="20853"/>
                  </a:moveTo>
                  <a:lnTo>
                    <a:pt x="320967" y="20853"/>
                  </a:lnTo>
                  <a:lnTo>
                    <a:pt x="320967" y="23393"/>
                  </a:lnTo>
                  <a:lnTo>
                    <a:pt x="324789" y="23393"/>
                  </a:lnTo>
                  <a:lnTo>
                    <a:pt x="324789" y="20853"/>
                  </a:lnTo>
                  <a:close/>
                </a:path>
                <a:path w="2357754" h="23495">
                  <a:moveTo>
                    <a:pt x="340080" y="20853"/>
                  </a:moveTo>
                  <a:lnTo>
                    <a:pt x="336257" y="20853"/>
                  </a:lnTo>
                  <a:lnTo>
                    <a:pt x="336257" y="23393"/>
                  </a:lnTo>
                  <a:lnTo>
                    <a:pt x="340080" y="23393"/>
                  </a:lnTo>
                  <a:lnTo>
                    <a:pt x="340080" y="20853"/>
                  </a:lnTo>
                  <a:close/>
                </a:path>
                <a:path w="2357754" h="23495">
                  <a:moveTo>
                    <a:pt x="355358" y="20853"/>
                  </a:moveTo>
                  <a:lnTo>
                    <a:pt x="351548" y="20853"/>
                  </a:lnTo>
                  <a:lnTo>
                    <a:pt x="351548" y="23393"/>
                  </a:lnTo>
                  <a:lnTo>
                    <a:pt x="355358" y="23393"/>
                  </a:lnTo>
                  <a:lnTo>
                    <a:pt x="355358" y="20853"/>
                  </a:lnTo>
                  <a:close/>
                </a:path>
                <a:path w="2357754" h="23495">
                  <a:moveTo>
                    <a:pt x="370649" y="20853"/>
                  </a:moveTo>
                  <a:lnTo>
                    <a:pt x="366826" y="20853"/>
                  </a:lnTo>
                  <a:lnTo>
                    <a:pt x="366826" y="23393"/>
                  </a:lnTo>
                  <a:lnTo>
                    <a:pt x="370649" y="23393"/>
                  </a:lnTo>
                  <a:lnTo>
                    <a:pt x="370649" y="20853"/>
                  </a:lnTo>
                  <a:close/>
                </a:path>
                <a:path w="2357754" h="23495">
                  <a:moveTo>
                    <a:pt x="385927" y="20853"/>
                  </a:moveTo>
                  <a:lnTo>
                    <a:pt x="382117" y="20853"/>
                  </a:lnTo>
                  <a:lnTo>
                    <a:pt x="382117" y="23393"/>
                  </a:lnTo>
                  <a:lnTo>
                    <a:pt x="385927" y="23393"/>
                  </a:lnTo>
                  <a:lnTo>
                    <a:pt x="385927" y="20853"/>
                  </a:lnTo>
                  <a:close/>
                </a:path>
                <a:path w="2357754" h="23495">
                  <a:moveTo>
                    <a:pt x="401218" y="20853"/>
                  </a:moveTo>
                  <a:lnTo>
                    <a:pt x="397395" y="20853"/>
                  </a:lnTo>
                  <a:lnTo>
                    <a:pt x="397395" y="23393"/>
                  </a:lnTo>
                  <a:lnTo>
                    <a:pt x="401218" y="23393"/>
                  </a:lnTo>
                  <a:lnTo>
                    <a:pt x="401218" y="20853"/>
                  </a:lnTo>
                  <a:close/>
                </a:path>
                <a:path w="2357754" h="23495">
                  <a:moveTo>
                    <a:pt x="416496" y="20853"/>
                  </a:moveTo>
                  <a:lnTo>
                    <a:pt x="412686" y="20853"/>
                  </a:lnTo>
                  <a:lnTo>
                    <a:pt x="412686" y="23393"/>
                  </a:lnTo>
                  <a:lnTo>
                    <a:pt x="416496" y="23393"/>
                  </a:lnTo>
                  <a:lnTo>
                    <a:pt x="416496" y="20853"/>
                  </a:lnTo>
                  <a:close/>
                </a:path>
                <a:path w="2357754" h="23495">
                  <a:moveTo>
                    <a:pt x="431787" y="20853"/>
                  </a:moveTo>
                  <a:lnTo>
                    <a:pt x="427964" y="20853"/>
                  </a:lnTo>
                  <a:lnTo>
                    <a:pt x="427964" y="23393"/>
                  </a:lnTo>
                  <a:lnTo>
                    <a:pt x="431787" y="23393"/>
                  </a:lnTo>
                  <a:lnTo>
                    <a:pt x="431787" y="20853"/>
                  </a:lnTo>
                  <a:close/>
                </a:path>
                <a:path w="2357754" h="23495">
                  <a:moveTo>
                    <a:pt x="1730984" y="0"/>
                  </a:moveTo>
                  <a:lnTo>
                    <a:pt x="1727161" y="0"/>
                  </a:lnTo>
                  <a:lnTo>
                    <a:pt x="1727161" y="2552"/>
                  </a:lnTo>
                  <a:lnTo>
                    <a:pt x="1730984" y="2552"/>
                  </a:lnTo>
                  <a:lnTo>
                    <a:pt x="1730984" y="0"/>
                  </a:lnTo>
                  <a:close/>
                </a:path>
                <a:path w="2357754" h="23495">
                  <a:moveTo>
                    <a:pt x="1746275" y="0"/>
                  </a:moveTo>
                  <a:lnTo>
                    <a:pt x="1742452" y="0"/>
                  </a:lnTo>
                  <a:lnTo>
                    <a:pt x="1742452" y="2552"/>
                  </a:lnTo>
                  <a:lnTo>
                    <a:pt x="1746275" y="2552"/>
                  </a:lnTo>
                  <a:lnTo>
                    <a:pt x="1746275" y="0"/>
                  </a:lnTo>
                  <a:close/>
                </a:path>
                <a:path w="2357754" h="23495">
                  <a:moveTo>
                    <a:pt x="1761553" y="0"/>
                  </a:moveTo>
                  <a:lnTo>
                    <a:pt x="1757730" y="0"/>
                  </a:lnTo>
                  <a:lnTo>
                    <a:pt x="1757730" y="2552"/>
                  </a:lnTo>
                  <a:lnTo>
                    <a:pt x="1761553" y="2552"/>
                  </a:lnTo>
                  <a:lnTo>
                    <a:pt x="1761553" y="0"/>
                  </a:lnTo>
                  <a:close/>
                </a:path>
                <a:path w="2357754" h="23495">
                  <a:moveTo>
                    <a:pt x="1776844" y="0"/>
                  </a:moveTo>
                  <a:lnTo>
                    <a:pt x="1773021" y="0"/>
                  </a:lnTo>
                  <a:lnTo>
                    <a:pt x="1773021" y="2552"/>
                  </a:lnTo>
                  <a:lnTo>
                    <a:pt x="1776844" y="2552"/>
                  </a:lnTo>
                  <a:lnTo>
                    <a:pt x="1776844" y="0"/>
                  </a:lnTo>
                  <a:close/>
                </a:path>
                <a:path w="2357754" h="23495">
                  <a:moveTo>
                    <a:pt x="1792122" y="0"/>
                  </a:moveTo>
                  <a:lnTo>
                    <a:pt x="1788299" y="0"/>
                  </a:lnTo>
                  <a:lnTo>
                    <a:pt x="1788299" y="2552"/>
                  </a:lnTo>
                  <a:lnTo>
                    <a:pt x="1792122" y="2552"/>
                  </a:lnTo>
                  <a:lnTo>
                    <a:pt x="1792122" y="0"/>
                  </a:lnTo>
                  <a:close/>
                </a:path>
                <a:path w="2357754" h="23495">
                  <a:moveTo>
                    <a:pt x="1807413" y="0"/>
                  </a:moveTo>
                  <a:lnTo>
                    <a:pt x="1803590" y="0"/>
                  </a:lnTo>
                  <a:lnTo>
                    <a:pt x="1803590" y="2552"/>
                  </a:lnTo>
                  <a:lnTo>
                    <a:pt x="1807413" y="2552"/>
                  </a:lnTo>
                  <a:lnTo>
                    <a:pt x="1807413" y="0"/>
                  </a:lnTo>
                  <a:close/>
                </a:path>
                <a:path w="2357754" h="23495">
                  <a:moveTo>
                    <a:pt x="1822691" y="0"/>
                  </a:moveTo>
                  <a:lnTo>
                    <a:pt x="1818868" y="0"/>
                  </a:lnTo>
                  <a:lnTo>
                    <a:pt x="1818868" y="2552"/>
                  </a:lnTo>
                  <a:lnTo>
                    <a:pt x="1822691" y="2552"/>
                  </a:lnTo>
                  <a:lnTo>
                    <a:pt x="1822691" y="0"/>
                  </a:lnTo>
                  <a:close/>
                </a:path>
                <a:path w="2357754" h="23495">
                  <a:moveTo>
                    <a:pt x="1837982" y="0"/>
                  </a:moveTo>
                  <a:lnTo>
                    <a:pt x="1834159" y="0"/>
                  </a:lnTo>
                  <a:lnTo>
                    <a:pt x="1834159" y="2552"/>
                  </a:lnTo>
                  <a:lnTo>
                    <a:pt x="1837982" y="2552"/>
                  </a:lnTo>
                  <a:lnTo>
                    <a:pt x="1837982" y="0"/>
                  </a:lnTo>
                  <a:close/>
                </a:path>
                <a:path w="2357754" h="23495">
                  <a:moveTo>
                    <a:pt x="1853260" y="0"/>
                  </a:moveTo>
                  <a:lnTo>
                    <a:pt x="1849437" y="0"/>
                  </a:lnTo>
                  <a:lnTo>
                    <a:pt x="1849437" y="2552"/>
                  </a:lnTo>
                  <a:lnTo>
                    <a:pt x="1853260" y="2552"/>
                  </a:lnTo>
                  <a:lnTo>
                    <a:pt x="1853260" y="0"/>
                  </a:lnTo>
                  <a:close/>
                </a:path>
                <a:path w="2357754" h="23495">
                  <a:moveTo>
                    <a:pt x="1868551" y="0"/>
                  </a:moveTo>
                  <a:lnTo>
                    <a:pt x="1864728" y="0"/>
                  </a:lnTo>
                  <a:lnTo>
                    <a:pt x="1864728" y="2552"/>
                  </a:lnTo>
                  <a:lnTo>
                    <a:pt x="1868551" y="2552"/>
                  </a:lnTo>
                  <a:lnTo>
                    <a:pt x="1868551" y="0"/>
                  </a:lnTo>
                  <a:close/>
                </a:path>
                <a:path w="2357754" h="23495">
                  <a:moveTo>
                    <a:pt x="1883829" y="0"/>
                  </a:moveTo>
                  <a:lnTo>
                    <a:pt x="1880019" y="0"/>
                  </a:lnTo>
                  <a:lnTo>
                    <a:pt x="1880019" y="2552"/>
                  </a:lnTo>
                  <a:lnTo>
                    <a:pt x="1883829" y="2552"/>
                  </a:lnTo>
                  <a:lnTo>
                    <a:pt x="1883829" y="0"/>
                  </a:lnTo>
                  <a:close/>
                </a:path>
                <a:path w="2357754" h="23495">
                  <a:moveTo>
                    <a:pt x="1899119" y="0"/>
                  </a:moveTo>
                  <a:lnTo>
                    <a:pt x="1895297" y="0"/>
                  </a:lnTo>
                  <a:lnTo>
                    <a:pt x="1895297" y="2552"/>
                  </a:lnTo>
                  <a:lnTo>
                    <a:pt x="1899119" y="2552"/>
                  </a:lnTo>
                  <a:lnTo>
                    <a:pt x="1899119" y="0"/>
                  </a:lnTo>
                  <a:close/>
                </a:path>
                <a:path w="2357754" h="23495">
                  <a:moveTo>
                    <a:pt x="1914398" y="0"/>
                  </a:moveTo>
                  <a:lnTo>
                    <a:pt x="1910588" y="0"/>
                  </a:lnTo>
                  <a:lnTo>
                    <a:pt x="1910588" y="2552"/>
                  </a:lnTo>
                  <a:lnTo>
                    <a:pt x="1914398" y="2552"/>
                  </a:lnTo>
                  <a:lnTo>
                    <a:pt x="1914398" y="0"/>
                  </a:lnTo>
                  <a:close/>
                </a:path>
                <a:path w="2357754" h="23495">
                  <a:moveTo>
                    <a:pt x="1929688" y="0"/>
                  </a:moveTo>
                  <a:lnTo>
                    <a:pt x="1925866" y="0"/>
                  </a:lnTo>
                  <a:lnTo>
                    <a:pt x="1925866" y="2552"/>
                  </a:lnTo>
                  <a:lnTo>
                    <a:pt x="1929688" y="2552"/>
                  </a:lnTo>
                  <a:lnTo>
                    <a:pt x="1929688" y="0"/>
                  </a:lnTo>
                  <a:close/>
                </a:path>
                <a:path w="2357754" h="23495">
                  <a:moveTo>
                    <a:pt x="1944966" y="0"/>
                  </a:moveTo>
                  <a:lnTo>
                    <a:pt x="1941156" y="0"/>
                  </a:lnTo>
                  <a:lnTo>
                    <a:pt x="1941156" y="2552"/>
                  </a:lnTo>
                  <a:lnTo>
                    <a:pt x="1944966" y="2552"/>
                  </a:lnTo>
                  <a:lnTo>
                    <a:pt x="1944966" y="0"/>
                  </a:lnTo>
                  <a:close/>
                </a:path>
                <a:path w="2357754" h="23495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3495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3495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3495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3495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3495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3495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3495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3495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3495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3495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3495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3495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3495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3495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3495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3495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3495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3495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3495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3495">
                  <a:moveTo>
                    <a:pt x="2265946" y="0"/>
                  </a:moveTo>
                  <a:lnTo>
                    <a:pt x="2262124" y="0"/>
                  </a:lnTo>
                  <a:lnTo>
                    <a:pt x="2262124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3495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3495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3495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3495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3495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3495">
                  <a:moveTo>
                    <a:pt x="2357653" y="20853"/>
                  </a:moveTo>
                  <a:lnTo>
                    <a:pt x="2353843" y="20853"/>
                  </a:lnTo>
                  <a:lnTo>
                    <a:pt x="2353843" y="23393"/>
                  </a:lnTo>
                  <a:lnTo>
                    <a:pt x="2357653" y="23393"/>
                  </a:lnTo>
                  <a:lnTo>
                    <a:pt x="2357653" y="20853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9305404" y="4456963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28" y="0"/>
                  </a:lnTo>
                  <a:lnTo>
                    <a:pt x="76428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97" y="0"/>
                  </a:lnTo>
                  <a:lnTo>
                    <a:pt x="106997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66" y="0"/>
                  </a:lnTo>
                  <a:lnTo>
                    <a:pt x="137566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58" y="0"/>
                  </a:moveTo>
                  <a:lnTo>
                    <a:pt x="168135" y="0"/>
                  </a:lnTo>
                  <a:lnTo>
                    <a:pt x="168135" y="2552"/>
                  </a:lnTo>
                  <a:lnTo>
                    <a:pt x="171958" y="2552"/>
                  </a:lnTo>
                  <a:lnTo>
                    <a:pt x="171958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26" y="0"/>
                  </a:moveTo>
                  <a:lnTo>
                    <a:pt x="198704" y="0"/>
                  </a:lnTo>
                  <a:lnTo>
                    <a:pt x="198704" y="2552"/>
                  </a:lnTo>
                  <a:lnTo>
                    <a:pt x="202526" y="2552"/>
                  </a:lnTo>
                  <a:lnTo>
                    <a:pt x="202526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95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95" y="2552"/>
                  </a:lnTo>
                  <a:lnTo>
                    <a:pt x="233095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64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64" y="2552"/>
                  </a:lnTo>
                  <a:lnTo>
                    <a:pt x="263664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33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33" y="2552"/>
                  </a:lnTo>
                  <a:lnTo>
                    <a:pt x="294233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46" y="0"/>
                  </a:lnTo>
                  <a:lnTo>
                    <a:pt x="458546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15" y="0"/>
                  </a:lnTo>
                  <a:lnTo>
                    <a:pt x="489115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84" y="0"/>
                  </a:lnTo>
                  <a:lnTo>
                    <a:pt x="519684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75" y="0"/>
                  </a:moveTo>
                  <a:lnTo>
                    <a:pt x="550252" y="0"/>
                  </a:lnTo>
                  <a:lnTo>
                    <a:pt x="550252" y="2552"/>
                  </a:lnTo>
                  <a:lnTo>
                    <a:pt x="554075" y="2552"/>
                  </a:lnTo>
                  <a:lnTo>
                    <a:pt x="554075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44" y="0"/>
                  </a:moveTo>
                  <a:lnTo>
                    <a:pt x="580821" y="0"/>
                  </a:lnTo>
                  <a:lnTo>
                    <a:pt x="580821" y="2552"/>
                  </a:lnTo>
                  <a:lnTo>
                    <a:pt x="584644" y="2552"/>
                  </a:lnTo>
                  <a:lnTo>
                    <a:pt x="584644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13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13" y="2552"/>
                  </a:lnTo>
                  <a:lnTo>
                    <a:pt x="615213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82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82" y="2552"/>
                  </a:lnTo>
                  <a:lnTo>
                    <a:pt x="645782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51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51" y="2552"/>
                  </a:lnTo>
                  <a:lnTo>
                    <a:pt x="676351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63" y="0"/>
                  </a:lnTo>
                  <a:lnTo>
                    <a:pt x="840663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32" y="0"/>
                  </a:lnTo>
                  <a:lnTo>
                    <a:pt x="871232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801" y="0"/>
                  </a:lnTo>
                  <a:lnTo>
                    <a:pt x="901801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93" y="0"/>
                  </a:moveTo>
                  <a:lnTo>
                    <a:pt x="932370" y="0"/>
                  </a:lnTo>
                  <a:lnTo>
                    <a:pt x="932370" y="2552"/>
                  </a:lnTo>
                  <a:lnTo>
                    <a:pt x="936193" y="2552"/>
                  </a:lnTo>
                  <a:lnTo>
                    <a:pt x="936193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62" y="0"/>
                  </a:moveTo>
                  <a:lnTo>
                    <a:pt x="962939" y="0"/>
                  </a:lnTo>
                  <a:lnTo>
                    <a:pt x="962939" y="2552"/>
                  </a:lnTo>
                  <a:lnTo>
                    <a:pt x="966762" y="2552"/>
                  </a:lnTo>
                  <a:lnTo>
                    <a:pt x="966762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31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31" y="2552"/>
                  </a:lnTo>
                  <a:lnTo>
                    <a:pt x="997331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99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99" y="2552"/>
                  </a:lnTo>
                  <a:lnTo>
                    <a:pt x="1027899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68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68" y="2552"/>
                  </a:lnTo>
                  <a:lnTo>
                    <a:pt x="1058468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648167" y="4438611"/>
              <a:ext cx="2357755" cy="20955"/>
            </a:xfrm>
            <a:custGeom>
              <a:avLst/>
              <a:gdLst/>
              <a:ahLst/>
              <a:cxnLst/>
              <a:rect l="l" t="t" r="r" b="b"/>
              <a:pathLst>
                <a:path w="2357754" h="20954">
                  <a:moveTo>
                    <a:pt x="3810" y="18351"/>
                  </a:moveTo>
                  <a:lnTo>
                    <a:pt x="0" y="18351"/>
                  </a:lnTo>
                  <a:lnTo>
                    <a:pt x="0" y="20904"/>
                  </a:lnTo>
                  <a:lnTo>
                    <a:pt x="3810" y="20904"/>
                  </a:lnTo>
                  <a:lnTo>
                    <a:pt x="3810" y="18351"/>
                  </a:lnTo>
                  <a:close/>
                </a:path>
                <a:path w="2357754" h="20954">
                  <a:moveTo>
                    <a:pt x="19100" y="18351"/>
                  </a:moveTo>
                  <a:lnTo>
                    <a:pt x="15278" y="18351"/>
                  </a:lnTo>
                  <a:lnTo>
                    <a:pt x="15278" y="20904"/>
                  </a:lnTo>
                  <a:lnTo>
                    <a:pt x="19100" y="20904"/>
                  </a:lnTo>
                  <a:lnTo>
                    <a:pt x="19100" y="18351"/>
                  </a:lnTo>
                  <a:close/>
                </a:path>
                <a:path w="2357754" h="20954">
                  <a:moveTo>
                    <a:pt x="34378" y="18351"/>
                  </a:moveTo>
                  <a:lnTo>
                    <a:pt x="30568" y="18351"/>
                  </a:lnTo>
                  <a:lnTo>
                    <a:pt x="30568" y="20904"/>
                  </a:lnTo>
                  <a:lnTo>
                    <a:pt x="34378" y="20904"/>
                  </a:lnTo>
                  <a:lnTo>
                    <a:pt x="34378" y="18351"/>
                  </a:lnTo>
                  <a:close/>
                </a:path>
                <a:path w="2357754" h="20954">
                  <a:moveTo>
                    <a:pt x="49669" y="18351"/>
                  </a:moveTo>
                  <a:lnTo>
                    <a:pt x="45847" y="18351"/>
                  </a:lnTo>
                  <a:lnTo>
                    <a:pt x="45847" y="20904"/>
                  </a:lnTo>
                  <a:lnTo>
                    <a:pt x="49669" y="20904"/>
                  </a:lnTo>
                  <a:lnTo>
                    <a:pt x="49669" y="18351"/>
                  </a:lnTo>
                  <a:close/>
                </a:path>
                <a:path w="2357754" h="20954">
                  <a:moveTo>
                    <a:pt x="64960" y="18351"/>
                  </a:moveTo>
                  <a:lnTo>
                    <a:pt x="61137" y="18351"/>
                  </a:lnTo>
                  <a:lnTo>
                    <a:pt x="61137" y="20904"/>
                  </a:lnTo>
                  <a:lnTo>
                    <a:pt x="64960" y="20904"/>
                  </a:lnTo>
                  <a:lnTo>
                    <a:pt x="64960" y="18351"/>
                  </a:lnTo>
                  <a:close/>
                </a:path>
                <a:path w="2357754" h="20954">
                  <a:moveTo>
                    <a:pt x="80238" y="18351"/>
                  </a:moveTo>
                  <a:lnTo>
                    <a:pt x="76415" y="18351"/>
                  </a:lnTo>
                  <a:lnTo>
                    <a:pt x="76415" y="20904"/>
                  </a:lnTo>
                  <a:lnTo>
                    <a:pt x="80238" y="20904"/>
                  </a:lnTo>
                  <a:lnTo>
                    <a:pt x="80238" y="18351"/>
                  </a:lnTo>
                  <a:close/>
                </a:path>
                <a:path w="2357754" h="20954">
                  <a:moveTo>
                    <a:pt x="95529" y="18351"/>
                  </a:moveTo>
                  <a:lnTo>
                    <a:pt x="91706" y="18351"/>
                  </a:lnTo>
                  <a:lnTo>
                    <a:pt x="91706" y="20904"/>
                  </a:lnTo>
                  <a:lnTo>
                    <a:pt x="95529" y="20904"/>
                  </a:lnTo>
                  <a:lnTo>
                    <a:pt x="95529" y="18351"/>
                  </a:lnTo>
                  <a:close/>
                </a:path>
                <a:path w="2357754" h="20954">
                  <a:moveTo>
                    <a:pt x="110807" y="18351"/>
                  </a:moveTo>
                  <a:lnTo>
                    <a:pt x="106984" y="18351"/>
                  </a:lnTo>
                  <a:lnTo>
                    <a:pt x="106984" y="20904"/>
                  </a:lnTo>
                  <a:lnTo>
                    <a:pt x="110807" y="20904"/>
                  </a:lnTo>
                  <a:lnTo>
                    <a:pt x="110807" y="18351"/>
                  </a:lnTo>
                  <a:close/>
                </a:path>
                <a:path w="2357754" h="20954">
                  <a:moveTo>
                    <a:pt x="126098" y="18351"/>
                  </a:moveTo>
                  <a:lnTo>
                    <a:pt x="122275" y="18351"/>
                  </a:lnTo>
                  <a:lnTo>
                    <a:pt x="122275" y="20904"/>
                  </a:lnTo>
                  <a:lnTo>
                    <a:pt x="126098" y="20904"/>
                  </a:lnTo>
                  <a:lnTo>
                    <a:pt x="126098" y="18351"/>
                  </a:lnTo>
                  <a:close/>
                </a:path>
                <a:path w="2357754" h="20954">
                  <a:moveTo>
                    <a:pt x="141376" y="18351"/>
                  </a:moveTo>
                  <a:lnTo>
                    <a:pt x="137553" y="18351"/>
                  </a:lnTo>
                  <a:lnTo>
                    <a:pt x="137553" y="20904"/>
                  </a:lnTo>
                  <a:lnTo>
                    <a:pt x="141376" y="20904"/>
                  </a:lnTo>
                  <a:lnTo>
                    <a:pt x="141376" y="18351"/>
                  </a:lnTo>
                  <a:close/>
                </a:path>
                <a:path w="2357754" h="20954">
                  <a:moveTo>
                    <a:pt x="156667" y="18351"/>
                  </a:moveTo>
                  <a:lnTo>
                    <a:pt x="152844" y="18351"/>
                  </a:lnTo>
                  <a:lnTo>
                    <a:pt x="152844" y="20904"/>
                  </a:lnTo>
                  <a:lnTo>
                    <a:pt x="156667" y="20904"/>
                  </a:lnTo>
                  <a:lnTo>
                    <a:pt x="156667" y="18351"/>
                  </a:lnTo>
                  <a:close/>
                </a:path>
                <a:path w="2357754" h="20954">
                  <a:moveTo>
                    <a:pt x="171945" y="18351"/>
                  </a:moveTo>
                  <a:lnTo>
                    <a:pt x="168122" y="18351"/>
                  </a:lnTo>
                  <a:lnTo>
                    <a:pt x="168122" y="20904"/>
                  </a:lnTo>
                  <a:lnTo>
                    <a:pt x="171945" y="20904"/>
                  </a:lnTo>
                  <a:lnTo>
                    <a:pt x="171945" y="18351"/>
                  </a:lnTo>
                  <a:close/>
                </a:path>
                <a:path w="2357754" h="20954">
                  <a:moveTo>
                    <a:pt x="187236" y="18351"/>
                  </a:moveTo>
                  <a:lnTo>
                    <a:pt x="183413" y="18351"/>
                  </a:lnTo>
                  <a:lnTo>
                    <a:pt x="183413" y="20904"/>
                  </a:lnTo>
                  <a:lnTo>
                    <a:pt x="187236" y="20904"/>
                  </a:lnTo>
                  <a:lnTo>
                    <a:pt x="187236" y="18351"/>
                  </a:lnTo>
                  <a:close/>
                </a:path>
                <a:path w="2357754" h="20954">
                  <a:moveTo>
                    <a:pt x="202514" y="18351"/>
                  </a:moveTo>
                  <a:lnTo>
                    <a:pt x="198691" y="18351"/>
                  </a:lnTo>
                  <a:lnTo>
                    <a:pt x="198691" y="20904"/>
                  </a:lnTo>
                  <a:lnTo>
                    <a:pt x="202514" y="20904"/>
                  </a:lnTo>
                  <a:lnTo>
                    <a:pt x="202514" y="18351"/>
                  </a:lnTo>
                  <a:close/>
                </a:path>
                <a:path w="2357754" h="20954">
                  <a:moveTo>
                    <a:pt x="217805" y="18351"/>
                  </a:moveTo>
                  <a:lnTo>
                    <a:pt x="213982" y="18351"/>
                  </a:lnTo>
                  <a:lnTo>
                    <a:pt x="213982" y="20904"/>
                  </a:lnTo>
                  <a:lnTo>
                    <a:pt x="217805" y="20904"/>
                  </a:lnTo>
                  <a:lnTo>
                    <a:pt x="217805" y="18351"/>
                  </a:lnTo>
                  <a:close/>
                </a:path>
                <a:path w="2357754" h="20954">
                  <a:moveTo>
                    <a:pt x="233083" y="18351"/>
                  </a:moveTo>
                  <a:lnTo>
                    <a:pt x="229260" y="18351"/>
                  </a:lnTo>
                  <a:lnTo>
                    <a:pt x="229260" y="20904"/>
                  </a:lnTo>
                  <a:lnTo>
                    <a:pt x="233083" y="20904"/>
                  </a:lnTo>
                  <a:lnTo>
                    <a:pt x="233083" y="18351"/>
                  </a:lnTo>
                  <a:close/>
                </a:path>
                <a:path w="2357754" h="20954">
                  <a:moveTo>
                    <a:pt x="248373" y="18351"/>
                  </a:moveTo>
                  <a:lnTo>
                    <a:pt x="244551" y="18351"/>
                  </a:lnTo>
                  <a:lnTo>
                    <a:pt x="244551" y="20904"/>
                  </a:lnTo>
                  <a:lnTo>
                    <a:pt x="248373" y="20904"/>
                  </a:lnTo>
                  <a:lnTo>
                    <a:pt x="248373" y="18351"/>
                  </a:lnTo>
                  <a:close/>
                </a:path>
                <a:path w="2357754" h="20954">
                  <a:moveTo>
                    <a:pt x="263652" y="18351"/>
                  </a:moveTo>
                  <a:lnTo>
                    <a:pt x="259829" y="18351"/>
                  </a:lnTo>
                  <a:lnTo>
                    <a:pt x="259829" y="20904"/>
                  </a:lnTo>
                  <a:lnTo>
                    <a:pt x="263652" y="20904"/>
                  </a:lnTo>
                  <a:lnTo>
                    <a:pt x="263652" y="18351"/>
                  </a:lnTo>
                  <a:close/>
                </a:path>
                <a:path w="2357754" h="20954">
                  <a:moveTo>
                    <a:pt x="278942" y="18351"/>
                  </a:moveTo>
                  <a:lnTo>
                    <a:pt x="275120" y="18351"/>
                  </a:lnTo>
                  <a:lnTo>
                    <a:pt x="275120" y="20904"/>
                  </a:lnTo>
                  <a:lnTo>
                    <a:pt x="278942" y="20904"/>
                  </a:lnTo>
                  <a:lnTo>
                    <a:pt x="278942" y="18351"/>
                  </a:lnTo>
                  <a:close/>
                </a:path>
                <a:path w="2357754" h="20954">
                  <a:moveTo>
                    <a:pt x="294220" y="18351"/>
                  </a:moveTo>
                  <a:lnTo>
                    <a:pt x="290398" y="18351"/>
                  </a:lnTo>
                  <a:lnTo>
                    <a:pt x="290398" y="20904"/>
                  </a:lnTo>
                  <a:lnTo>
                    <a:pt x="294220" y="20904"/>
                  </a:lnTo>
                  <a:lnTo>
                    <a:pt x="294220" y="18351"/>
                  </a:lnTo>
                  <a:close/>
                </a:path>
                <a:path w="2357754" h="20954">
                  <a:moveTo>
                    <a:pt x="309511" y="18351"/>
                  </a:moveTo>
                  <a:lnTo>
                    <a:pt x="305689" y="18351"/>
                  </a:lnTo>
                  <a:lnTo>
                    <a:pt x="305689" y="20904"/>
                  </a:lnTo>
                  <a:lnTo>
                    <a:pt x="309511" y="20904"/>
                  </a:lnTo>
                  <a:lnTo>
                    <a:pt x="309511" y="18351"/>
                  </a:lnTo>
                  <a:close/>
                </a:path>
                <a:path w="2357754" h="20954">
                  <a:moveTo>
                    <a:pt x="324789" y="18351"/>
                  </a:moveTo>
                  <a:lnTo>
                    <a:pt x="320967" y="18351"/>
                  </a:lnTo>
                  <a:lnTo>
                    <a:pt x="320967" y="20904"/>
                  </a:lnTo>
                  <a:lnTo>
                    <a:pt x="324789" y="20904"/>
                  </a:lnTo>
                  <a:lnTo>
                    <a:pt x="324789" y="18351"/>
                  </a:lnTo>
                  <a:close/>
                </a:path>
                <a:path w="2357754" h="20954">
                  <a:moveTo>
                    <a:pt x="340080" y="18351"/>
                  </a:moveTo>
                  <a:lnTo>
                    <a:pt x="336257" y="18351"/>
                  </a:lnTo>
                  <a:lnTo>
                    <a:pt x="336257" y="20904"/>
                  </a:lnTo>
                  <a:lnTo>
                    <a:pt x="340080" y="20904"/>
                  </a:lnTo>
                  <a:lnTo>
                    <a:pt x="340080" y="18351"/>
                  </a:lnTo>
                  <a:close/>
                </a:path>
                <a:path w="2357754" h="20954">
                  <a:moveTo>
                    <a:pt x="355358" y="18351"/>
                  </a:moveTo>
                  <a:lnTo>
                    <a:pt x="351548" y="18351"/>
                  </a:lnTo>
                  <a:lnTo>
                    <a:pt x="351548" y="20904"/>
                  </a:lnTo>
                  <a:lnTo>
                    <a:pt x="355358" y="20904"/>
                  </a:lnTo>
                  <a:lnTo>
                    <a:pt x="355358" y="18351"/>
                  </a:lnTo>
                  <a:close/>
                </a:path>
                <a:path w="2357754" h="20954">
                  <a:moveTo>
                    <a:pt x="370649" y="18351"/>
                  </a:moveTo>
                  <a:lnTo>
                    <a:pt x="366826" y="18351"/>
                  </a:lnTo>
                  <a:lnTo>
                    <a:pt x="366826" y="20904"/>
                  </a:lnTo>
                  <a:lnTo>
                    <a:pt x="370649" y="20904"/>
                  </a:lnTo>
                  <a:lnTo>
                    <a:pt x="370649" y="18351"/>
                  </a:lnTo>
                  <a:close/>
                </a:path>
                <a:path w="2357754" h="20954">
                  <a:moveTo>
                    <a:pt x="385927" y="18351"/>
                  </a:moveTo>
                  <a:lnTo>
                    <a:pt x="382117" y="18351"/>
                  </a:lnTo>
                  <a:lnTo>
                    <a:pt x="382117" y="20904"/>
                  </a:lnTo>
                  <a:lnTo>
                    <a:pt x="385927" y="20904"/>
                  </a:lnTo>
                  <a:lnTo>
                    <a:pt x="385927" y="18351"/>
                  </a:lnTo>
                  <a:close/>
                </a:path>
                <a:path w="2357754" h="20954">
                  <a:moveTo>
                    <a:pt x="401218" y="18351"/>
                  </a:moveTo>
                  <a:lnTo>
                    <a:pt x="397395" y="18351"/>
                  </a:lnTo>
                  <a:lnTo>
                    <a:pt x="397395" y="20904"/>
                  </a:lnTo>
                  <a:lnTo>
                    <a:pt x="401218" y="20904"/>
                  </a:lnTo>
                  <a:lnTo>
                    <a:pt x="401218" y="18351"/>
                  </a:lnTo>
                  <a:close/>
                </a:path>
                <a:path w="2357754" h="20954">
                  <a:moveTo>
                    <a:pt x="416496" y="18351"/>
                  </a:moveTo>
                  <a:lnTo>
                    <a:pt x="412686" y="18351"/>
                  </a:lnTo>
                  <a:lnTo>
                    <a:pt x="412686" y="20904"/>
                  </a:lnTo>
                  <a:lnTo>
                    <a:pt x="416496" y="20904"/>
                  </a:lnTo>
                  <a:lnTo>
                    <a:pt x="416496" y="18351"/>
                  </a:lnTo>
                  <a:close/>
                </a:path>
                <a:path w="2357754" h="20954">
                  <a:moveTo>
                    <a:pt x="431787" y="18351"/>
                  </a:moveTo>
                  <a:lnTo>
                    <a:pt x="427964" y="18351"/>
                  </a:lnTo>
                  <a:lnTo>
                    <a:pt x="427964" y="20904"/>
                  </a:lnTo>
                  <a:lnTo>
                    <a:pt x="431787" y="20904"/>
                  </a:lnTo>
                  <a:lnTo>
                    <a:pt x="431787" y="18351"/>
                  </a:lnTo>
                  <a:close/>
                </a:path>
                <a:path w="2357754" h="20954">
                  <a:moveTo>
                    <a:pt x="447078" y="18351"/>
                  </a:moveTo>
                  <a:lnTo>
                    <a:pt x="443255" y="18351"/>
                  </a:lnTo>
                  <a:lnTo>
                    <a:pt x="443255" y="20904"/>
                  </a:lnTo>
                  <a:lnTo>
                    <a:pt x="447078" y="20904"/>
                  </a:lnTo>
                  <a:lnTo>
                    <a:pt x="447078" y="18351"/>
                  </a:lnTo>
                  <a:close/>
                </a:path>
                <a:path w="2357754" h="20954">
                  <a:moveTo>
                    <a:pt x="462356" y="18351"/>
                  </a:moveTo>
                  <a:lnTo>
                    <a:pt x="458533" y="18351"/>
                  </a:lnTo>
                  <a:lnTo>
                    <a:pt x="458533" y="20904"/>
                  </a:lnTo>
                  <a:lnTo>
                    <a:pt x="462356" y="20904"/>
                  </a:lnTo>
                  <a:lnTo>
                    <a:pt x="462356" y="18351"/>
                  </a:lnTo>
                  <a:close/>
                </a:path>
                <a:path w="2357754" h="20954">
                  <a:moveTo>
                    <a:pt x="477647" y="18351"/>
                  </a:moveTo>
                  <a:lnTo>
                    <a:pt x="473824" y="18351"/>
                  </a:lnTo>
                  <a:lnTo>
                    <a:pt x="473824" y="20904"/>
                  </a:lnTo>
                  <a:lnTo>
                    <a:pt x="477647" y="20904"/>
                  </a:lnTo>
                  <a:lnTo>
                    <a:pt x="477647" y="18351"/>
                  </a:lnTo>
                  <a:close/>
                </a:path>
                <a:path w="2357754" h="20954">
                  <a:moveTo>
                    <a:pt x="492925" y="18351"/>
                  </a:moveTo>
                  <a:lnTo>
                    <a:pt x="489102" y="18351"/>
                  </a:lnTo>
                  <a:lnTo>
                    <a:pt x="489102" y="20904"/>
                  </a:lnTo>
                  <a:lnTo>
                    <a:pt x="492925" y="20904"/>
                  </a:lnTo>
                  <a:lnTo>
                    <a:pt x="492925" y="18351"/>
                  </a:lnTo>
                  <a:close/>
                </a:path>
                <a:path w="2357754" h="20954">
                  <a:moveTo>
                    <a:pt x="508215" y="18351"/>
                  </a:moveTo>
                  <a:lnTo>
                    <a:pt x="504393" y="18351"/>
                  </a:lnTo>
                  <a:lnTo>
                    <a:pt x="504393" y="20904"/>
                  </a:lnTo>
                  <a:lnTo>
                    <a:pt x="508215" y="20904"/>
                  </a:lnTo>
                  <a:lnTo>
                    <a:pt x="508215" y="18351"/>
                  </a:lnTo>
                  <a:close/>
                </a:path>
                <a:path w="2357754" h="20954">
                  <a:moveTo>
                    <a:pt x="523494" y="18351"/>
                  </a:moveTo>
                  <a:lnTo>
                    <a:pt x="519671" y="18351"/>
                  </a:lnTo>
                  <a:lnTo>
                    <a:pt x="519671" y="20904"/>
                  </a:lnTo>
                  <a:lnTo>
                    <a:pt x="523494" y="20904"/>
                  </a:lnTo>
                  <a:lnTo>
                    <a:pt x="523494" y="18351"/>
                  </a:lnTo>
                  <a:close/>
                </a:path>
                <a:path w="2357754" h="20954">
                  <a:moveTo>
                    <a:pt x="538784" y="18351"/>
                  </a:moveTo>
                  <a:lnTo>
                    <a:pt x="534962" y="18351"/>
                  </a:lnTo>
                  <a:lnTo>
                    <a:pt x="534962" y="20904"/>
                  </a:lnTo>
                  <a:lnTo>
                    <a:pt x="538784" y="20904"/>
                  </a:lnTo>
                  <a:lnTo>
                    <a:pt x="538784" y="18351"/>
                  </a:lnTo>
                  <a:close/>
                </a:path>
                <a:path w="2357754" h="20954">
                  <a:moveTo>
                    <a:pt x="554062" y="18351"/>
                  </a:moveTo>
                  <a:lnTo>
                    <a:pt x="550240" y="18351"/>
                  </a:lnTo>
                  <a:lnTo>
                    <a:pt x="550240" y="20904"/>
                  </a:lnTo>
                  <a:lnTo>
                    <a:pt x="554062" y="20904"/>
                  </a:lnTo>
                  <a:lnTo>
                    <a:pt x="554062" y="18351"/>
                  </a:lnTo>
                  <a:close/>
                </a:path>
                <a:path w="2357754" h="20954">
                  <a:moveTo>
                    <a:pt x="569353" y="18351"/>
                  </a:moveTo>
                  <a:lnTo>
                    <a:pt x="565531" y="18351"/>
                  </a:lnTo>
                  <a:lnTo>
                    <a:pt x="565531" y="20904"/>
                  </a:lnTo>
                  <a:lnTo>
                    <a:pt x="569353" y="20904"/>
                  </a:lnTo>
                  <a:lnTo>
                    <a:pt x="569353" y="18351"/>
                  </a:lnTo>
                  <a:close/>
                </a:path>
                <a:path w="2357754" h="20954">
                  <a:moveTo>
                    <a:pt x="584631" y="18351"/>
                  </a:moveTo>
                  <a:lnTo>
                    <a:pt x="580809" y="18351"/>
                  </a:lnTo>
                  <a:lnTo>
                    <a:pt x="580809" y="20904"/>
                  </a:lnTo>
                  <a:lnTo>
                    <a:pt x="584631" y="20904"/>
                  </a:lnTo>
                  <a:lnTo>
                    <a:pt x="584631" y="18351"/>
                  </a:lnTo>
                  <a:close/>
                </a:path>
                <a:path w="2357754" h="20954">
                  <a:moveTo>
                    <a:pt x="599922" y="18351"/>
                  </a:moveTo>
                  <a:lnTo>
                    <a:pt x="596099" y="18351"/>
                  </a:lnTo>
                  <a:lnTo>
                    <a:pt x="596099" y="20904"/>
                  </a:lnTo>
                  <a:lnTo>
                    <a:pt x="599922" y="20904"/>
                  </a:lnTo>
                  <a:lnTo>
                    <a:pt x="599922" y="18351"/>
                  </a:lnTo>
                  <a:close/>
                </a:path>
                <a:path w="2357754" h="20954">
                  <a:moveTo>
                    <a:pt x="615200" y="18351"/>
                  </a:moveTo>
                  <a:lnTo>
                    <a:pt x="611378" y="18351"/>
                  </a:lnTo>
                  <a:lnTo>
                    <a:pt x="611378" y="20904"/>
                  </a:lnTo>
                  <a:lnTo>
                    <a:pt x="615200" y="20904"/>
                  </a:lnTo>
                  <a:lnTo>
                    <a:pt x="615200" y="18351"/>
                  </a:lnTo>
                  <a:close/>
                </a:path>
                <a:path w="2357754" h="20954">
                  <a:moveTo>
                    <a:pt x="630491" y="18351"/>
                  </a:moveTo>
                  <a:lnTo>
                    <a:pt x="626668" y="18351"/>
                  </a:lnTo>
                  <a:lnTo>
                    <a:pt x="626668" y="20904"/>
                  </a:lnTo>
                  <a:lnTo>
                    <a:pt x="630491" y="20904"/>
                  </a:lnTo>
                  <a:lnTo>
                    <a:pt x="630491" y="18351"/>
                  </a:lnTo>
                  <a:close/>
                </a:path>
                <a:path w="2357754" h="20954">
                  <a:moveTo>
                    <a:pt x="645769" y="18351"/>
                  </a:moveTo>
                  <a:lnTo>
                    <a:pt x="641946" y="18351"/>
                  </a:lnTo>
                  <a:lnTo>
                    <a:pt x="641946" y="20904"/>
                  </a:lnTo>
                  <a:lnTo>
                    <a:pt x="645769" y="20904"/>
                  </a:lnTo>
                  <a:lnTo>
                    <a:pt x="645769" y="18351"/>
                  </a:lnTo>
                  <a:close/>
                </a:path>
                <a:path w="2357754" h="20954">
                  <a:moveTo>
                    <a:pt x="661060" y="18351"/>
                  </a:moveTo>
                  <a:lnTo>
                    <a:pt x="657237" y="18351"/>
                  </a:lnTo>
                  <a:lnTo>
                    <a:pt x="657237" y="20904"/>
                  </a:lnTo>
                  <a:lnTo>
                    <a:pt x="661060" y="20904"/>
                  </a:lnTo>
                  <a:lnTo>
                    <a:pt x="661060" y="18351"/>
                  </a:lnTo>
                  <a:close/>
                </a:path>
                <a:path w="2357754" h="20954">
                  <a:moveTo>
                    <a:pt x="1960257" y="0"/>
                  </a:moveTo>
                  <a:lnTo>
                    <a:pt x="1956435" y="0"/>
                  </a:lnTo>
                  <a:lnTo>
                    <a:pt x="1956435" y="2552"/>
                  </a:lnTo>
                  <a:lnTo>
                    <a:pt x="1960257" y="2552"/>
                  </a:lnTo>
                  <a:lnTo>
                    <a:pt x="1960257" y="0"/>
                  </a:lnTo>
                  <a:close/>
                </a:path>
                <a:path w="2357754" h="20954">
                  <a:moveTo>
                    <a:pt x="1975548" y="0"/>
                  </a:moveTo>
                  <a:lnTo>
                    <a:pt x="1971725" y="0"/>
                  </a:lnTo>
                  <a:lnTo>
                    <a:pt x="1971725" y="2552"/>
                  </a:lnTo>
                  <a:lnTo>
                    <a:pt x="1975548" y="2552"/>
                  </a:lnTo>
                  <a:lnTo>
                    <a:pt x="1975548" y="0"/>
                  </a:lnTo>
                  <a:close/>
                </a:path>
                <a:path w="2357754" h="20954">
                  <a:moveTo>
                    <a:pt x="1990826" y="0"/>
                  </a:moveTo>
                  <a:lnTo>
                    <a:pt x="1987003" y="0"/>
                  </a:lnTo>
                  <a:lnTo>
                    <a:pt x="1987003" y="2552"/>
                  </a:lnTo>
                  <a:lnTo>
                    <a:pt x="1990826" y="2552"/>
                  </a:lnTo>
                  <a:lnTo>
                    <a:pt x="1990826" y="0"/>
                  </a:lnTo>
                  <a:close/>
                </a:path>
                <a:path w="2357754" h="20954">
                  <a:moveTo>
                    <a:pt x="2006117" y="0"/>
                  </a:moveTo>
                  <a:lnTo>
                    <a:pt x="2002294" y="0"/>
                  </a:lnTo>
                  <a:lnTo>
                    <a:pt x="2002294" y="2552"/>
                  </a:lnTo>
                  <a:lnTo>
                    <a:pt x="2006117" y="2552"/>
                  </a:lnTo>
                  <a:lnTo>
                    <a:pt x="2006117" y="0"/>
                  </a:lnTo>
                  <a:close/>
                </a:path>
                <a:path w="2357754" h="20954">
                  <a:moveTo>
                    <a:pt x="2021395" y="0"/>
                  </a:moveTo>
                  <a:lnTo>
                    <a:pt x="2017572" y="0"/>
                  </a:lnTo>
                  <a:lnTo>
                    <a:pt x="2017572" y="2552"/>
                  </a:lnTo>
                  <a:lnTo>
                    <a:pt x="2021395" y="2552"/>
                  </a:lnTo>
                  <a:lnTo>
                    <a:pt x="2021395" y="0"/>
                  </a:lnTo>
                  <a:close/>
                </a:path>
                <a:path w="2357754" h="20954">
                  <a:moveTo>
                    <a:pt x="2036686" y="0"/>
                  </a:moveTo>
                  <a:lnTo>
                    <a:pt x="2032863" y="0"/>
                  </a:lnTo>
                  <a:lnTo>
                    <a:pt x="2032863" y="2552"/>
                  </a:lnTo>
                  <a:lnTo>
                    <a:pt x="2036686" y="2552"/>
                  </a:lnTo>
                  <a:lnTo>
                    <a:pt x="2036686" y="0"/>
                  </a:lnTo>
                  <a:close/>
                </a:path>
                <a:path w="2357754" h="20954">
                  <a:moveTo>
                    <a:pt x="2051964" y="0"/>
                  </a:moveTo>
                  <a:lnTo>
                    <a:pt x="2048141" y="0"/>
                  </a:lnTo>
                  <a:lnTo>
                    <a:pt x="2048141" y="2552"/>
                  </a:lnTo>
                  <a:lnTo>
                    <a:pt x="2051964" y="2552"/>
                  </a:lnTo>
                  <a:lnTo>
                    <a:pt x="2051964" y="0"/>
                  </a:lnTo>
                  <a:close/>
                </a:path>
                <a:path w="2357754" h="20954">
                  <a:moveTo>
                    <a:pt x="2067255" y="0"/>
                  </a:moveTo>
                  <a:lnTo>
                    <a:pt x="2063432" y="0"/>
                  </a:lnTo>
                  <a:lnTo>
                    <a:pt x="2063432" y="2552"/>
                  </a:lnTo>
                  <a:lnTo>
                    <a:pt x="2067255" y="2552"/>
                  </a:lnTo>
                  <a:lnTo>
                    <a:pt x="2067255" y="0"/>
                  </a:lnTo>
                  <a:close/>
                </a:path>
                <a:path w="2357754" h="20954">
                  <a:moveTo>
                    <a:pt x="2082533" y="0"/>
                  </a:moveTo>
                  <a:lnTo>
                    <a:pt x="2078710" y="0"/>
                  </a:lnTo>
                  <a:lnTo>
                    <a:pt x="2078710" y="2552"/>
                  </a:lnTo>
                  <a:lnTo>
                    <a:pt x="2082533" y="2552"/>
                  </a:lnTo>
                  <a:lnTo>
                    <a:pt x="2082533" y="0"/>
                  </a:lnTo>
                  <a:close/>
                </a:path>
                <a:path w="2357754" h="20954">
                  <a:moveTo>
                    <a:pt x="2097824" y="0"/>
                  </a:moveTo>
                  <a:lnTo>
                    <a:pt x="2094001" y="0"/>
                  </a:lnTo>
                  <a:lnTo>
                    <a:pt x="2094001" y="2552"/>
                  </a:lnTo>
                  <a:lnTo>
                    <a:pt x="2097824" y="2552"/>
                  </a:lnTo>
                  <a:lnTo>
                    <a:pt x="2097824" y="0"/>
                  </a:lnTo>
                  <a:close/>
                </a:path>
                <a:path w="2357754" h="20954">
                  <a:moveTo>
                    <a:pt x="2113102" y="0"/>
                  </a:moveTo>
                  <a:lnTo>
                    <a:pt x="2109279" y="0"/>
                  </a:lnTo>
                  <a:lnTo>
                    <a:pt x="2109279" y="2552"/>
                  </a:lnTo>
                  <a:lnTo>
                    <a:pt x="2113102" y="2552"/>
                  </a:lnTo>
                  <a:lnTo>
                    <a:pt x="2113102" y="0"/>
                  </a:lnTo>
                  <a:close/>
                </a:path>
                <a:path w="2357754" h="20954">
                  <a:moveTo>
                    <a:pt x="2128393" y="0"/>
                  </a:moveTo>
                  <a:lnTo>
                    <a:pt x="2124570" y="0"/>
                  </a:lnTo>
                  <a:lnTo>
                    <a:pt x="2124570" y="2552"/>
                  </a:lnTo>
                  <a:lnTo>
                    <a:pt x="2128393" y="2552"/>
                  </a:lnTo>
                  <a:lnTo>
                    <a:pt x="2128393" y="0"/>
                  </a:lnTo>
                  <a:close/>
                </a:path>
                <a:path w="2357754" h="20954">
                  <a:moveTo>
                    <a:pt x="2143671" y="0"/>
                  </a:moveTo>
                  <a:lnTo>
                    <a:pt x="2139848" y="0"/>
                  </a:lnTo>
                  <a:lnTo>
                    <a:pt x="2139848" y="2552"/>
                  </a:lnTo>
                  <a:lnTo>
                    <a:pt x="2143671" y="2552"/>
                  </a:lnTo>
                  <a:lnTo>
                    <a:pt x="2143671" y="0"/>
                  </a:lnTo>
                  <a:close/>
                </a:path>
                <a:path w="2357754" h="20954">
                  <a:moveTo>
                    <a:pt x="2158962" y="0"/>
                  </a:moveTo>
                  <a:lnTo>
                    <a:pt x="2155139" y="0"/>
                  </a:lnTo>
                  <a:lnTo>
                    <a:pt x="2155139" y="2552"/>
                  </a:lnTo>
                  <a:lnTo>
                    <a:pt x="2158962" y="2552"/>
                  </a:lnTo>
                  <a:lnTo>
                    <a:pt x="2158962" y="0"/>
                  </a:lnTo>
                  <a:close/>
                </a:path>
                <a:path w="2357754" h="20954">
                  <a:moveTo>
                    <a:pt x="2174240" y="0"/>
                  </a:moveTo>
                  <a:lnTo>
                    <a:pt x="2170417" y="0"/>
                  </a:lnTo>
                  <a:lnTo>
                    <a:pt x="2170417" y="2552"/>
                  </a:lnTo>
                  <a:lnTo>
                    <a:pt x="2174240" y="2552"/>
                  </a:lnTo>
                  <a:lnTo>
                    <a:pt x="2174240" y="0"/>
                  </a:lnTo>
                  <a:close/>
                </a:path>
                <a:path w="2357754" h="20954">
                  <a:moveTo>
                    <a:pt x="2189530" y="0"/>
                  </a:moveTo>
                  <a:lnTo>
                    <a:pt x="2185708" y="0"/>
                  </a:lnTo>
                  <a:lnTo>
                    <a:pt x="2185708" y="2552"/>
                  </a:lnTo>
                  <a:lnTo>
                    <a:pt x="2189530" y="2552"/>
                  </a:lnTo>
                  <a:lnTo>
                    <a:pt x="2189530" y="0"/>
                  </a:lnTo>
                  <a:close/>
                </a:path>
                <a:path w="2357754" h="20954">
                  <a:moveTo>
                    <a:pt x="2204809" y="0"/>
                  </a:moveTo>
                  <a:lnTo>
                    <a:pt x="2200986" y="0"/>
                  </a:lnTo>
                  <a:lnTo>
                    <a:pt x="2200986" y="2552"/>
                  </a:lnTo>
                  <a:lnTo>
                    <a:pt x="2204809" y="2552"/>
                  </a:lnTo>
                  <a:lnTo>
                    <a:pt x="2204809" y="0"/>
                  </a:lnTo>
                  <a:close/>
                </a:path>
                <a:path w="2357754" h="20954">
                  <a:moveTo>
                    <a:pt x="2220099" y="0"/>
                  </a:moveTo>
                  <a:lnTo>
                    <a:pt x="2216277" y="0"/>
                  </a:lnTo>
                  <a:lnTo>
                    <a:pt x="2216277" y="2552"/>
                  </a:lnTo>
                  <a:lnTo>
                    <a:pt x="2220099" y="2552"/>
                  </a:lnTo>
                  <a:lnTo>
                    <a:pt x="2220099" y="0"/>
                  </a:lnTo>
                  <a:close/>
                </a:path>
                <a:path w="2357754" h="20954">
                  <a:moveTo>
                    <a:pt x="2235377" y="0"/>
                  </a:moveTo>
                  <a:lnTo>
                    <a:pt x="2231555" y="0"/>
                  </a:lnTo>
                  <a:lnTo>
                    <a:pt x="2231555" y="2552"/>
                  </a:lnTo>
                  <a:lnTo>
                    <a:pt x="2235377" y="2552"/>
                  </a:lnTo>
                  <a:lnTo>
                    <a:pt x="2235377" y="0"/>
                  </a:lnTo>
                  <a:close/>
                </a:path>
                <a:path w="2357754" h="20954">
                  <a:moveTo>
                    <a:pt x="2250668" y="0"/>
                  </a:moveTo>
                  <a:lnTo>
                    <a:pt x="2246846" y="0"/>
                  </a:lnTo>
                  <a:lnTo>
                    <a:pt x="2246846" y="2552"/>
                  </a:lnTo>
                  <a:lnTo>
                    <a:pt x="2250668" y="2552"/>
                  </a:lnTo>
                  <a:lnTo>
                    <a:pt x="2250668" y="0"/>
                  </a:lnTo>
                  <a:close/>
                </a:path>
                <a:path w="2357754" h="20954">
                  <a:moveTo>
                    <a:pt x="2265946" y="0"/>
                  </a:moveTo>
                  <a:lnTo>
                    <a:pt x="2262124" y="0"/>
                  </a:lnTo>
                  <a:lnTo>
                    <a:pt x="2262124" y="2552"/>
                  </a:lnTo>
                  <a:lnTo>
                    <a:pt x="2265946" y="2552"/>
                  </a:lnTo>
                  <a:lnTo>
                    <a:pt x="2265946" y="0"/>
                  </a:lnTo>
                  <a:close/>
                </a:path>
                <a:path w="2357754" h="20954">
                  <a:moveTo>
                    <a:pt x="2281237" y="0"/>
                  </a:moveTo>
                  <a:lnTo>
                    <a:pt x="2277414" y="0"/>
                  </a:lnTo>
                  <a:lnTo>
                    <a:pt x="2277414" y="2552"/>
                  </a:lnTo>
                  <a:lnTo>
                    <a:pt x="2281237" y="2552"/>
                  </a:lnTo>
                  <a:lnTo>
                    <a:pt x="2281237" y="0"/>
                  </a:lnTo>
                  <a:close/>
                </a:path>
                <a:path w="2357754" h="20954">
                  <a:moveTo>
                    <a:pt x="2296515" y="0"/>
                  </a:moveTo>
                  <a:lnTo>
                    <a:pt x="2292705" y="0"/>
                  </a:lnTo>
                  <a:lnTo>
                    <a:pt x="2292705" y="2552"/>
                  </a:lnTo>
                  <a:lnTo>
                    <a:pt x="2296515" y="2552"/>
                  </a:lnTo>
                  <a:lnTo>
                    <a:pt x="2296515" y="0"/>
                  </a:lnTo>
                  <a:close/>
                </a:path>
                <a:path w="2357754" h="20954">
                  <a:moveTo>
                    <a:pt x="2311806" y="0"/>
                  </a:moveTo>
                  <a:lnTo>
                    <a:pt x="2307983" y="0"/>
                  </a:lnTo>
                  <a:lnTo>
                    <a:pt x="2307983" y="2552"/>
                  </a:lnTo>
                  <a:lnTo>
                    <a:pt x="2311806" y="2552"/>
                  </a:lnTo>
                  <a:lnTo>
                    <a:pt x="2311806" y="0"/>
                  </a:lnTo>
                  <a:close/>
                </a:path>
                <a:path w="2357754" h="20954">
                  <a:moveTo>
                    <a:pt x="2327084" y="0"/>
                  </a:moveTo>
                  <a:lnTo>
                    <a:pt x="2323274" y="0"/>
                  </a:lnTo>
                  <a:lnTo>
                    <a:pt x="2323274" y="2552"/>
                  </a:lnTo>
                  <a:lnTo>
                    <a:pt x="2327084" y="2552"/>
                  </a:lnTo>
                  <a:lnTo>
                    <a:pt x="2327084" y="0"/>
                  </a:lnTo>
                  <a:close/>
                </a:path>
                <a:path w="2357754" h="20954">
                  <a:moveTo>
                    <a:pt x="2342375" y="0"/>
                  </a:moveTo>
                  <a:lnTo>
                    <a:pt x="2338552" y="0"/>
                  </a:lnTo>
                  <a:lnTo>
                    <a:pt x="2338552" y="2552"/>
                  </a:lnTo>
                  <a:lnTo>
                    <a:pt x="2342375" y="2552"/>
                  </a:lnTo>
                  <a:lnTo>
                    <a:pt x="2342375" y="0"/>
                  </a:lnTo>
                  <a:close/>
                </a:path>
                <a:path w="2357754" h="20954">
                  <a:moveTo>
                    <a:pt x="2357653" y="18351"/>
                  </a:moveTo>
                  <a:lnTo>
                    <a:pt x="2353843" y="18351"/>
                  </a:lnTo>
                  <a:lnTo>
                    <a:pt x="2353843" y="20904"/>
                  </a:lnTo>
                  <a:lnTo>
                    <a:pt x="2357653" y="20904"/>
                  </a:lnTo>
                  <a:lnTo>
                    <a:pt x="2357653" y="18351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534677" y="4438611"/>
              <a:ext cx="1073785" cy="3175"/>
            </a:xfrm>
            <a:custGeom>
              <a:avLst/>
              <a:gdLst/>
              <a:ahLst/>
              <a:cxnLst/>
              <a:rect l="l" t="t" r="r" b="b"/>
              <a:pathLst>
                <a:path w="1073784" h="3175">
                  <a:moveTo>
                    <a:pt x="3822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22" y="2552"/>
                  </a:lnTo>
                  <a:lnTo>
                    <a:pt x="3822" y="0"/>
                  </a:lnTo>
                  <a:close/>
                </a:path>
                <a:path w="107378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1073784" h="3175">
                  <a:moveTo>
                    <a:pt x="34391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91" y="2552"/>
                  </a:lnTo>
                  <a:lnTo>
                    <a:pt x="34391" y="0"/>
                  </a:lnTo>
                  <a:close/>
                </a:path>
                <a:path w="107378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107378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107378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107378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107378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107378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107378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107378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107378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107378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107378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107378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1073784" h="3175">
                  <a:moveTo>
                    <a:pt x="233083" y="0"/>
                  </a:moveTo>
                  <a:lnTo>
                    <a:pt x="229273" y="0"/>
                  </a:lnTo>
                  <a:lnTo>
                    <a:pt x="229273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107378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1073784" h="3175">
                  <a:moveTo>
                    <a:pt x="263652" y="0"/>
                  </a:moveTo>
                  <a:lnTo>
                    <a:pt x="259842" y="0"/>
                  </a:lnTo>
                  <a:lnTo>
                    <a:pt x="259842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107378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1073784" h="3175">
                  <a:moveTo>
                    <a:pt x="294220" y="0"/>
                  </a:moveTo>
                  <a:lnTo>
                    <a:pt x="290410" y="0"/>
                  </a:lnTo>
                  <a:lnTo>
                    <a:pt x="290410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107378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1073784" h="3175">
                  <a:moveTo>
                    <a:pt x="324802" y="0"/>
                  </a:moveTo>
                  <a:lnTo>
                    <a:pt x="320979" y="0"/>
                  </a:lnTo>
                  <a:lnTo>
                    <a:pt x="320979" y="2552"/>
                  </a:lnTo>
                  <a:lnTo>
                    <a:pt x="324802" y="2552"/>
                  </a:lnTo>
                  <a:lnTo>
                    <a:pt x="324802" y="0"/>
                  </a:lnTo>
                  <a:close/>
                </a:path>
                <a:path w="107378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1073784" h="3175">
                  <a:moveTo>
                    <a:pt x="355371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71" y="2552"/>
                  </a:lnTo>
                  <a:lnTo>
                    <a:pt x="355371" y="0"/>
                  </a:lnTo>
                  <a:close/>
                </a:path>
                <a:path w="107378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1073784" h="3175">
                  <a:moveTo>
                    <a:pt x="385940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40" y="2552"/>
                  </a:lnTo>
                  <a:lnTo>
                    <a:pt x="385940" y="0"/>
                  </a:lnTo>
                  <a:close/>
                </a:path>
                <a:path w="107378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1073784" h="3175">
                  <a:moveTo>
                    <a:pt x="416509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509" y="2552"/>
                  </a:lnTo>
                  <a:lnTo>
                    <a:pt x="416509" y="0"/>
                  </a:lnTo>
                  <a:close/>
                </a:path>
                <a:path w="107378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107378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107378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107378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107378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107378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107378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107378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107378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107378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107378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107378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1073784" h="3175">
                  <a:moveTo>
                    <a:pt x="615200" y="0"/>
                  </a:moveTo>
                  <a:lnTo>
                    <a:pt x="611390" y="0"/>
                  </a:lnTo>
                  <a:lnTo>
                    <a:pt x="611390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107378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1073784" h="3175">
                  <a:moveTo>
                    <a:pt x="645769" y="0"/>
                  </a:moveTo>
                  <a:lnTo>
                    <a:pt x="641959" y="0"/>
                  </a:lnTo>
                  <a:lnTo>
                    <a:pt x="641959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107378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1073784" h="3175">
                  <a:moveTo>
                    <a:pt x="676338" y="0"/>
                  </a:moveTo>
                  <a:lnTo>
                    <a:pt x="672528" y="0"/>
                  </a:lnTo>
                  <a:lnTo>
                    <a:pt x="672528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107378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1073784" h="3175">
                  <a:moveTo>
                    <a:pt x="706920" y="0"/>
                  </a:moveTo>
                  <a:lnTo>
                    <a:pt x="703097" y="0"/>
                  </a:lnTo>
                  <a:lnTo>
                    <a:pt x="703097" y="2552"/>
                  </a:lnTo>
                  <a:lnTo>
                    <a:pt x="706920" y="2552"/>
                  </a:lnTo>
                  <a:lnTo>
                    <a:pt x="706920" y="0"/>
                  </a:lnTo>
                  <a:close/>
                </a:path>
                <a:path w="107378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1073784" h="3175">
                  <a:moveTo>
                    <a:pt x="737489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89" y="2552"/>
                  </a:lnTo>
                  <a:lnTo>
                    <a:pt x="737489" y="0"/>
                  </a:lnTo>
                  <a:close/>
                </a:path>
                <a:path w="107378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1073784" h="3175">
                  <a:moveTo>
                    <a:pt x="768057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57" y="2552"/>
                  </a:lnTo>
                  <a:lnTo>
                    <a:pt x="768057" y="0"/>
                  </a:lnTo>
                  <a:close/>
                </a:path>
                <a:path w="107378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1073784" h="3175">
                  <a:moveTo>
                    <a:pt x="798626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26" y="2552"/>
                  </a:lnTo>
                  <a:lnTo>
                    <a:pt x="798626" y="0"/>
                  </a:lnTo>
                  <a:close/>
                </a:path>
                <a:path w="107378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107378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107378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107378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107378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107378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1073784" h="3175">
                  <a:moveTo>
                    <a:pt x="905611" y="0"/>
                  </a:moveTo>
                  <a:lnTo>
                    <a:pt x="901788" y="0"/>
                  </a:lnTo>
                  <a:lnTo>
                    <a:pt x="901788" y="2552"/>
                  </a:lnTo>
                  <a:lnTo>
                    <a:pt x="905611" y="2552"/>
                  </a:lnTo>
                  <a:lnTo>
                    <a:pt x="905611" y="0"/>
                  </a:lnTo>
                  <a:close/>
                </a:path>
                <a:path w="1073784" h="3175">
                  <a:moveTo>
                    <a:pt x="920902" y="0"/>
                  </a:moveTo>
                  <a:lnTo>
                    <a:pt x="917079" y="0"/>
                  </a:lnTo>
                  <a:lnTo>
                    <a:pt x="917079" y="2552"/>
                  </a:lnTo>
                  <a:lnTo>
                    <a:pt x="920902" y="2552"/>
                  </a:lnTo>
                  <a:lnTo>
                    <a:pt x="920902" y="0"/>
                  </a:lnTo>
                  <a:close/>
                </a:path>
                <a:path w="1073784" h="3175">
                  <a:moveTo>
                    <a:pt x="936180" y="0"/>
                  </a:moveTo>
                  <a:lnTo>
                    <a:pt x="932357" y="0"/>
                  </a:lnTo>
                  <a:lnTo>
                    <a:pt x="932357" y="2552"/>
                  </a:lnTo>
                  <a:lnTo>
                    <a:pt x="936180" y="2552"/>
                  </a:lnTo>
                  <a:lnTo>
                    <a:pt x="936180" y="0"/>
                  </a:lnTo>
                  <a:close/>
                </a:path>
                <a:path w="1073784" h="3175">
                  <a:moveTo>
                    <a:pt x="951471" y="0"/>
                  </a:moveTo>
                  <a:lnTo>
                    <a:pt x="947648" y="0"/>
                  </a:lnTo>
                  <a:lnTo>
                    <a:pt x="947648" y="2552"/>
                  </a:lnTo>
                  <a:lnTo>
                    <a:pt x="951471" y="2552"/>
                  </a:lnTo>
                  <a:lnTo>
                    <a:pt x="951471" y="0"/>
                  </a:lnTo>
                  <a:close/>
                </a:path>
                <a:path w="1073784" h="3175">
                  <a:moveTo>
                    <a:pt x="966749" y="0"/>
                  </a:moveTo>
                  <a:lnTo>
                    <a:pt x="962926" y="0"/>
                  </a:lnTo>
                  <a:lnTo>
                    <a:pt x="962926" y="2552"/>
                  </a:lnTo>
                  <a:lnTo>
                    <a:pt x="966749" y="2552"/>
                  </a:lnTo>
                  <a:lnTo>
                    <a:pt x="966749" y="0"/>
                  </a:lnTo>
                  <a:close/>
                </a:path>
                <a:path w="1073784" h="3175">
                  <a:moveTo>
                    <a:pt x="982040" y="0"/>
                  </a:moveTo>
                  <a:lnTo>
                    <a:pt x="978217" y="0"/>
                  </a:lnTo>
                  <a:lnTo>
                    <a:pt x="978217" y="2552"/>
                  </a:lnTo>
                  <a:lnTo>
                    <a:pt x="982040" y="2552"/>
                  </a:lnTo>
                  <a:lnTo>
                    <a:pt x="982040" y="0"/>
                  </a:lnTo>
                  <a:close/>
                </a:path>
                <a:path w="1073784" h="3175">
                  <a:moveTo>
                    <a:pt x="997318" y="0"/>
                  </a:moveTo>
                  <a:lnTo>
                    <a:pt x="993508" y="0"/>
                  </a:lnTo>
                  <a:lnTo>
                    <a:pt x="993508" y="2552"/>
                  </a:lnTo>
                  <a:lnTo>
                    <a:pt x="997318" y="2552"/>
                  </a:lnTo>
                  <a:lnTo>
                    <a:pt x="997318" y="0"/>
                  </a:lnTo>
                  <a:close/>
                </a:path>
                <a:path w="1073784" h="3175">
                  <a:moveTo>
                    <a:pt x="1012609" y="0"/>
                  </a:moveTo>
                  <a:lnTo>
                    <a:pt x="1008786" y="0"/>
                  </a:lnTo>
                  <a:lnTo>
                    <a:pt x="1008786" y="2552"/>
                  </a:lnTo>
                  <a:lnTo>
                    <a:pt x="1012609" y="2552"/>
                  </a:lnTo>
                  <a:lnTo>
                    <a:pt x="1012609" y="0"/>
                  </a:lnTo>
                  <a:close/>
                </a:path>
                <a:path w="1073784" h="3175">
                  <a:moveTo>
                    <a:pt x="1027887" y="0"/>
                  </a:moveTo>
                  <a:lnTo>
                    <a:pt x="1024077" y="0"/>
                  </a:lnTo>
                  <a:lnTo>
                    <a:pt x="1024077" y="2552"/>
                  </a:lnTo>
                  <a:lnTo>
                    <a:pt x="1027887" y="2552"/>
                  </a:lnTo>
                  <a:lnTo>
                    <a:pt x="1027887" y="0"/>
                  </a:lnTo>
                  <a:close/>
                </a:path>
                <a:path w="1073784" h="3175">
                  <a:moveTo>
                    <a:pt x="1043178" y="0"/>
                  </a:moveTo>
                  <a:lnTo>
                    <a:pt x="1039355" y="0"/>
                  </a:lnTo>
                  <a:lnTo>
                    <a:pt x="1039355" y="2552"/>
                  </a:lnTo>
                  <a:lnTo>
                    <a:pt x="1043178" y="2552"/>
                  </a:lnTo>
                  <a:lnTo>
                    <a:pt x="1043178" y="0"/>
                  </a:lnTo>
                  <a:close/>
                </a:path>
                <a:path w="1073784" h="3175">
                  <a:moveTo>
                    <a:pt x="1058456" y="0"/>
                  </a:moveTo>
                  <a:lnTo>
                    <a:pt x="1054646" y="0"/>
                  </a:lnTo>
                  <a:lnTo>
                    <a:pt x="1054646" y="2552"/>
                  </a:lnTo>
                  <a:lnTo>
                    <a:pt x="1058456" y="2552"/>
                  </a:lnTo>
                  <a:lnTo>
                    <a:pt x="1058456" y="0"/>
                  </a:lnTo>
                  <a:close/>
                </a:path>
                <a:path w="1073784" h="3175">
                  <a:moveTo>
                    <a:pt x="1073746" y="0"/>
                  </a:moveTo>
                  <a:lnTo>
                    <a:pt x="1069924" y="0"/>
                  </a:lnTo>
                  <a:lnTo>
                    <a:pt x="1069924" y="2552"/>
                  </a:lnTo>
                  <a:lnTo>
                    <a:pt x="1073746" y="2552"/>
                  </a:lnTo>
                  <a:lnTo>
                    <a:pt x="1073746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648167" y="4438611"/>
              <a:ext cx="2357755" cy="3175"/>
            </a:xfrm>
            <a:custGeom>
              <a:avLst/>
              <a:gdLst/>
              <a:ahLst/>
              <a:cxnLst/>
              <a:rect l="l" t="t" r="r" b="b"/>
              <a:pathLst>
                <a:path w="2357754" h="3175">
                  <a:moveTo>
                    <a:pt x="3810" y="0"/>
                  </a:moveTo>
                  <a:lnTo>
                    <a:pt x="0" y="0"/>
                  </a:lnTo>
                  <a:lnTo>
                    <a:pt x="0" y="2552"/>
                  </a:lnTo>
                  <a:lnTo>
                    <a:pt x="3810" y="2552"/>
                  </a:lnTo>
                  <a:lnTo>
                    <a:pt x="3810" y="0"/>
                  </a:lnTo>
                  <a:close/>
                </a:path>
                <a:path w="2357754" h="3175">
                  <a:moveTo>
                    <a:pt x="19100" y="0"/>
                  </a:moveTo>
                  <a:lnTo>
                    <a:pt x="15278" y="0"/>
                  </a:lnTo>
                  <a:lnTo>
                    <a:pt x="15278" y="2552"/>
                  </a:lnTo>
                  <a:lnTo>
                    <a:pt x="19100" y="2552"/>
                  </a:lnTo>
                  <a:lnTo>
                    <a:pt x="19100" y="0"/>
                  </a:lnTo>
                  <a:close/>
                </a:path>
                <a:path w="2357754" h="3175">
                  <a:moveTo>
                    <a:pt x="34378" y="0"/>
                  </a:moveTo>
                  <a:lnTo>
                    <a:pt x="30568" y="0"/>
                  </a:lnTo>
                  <a:lnTo>
                    <a:pt x="30568" y="2552"/>
                  </a:lnTo>
                  <a:lnTo>
                    <a:pt x="34378" y="2552"/>
                  </a:lnTo>
                  <a:lnTo>
                    <a:pt x="34378" y="0"/>
                  </a:lnTo>
                  <a:close/>
                </a:path>
                <a:path w="2357754" h="3175">
                  <a:moveTo>
                    <a:pt x="49669" y="0"/>
                  </a:moveTo>
                  <a:lnTo>
                    <a:pt x="45847" y="0"/>
                  </a:lnTo>
                  <a:lnTo>
                    <a:pt x="45847" y="2552"/>
                  </a:lnTo>
                  <a:lnTo>
                    <a:pt x="49669" y="2552"/>
                  </a:lnTo>
                  <a:lnTo>
                    <a:pt x="49669" y="0"/>
                  </a:lnTo>
                  <a:close/>
                </a:path>
                <a:path w="2357754" h="3175">
                  <a:moveTo>
                    <a:pt x="64960" y="0"/>
                  </a:moveTo>
                  <a:lnTo>
                    <a:pt x="61137" y="0"/>
                  </a:lnTo>
                  <a:lnTo>
                    <a:pt x="61137" y="2552"/>
                  </a:lnTo>
                  <a:lnTo>
                    <a:pt x="64960" y="2552"/>
                  </a:lnTo>
                  <a:lnTo>
                    <a:pt x="64960" y="0"/>
                  </a:lnTo>
                  <a:close/>
                </a:path>
                <a:path w="2357754" h="3175">
                  <a:moveTo>
                    <a:pt x="80238" y="0"/>
                  </a:moveTo>
                  <a:lnTo>
                    <a:pt x="76415" y="0"/>
                  </a:lnTo>
                  <a:lnTo>
                    <a:pt x="76415" y="2552"/>
                  </a:lnTo>
                  <a:lnTo>
                    <a:pt x="80238" y="2552"/>
                  </a:lnTo>
                  <a:lnTo>
                    <a:pt x="80238" y="0"/>
                  </a:lnTo>
                  <a:close/>
                </a:path>
                <a:path w="2357754" h="3175">
                  <a:moveTo>
                    <a:pt x="95529" y="0"/>
                  </a:moveTo>
                  <a:lnTo>
                    <a:pt x="91706" y="0"/>
                  </a:lnTo>
                  <a:lnTo>
                    <a:pt x="91706" y="2552"/>
                  </a:lnTo>
                  <a:lnTo>
                    <a:pt x="95529" y="2552"/>
                  </a:lnTo>
                  <a:lnTo>
                    <a:pt x="95529" y="0"/>
                  </a:lnTo>
                  <a:close/>
                </a:path>
                <a:path w="2357754" h="3175">
                  <a:moveTo>
                    <a:pt x="110807" y="0"/>
                  </a:moveTo>
                  <a:lnTo>
                    <a:pt x="106984" y="0"/>
                  </a:lnTo>
                  <a:lnTo>
                    <a:pt x="106984" y="2552"/>
                  </a:lnTo>
                  <a:lnTo>
                    <a:pt x="110807" y="2552"/>
                  </a:lnTo>
                  <a:lnTo>
                    <a:pt x="110807" y="0"/>
                  </a:lnTo>
                  <a:close/>
                </a:path>
                <a:path w="2357754" h="3175">
                  <a:moveTo>
                    <a:pt x="126098" y="0"/>
                  </a:moveTo>
                  <a:lnTo>
                    <a:pt x="122275" y="0"/>
                  </a:lnTo>
                  <a:lnTo>
                    <a:pt x="122275" y="2552"/>
                  </a:lnTo>
                  <a:lnTo>
                    <a:pt x="126098" y="2552"/>
                  </a:lnTo>
                  <a:lnTo>
                    <a:pt x="126098" y="0"/>
                  </a:lnTo>
                  <a:close/>
                </a:path>
                <a:path w="2357754" h="3175">
                  <a:moveTo>
                    <a:pt x="141376" y="0"/>
                  </a:moveTo>
                  <a:lnTo>
                    <a:pt x="137553" y="0"/>
                  </a:lnTo>
                  <a:lnTo>
                    <a:pt x="137553" y="2552"/>
                  </a:lnTo>
                  <a:lnTo>
                    <a:pt x="141376" y="2552"/>
                  </a:lnTo>
                  <a:lnTo>
                    <a:pt x="141376" y="0"/>
                  </a:lnTo>
                  <a:close/>
                </a:path>
                <a:path w="2357754" h="3175">
                  <a:moveTo>
                    <a:pt x="156667" y="0"/>
                  </a:moveTo>
                  <a:lnTo>
                    <a:pt x="152844" y="0"/>
                  </a:lnTo>
                  <a:lnTo>
                    <a:pt x="152844" y="2552"/>
                  </a:lnTo>
                  <a:lnTo>
                    <a:pt x="156667" y="2552"/>
                  </a:lnTo>
                  <a:lnTo>
                    <a:pt x="156667" y="0"/>
                  </a:lnTo>
                  <a:close/>
                </a:path>
                <a:path w="2357754" h="3175">
                  <a:moveTo>
                    <a:pt x="171945" y="0"/>
                  </a:moveTo>
                  <a:lnTo>
                    <a:pt x="168122" y="0"/>
                  </a:lnTo>
                  <a:lnTo>
                    <a:pt x="168122" y="2552"/>
                  </a:lnTo>
                  <a:lnTo>
                    <a:pt x="171945" y="2552"/>
                  </a:lnTo>
                  <a:lnTo>
                    <a:pt x="171945" y="0"/>
                  </a:lnTo>
                  <a:close/>
                </a:path>
                <a:path w="2357754" h="3175">
                  <a:moveTo>
                    <a:pt x="187236" y="0"/>
                  </a:moveTo>
                  <a:lnTo>
                    <a:pt x="183413" y="0"/>
                  </a:lnTo>
                  <a:lnTo>
                    <a:pt x="183413" y="2552"/>
                  </a:lnTo>
                  <a:lnTo>
                    <a:pt x="187236" y="2552"/>
                  </a:lnTo>
                  <a:lnTo>
                    <a:pt x="187236" y="0"/>
                  </a:lnTo>
                  <a:close/>
                </a:path>
                <a:path w="2357754" h="3175">
                  <a:moveTo>
                    <a:pt x="202514" y="0"/>
                  </a:moveTo>
                  <a:lnTo>
                    <a:pt x="198691" y="0"/>
                  </a:lnTo>
                  <a:lnTo>
                    <a:pt x="198691" y="2552"/>
                  </a:lnTo>
                  <a:lnTo>
                    <a:pt x="202514" y="2552"/>
                  </a:lnTo>
                  <a:lnTo>
                    <a:pt x="202514" y="0"/>
                  </a:lnTo>
                  <a:close/>
                </a:path>
                <a:path w="2357754" h="3175">
                  <a:moveTo>
                    <a:pt x="217805" y="0"/>
                  </a:moveTo>
                  <a:lnTo>
                    <a:pt x="213982" y="0"/>
                  </a:lnTo>
                  <a:lnTo>
                    <a:pt x="213982" y="2552"/>
                  </a:lnTo>
                  <a:lnTo>
                    <a:pt x="217805" y="2552"/>
                  </a:lnTo>
                  <a:lnTo>
                    <a:pt x="217805" y="0"/>
                  </a:lnTo>
                  <a:close/>
                </a:path>
                <a:path w="2357754" h="3175">
                  <a:moveTo>
                    <a:pt x="233083" y="0"/>
                  </a:moveTo>
                  <a:lnTo>
                    <a:pt x="229260" y="0"/>
                  </a:lnTo>
                  <a:lnTo>
                    <a:pt x="229260" y="2552"/>
                  </a:lnTo>
                  <a:lnTo>
                    <a:pt x="233083" y="2552"/>
                  </a:lnTo>
                  <a:lnTo>
                    <a:pt x="233083" y="0"/>
                  </a:lnTo>
                  <a:close/>
                </a:path>
                <a:path w="2357754" h="3175">
                  <a:moveTo>
                    <a:pt x="248373" y="0"/>
                  </a:moveTo>
                  <a:lnTo>
                    <a:pt x="244551" y="0"/>
                  </a:lnTo>
                  <a:lnTo>
                    <a:pt x="244551" y="2552"/>
                  </a:lnTo>
                  <a:lnTo>
                    <a:pt x="248373" y="2552"/>
                  </a:lnTo>
                  <a:lnTo>
                    <a:pt x="248373" y="0"/>
                  </a:lnTo>
                  <a:close/>
                </a:path>
                <a:path w="2357754" h="3175">
                  <a:moveTo>
                    <a:pt x="263652" y="0"/>
                  </a:moveTo>
                  <a:lnTo>
                    <a:pt x="259829" y="0"/>
                  </a:lnTo>
                  <a:lnTo>
                    <a:pt x="259829" y="2552"/>
                  </a:lnTo>
                  <a:lnTo>
                    <a:pt x="263652" y="2552"/>
                  </a:lnTo>
                  <a:lnTo>
                    <a:pt x="263652" y="0"/>
                  </a:lnTo>
                  <a:close/>
                </a:path>
                <a:path w="2357754" h="3175">
                  <a:moveTo>
                    <a:pt x="278942" y="0"/>
                  </a:moveTo>
                  <a:lnTo>
                    <a:pt x="275120" y="0"/>
                  </a:lnTo>
                  <a:lnTo>
                    <a:pt x="275120" y="2552"/>
                  </a:lnTo>
                  <a:lnTo>
                    <a:pt x="278942" y="2552"/>
                  </a:lnTo>
                  <a:lnTo>
                    <a:pt x="278942" y="0"/>
                  </a:lnTo>
                  <a:close/>
                </a:path>
                <a:path w="2357754" h="3175">
                  <a:moveTo>
                    <a:pt x="294220" y="0"/>
                  </a:moveTo>
                  <a:lnTo>
                    <a:pt x="290398" y="0"/>
                  </a:lnTo>
                  <a:lnTo>
                    <a:pt x="290398" y="2552"/>
                  </a:lnTo>
                  <a:lnTo>
                    <a:pt x="294220" y="2552"/>
                  </a:lnTo>
                  <a:lnTo>
                    <a:pt x="294220" y="0"/>
                  </a:lnTo>
                  <a:close/>
                </a:path>
                <a:path w="2357754" h="3175">
                  <a:moveTo>
                    <a:pt x="309511" y="0"/>
                  </a:moveTo>
                  <a:lnTo>
                    <a:pt x="305689" y="0"/>
                  </a:lnTo>
                  <a:lnTo>
                    <a:pt x="305689" y="2552"/>
                  </a:lnTo>
                  <a:lnTo>
                    <a:pt x="309511" y="2552"/>
                  </a:lnTo>
                  <a:lnTo>
                    <a:pt x="309511" y="0"/>
                  </a:lnTo>
                  <a:close/>
                </a:path>
                <a:path w="2357754" h="3175">
                  <a:moveTo>
                    <a:pt x="324789" y="0"/>
                  </a:moveTo>
                  <a:lnTo>
                    <a:pt x="320967" y="0"/>
                  </a:lnTo>
                  <a:lnTo>
                    <a:pt x="320967" y="2552"/>
                  </a:lnTo>
                  <a:lnTo>
                    <a:pt x="324789" y="2552"/>
                  </a:lnTo>
                  <a:lnTo>
                    <a:pt x="324789" y="0"/>
                  </a:lnTo>
                  <a:close/>
                </a:path>
                <a:path w="2357754" h="3175">
                  <a:moveTo>
                    <a:pt x="340080" y="0"/>
                  </a:moveTo>
                  <a:lnTo>
                    <a:pt x="336257" y="0"/>
                  </a:lnTo>
                  <a:lnTo>
                    <a:pt x="336257" y="2552"/>
                  </a:lnTo>
                  <a:lnTo>
                    <a:pt x="340080" y="2552"/>
                  </a:lnTo>
                  <a:lnTo>
                    <a:pt x="340080" y="0"/>
                  </a:lnTo>
                  <a:close/>
                </a:path>
                <a:path w="2357754" h="3175">
                  <a:moveTo>
                    <a:pt x="355358" y="0"/>
                  </a:moveTo>
                  <a:lnTo>
                    <a:pt x="351548" y="0"/>
                  </a:lnTo>
                  <a:lnTo>
                    <a:pt x="351548" y="2552"/>
                  </a:lnTo>
                  <a:lnTo>
                    <a:pt x="355358" y="2552"/>
                  </a:lnTo>
                  <a:lnTo>
                    <a:pt x="355358" y="0"/>
                  </a:lnTo>
                  <a:close/>
                </a:path>
                <a:path w="2357754" h="3175">
                  <a:moveTo>
                    <a:pt x="370649" y="0"/>
                  </a:moveTo>
                  <a:lnTo>
                    <a:pt x="366826" y="0"/>
                  </a:lnTo>
                  <a:lnTo>
                    <a:pt x="366826" y="2552"/>
                  </a:lnTo>
                  <a:lnTo>
                    <a:pt x="370649" y="2552"/>
                  </a:lnTo>
                  <a:lnTo>
                    <a:pt x="370649" y="0"/>
                  </a:lnTo>
                  <a:close/>
                </a:path>
                <a:path w="2357754" h="3175">
                  <a:moveTo>
                    <a:pt x="385927" y="0"/>
                  </a:moveTo>
                  <a:lnTo>
                    <a:pt x="382117" y="0"/>
                  </a:lnTo>
                  <a:lnTo>
                    <a:pt x="382117" y="2552"/>
                  </a:lnTo>
                  <a:lnTo>
                    <a:pt x="385927" y="2552"/>
                  </a:lnTo>
                  <a:lnTo>
                    <a:pt x="385927" y="0"/>
                  </a:lnTo>
                  <a:close/>
                </a:path>
                <a:path w="2357754" h="3175">
                  <a:moveTo>
                    <a:pt x="401218" y="0"/>
                  </a:moveTo>
                  <a:lnTo>
                    <a:pt x="397395" y="0"/>
                  </a:lnTo>
                  <a:lnTo>
                    <a:pt x="397395" y="2552"/>
                  </a:lnTo>
                  <a:lnTo>
                    <a:pt x="401218" y="2552"/>
                  </a:lnTo>
                  <a:lnTo>
                    <a:pt x="401218" y="0"/>
                  </a:lnTo>
                  <a:close/>
                </a:path>
                <a:path w="2357754" h="3175">
                  <a:moveTo>
                    <a:pt x="416496" y="0"/>
                  </a:moveTo>
                  <a:lnTo>
                    <a:pt x="412686" y="0"/>
                  </a:lnTo>
                  <a:lnTo>
                    <a:pt x="412686" y="2552"/>
                  </a:lnTo>
                  <a:lnTo>
                    <a:pt x="416496" y="2552"/>
                  </a:lnTo>
                  <a:lnTo>
                    <a:pt x="416496" y="0"/>
                  </a:lnTo>
                  <a:close/>
                </a:path>
                <a:path w="2357754" h="3175">
                  <a:moveTo>
                    <a:pt x="431787" y="0"/>
                  </a:moveTo>
                  <a:lnTo>
                    <a:pt x="427964" y="0"/>
                  </a:lnTo>
                  <a:lnTo>
                    <a:pt x="427964" y="2552"/>
                  </a:lnTo>
                  <a:lnTo>
                    <a:pt x="431787" y="2552"/>
                  </a:lnTo>
                  <a:lnTo>
                    <a:pt x="431787" y="0"/>
                  </a:lnTo>
                  <a:close/>
                </a:path>
                <a:path w="2357754" h="3175">
                  <a:moveTo>
                    <a:pt x="447078" y="0"/>
                  </a:moveTo>
                  <a:lnTo>
                    <a:pt x="443255" y="0"/>
                  </a:lnTo>
                  <a:lnTo>
                    <a:pt x="443255" y="2552"/>
                  </a:lnTo>
                  <a:lnTo>
                    <a:pt x="447078" y="2552"/>
                  </a:lnTo>
                  <a:lnTo>
                    <a:pt x="447078" y="0"/>
                  </a:lnTo>
                  <a:close/>
                </a:path>
                <a:path w="2357754" h="3175">
                  <a:moveTo>
                    <a:pt x="462356" y="0"/>
                  </a:moveTo>
                  <a:lnTo>
                    <a:pt x="458533" y="0"/>
                  </a:lnTo>
                  <a:lnTo>
                    <a:pt x="458533" y="2552"/>
                  </a:lnTo>
                  <a:lnTo>
                    <a:pt x="462356" y="2552"/>
                  </a:lnTo>
                  <a:lnTo>
                    <a:pt x="462356" y="0"/>
                  </a:lnTo>
                  <a:close/>
                </a:path>
                <a:path w="2357754" h="3175">
                  <a:moveTo>
                    <a:pt x="477647" y="0"/>
                  </a:moveTo>
                  <a:lnTo>
                    <a:pt x="473824" y="0"/>
                  </a:lnTo>
                  <a:lnTo>
                    <a:pt x="473824" y="2552"/>
                  </a:lnTo>
                  <a:lnTo>
                    <a:pt x="477647" y="2552"/>
                  </a:lnTo>
                  <a:lnTo>
                    <a:pt x="477647" y="0"/>
                  </a:lnTo>
                  <a:close/>
                </a:path>
                <a:path w="2357754" h="3175">
                  <a:moveTo>
                    <a:pt x="492925" y="0"/>
                  </a:moveTo>
                  <a:lnTo>
                    <a:pt x="489102" y="0"/>
                  </a:lnTo>
                  <a:lnTo>
                    <a:pt x="489102" y="2552"/>
                  </a:lnTo>
                  <a:lnTo>
                    <a:pt x="492925" y="2552"/>
                  </a:lnTo>
                  <a:lnTo>
                    <a:pt x="492925" y="0"/>
                  </a:lnTo>
                  <a:close/>
                </a:path>
                <a:path w="2357754" h="3175">
                  <a:moveTo>
                    <a:pt x="508215" y="0"/>
                  </a:moveTo>
                  <a:lnTo>
                    <a:pt x="504393" y="0"/>
                  </a:lnTo>
                  <a:lnTo>
                    <a:pt x="504393" y="2552"/>
                  </a:lnTo>
                  <a:lnTo>
                    <a:pt x="508215" y="2552"/>
                  </a:lnTo>
                  <a:lnTo>
                    <a:pt x="508215" y="0"/>
                  </a:lnTo>
                  <a:close/>
                </a:path>
                <a:path w="2357754" h="3175">
                  <a:moveTo>
                    <a:pt x="523494" y="0"/>
                  </a:moveTo>
                  <a:lnTo>
                    <a:pt x="519671" y="0"/>
                  </a:lnTo>
                  <a:lnTo>
                    <a:pt x="519671" y="2552"/>
                  </a:lnTo>
                  <a:lnTo>
                    <a:pt x="523494" y="2552"/>
                  </a:lnTo>
                  <a:lnTo>
                    <a:pt x="523494" y="0"/>
                  </a:lnTo>
                  <a:close/>
                </a:path>
                <a:path w="2357754" h="3175">
                  <a:moveTo>
                    <a:pt x="538784" y="0"/>
                  </a:moveTo>
                  <a:lnTo>
                    <a:pt x="534962" y="0"/>
                  </a:lnTo>
                  <a:lnTo>
                    <a:pt x="534962" y="2552"/>
                  </a:lnTo>
                  <a:lnTo>
                    <a:pt x="538784" y="2552"/>
                  </a:lnTo>
                  <a:lnTo>
                    <a:pt x="538784" y="0"/>
                  </a:lnTo>
                  <a:close/>
                </a:path>
                <a:path w="2357754" h="3175">
                  <a:moveTo>
                    <a:pt x="554062" y="0"/>
                  </a:moveTo>
                  <a:lnTo>
                    <a:pt x="550240" y="0"/>
                  </a:lnTo>
                  <a:lnTo>
                    <a:pt x="550240" y="2552"/>
                  </a:lnTo>
                  <a:lnTo>
                    <a:pt x="554062" y="2552"/>
                  </a:lnTo>
                  <a:lnTo>
                    <a:pt x="554062" y="0"/>
                  </a:lnTo>
                  <a:close/>
                </a:path>
                <a:path w="2357754" h="3175">
                  <a:moveTo>
                    <a:pt x="569353" y="0"/>
                  </a:moveTo>
                  <a:lnTo>
                    <a:pt x="565531" y="0"/>
                  </a:lnTo>
                  <a:lnTo>
                    <a:pt x="565531" y="2552"/>
                  </a:lnTo>
                  <a:lnTo>
                    <a:pt x="569353" y="2552"/>
                  </a:lnTo>
                  <a:lnTo>
                    <a:pt x="569353" y="0"/>
                  </a:lnTo>
                  <a:close/>
                </a:path>
                <a:path w="2357754" h="3175">
                  <a:moveTo>
                    <a:pt x="584631" y="0"/>
                  </a:moveTo>
                  <a:lnTo>
                    <a:pt x="580809" y="0"/>
                  </a:lnTo>
                  <a:lnTo>
                    <a:pt x="580809" y="2552"/>
                  </a:lnTo>
                  <a:lnTo>
                    <a:pt x="584631" y="2552"/>
                  </a:lnTo>
                  <a:lnTo>
                    <a:pt x="584631" y="0"/>
                  </a:lnTo>
                  <a:close/>
                </a:path>
                <a:path w="2357754" h="3175">
                  <a:moveTo>
                    <a:pt x="599922" y="0"/>
                  </a:moveTo>
                  <a:lnTo>
                    <a:pt x="596099" y="0"/>
                  </a:lnTo>
                  <a:lnTo>
                    <a:pt x="596099" y="2552"/>
                  </a:lnTo>
                  <a:lnTo>
                    <a:pt x="599922" y="2552"/>
                  </a:lnTo>
                  <a:lnTo>
                    <a:pt x="599922" y="0"/>
                  </a:lnTo>
                  <a:close/>
                </a:path>
                <a:path w="2357754" h="3175">
                  <a:moveTo>
                    <a:pt x="615200" y="0"/>
                  </a:moveTo>
                  <a:lnTo>
                    <a:pt x="611378" y="0"/>
                  </a:lnTo>
                  <a:lnTo>
                    <a:pt x="611378" y="2552"/>
                  </a:lnTo>
                  <a:lnTo>
                    <a:pt x="615200" y="2552"/>
                  </a:lnTo>
                  <a:lnTo>
                    <a:pt x="615200" y="0"/>
                  </a:lnTo>
                  <a:close/>
                </a:path>
                <a:path w="2357754" h="3175">
                  <a:moveTo>
                    <a:pt x="630491" y="0"/>
                  </a:moveTo>
                  <a:lnTo>
                    <a:pt x="626668" y="0"/>
                  </a:lnTo>
                  <a:lnTo>
                    <a:pt x="626668" y="2552"/>
                  </a:lnTo>
                  <a:lnTo>
                    <a:pt x="630491" y="2552"/>
                  </a:lnTo>
                  <a:lnTo>
                    <a:pt x="630491" y="0"/>
                  </a:lnTo>
                  <a:close/>
                </a:path>
                <a:path w="2357754" h="3175">
                  <a:moveTo>
                    <a:pt x="645769" y="0"/>
                  </a:moveTo>
                  <a:lnTo>
                    <a:pt x="641946" y="0"/>
                  </a:lnTo>
                  <a:lnTo>
                    <a:pt x="641946" y="2552"/>
                  </a:lnTo>
                  <a:lnTo>
                    <a:pt x="645769" y="2552"/>
                  </a:lnTo>
                  <a:lnTo>
                    <a:pt x="645769" y="0"/>
                  </a:lnTo>
                  <a:close/>
                </a:path>
                <a:path w="2357754" h="3175">
                  <a:moveTo>
                    <a:pt x="661060" y="0"/>
                  </a:moveTo>
                  <a:lnTo>
                    <a:pt x="657237" y="0"/>
                  </a:lnTo>
                  <a:lnTo>
                    <a:pt x="657237" y="2552"/>
                  </a:lnTo>
                  <a:lnTo>
                    <a:pt x="661060" y="2552"/>
                  </a:lnTo>
                  <a:lnTo>
                    <a:pt x="661060" y="0"/>
                  </a:lnTo>
                  <a:close/>
                </a:path>
                <a:path w="2357754" h="3175">
                  <a:moveTo>
                    <a:pt x="676338" y="0"/>
                  </a:moveTo>
                  <a:lnTo>
                    <a:pt x="672515" y="0"/>
                  </a:lnTo>
                  <a:lnTo>
                    <a:pt x="672515" y="2552"/>
                  </a:lnTo>
                  <a:lnTo>
                    <a:pt x="676338" y="2552"/>
                  </a:lnTo>
                  <a:lnTo>
                    <a:pt x="676338" y="0"/>
                  </a:lnTo>
                  <a:close/>
                </a:path>
                <a:path w="2357754" h="3175">
                  <a:moveTo>
                    <a:pt x="691629" y="0"/>
                  </a:moveTo>
                  <a:lnTo>
                    <a:pt x="687806" y="0"/>
                  </a:lnTo>
                  <a:lnTo>
                    <a:pt x="687806" y="2552"/>
                  </a:lnTo>
                  <a:lnTo>
                    <a:pt x="691629" y="2552"/>
                  </a:lnTo>
                  <a:lnTo>
                    <a:pt x="691629" y="0"/>
                  </a:lnTo>
                  <a:close/>
                </a:path>
                <a:path w="2357754" h="3175">
                  <a:moveTo>
                    <a:pt x="706907" y="0"/>
                  </a:moveTo>
                  <a:lnTo>
                    <a:pt x="703084" y="0"/>
                  </a:lnTo>
                  <a:lnTo>
                    <a:pt x="703084" y="2552"/>
                  </a:lnTo>
                  <a:lnTo>
                    <a:pt x="706907" y="2552"/>
                  </a:lnTo>
                  <a:lnTo>
                    <a:pt x="706907" y="0"/>
                  </a:lnTo>
                  <a:close/>
                </a:path>
                <a:path w="2357754" h="3175">
                  <a:moveTo>
                    <a:pt x="722198" y="0"/>
                  </a:moveTo>
                  <a:lnTo>
                    <a:pt x="718375" y="0"/>
                  </a:lnTo>
                  <a:lnTo>
                    <a:pt x="718375" y="2552"/>
                  </a:lnTo>
                  <a:lnTo>
                    <a:pt x="722198" y="2552"/>
                  </a:lnTo>
                  <a:lnTo>
                    <a:pt x="722198" y="0"/>
                  </a:lnTo>
                  <a:close/>
                </a:path>
                <a:path w="2357754" h="3175">
                  <a:moveTo>
                    <a:pt x="737476" y="0"/>
                  </a:moveTo>
                  <a:lnTo>
                    <a:pt x="733666" y="0"/>
                  </a:lnTo>
                  <a:lnTo>
                    <a:pt x="733666" y="2552"/>
                  </a:lnTo>
                  <a:lnTo>
                    <a:pt x="737476" y="2552"/>
                  </a:lnTo>
                  <a:lnTo>
                    <a:pt x="737476" y="0"/>
                  </a:lnTo>
                  <a:close/>
                </a:path>
                <a:path w="2357754" h="3175">
                  <a:moveTo>
                    <a:pt x="752767" y="0"/>
                  </a:moveTo>
                  <a:lnTo>
                    <a:pt x="748944" y="0"/>
                  </a:lnTo>
                  <a:lnTo>
                    <a:pt x="748944" y="2552"/>
                  </a:lnTo>
                  <a:lnTo>
                    <a:pt x="752767" y="2552"/>
                  </a:lnTo>
                  <a:lnTo>
                    <a:pt x="752767" y="0"/>
                  </a:lnTo>
                  <a:close/>
                </a:path>
                <a:path w="2357754" h="3175">
                  <a:moveTo>
                    <a:pt x="768045" y="0"/>
                  </a:moveTo>
                  <a:lnTo>
                    <a:pt x="764235" y="0"/>
                  </a:lnTo>
                  <a:lnTo>
                    <a:pt x="764235" y="2552"/>
                  </a:lnTo>
                  <a:lnTo>
                    <a:pt x="768045" y="2552"/>
                  </a:lnTo>
                  <a:lnTo>
                    <a:pt x="768045" y="0"/>
                  </a:lnTo>
                  <a:close/>
                </a:path>
                <a:path w="2357754" h="3175">
                  <a:moveTo>
                    <a:pt x="783336" y="0"/>
                  </a:moveTo>
                  <a:lnTo>
                    <a:pt x="779513" y="0"/>
                  </a:lnTo>
                  <a:lnTo>
                    <a:pt x="779513" y="2552"/>
                  </a:lnTo>
                  <a:lnTo>
                    <a:pt x="783336" y="2552"/>
                  </a:lnTo>
                  <a:lnTo>
                    <a:pt x="783336" y="0"/>
                  </a:lnTo>
                  <a:close/>
                </a:path>
                <a:path w="2357754" h="3175">
                  <a:moveTo>
                    <a:pt x="798614" y="0"/>
                  </a:moveTo>
                  <a:lnTo>
                    <a:pt x="794804" y="0"/>
                  </a:lnTo>
                  <a:lnTo>
                    <a:pt x="794804" y="2552"/>
                  </a:lnTo>
                  <a:lnTo>
                    <a:pt x="798614" y="2552"/>
                  </a:lnTo>
                  <a:lnTo>
                    <a:pt x="798614" y="0"/>
                  </a:lnTo>
                  <a:close/>
                </a:path>
                <a:path w="2357754" h="3175">
                  <a:moveTo>
                    <a:pt x="813904" y="0"/>
                  </a:moveTo>
                  <a:lnTo>
                    <a:pt x="810082" y="0"/>
                  </a:lnTo>
                  <a:lnTo>
                    <a:pt x="810082" y="2552"/>
                  </a:lnTo>
                  <a:lnTo>
                    <a:pt x="813904" y="2552"/>
                  </a:lnTo>
                  <a:lnTo>
                    <a:pt x="813904" y="0"/>
                  </a:lnTo>
                  <a:close/>
                </a:path>
                <a:path w="2357754" h="3175">
                  <a:moveTo>
                    <a:pt x="829195" y="0"/>
                  </a:moveTo>
                  <a:lnTo>
                    <a:pt x="825373" y="0"/>
                  </a:lnTo>
                  <a:lnTo>
                    <a:pt x="825373" y="2552"/>
                  </a:lnTo>
                  <a:lnTo>
                    <a:pt x="829195" y="2552"/>
                  </a:lnTo>
                  <a:lnTo>
                    <a:pt x="829195" y="0"/>
                  </a:lnTo>
                  <a:close/>
                </a:path>
                <a:path w="2357754" h="3175">
                  <a:moveTo>
                    <a:pt x="844473" y="0"/>
                  </a:moveTo>
                  <a:lnTo>
                    <a:pt x="840651" y="0"/>
                  </a:lnTo>
                  <a:lnTo>
                    <a:pt x="840651" y="2552"/>
                  </a:lnTo>
                  <a:lnTo>
                    <a:pt x="844473" y="2552"/>
                  </a:lnTo>
                  <a:lnTo>
                    <a:pt x="844473" y="0"/>
                  </a:lnTo>
                  <a:close/>
                </a:path>
                <a:path w="2357754" h="3175">
                  <a:moveTo>
                    <a:pt x="859764" y="0"/>
                  </a:moveTo>
                  <a:lnTo>
                    <a:pt x="855941" y="0"/>
                  </a:lnTo>
                  <a:lnTo>
                    <a:pt x="855941" y="2552"/>
                  </a:lnTo>
                  <a:lnTo>
                    <a:pt x="859764" y="2552"/>
                  </a:lnTo>
                  <a:lnTo>
                    <a:pt x="859764" y="0"/>
                  </a:lnTo>
                  <a:close/>
                </a:path>
                <a:path w="2357754" h="3175">
                  <a:moveTo>
                    <a:pt x="875042" y="0"/>
                  </a:moveTo>
                  <a:lnTo>
                    <a:pt x="871220" y="0"/>
                  </a:lnTo>
                  <a:lnTo>
                    <a:pt x="871220" y="2552"/>
                  </a:lnTo>
                  <a:lnTo>
                    <a:pt x="875042" y="2552"/>
                  </a:lnTo>
                  <a:lnTo>
                    <a:pt x="875042" y="0"/>
                  </a:lnTo>
                  <a:close/>
                </a:path>
                <a:path w="2357754" h="3175">
                  <a:moveTo>
                    <a:pt x="890333" y="0"/>
                  </a:moveTo>
                  <a:lnTo>
                    <a:pt x="886510" y="0"/>
                  </a:lnTo>
                  <a:lnTo>
                    <a:pt x="886510" y="2552"/>
                  </a:lnTo>
                  <a:lnTo>
                    <a:pt x="890333" y="2552"/>
                  </a:lnTo>
                  <a:lnTo>
                    <a:pt x="890333" y="0"/>
                  </a:lnTo>
                  <a:close/>
                </a:path>
                <a:path w="2357754" h="3175">
                  <a:moveTo>
                    <a:pt x="2357653" y="0"/>
                  </a:moveTo>
                  <a:lnTo>
                    <a:pt x="2353843" y="0"/>
                  </a:lnTo>
                  <a:lnTo>
                    <a:pt x="2353843" y="2552"/>
                  </a:lnTo>
                  <a:lnTo>
                    <a:pt x="2357653" y="2552"/>
                  </a:lnTo>
                  <a:lnTo>
                    <a:pt x="2357653" y="0"/>
                  </a:lnTo>
                  <a:close/>
                </a:path>
              </a:pathLst>
            </a:custGeom>
            <a:solidFill>
              <a:srgbClr val="1A1A1A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636703" y="4423468"/>
              <a:ext cx="2369185" cy="2152650"/>
            </a:xfrm>
            <a:custGeom>
              <a:avLst/>
              <a:gdLst/>
              <a:ahLst/>
              <a:cxnLst/>
              <a:rect l="l" t="t" r="r" b="b"/>
              <a:pathLst>
                <a:path w="2369184" h="2152650">
                  <a:moveTo>
                    <a:pt x="2369129" y="2152353"/>
                  </a:moveTo>
                  <a:lnTo>
                    <a:pt x="0" y="2152353"/>
                  </a:lnTo>
                </a:path>
                <a:path w="2369184" h="2152650">
                  <a:moveTo>
                    <a:pt x="2369129" y="1793632"/>
                  </a:moveTo>
                  <a:lnTo>
                    <a:pt x="0" y="1793632"/>
                  </a:lnTo>
                </a:path>
                <a:path w="2369184" h="2152650">
                  <a:moveTo>
                    <a:pt x="2369129" y="1434885"/>
                  </a:moveTo>
                  <a:lnTo>
                    <a:pt x="0" y="1434885"/>
                  </a:lnTo>
                </a:path>
                <a:path w="2369184" h="2152650">
                  <a:moveTo>
                    <a:pt x="2369129" y="1076189"/>
                  </a:moveTo>
                  <a:lnTo>
                    <a:pt x="0" y="1076189"/>
                  </a:lnTo>
                </a:path>
                <a:path w="2369184" h="2152650">
                  <a:moveTo>
                    <a:pt x="2369129" y="717442"/>
                  </a:moveTo>
                  <a:lnTo>
                    <a:pt x="0" y="717442"/>
                  </a:lnTo>
                </a:path>
                <a:path w="2369184" h="2152650">
                  <a:moveTo>
                    <a:pt x="2369128" y="358746"/>
                  </a:moveTo>
                  <a:lnTo>
                    <a:pt x="0" y="358746"/>
                  </a:lnTo>
                </a:path>
                <a:path w="2369184" h="2152650">
                  <a:moveTo>
                    <a:pt x="236912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635428" y="4422203"/>
              <a:ext cx="2371725" cy="2155190"/>
            </a:xfrm>
            <a:custGeom>
              <a:avLst/>
              <a:gdLst/>
              <a:ahLst/>
              <a:cxnLst/>
              <a:rect l="l" t="t" r="r" b="b"/>
              <a:pathLst>
                <a:path w="2371725" h="2155190">
                  <a:moveTo>
                    <a:pt x="2371674" y="0"/>
                  </a:moveTo>
                  <a:lnTo>
                    <a:pt x="2370391" y="0"/>
                  </a:lnTo>
                  <a:lnTo>
                    <a:pt x="2369121" y="0"/>
                  </a:lnTo>
                  <a:lnTo>
                    <a:pt x="2369121" y="2540"/>
                  </a:lnTo>
                  <a:lnTo>
                    <a:pt x="2369121" y="26250"/>
                  </a:lnTo>
                  <a:lnTo>
                    <a:pt x="2369121" y="358749"/>
                  </a:lnTo>
                  <a:lnTo>
                    <a:pt x="2345436" y="358749"/>
                  </a:lnTo>
                  <a:lnTo>
                    <a:pt x="2345436" y="361289"/>
                  </a:lnTo>
                  <a:lnTo>
                    <a:pt x="2369121" y="361289"/>
                  </a:lnTo>
                  <a:lnTo>
                    <a:pt x="2369121" y="717435"/>
                  </a:lnTo>
                  <a:lnTo>
                    <a:pt x="2345436" y="717435"/>
                  </a:lnTo>
                  <a:lnTo>
                    <a:pt x="2345436" y="719988"/>
                  </a:lnTo>
                  <a:lnTo>
                    <a:pt x="2369121" y="719988"/>
                  </a:lnTo>
                  <a:lnTo>
                    <a:pt x="2369121" y="1076185"/>
                  </a:lnTo>
                  <a:lnTo>
                    <a:pt x="2345436" y="1076185"/>
                  </a:lnTo>
                  <a:lnTo>
                    <a:pt x="2345436" y="1078738"/>
                  </a:lnTo>
                  <a:lnTo>
                    <a:pt x="2369121" y="1078738"/>
                  </a:lnTo>
                  <a:lnTo>
                    <a:pt x="2369121" y="1434884"/>
                  </a:lnTo>
                  <a:lnTo>
                    <a:pt x="2345436" y="1434884"/>
                  </a:lnTo>
                  <a:lnTo>
                    <a:pt x="2345436" y="1437436"/>
                  </a:lnTo>
                  <a:lnTo>
                    <a:pt x="2369121" y="1437436"/>
                  </a:lnTo>
                  <a:lnTo>
                    <a:pt x="2369121" y="1793633"/>
                  </a:lnTo>
                  <a:lnTo>
                    <a:pt x="2345436" y="1793633"/>
                  </a:lnTo>
                  <a:lnTo>
                    <a:pt x="2345436" y="1796173"/>
                  </a:lnTo>
                  <a:lnTo>
                    <a:pt x="2369121" y="1796173"/>
                  </a:lnTo>
                  <a:lnTo>
                    <a:pt x="2369121" y="2128647"/>
                  </a:lnTo>
                  <a:lnTo>
                    <a:pt x="2369121" y="2152345"/>
                  </a:lnTo>
                  <a:lnTo>
                    <a:pt x="2345436" y="2152345"/>
                  </a:lnTo>
                  <a:lnTo>
                    <a:pt x="1779384" y="2152345"/>
                  </a:lnTo>
                  <a:lnTo>
                    <a:pt x="1779384" y="2128647"/>
                  </a:lnTo>
                  <a:lnTo>
                    <a:pt x="1776844" y="2128647"/>
                  </a:lnTo>
                  <a:lnTo>
                    <a:pt x="1776844" y="2152345"/>
                  </a:lnTo>
                  <a:lnTo>
                    <a:pt x="1187107" y="2152345"/>
                  </a:lnTo>
                  <a:lnTo>
                    <a:pt x="1187107" y="2128647"/>
                  </a:lnTo>
                  <a:lnTo>
                    <a:pt x="1184554" y="2128647"/>
                  </a:lnTo>
                  <a:lnTo>
                    <a:pt x="1184554" y="2152345"/>
                  </a:lnTo>
                  <a:lnTo>
                    <a:pt x="594829" y="2152345"/>
                  </a:lnTo>
                  <a:lnTo>
                    <a:pt x="594829" y="2128647"/>
                  </a:lnTo>
                  <a:lnTo>
                    <a:pt x="592277" y="2128647"/>
                  </a:lnTo>
                  <a:lnTo>
                    <a:pt x="592277" y="2152345"/>
                  </a:lnTo>
                  <a:lnTo>
                    <a:pt x="26238" y="2152345"/>
                  </a:lnTo>
                  <a:lnTo>
                    <a:pt x="14389" y="2152345"/>
                  </a:lnTo>
                  <a:lnTo>
                    <a:pt x="2540" y="2152345"/>
                  </a:lnTo>
                  <a:lnTo>
                    <a:pt x="2540" y="2128647"/>
                  </a:lnTo>
                  <a:lnTo>
                    <a:pt x="2540" y="2046909"/>
                  </a:lnTo>
                  <a:lnTo>
                    <a:pt x="14389" y="2046909"/>
                  </a:lnTo>
                  <a:lnTo>
                    <a:pt x="14389" y="2044357"/>
                  </a:lnTo>
                  <a:lnTo>
                    <a:pt x="2540" y="2044357"/>
                  </a:lnTo>
                  <a:lnTo>
                    <a:pt x="2540" y="1983740"/>
                  </a:lnTo>
                  <a:lnTo>
                    <a:pt x="14389" y="1983740"/>
                  </a:lnTo>
                  <a:lnTo>
                    <a:pt x="14389" y="1981200"/>
                  </a:lnTo>
                  <a:lnTo>
                    <a:pt x="2540" y="1981200"/>
                  </a:lnTo>
                  <a:lnTo>
                    <a:pt x="2540" y="1938896"/>
                  </a:lnTo>
                  <a:lnTo>
                    <a:pt x="14389" y="1938896"/>
                  </a:lnTo>
                  <a:lnTo>
                    <a:pt x="14389" y="1936356"/>
                  </a:lnTo>
                  <a:lnTo>
                    <a:pt x="2540" y="1936356"/>
                  </a:lnTo>
                  <a:lnTo>
                    <a:pt x="2540" y="1904136"/>
                  </a:lnTo>
                  <a:lnTo>
                    <a:pt x="14389" y="1904136"/>
                  </a:lnTo>
                  <a:lnTo>
                    <a:pt x="14389" y="1901583"/>
                  </a:lnTo>
                  <a:lnTo>
                    <a:pt x="2540" y="1901583"/>
                  </a:lnTo>
                  <a:lnTo>
                    <a:pt x="2540" y="1875751"/>
                  </a:lnTo>
                  <a:lnTo>
                    <a:pt x="14389" y="1875751"/>
                  </a:lnTo>
                  <a:lnTo>
                    <a:pt x="14389" y="1873199"/>
                  </a:lnTo>
                  <a:lnTo>
                    <a:pt x="2540" y="1873199"/>
                  </a:lnTo>
                  <a:lnTo>
                    <a:pt x="2540" y="1851736"/>
                  </a:lnTo>
                  <a:lnTo>
                    <a:pt x="14389" y="1851736"/>
                  </a:lnTo>
                  <a:lnTo>
                    <a:pt x="14389" y="1849183"/>
                  </a:lnTo>
                  <a:lnTo>
                    <a:pt x="2540" y="1849183"/>
                  </a:lnTo>
                  <a:lnTo>
                    <a:pt x="2540" y="1830946"/>
                  </a:lnTo>
                  <a:lnTo>
                    <a:pt x="14389" y="1830946"/>
                  </a:lnTo>
                  <a:lnTo>
                    <a:pt x="14389" y="1828393"/>
                  </a:lnTo>
                  <a:lnTo>
                    <a:pt x="2540" y="1828393"/>
                  </a:lnTo>
                  <a:lnTo>
                    <a:pt x="2540" y="1812594"/>
                  </a:lnTo>
                  <a:lnTo>
                    <a:pt x="14389" y="1812594"/>
                  </a:lnTo>
                  <a:lnTo>
                    <a:pt x="14389" y="1810042"/>
                  </a:lnTo>
                  <a:lnTo>
                    <a:pt x="2540" y="1810042"/>
                  </a:lnTo>
                  <a:lnTo>
                    <a:pt x="2540" y="1796173"/>
                  </a:lnTo>
                  <a:lnTo>
                    <a:pt x="14389" y="1796173"/>
                  </a:lnTo>
                  <a:lnTo>
                    <a:pt x="26238" y="1796173"/>
                  </a:lnTo>
                  <a:lnTo>
                    <a:pt x="26238" y="1793633"/>
                  </a:lnTo>
                  <a:lnTo>
                    <a:pt x="14389" y="1793633"/>
                  </a:lnTo>
                  <a:lnTo>
                    <a:pt x="2540" y="1793633"/>
                  </a:lnTo>
                  <a:lnTo>
                    <a:pt x="2540" y="1688160"/>
                  </a:lnTo>
                  <a:lnTo>
                    <a:pt x="14389" y="1688160"/>
                  </a:lnTo>
                  <a:lnTo>
                    <a:pt x="14389" y="1685620"/>
                  </a:lnTo>
                  <a:lnTo>
                    <a:pt x="2540" y="1685620"/>
                  </a:lnTo>
                  <a:lnTo>
                    <a:pt x="2540" y="1625015"/>
                  </a:lnTo>
                  <a:lnTo>
                    <a:pt x="14389" y="1625015"/>
                  </a:lnTo>
                  <a:lnTo>
                    <a:pt x="14389" y="1622463"/>
                  </a:lnTo>
                  <a:lnTo>
                    <a:pt x="2540" y="1622463"/>
                  </a:lnTo>
                  <a:lnTo>
                    <a:pt x="2540" y="1580210"/>
                  </a:lnTo>
                  <a:lnTo>
                    <a:pt x="14389" y="1580210"/>
                  </a:lnTo>
                  <a:lnTo>
                    <a:pt x="14389" y="1577657"/>
                  </a:lnTo>
                  <a:lnTo>
                    <a:pt x="2540" y="1577657"/>
                  </a:lnTo>
                  <a:lnTo>
                    <a:pt x="2540" y="1545437"/>
                  </a:lnTo>
                  <a:lnTo>
                    <a:pt x="14389" y="1545437"/>
                  </a:lnTo>
                  <a:lnTo>
                    <a:pt x="14389" y="1542897"/>
                  </a:lnTo>
                  <a:lnTo>
                    <a:pt x="2540" y="1542897"/>
                  </a:lnTo>
                  <a:lnTo>
                    <a:pt x="2540" y="1517053"/>
                  </a:lnTo>
                  <a:lnTo>
                    <a:pt x="14389" y="1517053"/>
                  </a:lnTo>
                  <a:lnTo>
                    <a:pt x="14389" y="1514500"/>
                  </a:lnTo>
                  <a:lnTo>
                    <a:pt x="2540" y="1514500"/>
                  </a:lnTo>
                  <a:lnTo>
                    <a:pt x="2540" y="1493037"/>
                  </a:lnTo>
                  <a:lnTo>
                    <a:pt x="14389" y="1493037"/>
                  </a:lnTo>
                  <a:lnTo>
                    <a:pt x="14389" y="1490497"/>
                  </a:lnTo>
                  <a:lnTo>
                    <a:pt x="2540" y="1490497"/>
                  </a:lnTo>
                  <a:lnTo>
                    <a:pt x="2540" y="1472196"/>
                  </a:lnTo>
                  <a:lnTo>
                    <a:pt x="14389" y="1472196"/>
                  </a:lnTo>
                  <a:lnTo>
                    <a:pt x="14389" y="1469644"/>
                  </a:lnTo>
                  <a:lnTo>
                    <a:pt x="2540" y="1469644"/>
                  </a:lnTo>
                  <a:lnTo>
                    <a:pt x="2540" y="1453845"/>
                  </a:lnTo>
                  <a:lnTo>
                    <a:pt x="14389" y="1453845"/>
                  </a:lnTo>
                  <a:lnTo>
                    <a:pt x="14389" y="1451292"/>
                  </a:lnTo>
                  <a:lnTo>
                    <a:pt x="2540" y="1451292"/>
                  </a:lnTo>
                  <a:lnTo>
                    <a:pt x="2540" y="1437436"/>
                  </a:lnTo>
                  <a:lnTo>
                    <a:pt x="14389" y="1437436"/>
                  </a:lnTo>
                  <a:lnTo>
                    <a:pt x="26238" y="1437436"/>
                  </a:lnTo>
                  <a:lnTo>
                    <a:pt x="26238" y="1434884"/>
                  </a:lnTo>
                  <a:lnTo>
                    <a:pt x="14389" y="1434884"/>
                  </a:lnTo>
                  <a:lnTo>
                    <a:pt x="2540" y="1434884"/>
                  </a:lnTo>
                  <a:lnTo>
                    <a:pt x="2540" y="1329474"/>
                  </a:lnTo>
                  <a:lnTo>
                    <a:pt x="14389" y="1329474"/>
                  </a:lnTo>
                  <a:lnTo>
                    <a:pt x="14389" y="1326921"/>
                  </a:lnTo>
                  <a:lnTo>
                    <a:pt x="2540" y="1326921"/>
                  </a:lnTo>
                  <a:lnTo>
                    <a:pt x="2540" y="1266317"/>
                  </a:lnTo>
                  <a:lnTo>
                    <a:pt x="14389" y="1266317"/>
                  </a:lnTo>
                  <a:lnTo>
                    <a:pt x="14389" y="1263764"/>
                  </a:lnTo>
                  <a:lnTo>
                    <a:pt x="2540" y="1263764"/>
                  </a:lnTo>
                  <a:lnTo>
                    <a:pt x="2540" y="1221460"/>
                  </a:lnTo>
                  <a:lnTo>
                    <a:pt x="14389" y="1221460"/>
                  </a:lnTo>
                  <a:lnTo>
                    <a:pt x="14389" y="1218907"/>
                  </a:lnTo>
                  <a:lnTo>
                    <a:pt x="2540" y="1218907"/>
                  </a:lnTo>
                  <a:lnTo>
                    <a:pt x="2540" y="1186700"/>
                  </a:lnTo>
                  <a:lnTo>
                    <a:pt x="14389" y="1186700"/>
                  </a:lnTo>
                  <a:lnTo>
                    <a:pt x="14389" y="1184148"/>
                  </a:lnTo>
                  <a:lnTo>
                    <a:pt x="2540" y="1184148"/>
                  </a:lnTo>
                  <a:lnTo>
                    <a:pt x="2540" y="1158303"/>
                  </a:lnTo>
                  <a:lnTo>
                    <a:pt x="14389" y="1158303"/>
                  </a:lnTo>
                  <a:lnTo>
                    <a:pt x="14389" y="1155750"/>
                  </a:lnTo>
                  <a:lnTo>
                    <a:pt x="2540" y="1155750"/>
                  </a:lnTo>
                  <a:lnTo>
                    <a:pt x="2540" y="1134300"/>
                  </a:lnTo>
                  <a:lnTo>
                    <a:pt x="14389" y="1134300"/>
                  </a:lnTo>
                  <a:lnTo>
                    <a:pt x="14389" y="1131747"/>
                  </a:lnTo>
                  <a:lnTo>
                    <a:pt x="2540" y="1131747"/>
                  </a:lnTo>
                  <a:lnTo>
                    <a:pt x="2540" y="1113497"/>
                  </a:lnTo>
                  <a:lnTo>
                    <a:pt x="14389" y="1113497"/>
                  </a:lnTo>
                  <a:lnTo>
                    <a:pt x="14389" y="1110945"/>
                  </a:lnTo>
                  <a:lnTo>
                    <a:pt x="2540" y="1110945"/>
                  </a:lnTo>
                  <a:lnTo>
                    <a:pt x="2540" y="1095146"/>
                  </a:lnTo>
                  <a:lnTo>
                    <a:pt x="14389" y="1095146"/>
                  </a:lnTo>
                  <a:lnTo>
                    <a:pt x="14389" y="1092593"/>
                  </a:lnTo>
                  <a:lnTo>
                    <a:pt x="2540" y="1092593"/>
                  </a:lnTo>
                  <a:lnTo>
                    <a:pt x="2540" y="1078738"/>
                  </a:lnTo>
                  <a:lnTo>
                    <a:pt x="14389" y="1078738"/>
                  </a:lnTo>
                  <a:lnTo>
                    <a:pt x="26238" y="1078738"/>
                  </a:lnTo>
                  <a:lnTo>
                    <a:pt x="26238" y="1076185"/>
                  </a:lnTo>
                  <a:lnTo>
                    <a:pt x="14389" y="1076185"/>
                  </a:lnTo>
                  <a:lnTo>
                    <a:pt x="2540" y="1076185"/>
                  </a:lnTo>
                  <a:lnTo>
                    <a:pt x="2540" y="970724"/>
                  </a:lnTo>
                  <a:lnTo>
                    <a:pt x="14389" y="970724"/>
                  </a:lnTo>
                  <a:lnTo>
                    <a:pt x="14389" y="968171"/>
                  </a:lnTo>
                  <a:lnTo>
                    <a:pt x="2540" y="968171"/>
                  </a:lnTo>
                  <a:lnTo>
                    <a:pt x="2540" y="907567"/>
                  </a:lnTo>
                  <a:lnTo>
                    <a:pt x="14389" y="907567"/>
                  </a:lnTo>
                  <a:lnTo>
                    <a:pt x="14389" y="905014"/>
                  </a:lnTo>
                  <a:lnTo>
                    <a:pt x="2540" y="905014"/>
                  </a:lnTo>
                  <a:lnTo>
                    <a:pt x="2540" y="862761"/>
                  </a:lnTo>
                  <a:lnTo>
                    <a:pt x="14389" y="862761"/>
                  </a:lnTo>
                  <a:lnTo>
                    <a:pt x="14389" y="860209"/>
                  </a:lnTo>
                  <a:lnTo>
                    <a:pt x="2540" y="860209"/>
                  </a:lnTo>
                  <a:lnTo>
                    <a:pt x="2540" y="828001"/>
                  </a:lnTo>
                  <a:lnTo>
                    <a:pt x="14389" y="828001"/>
                  </a:lnTo>
                  <a:lnTo>
                    <a:pt x="14389" y="825449"/>
                  </a:lnTo>
                  <a:lnTo>
                    <a:pt x="2540" y="825449"/>
                  </a:lnTo>
                  <a:lnTo>
                    <a:pt x="2540" y="799604"/>
                  </a:lnTo>
                  <a:lnTo>
                    <a:pt x="14389" y="799604"/>
                  </a:lnTo>
                  <a:lnTo>
                    <a:pt x="14389" y="797064"/>
                  </a:lnTo>
                  <a:lnTo>
                    <a:pt x="2540" y="797064"/>
                  </a:lnTo>
                  <a:lnTo>
                    <a:pt x="2540" y="775601"/>
                  </a:lnTo>
                  <a:lnTo>
                    <a:pt x="14389" y="775601"/>
                  </a:lnTo>
                  <a:lnTo>
                    <a:pt x="14389" y="773049"/>
                  </a:lnTo>
                  <a:lnTo>
                    <a:pt x="2540" y="773049"/>
                  </a:lnTo>
                  <a:lnTo>
                    <a:pt x="2540" y="754748"/>
                  </a:lnTo>
                  <a:lnTo>
                    <a:pt x="14389" y="754748"/>
                  </a:lnTo>
                  <a:lnTo>
                    <a:pt x="14389" y="752208"/>
                  </a:lnTo>
                  <a:lnTo>
                    <a:pt x="2540" y="752208"/>
                  </a:lnTo>
                  <a:lnTo>
                    <a:pt x="2540" y="736396"/>
                  </a:lnTo>
                  <a:lnTo>
                    <a:pt x="14389" y="736396"/>
                  </a:lnTo>
                  <a:lnTo>
                    <a:pt x="14389" y="733856"/>
                  </a:lnTo>
                  <a:lnTo>
                    <a:pt x="2540" y="733856"/>
                  </a:lnTo>
                  <a:lnTo>
                    <a:pt x="2540" y="719988"/>
                  </a:lnTo>
                  <a:lnTo>
                    <a:pt x="14389" y="719988"/>
                  </a:lnTo>
                  <a:lnTo>
                    <a:pt x="26238" y="719988"/>
                  </a:lnTo>
                  <a:lnTo>
                    <a:pt x="26238" y="717435"/>
                  </a:lnTo>
                  <a:lnTo>
                    <a:pt x="14389" y="717435"/>
                  </a:lnTo>
                  <a:lnTo>
                    <a:pt x="2540" y="717435"/>
                  </a:lnTo>
                  <a:lnTo>
                    <a:pt x="2540" y="612025"/>
                  </a:lnTo>
                  <a:lnTo>
                    <a:pt x="14389" y="612025"/>
                  </a:lnTo>
                  <a:lnTo>
                    <a:pt x="14389" y="609473"/>
                  </a:lnTo>
                  <a:lnTo>
                    <a:pt x="2540" y="609473"/>
                  </a:lnTo>
                  <a:lnTo>
                    <a:pt x="2540" y="548868"/>
                  </a:lnTo>
                  <a:lnTo>
                    <a:pt x="14389" y="548868"/>
                  </a:lnTo>
                  <a:lnTo>
                    <a:pt x="14389" y="546328"/>
                  </a:lnTo>
                  <a:lnTo>
                    <a:pt x="2540" y="546328"/>
                  </a:lnTo>
                  <a:lnTo>
                    <a:pt x="2540" y="504012"/>
                  </a:lnTo>
                  <a:lnTo>
                    <a:pt x="14389" y="504012"/>
                  </a:lnTo>
                  <a:lnTo>
                    <a:pt x="14389" y="501472"/>
                  </a:lnTo>
                  <a:lnTo>
                    <a:pt x="2540" y="501472"/>
                  </a:lnTo>
                  <a:lnTo>
                    <a:pt x="2540" y="469252"/>
                  </a:lnTo>
                  <a:lnTo>
                    <a:pt x="14389" y="469252"/>
                  </a:lnTo>
                  <a:lnTo>
                    <a:pt x="14389" y="466699"/>
                  </a:lnTo>
                  <a:lnTo>
                    <a:pt x="2540" y="466699"/>
                  </a:lnTo>
                  <a:lnTo>
                    <a:pt x="2540" y="440855"/>
                  </a:lnTo>
                  <a:lnTo>
                    <a:pt x="14389" y="440855"/>
                  </a:lnTo>
                  <a:lnTo>
                    <a:pt x="14389" y="438315"/>
                  </a:lnTo>
                  <a:lnTo>
                    <a:pt x="2540" y="438315"/>
                  </a:lnTo>
                  <a:lnTo>
                    <a:pt x="2540" y="361289"/>
                  </a:lnTo>
                  <a:lnTo>
                    <a:pt x="26238" y="361289"/>
                  </a:lnTo>
                  <a:lnTo>
                    <a:pt x="26238" y="358749"/>
                  </a:lnTo>
                  <a:lnTo>
                    <a:pt x="2540" y="358749"/>
                  </a:lnTo>
                  <a:lnTo>
                    <a:pt x="2540" y="26250"/>
                  </a:lnTo>
                  <a:lnTo>
                    <a:pt x="2540" y="2540"/>
                  </a:lnTo>
                  <a:lnTo>
                    <a:pt x="26238" y="2540"/>
                  </a:lnTo>
                  <a:lnTo>
                    <a:pt x="592277" y="2540"/>
                  </a:lnTo>
                  <a:lnTo>
                    <a:pt x="592277" y="26250"/>
                  </a:lnTo>
                  <a:lnTo>
                    <a:pt x="594829" y="26250"/>
                  </a:lnTo>
                  <a:lnTo>
                    <a:pt x="594829" y="2540"/>
                  </a:lnTo>
                  <a:lnTo>
                    <a:pt x="1184554" y="2540"/>
                  </a:lnTo>
                  <a:lnTo>
                    <a:pt x="1184554" y="26250"/>
                  </a:lnTo>
                  <a:lnTo>
                    <a:pt x="1187107" y="26250"/>
                  </a:lnTo>
                  <a:lnTo>
                    <a:pt x="1187107" y="2540"/>
                  </a:lnTo>
                  <a:lnTo>
                    <a:pt x="1776844" y="2540"/>
                  </a:lnTo>
                  <a:lnTo>
                    <a:pt x="1776844" y="26250"/>
                  </a:lnTo>
                  <a:lnTo>
                    <a:pt x="1779384" y="26250"/>
                  </a:lnTo>
                  <a:lnTo>
                    <a:pt x="1779384" y="2540"/>
                  </a:lnTo>
                  <a:lnTo>
                    <a:pt x="2345436" y="2540"/>
                  </a:lnTo>
                  <a:lnTo>
                    <a:pt x="2369121" y="2540"/>
                  </a:lnTo>
                  <a:lnTo>
                    <a:pt x="2369121" y="0"/>
                  </a:lnTo>
                  <a:lnTo>
                    <a:pt x="2345436" y="0"/>
                  </a:lnTo>
                  <a:lnTo>
                    <a:pt x="26238" y="0"/>
                  </a:lnTo>
                  <a:lnTo>
                    <a:pt x="1270" y="0"/>
                  </a:lnTo>
                  <a:lnTo>
                    <a:pt x="0" y="12"/>
                  </a:lnTo>
                  <a:lnTo>
                    <a:pt x="0" y="1270"/>
                  </a:lnTo>
                  <a:lnTo>
                    <a:pt x="0" y="26250"/>
                  </a:lnTo>
                  <a:lnTo>
                    <a:pt x="0" y="2128647"/>
                  </a:lnTo>
                  <a:lnTo>
                    <a:pt x="0" y="2153615"/>
                  </a:lnTo>
                  <a:lnTo>
                    <a:pt x="1270" y="2153615"/>
                  </a:lnTo>
                  <a:lnTo>
                    <a:pt x="1270" y="2154898"/>
                  </a:lnTo>
                  <a:lnTo>
                    <a:pt x="14389" y="2154898"/>
                  </a:lnTo>
                  <a:lnTo>
                    <a:pt x="26238" y="2154898"/>
                  </a:lnTo>
                  <a:lnTo>
                    <a:pt x="2345436" y="2154898"/>
                  </a:lnTo>
                  <a:lnTo>
                    <a:pt x="2370404" y="2154898"/>
                  </a:lnTo>
                  <a:lnTo>
                    <a:pt x="2371674" y="2154898"/>
                  </a:lnTo>
                  <a:lnTo>
                    <a:pt x="2371674" y="2153615"/>
                  </a:lnTo>
                  <a:lnTo>
                    <a:pt x="2371674" y="1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636698" y="4422203"/>
              <a:ext cx="2369185" cy="2155190"/>
            </a:xfrm>
            <a:custGeom>
              <a:avLst/>
              <a:gdLst/>
              <a:ahLst/>
              <a:cxnLst/>
              <a:rect l="l" t="t" r="r" b="b"/>
              <a:pathLst>
                <a:path w="2369184" h="2155190">
                  <a:moveTo>
                    <a:pt x="13119" y="438315"/>
                  </a:moveTo>
                  <a:lnTo>
                    <a:pt x="0" y="438315"/>
                  </a:lnTo>
                  <a:lnTo>
                    <a:pt x="0" y="440855"/>
                  </a:lnTo>
                  <a:lnTo>
                    <a:pt x="13119" y="440855"/>
                  </a:lnTo>
                  <a:lnTo>
                    <a:pt x="13119" y="438315"/>
                  </a:lnTo>
                  <a:close/>
                </a:path>
                <a:path w="2369184" h="2155190">
                  <a:moveTo>
                    <a:pt x="13119" y="414299"/>
                  </a:moveTo>
                  <a:lnTo>
                    <a:pt x="0" y="414299"/>
                  </a:lnTo>
                  <a:lnTo>
                    <a:pt x="0" y="416852"/>
                  </a:lnTo>
                  <a:lnTo>
                    <a:pt x="13119" y="416852"/>
                  </a:lnTo>
                  <a:lnTo>
                    <a:pt x="13119" y="414299"/>
                  </a:lnTo>
                  <a:close/>
                </a:path>
                <a:path w="2369184" h="2155190">
                  <a:moveTo>
                    <a:pt x="13119" y="393509"/>
                  </a:moveTo>
                  <a:lnTo>
                    <a:pt x="0" y="393509"/>
                  </a:lnTo>
                  <a:lnTo>
                    <a:pt x="0" y="396062"/>
                  </a:lnTo>
                  <a:lnTo>
                    <a:pt x="13119" y="396062"/>
                  </a:lnTo>
                  <a:lnTo>
                    <a:pt x="13119" y="393509"/>
                  </a:lnTo>
                  <a:close/>
                </a:path>
                <a:path w="2369184" h="2155190">
                  <a:moveTo>
                    <a:pt x="13119" y="375158"/>
                  </a:moveTo>
                  <a:lnTo>
                    <a:pt x="0" y="375158"/>
                  </a:lnTo>
                  <a:lnTo>
                    <a:pt x="0" y="377710"/>
                  </a:lnTo>
                  <a:lnTo>
                    <a:pt x="13119" y="377710"/>
                  </a:lnTo>
                  <a:lnTo>
                    <a:pt x="13119" y="375158"/>
                  </a:lnTo>
                  <a:close/>
                </a:path>
                <a:path w="2369184" h="2155190">
                  <a:moveTo>
                    <a:pt x="13119" y="358749"/>
                  </a:moveTo>
                  <a:lnTo>
                    <a:pt x="0" y="358749"/>
                  </a:lnTo>
                  <a:lnTo>
                    <a:pt x="0" y="361289"/>
                  </a:lnTo>
                  <a:lnTo>
                    <a:pt x="13119" y="361289"/>
                  </a:lnTo>
                  <a:lnTo>
                    <a:pt x="13119" y="358749"/>
                  </a:lnTo>
                  <a:close/>
                </a:path>
                <a:path w="2369184" h="2155190">
                  <a:moveTo>
                    <a:pt x="13119" y="250736"/>
                  </a:moveTo>
                  <a:lnTo>
                    <a:pt x="0" y="250736"/>
                  </a:lnTo>
                  <a:lnTo>
                    <a:pt x="0" y="253276"/>
                  </a:lnTo>
                  <a:lnTo>
                    <a:pt x="13119" y="253276"/>
                  </a:lnTo>
                  <a:lnTo>
                    <a:pt x="13119" y="250736"/>
                  </a:lnTo>
                  <a:close/>
                </a:path>
                <a:path w="2369184" h="2155190">
                  <a:moveTo>
                    <a:pt x="13119" y="187579"/>
                  </a:moveTo>
                  <a:lnTo>
                    <a:pt x="0" y="187579"/>
                  </a:lnTo>
                  <a:lnTo>
                    <a:pt x="0" y="190131"/>
                  </a:lnTo>
                  <a:lnTo>
                    <a:pt x="13119" y="190131"/>
                  </a:lnTo>
                  <a:lnTo>
                    <a:pt x="13119" y="187579"/>
                  </a:lnTo>
                  <a:close/>
                </a:path>
                <a:path w="2369184" h="2155190">
                  <a:moveTo>
                    <a:pt x="13119" y="142773"/>
                  </a:moveTo>
                  <a:lnTo>
                    <a:pt x="0" y="142773"/>
                  </a:lnTo>
                  <a:lnTo>
                    <a:pt x="0" y="145326"/>
                  </a:lnTo>
                  <a:lnTo>
                    <a:pt x="13119" y="145326"/>
                  </a:lnTo>
                  <a:lnTo>
                    <a:pt x="13119" y="142773"/>
                  </a:lnTo>
                  <a:close/>
                </a:path>
                <a:path w="2369184" h="2155190">
                  <a:moveTo>
                    <a:pt x="13119" y="108013"/>
                  </a:moveTo>
                  <a:lnTo>
                    <a:pt x="0" y="108013"/>
                  </a:lnTo>
                  <a:lnTo>
                    <a:pt x="0" y="110553"/>
                  </a:lnTo>
                  <a:lnTo>
                    <a:pt x="13119" y="110553"/>
                  </a:lnTo>
                  <a:lnTo>
                    <a:pt x="13119" y="108013"/>
                  </a:lnTo>
                  <a:close/>
                </a:path>
                <a:path w="2369184" h="2155190">
                  <a:moveTo>
                    <a:pt x="13119" y="79616"/>
                  </a:moveTo>
                  <a:lnTo>
                    <a:pt x="0" y="79616"/>
                  </a:lnTo>
                  <a:lnTo>
                    <a:pt x="0" y="82169"/>
                  </a:lnTo>
                  <a:lnTo>
                    <a:pt x="13119" y="82169"/>
                  </a:lnTo>
                  <a:lnTo>
                    <a:pt x="13119" y="79616"/>
                  </a:lnTo>
                  <a:close/>
                </a:path>
                <a:path w="2369184" h="2155190">
                  <a:moveTo>
                    <a:pt x="13119" y="55613"/>
                  </a:moveTo>
                  <a:lnTo>
                    <a:pt x="0" y="55613"/>
                  </a:lnTo>
                  <a:lnTo>
                    <a:pt x="0" y="58153"/>
                  </a:lnTo>
                  <a:lnTo>
                    <a:pt x="13119" y="58153"/>
                  </a:lnTo>
                  <a:lnTo>
                    <a:pt x="13119" y="55613"/>
                  </a:lnTo>
                  <a:close/>
                </a:path>
                <a:path w="2369184" h="2155190">
                  <a:moveTo>
                    <a:pt x="13119" y="34759"/>
                  </a:moveTo>
                  <a:lnTo>
                    <a:pt x="0" y="34759"/>
                  </a:lnTo>
                  <a:lnTo>
                    <a:pt x="0" y="37312"/>
                  </a:lnTo>
                  <a:lnTo>
                    <a:pt x="13119" y="37312"/>
                  </a:lnTo>
                  <a:lnTo>
                    <a:pt x="13119" y="34759"/>
                  </a:lnTo>
                  <a:close/>
                </a:path>
                <a:path w="2369184" h="2155190">
                  <a:moveTo>
                    <a:pt x="13119" y="16408"/>
                  </a:moveTo>
                  <a:lnTo>
                    <a:pt x="0" y="16408"/>
                  </a:lnTo>
                  <a:lnTo>
                    <a:pt x="0" y="18961"/>
                  </a:lnTo>
                  <a:lnTo>
                    <a:pt x="13119" y="18961"/>
                  </a:lnTo>
                  <a:lnTo>
                    <a:pt x="13119" y="16408"/>
                  </a:lnTo>
                  <a:close/>
                </a:path>
                <a:path w="2369184" h="2155190">
                  <a:moveTo>
                    <a:pt x="13119" y="0"/>
                  </a:moveTo>
                  <a:lnTo>
                    <a:pt x="0" y="0"/>
                  </a:lnTo>
                  <a:lnTo>
                    <a:pt x="0" y="2540"/>
                  </a:lnTo>
                  <a:lnTo>
                    <a:pt x="13119" y="2540"/>
                  </a:lnTo>
                  <a:lnTo>
                    <a:pt x="13119" y="0"/>
                  </a:lnTo>
                  <a:close/>
                </a:path>
                <a:path w="2369184" h="2155190">
                  <a:moveTo>
                    <a:pt x="2369108" y="2152345"/>
                  </a:moveTo>
                  <a:lnTo>
                    <a:pt x="2355989" y="2152345"/>
                  </a:lnTo>
                  <a:lnTo>
                    <a:pt x="2355989" y="2154898"/>
                  </a:lnTo>
                  <a:lnTo>
                    <a:pt x="2369108" y="2154898"/>
                  </a:lnTo>
                  <a:lnTo>
                    <a:pt x="2369108" y="2152345"/>
                  </a:lnTo>
                  <a:close/>
                </a:path>
                <a:path w="2369184" h="2155190">
                  <a:moveTo>
                    <a:pt x="2369108" y="2044357"/>
                  </a:moveTo>
                  <a:lnTo>
                    <a:pt x="2355989" y="2044357"/>
                  </a:lnTo>
                  <a:lnTo>
                    <a:pt x="2355989" y="2046909"/>
                  </a:lnTo>
                  <a:lnTo>
                    <a:pt x="2369108" y="2046909"/>
                  </a:lnTo>
                  <a:lnTo>
                    <a:pt x="2369108" y="2044357"/>
                  </a:lnTo>
                  <a:close/>
                </a:path>
                <a:path w="2369184" h="2155190">
                  <a:moveTo>
                    <a:pt x="2369108" y="1981200"/>
                  </a:moveTo>
                  <a:lnTo>
                    <a:pt x="2355989" y="1981200"/>
                  </a:lnTo>
                  <a:lnTo>
                    <a:pt x="2355989" y="1983740"/>
                  </a:lnTo>
                  <a:lnTo>
                    <a:pt x="2369108" y="1983740"/>
                  </a:lnTo>
                  <a:lnTo>
                    <a:pt x="2369108" y="1981200"/>
                  </a:lnTo>
                  <a:close/>
                </a:path>
                <a:path w="2369184" h="2155190">
                  <a:moveTo>
                    <a:pt x="2369108" y="1936356"/>
                  </a:moveTo>
                  <a:lnTo>
                    <a:pt x="2355989" y="1936356"/>
                  </a:lnTo>
                  <a:lnTo>
                    <a:pt x="2355989" y="1938896"/>
                  </a:lnTo>
                  <a:lnTo>
                    <a:pt x="2369108" y="1938896"/>
                  </a:lnTo>
                  <a:lnTo>
                    <a:pt x="2369108" y="1936356"/>
                  </a:lnTo>
                  <a:close/>
                </a:path>
                <a:path w="2369184" h="2155190">
                  <a:moveTo>
                    <a:pt x="2369108" y="1901583"/>
                  </a:moveTo>
                  <a:lnTo>
                    <a:pt x="2355989" y="1901583"/>
                  </a:lnTo>
                  <a:lnTo>
                    <a:pt x="2355989" y="1904136"/>
                  </a:lnTo>
                  <a:lnTo>
                    <a:pt x="2369108" y="1904136"/>
                  </a:lnTo>
                  <a:lnTo>
                    <a:pt x="2369108" y="1901583"/>
                  </a:lnTo>
                  <a:close/>
                </a:path>
                <a:path w="2369184" h="2155190">
                  <a:moveTo>
                    <a:pt x="2369108" y="1873199"/>
                  </a:moveTo>
                  <a:lnTo>
                    <a:pt x="2355989" y="1873199"/>
                  </a:lnTo>
                  <a:lnTo>
                    <a:pt x="2355989" y="1875751"/>
                  </a:lnTo>
                  <a:lnTo>
                    <a:pt x="2369108" y="1875751"/>
                  </a:lnTo>
                  <a:lnTo>
                    <a:pt x="2369108" y="1873199"/>
                  </a:lnTo>
                  <a:close/>
                </a:path>
                <a:path w="2369184" h="2155190">
                  <a:moveTo>
                    <a:pt x="2369108" y="1849183"/>
                  </a:moveTo>
                  <a:lnTo>
                    <a:pt x="2355989" y="1849183"/>
                  </a:lnTo>
                  <a:lnTo>
                    <a:pt x="2355989" y="1851736"/>
                  </a:lnTo>
                  <a:lnTo>
                    <a:pt x="2369108" y="1851736"/>
                  </a:lnTo>
                  <a:lnTo>
                    <a:pt x="2369108" y="1849183"/>
                  </a:lnTo>
                  <a:close/>
                </a:path>
                <a:path w="2369184" h="2155190">
                  <a:moveTo>
                    <a:pt x="2369108" y="1828393"/>
                  </a:moveTo>
                  <a:lnTo>
                    <a:pt x="2355989" y="1828393"/>
                  </a:lnTo>
                  <a:lnTo>
                    <a:pt x="2355989" y="1830946"/>
                  </a:lnTo>
                  <a:lnTo>
                    <a:pt x="2369108" y="1830946"/>
                  </a:lnTo>
                  <a:lnTo>
                    <a:pt x="2369108" y="1828393"/>
                  </a:lnTo>
                  <a:close/>
                </a:path>
                <a:path w="2369184" h="2155190">
                  <a:moveTo>
                    <a:pt x="2369108" y="1810042"/>
                  </a:moveTo>
                  <a:lnTo>
                    <a:pt x="2355989" y="1810042"/>
                  </a:lnTo>
                  <a:lnTo>
                    <a:pt x="2355989" y="1812594"/>
                  </a:lnTo>
                  <a:lnTo>
                    <a:pt x="2369108" y="1812594"/>
                  </a:lnTo>
                  <a:lnTo>
                    <a:pt x="2369108" y="1810042"/>
                  </a:lnTo>
                  <a:close/>
                </a:path>
                <a:path w="2369184" h="2155190">
                  <a:moveTo>
                    <a:pt x="2369108" y="1793633"/>
                  </a:moveTo>
                  <a:lnTo>
                    <a:pt x="2355989" y="1793633"/>
                  </a:lnTo>
                  <a:lnTo>
                    <a:pt x="2355989" y="1796173"/>
                  </a:lnTo>
                  <a:lnTo>
                    <a:pt x="2369108" y="1796173"/>
                  </a:lnTo>
                  <a:lnTo>
                    <a:pt x="2369108" y="1793633"/>
                  </a:lnTo>
                  <a:close/>
                </a:path>
                <a:path w="2369184" h="2155190">
                  <a:moveTo>
                    <a:pt x="2369108" y="1685620"/>
                  </a:moveTo>
                  <a:lnTo>
                    <a:pt x="2355989" y="1685620"/>
                  </a:lnTo>
                  <a:lnTo>
                    <a:pt x="2355989" y="1688160"/>
                  </a:lnTo>
                  <a:lnTo>
                    <a:pt x="2369108" y="1688160"/>
                  </a:lnTo>
                  <a:lnTo>
                    <a:pt x="2369108" y="1685620"/>
                  </a:lnTo>
                  <a:close/>
                </a:path>
                <a:path w="2369184" h="2155190">
                  <a:moveTo>
                    <a:pt x="2369108" y="1622463"/>
                  </a:moveTo>
                  <a:lnTo>
                    <a:pt x="2355989" y="1622463"/>
                  </a:lnTo>
                  <a:lnTo>
                    <a:pt x="2355989" y="1625015"/>
                  </a:lnTo>
                  <a:lnTo>
                    <a:pt x="2369108" y="1625015"/>
                  </a:lnTo>
                  <a:lnTo>
                    <a:pt x="2369108" y="1622463"/>
                  </a:lnTo>
                  <a:close/>
                </a:path>
                <a:path w="2369184" h="2155190">
                  <a:moveTo>
                    <a:pt x="2369108" y="1577657"/>
                  </a:moveTo>
                  <a:lnTo>
                    <a:pt x="2355989" y="1577657"/>
                  </a:lnTo>
                  <a:lnTo>
                    <a:pt x="2355989" y="1580210"/>
                  </a:lnTo>
                  <a:lnTo>
                    <a:pt x="2369108" y="1580210"/>
                  </a:lnTo>
                  <a:lnTo>
                    <a:pt x="2369108" y="1577657"/>
                  </a:lnTo>
                  <a:close/>
                </a:path>
                <a:path w="2369184" h="2155190">
                  <a:moveTo>
                    <a:pt x="2369108" y="1542897"/>
                  </a:moveTo>
                  <a:lnTo>
                    <a:pt x="2355977" y="1542897"/>
                  </a:lnTo>
                  <a:lnTo>
                    <a:pt x="2355977" y="1545437"/>
                  </a:lnTo>
                  <a:lnTo>
                    <a:pt x="2369108" y="1545437"/>
                  </a:lnTo>
                  <a:lnTo>
                    <a:pt x="2369108" y="1542897"/>
                  </a:lnTo>
                  <a:close/>
                </a:path>
                <a:path w="2369184" h="2155190">
                  <a:moveTo>
                    <a:pt x="2369108" y="1514500"/>
                  </a:moveTo>
                  <a:lnTo>
                    <a:pt x="2355977" y="1514500"/>
                  </a:lnTo>
                  <a:lnTo>
                    <a:pt x="2355977" y="1517053"/>
                  </a:lnTo>
                  <a:lnTo>
                    <a:pt x="2369108" y="1517053"/>
                  </a:lnTo>
                  <a:lnTo>
                    <a:pt x="2369108" y="1514500"/>
                  </a:lnTo>
                  <a:close/>
                </a:path>
                <a:path w="2369184" h="2155190">
                  <a:moveTo>
                    <a:pt x="2369108" y="1490497"/>
                  </a:moveTo>
                  <a:lnTo>
                    <a:pt x="2355977" y="1490497"/>
                  </a:lnTo>
                  <a:lnTo>
                    <a:pt x="2355977" y="1493037"/>
                  </a:lnTo>
                  <a:lnTo>
                    <a:pt x="2369108" y="1493037"/>
                  </a:lnTo>
                  <a:lnTo>
                    <a:pt x="2369108" y="1490497"/>
                  </a:lnTo>
                  <a:close/>
                </a:path>
                <a:path w="2369184" h="2155190">
                  <a:moveTo>
                    <a:pt x="2369108" y="1469644"/>
                  </a:moveTo>
                  <a:lnTo>
                    <a:pt x="2355977" y="1469644"/>
                  </a:lnTo>
                  <a:lnTo>
                    <a:pt x="2355977" y="1472196"/>
                  </a:lnTo>
                  <a:lnTo>
                    <a:pt x="2369108" y="1472196"/>
                  </a:lnTo>
                  <a:lnTo>
                    <a:pt x="2369108" y="1469644"/>
                  </a:lnTo>
                  <a:close/>
                </a:path>
                <a:path w="2369184" h="2155190">
                  <a:moveTo>
                    <a:pt x="2369108" y="1451292"/>
                  </a:moveTo>
                  <a:lnTo>
                    <a:pt x="2355977" y="1451292"/>
                  </a:lnTo>
                  <a:lnTo>
                    <a:pt x="2355977" y="1453845"/>
                  </a:lnTo>
                  <a:lnTo>
                    <a:pt x="2369108" y="1453845"/>
                  </a:lnTo>
                  <a:lnTo>
                    <a:pt x="2369108" y="1451292"/>
                  </a:lnTo>
                  <a:close/>
                </a:path>
                <a:path w="2369184" h="2155190">
                  <a:moveTo>
                    <a:pt x="2369108" y="1434884"/>
                  </a:moveTo>
                  <a:lnTo>
                    <a:pt x="2355977" y="1434884"/>
                  </a:lnTo>
                  <a:lnTo>
                    <a:pt x="2355977" y="1437436"/>
                  </a:lnTo>
                  <a:lnTo>
                    <a:pt x="2369108" y="1437436"/>
                  </a:lnTo>
                  <a:lnTo>
                    <a:pt x="2369108" y="1434884"/>
                  </a:lnTo>
                  <a:close/>
                </a:path>
                <a:path w="2369184" h="2155190">
                  <a:moveTo>
                    <a:pt x="2369108" y="1326921"/>
                  </a:moveTo>
                  <a:lnTo>
                    <a:pt x="2355977" y="1326921"/>
                  </a:lnTo>
                  <a:lnTo>
                    <a:pt x="2355977" y="1329474"/>
                  </a:lnTo>
                  <a:lnTo>
                    <a:pt x="2369108" y="1329474"/>
                  </a:lnTo>
                  <a:lnTo>
                    <a:pt x="2369108" y="1326921"/>
                  </a:lnTo>
                  <a:close/>
                </a:path>
                <a:path w="2369184" h="2155190">
                  <a:moveTo>
                    <a:pt x="2369108" y="1263764"/>
                  </a:moveTo>
                  <a:lnTo>
                    <a:pt x="2355977" y="1263764"/>
                  </a:lnTo>
                  <a:lnTo>
                    <a:pt x="2355977" y="1266317"/>
                  </a:lnTo>
                  <a:lnTo>
                    <a:pt x="2369108" y="1266317"/>
                  </a:lnTo>
                  <a:lnTo>
                    <a:pt x="2369108" y="1263764"/>
                  </a:lnTo>
                  <a:close/>
                </a:path>
                <a:path w="2369184" h="2155190">
                  <a:moveTo>
                    <a:pt x="2369108" y="1218907"/>
                  </a:moveTo>
                  <a:lnTo>
                    <a:pt x="2355977" y="1218907"/>
                  </a:lnTo>
                  <a:lnTo>
                    <a:pt x="2355977" y="1221460"/>
                  </a:lnTo>
                  <a:lnTo>
                    <a:pt x="2369108" y="1221460"/>
                  </a:lnTo>
                  <a:lnTo>
                    <a:pt x="2369108" y="1218907"/>
                  </a:lnTo>
                  <a:close/>
                </a:path>
                <a:path w="2369184" h="2155190">
                  <a:moveTo>
                    <a:pt x="2369108" y="1184148"/>
                  </a:moveTo>
                  <a:lnTo>
                    <a:pt x="2355977" y="1184148"/>
                  </a:lnTo>
                  <a:lnTo>
                    <a:pt x="2355977" y="1186700"/>
                  </a:lnTo>
                  <a:lnTo>
                    <a:pt x="2369108" y="1186700"/>
                  </a:lnTo>
                  <a:lnTo>
                    <a:pt x="2369108" y="1184148"/>
                  </a:lnTo>
                  <a:close/>
                </a:path>
                <a:path w="2369184" h="2155190">
                  <a:moveTo>
                    <a:pt x="2369108" y="1155750"/>
                  </a:moveTo>
                  <a:lnTo>
                    <a:pt x="2355977" y="1155750"/>
                  </a:lnTo>
                  <a:lnTo>
                    <a:pt x="2355977" y="1158303"/>
                  </a:lnTo>
                  <a:lnTo>
                    <a:pt x="2369108" y="1158303"/>
                  </a:lnTo>
                  <a:lnTo>
                    <a:pt x="2369108" y="1155750"/>
                  </a:lnTo>
                  <a:close/>
                </a:path>
                <a:path w="2369184" h="2155190">
                  <a:moveTo>
                    <a:pt x="2369108" y="1131747"/>
                  </a:moveTo>
                  <a:lnTo>
                    <a:pt x="2355977" y="1131747"/>
                  </a:lnTo>
                  <a:lnTo>
                    <a:pt x="2355977" y="1134300"/>
                  </a:lnTo>
                  <a:lnTo>
                    <a:pt x="2369108" y="1134300"/>
                  </a:lnTo>
                  <a:lnTo>
                    <a:pt x="2369108" y="1131747"/>
                  </a:lnTo>
                  <a:close/>
                </a:path>
                <a:path w="2369184" h="2155190">
                  <a:moveTo>
                    <a:pt x="2369108" y="1110945"/>
                  </a:moveTo>
                  <a:lnTo>
                    <a:pt x="2355977" y="1110945"/>
                  </a:lnTo>
                  <a:lnTo>
                    <a:pt x="2355977" y="1113497"/>
                  </a:lnTo>
                  <a:lnTo>
                    <a:pt x="2369108" y="1113497"/>
                  </a:lnTo>
                  <a:lnTo>
                    <a:pt x="2369108" y="1110945"/>
                  </a:lnTo>
                  <a:close/>
                </a:path>
                <a:path w="2369184" h="2155190">
                  <a:moveTo>
                    <a:pt x="2369108" y="1092593"/>
                  </a:moveTo>
                  <a:lnTo>
                    <a:pt x="2355977" y="1092593"/>
                  </a:lnTo>
                  <a:lnTo>
                    <a:pt x="2355977" y="1095146"/>
                  </a:lnTo>
                  <a:lnTo>
                    <a:pt x="2369108" y="1095146"/>
                  </a:lnTo>
                  <a:lnTo>
                    <a:pt x="2369108" y="1092593"/>
                  </a:lnTo>
                  <a:close/>
                </a:path>
                <a:path w="2369184" h="2155190">
                  <a:moveTo>
                    <a:pt x="2369108" y="1076185"/>
                  </a:moveTo>
                  <a:lnTo>
                    <a:pt x="2355977" y="1076185"/>
                  </a:lnTo>
                  <a:lnTo>
                    <a:pt x="2355977" y="1078738"/>
                  </a:lnTo>
                  <a:lnTo>
                    <a:pt x="2369108" y="1078738"/>
                  </a:lnTo>
                  <a:lnTo>
                    <a:pt x="2369108" y="1076185"/>
                  </a:lnTo>
                  <a:close/>
                </a:path>
                <a:path w="2369184" h="2155190">
                  <a:moveTo>
                    <a:pt x="2369108" y="968171"/>
                  </a:moveTo>
                  <a:lnTo>
                    <a:pt x="2355977" y="968171"/>
                  </a:lnTo>
                  <a:lnTo>
                    <a:pt x="2355977" y="970724"/>
                  </a:lnTo>
                  <a:lnTo>
                    <a:pt x="2369108" y="970724"/>
                  </a:lnTo>
                  <a:lnTo>
                    <a:pt x="2369108" y="968171"/>
                  </a:lnTo>
                  <a:close/>
                </a:path>
                <a:path w="2369184" h="2155190">
                  <a:moveTo>
                    <a:pt x="2369108" y="905014"/>
                  </a:moveTo>
                  <a:lnTo>
                    <a:pt x="2355977" y="905014"/>
                  </a:lnTo>
                  <a:lnTo>
                    <a:pt x="2355977" y="907567"/>
                  </a:lnTo>
                  <a:lnTo>
                    <a:pt x="2369108" y="907567"/>
                  </a:lnTo>
                  <a:lnTo>
                    <a:pt x="2369108" y="905014"/>
                  </a:lnTo>
                  <a:close/>
                </a:path>
                <a:path w="2369184" h="2155190">
                  <a:moveTo>
                    <a:pt x="2369108" y="860209"/>
                  </a:moveTo>
                  <a:lnTo>
                    <a:pt x="2355977" y="860209"/>
                  </a:lnTo>
                  <a:lnTo>
                    <a:pt x="2355977" y="862761"/>
                  </a:lnTo>
                  <a:lnTo>
                    <a:pt x="2369108" y="862761"/>
                  </a:lnTo>
                  <a:lnTo>
                    <a:pt x="2369108" y="860209"/>
                  </a:lnTo>
                  <a:close/>
                </a:path>
                <a:path w="2369184" h="2155190">
                  <a:moveTo>
                    <a:pt x="2369108" y="825449"/>
                  </a:moveTo>
                  <a:lnTo>
                    <a:pt x="2355977" y="825449"/>
                  </a:lnTo>
                  <a:lnTo>
                    <a:pt x="2355977" y="828001"/>
                  </a:lnTo>
                  <a:lnTo>
                    <a:pt x="2369108" y="828001"/>
                  </a:lnTo>
                  <a:lnTo>
                    <a:pt x="2369108" y="825449"/>
                  </a:lnTo>
                  <a:close/>
                </a:path>
                <a:path w="2369184" h="2155190">
                  <a:moveTo>
                    <a:pt x="2369108" y="797064"/>
                  </a:moveTo>
                  <a:lnTo>
                    <a:pt x="2355977" y="797064"/>
                  </a:lnTo>
                  <a:lnTo>
                    <a:pt x="2355977" y="799604"/>
                  </a:lnTo>
                  <a:lnTo>
                    <a:pt x="2369108" y="799604"/>
                  </a:lnTo>
                  <a:lnTo>
                    <a:pt x="2369108" y="797064"/>
                  </a:lnTo>
                  <a:close/>
                </a:path>
                <a:path w="2369184" h="2155190">
                  <a:moveTo>
                    <a:pt x="2369108" y="773049"/>
                  </a:moveTo>
                  <a:lnTo>
                    <a:pt x="2355977" y="773049"/>
                  </a:lnTo>
                  <a:lnTo>
                    <a:pt x="2355977" y="775601"/>
                  </a:lnTo>
                  <a:lnTo>
                    <a:pt x="2369108" y="775601"/>
                  </a:lnTo>
                  <a:lnTo>
                    <a:pt x="2369108" y="773049"/>
                  </a:lnTo>
                  <a:close/>
                </a:path>
                <a:path w="2369184" h="2155190">
                  <a:moveTo>
                    <a:pt x="2369108" y="752208"/>
                  </a:moveTo>
                  <a:lnTo>
                    <a:pt x="2355977" y="752208"/>
                  </a:lnTo>
                  <a:lnTo>
                    <a:pt x="2355977" y="754748"/>
                  </a:lnTo>
                  <a:lnTo>
                    <a:pt x="2369108" y="754748"/>
                  </a:lnTo>
                  <a:lnTo>
                    <a:pt x="2369108" y="752208"/>
                  </a:lnTo>
                  <a:close/>
                </a:path>
                <a:path w="2369184" h="2155190">
                  <a:moveTo>
                    <a:pt x="2369108" y="733856"/>
                  </a:moveTo>
                  <a:lnTo>
                    <a:pt x="2355977" y="733856"/>
                  </a:lnTo>
                  <a:lnTo>
                    <a:pt x="2355977" y="736396"/>
                  </a:lnTo>
                  <a:lnTo>
                    <a:pt x="2369108" y="736396"/>
                  </a:lnTo>
                  <a:lnTo>
                    <a:pt x="2369108" y="733856"/>
                  </a:lnTo>
                  <a:close/>
                </a:path>
                <a:path w="2369184" h="2155190">
                  <a:moveTo>
                    <a:pt x="2369108" y="717435"/>
                  </a:moveTo>
                  <a:lnTo>
                    <a:pt x="2355977" y="717435"/>
                  </a:lnTo>
                  <a:lnTo>
                    <a:pt x="2355977" y="719988"/>
                  </a:lnTo>
                  <a:lnTo>
                    <a:pt x="2369108" y="719988"/>
                  </a:lnTo>
                  <a:lnTo>
                    <a:pt x="2369108" y="717435"/>
                  </a:lnTo>
                  <a:close/>
                </a:path>
                <a:path w="2369184" h="2155190">
                  <a:moveTo>
                    <a:pt x="2369108" y="609473"/>
                  </a:moveTo>
                  <a:lnTo>
                    <a:pt x="2355977" y="609473"/>
                  </a:lnTo>
                  <a:lnTo>
                    <a:pt x="2355977" y="612025"/>
                  </a:lnTo>
                  <a:lnTo>
                    <a:pt x="2369108" y="612025"/>
                  </a:lnTo>
                  <a:lnTo>
                    <a:pt x="2369108" y="609473"/>
                  </a:lnTo>
                  <a:close/>
                </a:path>
                <a:path w="2369184" h="2155190">
                  <a:moveTo>
                    <a:pt x="2369108" y="546328"/>
                  </a:moveTo>
                  <a:lnTo>
                    <a:pt x="2355977" y="546328"/>
                  </a:lnTo>
                  <a:lnTo>
                    <a:pt x="2355977" y="548868"/>
                  </a:lnTo>
                  <a:lnTo>
                    <a:pt x="2369108" y="548868"/>
                  </a:lnTo>
                  <a:lnTo>
                    <a:pt x="2369108" y="546328"/>
                  </a:lnTo>
                  <a:close/>
                </a:path>
                <a:path w="2369184" h="2155190">
                  <a:moveTo>
                    <a:pt x="2369108" y="501472"/>
                  </a:moveTo>
                  <a:lnTo>
                    <a:pt x="2355977" y="501472"/>
                  </a:lnTo>
                  <a:lnTo>
                    <a:pt x="2355977" y="504012"/>
                  </a:lnTo>
                  <a:lnTo>
                    <a:pt x="2369108" y="504012"/>
                  </a:lnTo>
                  <a:lnTo>
                    <a:pt x="2369108" y="501472"/>
                  </a:lnTo>
                  <a:close/>
                </a:path>
                <a:path w="2369184" h="2155190">
                  <a:moveTo>
                    <a:pt x="2369108" y="466699"/>
                  </a:moveTo>
                  <a:lnTo>
                    <a:pt x="2355977" y="466699"/>
                  </a:lnTo>
                  <a:lnTo>
                    <a:pt x="2355977" y="469252"/>
                  </a:lnTo>
                  <a:lnTo>
                    <a:pt x="2369108" y="469252"/>
                  </a:lnTo>
                  <a:lnTo>
                    <a:pt x="2369108" y="466699"/>
                  </a:lnTo>
                  <a:close/>
                </a:path>
                <a:path w="2369184" h="2155190">
                  <a:moveTo>
                    <a:pt x="2369108" y="438315"/>
                  </a:moveTo>
                  <a:lnTo>
                    <a:pt x="2355977" y="438315"/>
                  </a:lnTo>
                  <a:lnTo>
                    <a:pt x="2355977" y="440855"/>
                  </a:lnTo>
                  <a:lnTo>
                    <a:pt x="2369108" y="440855"/>
                  </a:lnTo>
                  <a:lnTo>
                    <a:pt x="2369108" y="438315"/>
                  </a:lnTo>
                  <a:close/>
                </a:path>
                <a:path w="2369184" h="2155190">
                  <a:moveTo>
                    <a:pt x="2369108" y="414299"/>
                  </a:moveTo>
                  <a:lnTo>
                    <a:pt x="2355977" y="414299"/>
                  </a:lnTo>
                  <a:lnTo>
                    <a:pt x="2355977" y="416852"/>
                  </a:lnTo>
                  <a:lnTo>
                    <a:pt x="2369108" y="416852"/>
                  </a:lnTo>
                  <a:lnTo>
                    <a:pt x="2369108" y="414299"/>
                  </a:lnTo>
                  <a:close/>
                </a:path>
                <a:path w="2369184" h="2155190">
                  <a:moveTo>
                    <a:pt x="2369108" y="393509"/>
                  </a:moveTo>
                  <a:lnTo>
                    <a:pt x="2355977" y="393509"/>
                  </a:lnTo>
                  <a:lnTo>
                    <a:pt x="2355977" y="396062"/>
                  </a:lnTo>
                  <a:lnTo>
                    <a:pt x="2369108" y="396062"/>
                  </a:lnTo>
                  <a:lnTo>
                    <a:pt x="2369108" y="393509"/>
                  </a:lnTo>
                  <a:close/>
                </a:path>
                <a:path w="2369184" h="2155190">
                  <a:moveTo>
                    <a:pt x="2369108" y="375158"/>
                  </a:moveTo>
                  <a:lnTo>
                    <a:pt x="2355977" y="375158"/>
                  </a:lnTo>
                  <a:lnTo>
                    <a:pt x="2355977" y="377710"/>
                  </a:lnTo>
                  <a:lnTo>
                    <a:pt x="2369108" y="377710"/>
                  </a:lnTo>
                  <a:lnTo>
                    <a:pt x="2369108" y="375158"/>
                  </a:lnTo>
                  <a:close/>
                </a:path>
                <a:path w="2369184" h="2155190">
                  <a:moveTo>
                    <a:pt x="2369108" y="358749"/>
                  </a:moveTo>
                  <a:lnTo>
                    <a:pt x="2355977" y="358749"/>
                  </a:lnTo>
                  <a:lnTo>
                    <a:pt x="2355977" y="361289"/>
                  </a:lnTo>
                  <a:lnTo>
                    <a:pt x="2369108" y="361289"/>
                  </a:lnTo>
                  <a:lnTo>
                    <a:pt x="2369108" y="358749"/>
                  </a:lnTo>
                  <a:close/>
                </a:path>
                <a:path w="2369184" h="2155190">
                  <a:moveTo>
                    <a:pt x="2369108" y="250736"/>
                  </a:moveTo>
                  <a:lnTo>
                    <a:pt x="2355977" y="250736"/>
                  </a:lnTo>
                  <a:lnTo>
                    <a:pt x="2355977" y="253276"/>
                  </a:lnTo>
                  <a:lnTo>
                    <a:pt x="2369108" y="253276"/>
                  </a:lnTo>
                  <a:lnTo>
                    <a:pt x="2369108" y="250736"/>
                  </a:lnTo>
                  <a:close/>
                </a:path>
                <a:path w="2369184" h="2155190">
                  <a:moveTo>
                    <a:pt x="2369108" y="187579"/>
                  </a:moveTo>
                  <a:lnTo>
                    <a:pt x="2355977" y="187579"/>
                  </a:lnTo>
                  <a:lnTo>
                    <a:pt x="2355977" y="190131"/>
                  </a:lnTo>
                  <a:lnTo>
                    <a:pt x="2369108" y="190131"/>
                  </a:lnTo>
                  <a:lnTo>
                    <a:pt x="2369108" y="187579"/>
                  </a:lnTo>
                  <a:close/>
                </a:path>
                <a:path w="2369184" h="2155190">
                  <a:moveTo>
                    <a:pt x="2369108" y="142773"/>
                  </a:moveTo>
                  <a:lnTo>
                    <a:pt x="2355977" y="142773"/>
                  </a:lnTo>
                  <a:lnTo>
                    <a:pt x="2355977" y="145326"/>
                  </a:lnTo>
                  <a:lnTo>
                    <a:pt x="2369108" y="145326"/>
                  </a:lnTo>
                  <a:lnTo>
                    <a:pt x="2369108" y="142773"/>
                  </a:lnTo>
                  <a:close/>
                </a:path>
                <a:path w="2369184" h="2155190">
                  <a:moveTo>
                    <a:pt x="2369108" y="108013"/>
                  </a:moveTo>
                  <a:lnTo>
                    <a:pt x="2355977" y="108013"/>
                  </a:lnTo>
                  <a:lnTo>
                    <a:pt x="2355977" y="110553"/>
                  </a:lnTo>
                  <a:lnTo>
                    <a:pt x="2369108" y="110553"/>
                  </a:lnTo>
                  <a:lnTo>
                    <a:pt x="2369108" y="108013"/>
                  </a:lnTo>
                  <a:close/>
                </a:path>
                <a:path w="2369184" h="2155190">
                  <a:moveTo>
                    <a:pt x="2369108" y="79616"/>
                  </a:moveTo>
                  <a:lnTo>
                    <a:pt x="2355977" y="79616"/>
                  </a:lnTo>
                  <a:lnTo>
                    <a:pt x="2355977" y="82169"/>
                  </a:lnTo>
                  <a:lnTo>
                    <a:pt x="2369108" y="82169"/>
                  </a:lnTo>
                  <a:lnTo>
                    <a:pt x="2369108" y="79616"/>
                  </a:lnTo>
                  <a:close/>
                </a:path>
                <a:path w="2369184" h="2155190">
                  <a:moveTo>
                    <a:pt x="2369108" y="55613"/>
                  </a:moveTo>
                  <a:lnTo>
                    <a:pt x="2355977" y="55613"/>
                  </a:lnTo>
                  <a:lnTo>
                    <a:pt x="2355977" y="58153"/>
                  </a:lnTo>
                  <a:lnTo>
                    <a:pt x="2369108" y="58153"/>
                  </a:lnTo>
                  <a:lnTo>
                    <a:pt x="2369108" y="55613"/>
                  </a:lnTo>
                  <a:close/>
                </a:path>
                <a:path w="2369184" h="2155190">
                  <a:moveTo>
                    <a:pt x="2369108" y="34759"/>
                  </a:moveTo>
                  <a:lnTo>
                    <a:pt x="2355977" y="34759"/>
                  </a:lnTo>
                  <a:lnTo>
                    <a:pt x="2355977" y="37312"/>
                  </a:lnTo>
                  <a:lnTo>
                    <a:pt x="2369108" y="37312"/>
                  </a:lnTo>
                  <a:lnTo>
                    <a:pt x="2369108" y="34759"/>
                  </a:lnTo>
                  <a:close/>
                </a:path>
                <a:path w="2369184" h="2155190">
                  <a:moveTo>
                    <a:pt x="2369108" y="16408"/>
                  </a:moveTo>
                  <a:lnTo>
                    <a:pt x="2355977" y="16408"/>
                  </a:lnTo>
                  <a:lnTo>
                    <a:pt x="2355977" y="18961"/>
                  </a:lnTo>
                  <a:lnTo>
                    <a:pt x="2369108" y="18961"/>
                  </a:lnTo>
                  <a:lnTo>
                    <a:pt x="2369108" y="16408"/>
                  </a:lnTo>
                  <a:close/>
                </a:path>
                <a:path w="2369184" h="2155190">
                  <a:moveTo>
                    <a:pt x="2369108" y="0"/>
                  </a:moveTo>
                  <a:lnTo>
                    <a:pt x="2355977" y="0"/>
                  </a:lnTo>
                  <a:lnTo>
                    <a:pt x="2355977" y="2540"/>
                  </a:lnTo>
                  <a:lnTo>
                    <a:pt x="2369108" y="2540"/>
                  </a:lnTo>
                  <a:lnTo>
                    <a:pt x="2369108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65314" y="6635796"/>
              <a:ext cx="137720" cy="72345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29652" y="6524405"/>
              <a:ext cx="171377" cy="10727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29652" y="6166025"/>
              <a:ext cx="171840" cy="106278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29652" y="5805902"/>
              <a:ext cx="171183" cy="10704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29652" y="5450163"/>
              <a:ext cx="171417" cy="107246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29652" y="5090804"/>
              <a:ext cx="170837" cy="10724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29652" y="4731446"/>
              <a:ext cx="160479" cy="10724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56400" y="4372087"/>
              <a:ext cx="144093" cy="107246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636703" y="4597234"/>
              <a:ext cx="2369185" cy="1727835"/>
            </a:xfrm>
            <a:custGeom>
              <a:avLst/>
              <a:gdLst/>
              <a:ahLst/>
              <a:cxnLst/>
              <a:rect l="l" t="t" r="r" b="b"/>
              <a:pathLst>
                <a:path w="2369184" h="1727835">
                  <a:moveTo>
                    <a:pt x="0" y="0"/>
                  </a:moveTo>
                  <a:lnTo>
                    <a:pt x="236912" y="20796"/>
                  </a:lnTo>
                  <a:lnTo>
                    <a:pt x="473825" y="48933"/>
                  </a:lnTo>
                  <a:lnTo>
                    <a:pt x="710738" y="88233"/>
                  </a:lnTo>
                  <a:lnTo>
                    <a:pt x="947651" y="143182"/>
                  </a:lnTo>
                  <a:lnTo>
                    <a:pt x="1184564" y="222700"/>
                  </a:lnTo>
                  <a:lnTo>
                    <a:pt x="1421477" y="338306"/>
                  </a:lnTo>
                  <a:lnTo>
                    <a:pt x="1658390" y="508912"/>
                  </a:lnTo>
                  <a:lnTo>
                    <a:pt x="1895303" y="770862"/>
                  </a:lnTo>
                  <a:lnTo>
                    <a:pt x="2132216" y="1161161"/>
                  </a:lnTo>
                  <a:lnTo>
                    <a:pt x="2369129" y="1727826"/>
                  </a:lnTo>
                </a:path>
              </a:pathLst>
            </a:custGeom>
            <a:ln w="10192">
              <a:solidFill>
                <a:srgbClr val="007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0648696" y="4629403"/>
              <a:ext cx="937894" cy="709295"/>
            </a:xfrm>
            <a:custGeom>
              <a:avLst/>
              <a:gdLst/>
              <a:ahLst/>
              <a:cxnLst/>
              <a:rect l="l" t="t" r="r" b="b"/>
              <a:pathLst>
                <a:path w="937895" h="709295">
                  <a:moveTo>
                    <a:pt x="37846" y="632714"/>
                  </a:moveTo>
                  <a:lnTo>
                    <a:pt x="0" y="709041"/>
                  </a:lnTo>
                  <a:lnTo>
                    <a:pt x="83693" y="693547"/>
                  </a:lnTo>
                  <a:lnTo>
                    <a:pt x="68474" y="673354"/>
                  </a:lnTo>
                  <a:lnTo>
                    <a:pt x="52577" y="673354"/>
                  </a:lnTo>
                  <a:lnTo>
                    <a:pt x="48768" y="668274"/>
                  </a:lnTo>
                  <a:lnTo>
                    <a:pt x="58887" y="660633"/>
                  </a:lnTo>
                  <a:lnTo>
                    <a:pt x="37846" y="632714"/>
                  </a:lnTo>
                  <a:close/>
                </a:path>
                <a:path w="937895" h="709295">
                  <a:moveTo>
                    <a:pt x="58887" y="660633"/>
                  </a:moveTo>
                  <a:lnTo>
                    <a:pt x="48768" y="668274"/>
                  </a:lnTo>
                  <a:lnTo>
                    <a:pt x="52577" y="673354"/>
                  </a:lnTo>
                  <a:lnTo>
                    <a:pt x="62709" y="665705"/>
                  </a:lnTo>
                  <a:lnTo>
                    <a:pt x="58887" y="660633"/>
                  </a:lnTo>
                  <a:close/>
                </a:path>
                <a:path w="937895" h="709295">
                  <a:moveTo>
                    <a:pt x="62709" y="665705"/>
                  </a:moveTo>
                  <a:lnTo>
                    <a:pt x="52577" y="673354"/>
                  </a:lnTo>
                  <a:lnTo>
                    <a:pt x="68474" y="673354"/>
                  </a:lnTo>
                  <a:lnTo>
                    <a:pt x="62709" y="665705"/>
                  </a:lnTo>
                  <a:close/>
                </a:path>
                <a:path w="937895" h="709295">
                  <a:moveTo>
                    <a:pt x="933957" y="0"/>
                  </a:moveTo>
                  <a:lnTo>
                    <a:pt x="58887" y="660633"/>
                  </a:lnTo>
                  <a:lnTo>
                    <a:pt x="62709" y="665705"/>
                  </a:lnTo>
                  <a:lnTo>
                    <a:pt x="937768" y="5080"/>
                  </a:lnTo>
                  <a:lnTo>
                    <a:pt x="93395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8" name="object 1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186240" y="6637050"/>
            <a:ext cx="81824" cy="71091"/>
          </a:xfrm>
          <a:prstGeom prst="rect">
            <a:avLst/>
          </a:prstGeom>
        </p:spPr>
      </p:pic>
      <p:sp>
        <p:nvSpPr>
          <p:cNvPr id="119" name="object 119"/>
          <p:cNvSpPr/>
          <p:nvPr/>
        </p:nvSpPr>
        <p:spPr>
          <a:xfrm>
            <a:off x="9796711" y="6635796"/>
            <a:ext cx="46355" cy="72390"/>
          </a:xfrm>
          <a:custGeom>
            <a:avLst/>
            <a:gdLst/>
            <a:ahLst/>
            <a:cxnLst/>
            <a:rect l="l" t="t" r="r" b="b"/>
            <a:pathLst>
              <a:path w="46354" h="72390">
                <a:moveTo>
                  <a:pt x="26901" y="0"/>
                </a:moveTo>
                <a:lnTo>
                  <a:pt x="17934" y="0"/>
                </a:lnTo>
                <a:lnTo>
                  <a:pt x="13654" y="1386"/>
                </a:lnTo>
                <a:lnTo>
                  <a:pt x="0" y="27820"/>
                </a:lnTo>
                <a:lnTo>
                  <a:pt x="0" y="36195"/>
                </a:lnTo>
                <a:lnTo>
                  <a:pt x="16252" y="72345"/>
                </a:lnTo>
                <a:lnTo>
                  <a:pt x="28276" y="72345"/>
                </a:lnTo>
                <a:lnTo>
                  <a:pt x="32556" y="70954"/>
                </a:lnTo>
                <a:lnTo>
                  <a:pt x="35970" y="68165"/>
                </a:lnTo>
                <a:lnTo>
                  <a:pt x="39332" y="65377"/>
                </a:lnTo>
                <a:lnTo>
                  <a:pt x="39451" y="65194"/>
                </a:lnTo>
                <a:lnTo>
                  <a:pt x="19105" y="65194"/>
                </a:lnTo>
                <a:lnTo>
                  <a:pt x="15739" y="63262"/>
                </a:lnTo>
                <a:lnTo>
                  <a:pt x="12974" y="59393"/>
                </a:lnTo>
                <a:lnTo>
                  <a:pt x="10291" y="55570"/>
                </a:lnTo>
                <a:lnTo>
                  <a:pt x="8916" y="47827"/>
                </a:lnTo>
                <a:lnTo>
                  <a:pt x="8921" y="24533"/>
                </a:lnTo>
                <a:lnTo>
                  <a:pt x="10444" y="16591"/>
                </a:lnTo>
                <a:lnTo>
                  <a:pt x="13399" y="12274"/>
                </a:lnTo>
                <a:lnTo>
                  <a:pt x="15794" y="8889"/>
                </a:lnTo>
                <a:lnTo>
                  <a:pt x="19003" y="7202"/>
                </a:lnTo>
                <a:lnTo>
                  <a:pt x="39079" y="7202"/>
                </a:lnTo>
                <a:lnTo>
                  <a:pt x="38313" y="6030"/>
                </a:lnTo>
                <a:lnTo>
                  <a:pt x="35919" y="3822"/>
                </a:lnTo>
                <a:lnTo>
                  <a:pt x="30212" y="764"/>
                </a:lnTo>
                <a:lnTo>
                  <a:pt x="26901" y="0"/>
                </a:lnTo>
                <a:close/>
              </a:path>
              <a:path w="46354" h="72390">
                <a:moveTo>
                  <a:pt x="39079" y="7202"/>
                </a:moveTo>
                <a:lnTo>
                  <a:pt x="27053" y="7202"/>
                </a:lnTo>
                <a:lnTo>
                  <a:pt x="30416" y="9119"/>
                </a:lnTo>
                <a:lnTo>
                  <a:pt x="33167" y="12952"/>
                </a:lnTo>
                <a:lnTo>
                  <a:pt x="35868" y="16785"/>
                </a:lnTo>
                <a:lnTo>
                  <a:pt x="37243" y="24533"/>
                </a:lnTo>
                <a:lnTo>
                  <a:pt x="37238" y="47827"/>
                </a:lnTo>
                <a:lnTo>
                  <a:pt x="35868" y="55529"/>
                </a:lnTo>
                <a:lnTo>
                  <a:pt x="33149" y="59419"/>
                </a:lnTo>
                <a:lnTo>
                  <a:pt x="30407" y="63267"/>
                </a:lnTo>
                <a:lnTo>
                  <a:pt x="27053" y="65194"/>
                </a:lnTo>
                <a:lnTo>
                  <a:pt x="39451" y="65194"/>
                </a:lnTo>
                <a:lnTo>
                  <a:pt x="46036" y="27820"/>
                </a:lnTo>
                <a:lnTo>
                  <a:pt x="45650" y="23590"/>
                </a:lnTo>
                <a:lnTo>
                  <a:pt x="43510" y="15312"/>
                </a:lnTo>
                <a:lnTo>
                  <a:pt x="42032" y="11800"/>
                </a:lnTo>
                <a:lnTo>
                  <a:pt x="40182" y="8889"/>
                </a:lnTo>
                <a:lnTo>
                  <a:pt x="39079" y="7202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0388993" y="6637050"/>
            <a:ext cx="46990" cy="71120"/>
          </a:xfrm>
          <a:custGeom>
            <a:avLst/>
            <a:gdLst/>
            <a:ahLst/>
            <a:cxnLst/>
            <a:rect l="l" t="t" r="r" b="b"/>
            <a:pathLst>
              <a:path w="46990" h="71120">
                <a:moveTo>
                  <a:pt x="43612" y="0"/>
                </a:moveTo>
                <a:lnTo>
                  <a:pt x="8406" y="0"/>
                </a:lnTo>
                <a:lnTo>
                  <a:pt x="1528" y="36394"/>
                </a:lnTo>
                <a:lnTo>
                  <a:pt x="9680" y="37454"/>
                </a:lnTo>
                <a:lnTo>
                  <a:pt x="11004" y="35426"/>
                </a:lnTo>
                <a:lnTo>
                  <a:pt x="12737" y="33774"/>
                </a:lnTo>
                <a:lnTo>
                  <a:pt x="17271" y="31231"/>
                </a:lnTo>
                <a:lnTo>
                  <a:pt x="19819" y="30593"/>
                </a:lnTo>
                <a:lnTo>
                  <a:pt x="27104" y="30593"/>
                </a:lnTo>
                <a:lnTo>
                  <a:pt x="30773" y="32026"/>
                </a:lnTo>
                <a:lnTo>
                  <a:pt x="36326" y="37760"/>
                </a:lnTo>
                <a:lnTo>
                  <a:pt x="37702" y="41675"/>
                </a:lnTo>
                <a:lnTo>
                  <a:pt x="37702" y="51859"/>
                </a:lnTo>
                <a:lnTo>
                  <a:pt x="36275" y="56044"/>
                </a:lnTo>
                <a:lnTo>
                  <a:pt x="30467" y="62360"/>
                </a:lnTo>
                <a:lnTo>
                  <a:pt x="26952" y="63940"/>
                </a:lnTo>
                <a:lnTo>
                  <a:pt x="19258" y="63940"/>
                </a:lnTo>
                <a:lnTo>
                  <a:pt x="16303" y="62818"/>
                </a:lnTo>
                <a:lnTo>
                  <a:pt x="11361" y="58343"/>
                </a:lnTo>
                <a:lnTo>
                  <a:pt x="9782" y="54999"/>
                </a:lnTo>
                <a:lnTo>
                  <a:pt x="9119" y="50554"/>
                </a:lnTo>
                <a:lnTo>
                  <a:pt x="0" y="51324"/>
                </a:lnTo>
                <a:lnTo>
                  <a:pt x="560" y="57288"/>
                </a:lnTo>
                <a:lnTo>
                  <a:pt x="2904" y="62069"/>
                </a:lnTo>
                <a:lnTo>
                  <a:pt x="11055" y="69287"/>
                </a:lnTo>
                <a:lnTo>
                  <a:pt x="16303" y="71091"/>
                </a:lnTo>
                <a:lnTo>
                  <a:pt x="30620" y="71091"/>
                </a:lnTo>
                <a:lnTo>
                  <a:pt x="36785" y="68227"/>
                </a:lnTo>
                <a:lnTo>
                  <a:pt x="45089" y="57818"/>
                </a:lnTo>
                <a:lnTo>
                  <a:pt x="46924" y="52277"/>
                </a:lnTo>
                <a:lnTo>
                  <a:pt x="46924" y="39131"/>
                </a:lnTo>
                <a:lnTo>
                  <a:pt x="44835" y="33621"/>
                </a:lnTo>
                <a:lnTo>
                  <a:pt x="36326" y="25053"/>
                </a:lnTo>
                <a:lnTo>
                  <a:pt x="31078" y="22907"/>
                </a:lnTo>
                <a:lnTo>
                  <a:pt x="20226" y="22907"/>
                </a:lnTo>
                <a:lnTo>
                  <a:pt x="15794" y="24390"/>
                </a:lnTo>
                <a:lnTo>
                  <a:pt x="11514" y="27357"/>
                </a:lnTo>
                <a:lnTo>
                  <a:pt x="15335" y="8313"/>
                </a:lnTo>
                <a:lnTo>
                  <a:pt x="43612" y="8313"/>
                </a:lnTo>
                <a:lnTo>
                  <a:pt x="4361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1" name="object 1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959265" y="6635796"/>
            <a:ext cx="87734" cy="72345"/>
          </a:xfrm>
          <a:prstGeom prst="rect">
            <a:avLst/>
          </a:prstGeom>
        </p:spPr>
      </p:pic>
      <p:sp>
        <p:nvSpPr>
          <p:cNvPr id="122" name="object 122"/>
          <p:cNvSpPr/>
          <p:nvPr/>
        </p:nvSpPr>
        <p:spPr>
          <a:xfrm>
            <a:off x="9591132" y="6773948"/>
            <a:ext cx="454659" cy="84455"/>
          </a:xfrm>
          <a:custGeom>
            <a:avLst/>
            <a:gdLst/>
            <a:ahLst/>
            <a:cxnLst/>
            <a:rect l="l" t="t" r="r" b="b"/>
            <a:pathLst>
              <a:path w="454659" h="84454">
                <a:moveTo>
                  <a:pt x="9731" y="53373"/>
                </a:moveTo>
                <a:lnTo>
                  <a:pt x="0" y="54224"/>
                </a:lnTo>
                <a:lnTo>
                  <a:pt x="152" y="59435"/>
                </a:lnTo>
                <a:lnTo>
                  <a:pt x="1579" y="64105"/>
                </a:lnTo>
                <a:lnTo>
                  <a:pt x="6980" y="72363"/>
                </a:lnTo>
                <a:lnTo>
                  <a:pt x="10750" y="75455"/>
                </a:lnTo>
                <a:lnTo>
                  <a:pt x="20327" y="79575"/>
                </a:lnTo>
                <a:lnTo>
                  <a:pt x="26187" y="80594"/>
                </a:lnTo>
                <a:lnTo>
                  <a:pt x="38772" y="80594"/>
                </a:lnTo>
                <a:lnTo>
                  <a:pt x="43784" y="79566"/>
                </a:lnTo>
                <a:lnTo>
                  <a:pt x="52681" y="75499"/>
                </a:lnTo>
                <a:lnTo>
                  <a:pt x="56094" y="72646"/>
                </a:lnTo>
                <a:lnTo>
                  <a:pt x="56926" y="71344"/>
                </a:lnTo>
                <a:lnTo>
                  <a:pt x="28327" y="71344"/>
                </a:lnTo>
                <a:lnTo>
                  <a:pt x="24302" y="70572"/>
                </a:lnTo>
                <a:lnTo>
                  <a:pt x="17220" y="67490"/>
                </a:lnTo>
                <a:lnTo>
                  <a:pt x="14622" y="65470"/>
                </a:lnTo>
                <a:lnTo>
                  <a:pt x="11259" y="60472"/>
                </a:lnTo>
                <a:lnTo>
                  <a:pt x="10189" y="57274"/>
                </a:lnTo>
                <a:lnTo>
                  <a:pt x="9731" y="53373"/>
                </a:lnTo>
                <a:close/>
              </a:path>
              <a:path w="454659" h="84454">
                <a:moveTo>
                  <a:pt x="36173" y="0"/>
                </a:moveTo>
                <a:lnTo>
                  <a:pt x="25168" y="0"/>
                </a:lnTo>
                <a:lnTo>
                  <a:pt x="20379" y="886"/>
                </a:lnTo>
                <a:lnTo>
                  <a:pt x="11820" y="4429"/>
                </a:lnTo>
                <a:lnTo>
                  <a:pt x="8559" y="7029"/>
                </a:lnTo>
                <a:lnTo>
                  <a:pt x="4075" y="13869"/>
                </a:lnTo>
                <a:lnTo>
                  <a:pt x="3005" y="17544"/>
                </a:lnTo>
                <a:lnTo>
                  <a:pt x="3005" y="25058"/>
                </a:lnTo>
                <a:lnTo>
                  <a:pt x="36224" y="45019"/>
                </a:lnTo>
                <a:lnTo>
                  <a:pt x="40861" y="46288"/>
                </a:lnTo>
                <a:lnTo>
                  <a:pt x="46210" y="48342"/>
                </a:lnTo>
                <a:lnTo>
                  <a:pt x="48554" y="49876"/>
                </a:lnTo>
                <a:lnTo>
                  <a:pt x="49930" y="51701"/>
                </a:lnTo>
                <a:lnTo>
                  <a:pt x="51356" y="53526"/>
                </a:lnTo>
                <a:lnTo>
                  <a:pt x="52069" y="55662"/>
                </a:lnTo>
                <a:lnTo>
                  <a:pt x="52069" y="60516"/>
                </a:lnTo>
                <a:lnTo>
                  <a:pt x="51356" y="62740"/>
                </a:lnTo>
                <a:lnTo>
                  <a:pt x="48401" y="66816"/>
                </a:lnTo>
                <a:lnTo>
                  <a:pt x="46159" y="68420"/>
                </a:lnTo>
                <a:lnTo>
                  <a:pt x="40147" y="70758"/>
                </a:lnTo>
                <a:lnTo>
                  <a:pt x="36683" y="71344"/>
                </a:lnTo>
                <a:lnTo>
                  <a:pt x="56926" y="71344"/>
                </a:lnTo>
                <a:lnTo>
                  <a:pt x="58438" y="68978"/>
                </a:lnTo>
                <a:lnTo>
                  <a:pt x="60833" y="65309"/>
                </a:lnTo>
                <a:lnTo>
                  <a:pt x="62004" y="61402"/>
                </a:lnTo>
                <a:lnTo>
                  <a:pt x="23130" y="31358"/>
                </a:lnTo>
                <a:lnTo>
                  <a:pt x="17934" y="29508"/>
                </a:lnTo>
                <a:lnTo>
                  <a:pt x="15947" y="27698"/>
                </a:lnTo>
                <a:lnTo>
                  <a:pt x="13909" y="25889"/>
                </a:lnTo>
                <a:lnTo>
                  <a:pt x="12941" y="23585"/>
                </a:lnTo>
                <a:lnTo>
                  <a:pt x="12948" y="17544"/>
                </a:lnTo>
                <a:lnTo>
                  <a:pt x="14367" y="14807"/>
                </a:lnTo>
                <a:lnTo>
                  <a:pt x="17220" y="12518"/>
                </a:lnTo>
                <a:lnTo>
                  <a:pt x="20022" y="10235"/>
                </a:lnTo>
                <a:lnTo>
                  <a:pt x="24608" y="9093"/>
                </a:lnTo>
                <a:lnTo>
                  <a:pt x="54600" y="9093"/>
                </a:lnTo>
                <a:lnTo>
                  <a:pt x="53496" y="7391"/>
                </a:lnTo>
                <a:lnTo>
                  <a:pt x="50082" y="4653"/>
                </a:lnTo>
                <a:lnTo>
                  <a:pt x="41268" y="932"/>
                </a:lnTo>
                <a:lnTo>
                  <a:pt x="36173" y="0"/>
                </a:lnTo>
                <a:close/>
              </a:path>
              <a:path w="454659" h="84454">
                <a:moveTo>
                  <a:pt x="54600" y="9093"/>
                </a:moveTo>
                <a:lnTo>
                  <a:pt x="36836" y="9093"/>
                </a:lnTo>
                <a:lnTo>
                  <a:pt x="41319" y="10352"/>
                </a:lnTo>
                <a:lnTo>
                  <a:pt x="44376" y="12865"/>
                </a:lnTo>
                <a:lnTo>
                  <a:pt x="47484" y="15383"/>
                </a:lnTo>
                <a:lnTo>
                  <a:pt x="49267" y="19104"/>
                </a:lnTo>
                <a:lnTo>
                  <a:pt x="49777" y="24028"/>
                </a:lnTo>
                <a:lnTo>
                  <a:pt x="59661" y="23284"/>
                </a:lnTo>
                <a:lnTo>
                  <a:pt x="59508" y="18712"/>
                </a:lnTo>
                <a:lnTo>
                  <a:pt x="58234" y="14619"/>
                </a:lnTo>
                <a:lnTo>
                  <a:pt x="54600" y="9093"/>
                </a:lnTo>
                <a:close/>
              </a:path>
              <a:path w="454659" h="84454">
                <a:moveTo>
                  <a:pt x="88753" y="1330"/>
                </a:moveTo>
                <a:lnTo>
                  <a:pt x="78155" y="1330"/>
                </a:lnTo>
                <a:lnTo>
                  <a:pt x="78155" y="79264"/>
                </a:lnTo>
                <a:lnTo>
                  <a:pt x="88039" y="79264"/>
                </a:lnTo>
                <a:lnTo>
                  <a:pt x="88039" y="18023"/>
                </a:lnTo>
                <a:lnTo>
                  <a:pt x="99914" y="18023"/>
                </a:lnTo>
                <a:lnTo>
                  <a:pt x="88753" y="1330"/>
                </a:lnTo>
                <a:close/>
              </a:path>
              <a:path w="454659" h="84454">
                <a:moveTo>
                  <a:pt x="99914" y="18023"/>
                </a:moveTo>
                <a:lnTo>
                  <a:pt x="88039" y="18023"/>
                </a:lnTo>
                <a:lnTo>
                  <a:pt x="128951" y="79264"/>
                </a:lnTo>
                <a:lnTo>
                  <a:pt x="139549" y="79264"/>
                </a:lnTo>
                <a:lnTo>
                  <a:pt x="139549" y="62519"/>
                </a:lnTo>
                <a:lnTo>
                  <a:pt x="129665" y="62519"/>
                </a:lnTo>
                <a:lnTo>
                  <a:pt x="99914" y="18023"/>
                </a:lnTo>
                <a:close/>
              </a:path>
              <a:path w="454659" h="84454">
                <a:moveTo>
                  <a:pt x="139549" y="1330"/>
                </a:moveTo>
                <a:lnTo>
                  <a:pt x="129665" y="1330"/>
                </a:lnTo>
                <a:lnTo>
                  <a:pt x="129665" y="62519"/>
                </a:lnTo>
                <a:lnTo>
                  <a:pt x="139549" y="62519"/>
                </a:lnTo>
                <a:lnTo>
                  <a:pt x="139549" y="1330"/>
                </a:lnTo>
                <a:close/>
              </a:path>
              <a:path w="454659" h="84454">
                <a:moveTo>
                  <a:pt x="200840" y="1330"/>
                </a:moveTo>
                <a:lnTo>
                  <a:pt x="159368" y="1330"/>
                </a:lnTo>
                <a:lnTo>
                  <a:pt x="159368" y="79264"/>
                </a:lnTo>
                <a:lnTo>
                  <a:pt x="169660" y="79264"/>
                </a:lnTo>
                <a:lnTo>
                  <a:pt x="169660" y="44657"/>
                </a:lnTo>
                <a:lnTo>
                  <a:pt x="201456" y="44657"/>
                </a:lnTo>
                <a:lnTo>
                  <a:pt x="199669" y="43806"/>
                </a:lnTo>
                <a:lnTo>
                  <a:pt x="207158" y="42776"/>
                </a:lnTo>
                <a:lnTo>
                  <a:pt x="212712" y="40370"/>
                </a:lnTo>
                <a:lnTo>
                  <a:pt x="217079" y="35726"/>
                </a:lnTo>
                <a:lnTo>
                  <a:pt x="169660" y="35726"/>
                </a:lnTo>
                <a:lnTo>
                  <a:pt x="169660" y="9944"/>
                </a:lnTo>
                <a:lnTo>
                  <a:pt x="217860" y="9944"/>
                </a:lnTo>
                <a:lnTo>
                  <a:pt x="216227" y="7304"/>
                </a:lnTo>
                <a:lnTo>
                  <a:pt x="213323" y="4832"/>
                </a:lnTo>
                <a:lnTo>
                  <a:pt x="206139" y="2028"/>
                </a:lnTo>
                <a:lnTo>
                  <a:pt x="200840" y="1330"/>
                </a:lnTo>
                <a:close/>
              </a:path>
              <a:path w="454659" h="84454">
                <a:moveTo>
                  <a:pt x="201456" y="44657"/>
                </a:moveTo>
                <a:lnTo>
                  <a:pt x="184282" y="44657"/>
                </a:lnTo>
                <a:lnTo>
                  <a:pt x="186218" y="44779"/>
                </a:lnTo>
                <a:lnTo>
                  <a:pt x="188969" y="45416"/>
                </a:lnTo>
                <a:lnTo>
                  <a:pt x="215055" y="79264"/>
                </a:lnTo>
                <a:lnTo>
                  <a:pt x="227996" y="79264"/>
                </a:lnTo>
                <a:lnTo>
                  <a:pt x="211795" y="53908"/>
                </a:lnTo>
                <a:lnTo>
                  <a:pt x="208941" y="50452"/>
                </a:lnTo>
                <a:lnTo>
                  <a:pt x="205884" y="47685"/>
                </a:lnTo>
                <a:lnTo>
                  <a:pt x="204509" y="46410"/>
                </a:lnTo>
                <a:lnTo>
                  <a:pt x="202420" y="45116"/>
                </a:lnTo>
                <a:lnTo>
                  <a:pt x="201456" y="44657"/>
                </a:lnTo>
                <a:close/>
              </a:path>
              <a:path w="454659" h="84454">
                <a:moveTo>
                  <a:pt x="217860" y="9944"/>
                </a:moveTo>
                <a:lnTo>
                  <a:pt x="200076" y="9944"/>
                </a:lnTo>
                <a:lnTo>
                  <a:pt x="204305" y="11132"/>
                </a:lnTo>
                <a:lnTo>
                  <a:pt x="207005" y="13502"/>
                </a:lnTo>
                <a:lnTo>
                  <a:pt x="209655" y="15878"/>
                </a:lnTo>
                <a:lnTo>
                  <a:pt x="211030" y="18910"/>
                </a:lnTo>
                <a:lnTo>
                  <a:pt x="211030" y="25109"/>
                </a:lnTo>
                <a:lnTo>
                  <a:pt x="210317" y="27443"/>
                </a:lnTo>
                <a:lnTo>
                  <a:pt x="207566" y="31730"/>
                </a:lnTo>
                <a:lnTo>
                  <a:pt x="205528" y="33290"/>
                </a:lnTo>
                <a:lnTo>
                  <a:pt x="200229" y="35237"/>
                </a:lnTo>
                <a:lnTo>
                  <a:pt x="196561" y="35726"/>
                </a:lnTo>
                <a:lnTo>
                  <a:pt x="217079" y="35726"/>
                </a:lnTo>
                <a:lnTo>
                  <a:pt x="219844" y="32785"/>
                </a:lnTo>
                <a:lnTo>
                  <a:pt x="221628" y="28121"/>
                </a:lnTo>
                <a:lnTo>
                  <a:pt x="221628" y="18304"/>
                </a:lnTo>
                <a:lnTo>
                  <a:pt x="220558" y="14389"/>
                </a:lnTo>
                <a:lnTo>
                  <a:pt x="217860" y="9944"/>
                </a:lnTo>
                <a:close/>
              </a:path>
              <a:path w="454659" h="84454">
                <a:moveTo>
                  <a:pt x="291377" y="1330"/>
                </a:moveTo>
                <a:lnTo>
                  <a:pt x="270233" y="1330"/>
                </a:lnTo>
                <a:lnTo>
                  <a:pt x="270233" y="84050"/>
                </a:lnTo>
                <a:lnTo>
                  <a:pt x="279811" y="84050"/>
                </a:lnTo>
                <a:lnTo>
                  <a:pt x="279811" y="9251"/>
                </a:lnTo>
                <a:lnTo>
                  <a:pt x="291377" y="9251"/>
                </a:lnTo>
                <a:lnTo>
                  <a:pt x="291377" y="1330"/>
                </a:lnTo>
                <a:close/>
              </a:path>
              <a:path w="454659" h="84454">
                <a:moveTo>
                  <a:pt x="325003" y="21530"/>
                </a:moveTo>
                <a:lnTo>
                  <a:pt x="316953" y="21530"/>
                </a:lnTo>
                <a:lnTo>
                  <a:pt x="312725" y="22754"/>
                </a:lnTo>
                <a:lnTo>
                  <a:pt x="309005" y="25200"/>
                </a:lnTo>
                <a:lnTo>
                  <a:pt x="305235" y="27647"/>
                </a:lnTo>
                <a:lnTo>
                  <a:pt x="302433" y="31164"/>
                </a:lnTo>
                <a:lnTo>
                  <a:pt x="298663" y="40339"/>
                </a:lnTo>
                <a:lnTo>
                  <a:pt x="297746" y="45452"/>
                </a:lnTo>
                <a:lnTo>
                  <a:pt x="297746" y="56866"/>
                </a:lnTo>
                <a:lnTo>
                  <a:pt x="298764" y="61978"/>
                </a:lnTo>
                <a:lnTo>
                  <a:pt x="300853" y="66426"/>
                </a:lnTo>
                <a:lnTo>
                  <a:pt x="302891" y="70874"/>
                </a:lnTo>
                <a:lnTo>
                  <a:pt x="305846" y="74338"/>
                </a:lnTo>
                <a:lnTo>
                  <a:pt x="313387" y="79300"/>
                </a:lnTo>
                <a:lnTo>
                  <a:pt x="317514" y="80541"/>
                </a:lnTo>
                <a:lnTo>
                  <a:pt x="328977" y="80541"/>
                </a:lnTo>
                <a:lnTo>
                  <a:pt x="334225" y="77741"/>
                </a:lnTo>
                <a:lnTo>
                  <a:pt x="337453" y="72672"/>
                </a:lnTo>
                <a:lnTo>
                  <a:pt x="318787" y="72672"/>
                </a:lnTo>
                <a:lnTo>
                  <a:pt x="315163" y="70874"/>
                </a:lnTo>
                <a:lnTo>
                  <a:pt x="312113" y="67304"/>
                </a:lnTo>
                <a:lnTo>
                  <a:pt x="309107" y="63724"/>
                </a:lnTo>
                <a:lnTo>
                  <a:pt x="307579" y="58319"/>
                </a:lnTo>
                <a:lnTo>
                  <a:pt x="307579" y="43612"/>
                </a:lnTo>
                <a:lnTo>
                  <a:pt x="309005" y="38137"/>
                </a:lnTo>
                <a:lnTo>
                  <a:pt x="314653" y="31261"/>
                </a:lnTo>
                <a:lnTo>
                  <a:pt x="318227" y="29452"/>
                </a:lnTo>
                <a:lnTo>
                  <a:pt x="346657" y="29452"/>
                </a:lnTo>
                <a:lnTo>
                  <a:pt x="346657" y="29294"/>
                </a:lnTo>
                <a:lnTo>
                  <a:pt x="337180" y="29294"/>
                </a:lnTo>
                <a:lnTo>
                  <a:pt x="335499" y="26990"/>
                </a:lnTo>
                <a:lnTo>
                  <a:pt x="333308" y="25119"/>
                </a:lnTo>
                <a:lnTo>
                  <a:pt x="328009" y="22249"/>
                </a:lnTo>
                <a:lnTo>
                  <a:pt x="325003" y="21530"/>
                </a:lnTo>
                <a:close/>
              </a:path>
              <a:path w="454659" h="84454">
                <a:moveTo>
                  <a:pt x="346657" y="72141"/>
                </a:moveTo>
                <a:lnTo>
                  <a:pt x="337791" y="72141"/>
                </a:lnTo>
                <a:lnTo>
                  <a:pt x="337791" y="79264"/>
                </a:lnTo>
                <a:lnTo>
                  <a:pt x="346657" y="79264"/>
                </a:lnTo>
                <a:lnTo>
                  <a:pt x="346657" y="72141"/>
                </a:lnTo>
                <a:close/>
              </a:path>
              <a:path w="454659" h="84454">
                <a:moveTo>
                  <a:pt x="346657" y="29452"/>
                </a:moveTo>
                <a:lnTo>
                  <a:pt x="326837" y="29452"/>
                </a:lnTo>
                <a:lnTo>
                  <a:pt x="330506" y="31261"/>
                </a:lnTo>
                <a:lnTo>
                  <a:pt x="333512" y="34875"/>
                </a:lnTo>
                <a:lnTo>
                  <a:pt x="336467" y="38489"/>
                </a:lnTo>
                <a:lnTo>
                  <a:pt x="337944" y="44162"/>
                </a:lnTo>
                <a:lnTo>
                  <a:pt x="337944" y="58904"/>
                </a:lnTo>
                <a:lnTo>
                  <a:pt x="336467" y="64122"/>
                </a:lnTo>
                <a:lnTo>
                  <a:pt x="330659" y="70962"/>
                </a:lnTo>
                <a:lnTo>
                  <a:pt x="327092" y="72672"/>
                </a:lnTo>
                <a:lnTo>
                  <a:pt x="337453" y="72672"/>
                </a:lnTo>
                <a:lnTo>
                  <a:pt x="337791" y="72141"/>
                </a:lnTo>
                <a:lnTo>
                  <a:pt x="346657" y="72141"/>
                </a:lnTo>
                <a:lnTo>
                  <a:pt x="346657" y="29452"/>
                </a:lnTo>
                <a:close/>
              </a:path>
              <a:path w="454659" h="84454">
                <a:moveTo>
                  <a:pt x="346657" y="1330"/>
                </a:moveTo>
                <a:lnTo>
                  <a:pt x="337180" y="1330"/>
                </a:lnTo>
                <a:lnTo>
                  <a:pt x="337180" y="29294"/>
                </a:lnTo>
                <a:lnTo>
                  <a:pt x="346657" y="29294"/>
                </a:lnTo>
                <a:lnTo>
                  <a:pt x="346657" y="1330"/>
                </a:lnTo>
                <a:close/>
              </a:path>
              <a:path w="454659" h="84454">
                <a:moveTo>
                  <a:pt x="399491" y="1330"/>
                </a:moveTo>
                <a:lnTo>
                  <a:pt x="364285" y="1330"/>
                </a:lnTo>
                <a:lnTo>
                  <a:pt x="364285" y="79264"/>
                </a:lnTo>
                <a:lnTo>
                  <a:pt x="398981" y="79264"/>
                </a:lnTo>
                <a:lnTo>
                  <a:pt x="403159" y="78831"/>
                </a:lnTo>
                <a:lnTo>
                  <a:pt x="419197" y="70068"/>
                </a:lnTo>
                <a:lnTo>
                  <a:pt x="374628" y="70068"/>
                </a:lnTo>
                <a:lnTo>
                  <a:pt x="374628" y="43275"/>
                </a:lnTo>
                <a:lnTo>
                  <a:pt x="418115" y="43275"/>
                </a:lnTo>
                <a:lnTo>
                  <a:pt x="416813" y="41537"/>
                </a:lnTo>
                <a:lnTo>
                  <a:pt x="413196" y="39182"/>
                </a:lnTo>
                <a:lnTo>
                  <a:pt x="408458" y="37801"/>
                </a:lnTo>
                <a:lnTo>
                  <a:pt x="412126" y="35991"/>
                </a:lnTo>
                <a:lnTo>
                  <a:pt x="414299" y="34080"/>
                </a:lnTo>
                <a:lnTo>
                  <a:pt x="374628" y="34080"/>
                </a:lnTo>
                <a:lnTo>
                  <a:pt x="374628" y="10525"/>
                </a:lnTo>
                <a:lnTo>
                  <a:pt x="416022" y="10525"/>
                </a:lnTo>
                <a:lnTo>
                  <a:pt x="414266" y="7701"/>
                </a:lnTo>
                <a:lnTo>
                  <a:pt x="411464" y="5275"/>
                </a:lnTo>
                <a:lnTo>
                  <a:pt x="404280" y="2120"/>
                </a:lnTo>
                <a:lnTo>
                  <a:pt x="399491" y="1330"/>
                </a:lnTo>
                <a:close/>
              </a:path>
              <a:path w="454659" h="84454">
                <a:moveTo>
                  <a:pt x="418115" y="43275"/>
                </a:moveTo>
                <a:lnTo>
                  <a:pt x="397606" y="43275"/>
                </a:lnTo>
                <a:lnTo>
                  <a:pt x="401376" y="43709"/>
                </a:lnTo>
                <a:lnTo>
                  <a:pt x="406674" y="45447"/>
                </a:lnTo>
                <a:lnTo>
                  <a:pt x="412432" y="59152"/>
                </a:lnTo>
                <a:lnTo>
                  <a:pt x="411922" y="61340"/>
                </a:lnTo>
                <a:lnTo>
                  <a:pt x="397351" y="70068"/>
                </a:lnTo>
                <a:lnTo>
                  <a:pt x="419197" y="70068"/>
                </a:lnTo>
                <a:lnTo>
                  <a:pt x="420838" y="66851"/>
                </a:lnTo>
                <a:lnTo>
                  <a:pt x="422367" y="63715"/>
                </a:lnTo>
                <a:lnTo>
                  <a:pt x="423131" y="60321"/>
                </a:lnTo>
                <a:lnTo>
                  <a:pt x="423131" y="52135"/>
                </a:lnTo>
                <a:lnTo>
                  <a:pt x="421857" y="48199"/>
                </a:lnTo>
                <a:lnTo>
                  <a:pt x="419310" y="44871"/>
                </a:lnTo>
                <a:lnTo>
                  <a:pt x="418115" y="43275"/>
                </a:lnTo>
                <a:close/>
              </a:path>
              <a:path w="454659" h="84454">
                <a:moveTo>
                  <a:pt x="416022" y="10525"/>
                </a:moveTo>
                <a:lnTo>
                  <a:pt x="395771" y="10525"/>
                </a:lnTo>
                <a:lnTo>
                  <a:pt x="399745" y="10892"/>
                </a:lnTo>
                <a:lnTo>
                  <a:pt x="404331" y="12345"/>
                </a:lnTo>
                <a:lnTo>
                  <a:pt x="406114" y="13691"/>
                </a:lnTo>
                <a:lnTo>
                  <a:pt x="407337" y="15658"/>
                </a:lnTo>
                <a:lnTo>
                  <a:pt x="408611" y="17626"/>
                </a:lnTo>
                <a:lnTo>
                  <a:pt x="409222" y="19899"/>
                </a:lnTo>
                <a:lnTo>
                  <a:pt x="409222" y="25216"/>
                </a:lnTo>
                <a:lnTo>
                  <a:pt x="408560" y="27484"/>
                </a:lnTo>
                <a:lnTo>
                  <a:pt x="405910" y="31103"/>
                </a:lnTo>
                <a:lnTo>
                  <a:pt x="403923" y="32393"/>
                </a:lnTo>
                <a:lnTo>
                  <a:pt x="399287" y="33774"/>
                </a:lnTo>
                <a:lnTo>
                  <a:pt x="396026" y="34080"/>
                </a:lnTo>
                <a:lnTo>
                  <a:pt x="414299" y="34080"/>
                </a:lnTo>
                <a:lnTo>
                  <a:pt x="414826" y="33616"/>
                </a:lnTo>
                <a:lnTo>
                  <a:pt x="416660" y="30675"/>
                </a:lnTo>
                <a:lnTo>
                  <a:pt x="418444" y="27734"/>
                </a:lnTo>
                <a:lnTo>
                  <a:pt x="419361" y="24599"/>
                </a:lnTo>
                <a:lnTo>
                  <a:pt x="419343" y="17626"/>
                </a:lnTo>
                <a:lnTo>
                  <a:pt x="418342" y="14257"/>
                </a:lnTo>
                <a:lnTo>
                  <a:pt x="416022" y="10525"/>
                </a:lnTo>
                <a:close/>
              </a:path>
              <a:path w="454659" h="84454">
                <a:moveTo>
                  <a:pt x="454261" y="1330"/>
                </a:moveTo>
                <a:lnTo>
                  <a:pt x="433168" y="1330"/>
                </a:lnTo>
                <a:lnTo>
                  <a:pt x="433168" y="9251"/>
                </a:lnTo>
                <a:lnTo>
                  <a:pt x="444682" y="9251"/>
                </a:lnTo>
                <a:lnTo>
                  <a:pt x="444682" y="84050"/>
                </a:lnTo>
                <a:lnTo>
                  <a:pt x="454261" y="84050"/>
                </a:lnTo>
                <a:lnTo>
                  <a:pt x="454261" y="133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3" name="object 12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296010" y="5389454"/>
            <a:ext cx="77898" cy="218826"/>
          </a:xfrm>
          <a:prstGeom prst="rect">
            <a:avLst/>
          </a:prstGeom>
        </p:spPr>
      </p:pic>
      <p:grpSp>
        <p:nvGrpSpPr>
          <p:cNvPr id="124" name="object 124"/>
          <p:cNvGrpSpPr/>
          <p:nvPr/>
        </p:nvGrpSpPr>
        <p:grpSpPr>
          <a:xfrm>
            <a:off x="5280767" y="4372152"/>
            <a:ext cx="2584450" cy="2185035"/>
            <a:chOff x="5280767" y="4372152"/>
            <a:chExt cx="2584450" cy="2185035"/>
          </a:xfrm>
        </p:grpSpPr>
        <p:sp>
          <p:nvSpPr>
            <p:cNvPr id="125" name="object 125"/>
            <p:cNvSpPr/>
            <p:nvPr/>
          </p:nvSpPr>
          <p:spPr>
            <a:xfrm>
              <a:off x="5597054" y="4496459"/>
              <a:ext cx="1133475" cy="2059305"/>
            </a:xfrm>
            <a:custGeom>
              <a:avLst/>
              <a:gdLst/>
              <a:ahLst/>
              <a:cxnLst/>
              <a:rect l="l" t="t" r="r" b="b"/>
              <a:pathLst>
                <a:path w="1133475" h="2059304">
                  <a:moveTo>
                    <a:pt x="0" y="2059207"/>
                  </a:moveTo>
                  <a:lnTo>
                    <a:pt x="0" y="0"/>
                  </a:lnTo>
                </a:path>
                <a:path w="1133475" h="2059304">
                  <a:moveTo>
                    <a:pt x="566643" y="2059207"/>
                  </a:moveTo>
                  <a:lnTo>
                    <a:pt x="566643" y="0"/>
                  </a:lnTo>
                </a:path>
                <a:path w="1133475" h="2059304">
                  <a:moveTo>
                    <a:pt x="1133286" y="2059207"/>
                  </a:moveTo>
                  <a:lnTo>
                    <a:pt x="1133286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7296983" y="4803690"/>
              <a:ext cx="0" cy="1752600"/>
            </a:xfrm>
            <a:custGeom>
              <a:avLst/>
              <a:gdLst/>
              <a:ahLst/>
              <a:cxnLst/>
              <a:rect l="l" t="t" r="r" b="b"/>
              <a:pathLst>
                <a:path h="1752600">
                  <a:moveTo>
                    <a:pt x="0" y="0"/>
                  </a:moveTo>
                  <a:lnTo>
                    <a:pt x="0" y="1751975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597054" y="4496459"/>
              <a:ext cx="2266950" cy="2059305"/>
            </a:xfrm>
            <a:custGeom>
              <a:avLst/>
              <a:gdLst/>
              <a:ahLst/>
              <a:cxnLst/>
              <a:rect l="l" t="t" r="r" b="b"/>
              <a:pathLst>
                <a:path w="2266950" h="2059304">
                  <a:moveTo>
                    <a:pt x="2266572" y="2059207"/>
                  </a:moveTo>
                  <a:lnTo>
                    <a:pt x="2266572" y="0"/>
                  </a:lnTo>
                </a:path>
                <a:path w="2266950" h="2059304">
                  <a:moveTo>
                    <a:pt x="2266572" y="2059207"/>
                  </a:moveTo>
                  <a:lnTo>
                    <a:pt x="0" y="2059207"/>
                  </a:lnTo>
                </a:path>
                <a:path w="2266950" h="2059304">
                  <a:moveTo>
                    <a:pt x="2266572" y="1544399"/>
                  </a:moveTo>
                  <a:lnTo>
                    <a:pt x="0" y="1544399"/>
                  </a:lnTo>
                </a:path>
                <a:path w="2266950" h="2059304">
                  <a:moveTo>
                    <a:pt x="2266572" y="1029615"/>
                  </a:moveTo>
                  <a:lnTo>
                    <a:pt x="0" y="1029615"/>
                  </a:lnTo>
                </a:path>
                <a:path w="2266950" h="2059304">
                  <a:moveTo>
                    <a:pt x="2266572" y="514832"/>
                  </a:moveTo>
                  <a:lnTo>
                    <a:pt x="0" y="514832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296983" y="4496459"/>
              <a:ext cx="0" cy="47625"/>
            </a:xfrm>
            <a:custGeom>
              <a:avLst/>
              <a:gdLst/>
              <a:ahLst/>
              <a:cxnLst/>
              <a:rect l="l" t="t" r="r" b="b"/>
              <a:pathLst>
                <a:path h="47625">
                  <a:moveTo>
                    <a:pt x="0" y="0"/>
                  </a:moveTo>
                  <a:lnTo>
                    <a:pt x="0" y="47547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597054" y="4496459"/>
              <a:ext cx="2266950" cy="0"/>
            </a:xfrm>
            <a:custGeom>
              <a:avLst/>
              <a:gdLst/>
              <a:ahLst/>
              <a:cxnLst/>
              <a:rect l="l" t="t" r="r" b="b"/>
              <a:pathLst>
                <a:path w="2266950">
                  <a:moveTo>
                    <a:pt x="226657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595823" y="4495241"/>
              <a:ext cx="2269490" cy="2061845"/>
            </a:xfrm>
            <a:custGeom>
              <a:avLst/>
              <a:gdLst/>
              <a:ahLst/>
              <a:cxnLst/>
              <a:rect l="l" t="t" r="r" b="b"/>
              <a:pathLst>
                <a:path w="2269490" h="2061845">
                  <a:moveTo>
                    <a:pt x="2269020" y="0"/>
                  </a:moveTo>
                  <a:lnTo>
                    <a:pt x="2267801" y="0"/>
                  </a:lnTo>
                  <a:lnTo>
                    <a:pt x="2266581" y="0"/>
                  </a:lnTo>
                  <a:lnTo>
                    <a:pt x="2266581" y="2438"/>
                  </a:lnTo>
                  <a:lnTo>
                    <a:pt x="2266581" y="25120"/>
                  </a:lnTo>
                  <a:lnTo>
                    <a:pt x="2266581" y="514832"/>
                  </a:lnTo>
                  <a:lnTo>
                    <a:pt x="2243912" y="514832"/>
                  </a:lnTo>
                  <a:lnTo>
                    <a:pt x="2243912" y="517271"/>
                  </a:lnTo>
                  <a:lnTo>
                    <a:pt x="2266581" y="517271"/>
                  </a:lnTo>
                  <a:lnTo>
                    <a:pt x="2266581" y="1029627"/>
                  </a:lnTo>
                  <a:lnTo>
                    <a:pt x="2243912" y="1029627"/>
                  </a:lnTo>
                  <a:lnTo>
                    <a:pt x="2243912" y="1032052"/>
                  </a:lnTo>
                  <a:lnTo>
                    <a:pt x="2266581" y="1032052"/>
                  </a:lnTo>
                  <a:lnTo>
                    <a:pt x="2266581" y="1544408"/>
                  </a:lnTo>
                  <a:lnTo>
                    <a:pt x="2243912" y="1544408"/>
                  </a:lnTo>
                  <a:lnTo>
                    <a:pt x="2243912" y="1546847"/>
                  </a:lnTo>
                  <a:lnTo>
                    <a:pt x="2266581" y="1546847"/>
                  </a:lnTo>
                  <a:lnTo>
                    <a:pt x="2266581" y="2036533"/>
                  </a:lnTo>
                  <a:lnTo>
                    <a:pt x="2266581" y="2059203"/>
                  </a:lnTo>
                  <a:lnTo>
                    <a:pt x="2243912" y="2059203"/>
                  </a:lnTo>
                  <a:lnTo>
                    <a:pt x="1702371" y="2059203"/>
                  </a:lnTo>
                  <a:lnTo>
                    <a:pt x="1702371" y="2036533"/>
                  </a:lnTo>
                  <a:lnTo>
                    <a:pt x="1699933" y="2036533"/>
                  </a:lnTo>
                  <a:lnTo>
                    <a:pt x="1699933" y="2059203"/>
                  </a:lnTo>
                  <a:lnTo>
                    <a:pt x="1135735" y="2059203"/>
                  </a:lnTo>
                  <a:lnTo>
                    <a:pt x="1135735" y="2036533"/>
                  </a:lnTo>
                  <a:lnTo>
                    <a:pt x="1133297" y="2036533"/>
                  </a:lnTo>
                  <a:lnTo>
                    <a:pt x="1133297" y="2059203"/>
                  </a:lnTo>
                  <a:lnTo>
                    <a:pt x="569087" y="2059203"/>
                  </a:lnTo>
                  <a:lnTo>
                    <a:pt x="569087" y="2036533"/>
                  </a:lnTo>
                  <a:lnTo>
                    <a:pt x="566648" y="2036533"/>
                  </a:lnTo>
                  <a:lnTo>
                    <a:pt x="566648" y="2059203"/>
                  </a:lnTo>
                  <a:lnTo>
                    <a:pt x="25107" y="2059203"/>
                  </a:lnTo>
                  <a:lnTo>
                    <a:pt x="2438" y="2059203"/>
                  </a:lnTo>
                  <a:lnTo>
                    <a:pt x="2438" y="2036533"/>
                  </a:lnTo>
                  <a:lnTo>
                    <a:pt x="2438" y="1546847"/>
                  </a:lnTo>
                  <a:lnTo>
                    <a:pt x="25107" y="1546847"/>
                  </a:lnTo>
                  <a:lnTo>
                    <a:pt x="25107" y="1544408"/>
                  </a:lnTo>
                  <a:lnTo>
                    <a:pt x="2438" y="1544408"/>
                  </a:lnTo>
                  <a:lnTo>
                    <a:pt x="2438" y="1032052"/>
                  </a:lnTo>
                  <a:lnTo>
                    <a:pt x="25107" y="1032052"/>
                  </a:lnTo>
                  <a:lnTo>
                    <a:pt x="25107" y="1029627"/>
                  </a:lnTo>
                  <a:lnTo>
                    <a:pt x="2438" y="1029627"/>
                  </a:lnTo>
                  <a:lnTo>
                    <a:pt x="2438" y="517271"/>
                  </a:lnTo>
                  <a:lnTo>
                    <a:pt x="25107" y="517271"/>
                  </a:lnTo>
                  <a:lnTo>
                    <a:pt x="25107" y="514832"/>
                  </a:lnTo>
                  <a:lnTo>
                    <a:pt x="2438" y="514832"/>
                  </a:lnTo>
                  <a:lnTo>
                    <a:pt x="2438" y="25120"/>
                  </a:lnTo>
                  <a:lnTo>
                    <a:pt x="2438" y="2438"/>
                  </a:lnTo>
                  <a:lnTo>
                    <a:pt x="25107" y="2438"/>
                  </a:lnTo>
                  <a:lnTo>
                    <a:pt x="566648" y="2438"/>
                  </a:lnTo>
                  <a:lnTo>
                    <a:pt x="566648" y="25120"/>
                  </a:lnTo>
                  <a:lnTo>
                    <a:pt x="569087" y="25120"/>
                  </a:lnTo>
                  <a:lnTo>
                    <a:pt x="569087" y="2438"/>
                  </a:lnTo>
                  <a:lnTo>
                    <a:pt x="1133297" y="2438"/>
                  </a:lnTo>
                  <a:lnTo>
                    <a:pt x="1133297" y="25120"/>
                  </a:lnTo>
                  <a:lnTo>
                    <a:pt x="1135735" y="25120"/>
                  </a:lnTo>
                  <a:lnTo>
                    <a:pt x="1135735" y="2438"/>
                  </a:lnTo>
                  <a:lnTo>
                    <a:pt x="1699933" y="2438"/>
                  </a:lnTo>
                  <a:lnTo>
                    <a:pt x="1699933" y="25120"/>
                  </a:lnTo>
                  <a:lnTo>
                    <a:pt x="1702371" y="25120"/>
                  </a:lnTo>
                  <a:lnTo>
                    <a:pt x="1702371" y="2438"/>
                  </a:lnTo>
                  <a:lnTo>
                    <a:pt x="2243912" y="2438"/>
                  </a:lnTo>
                  <a:lnTo>
                    <a:pt x="2266581" y="2438"/>
                  </a:lnTo>
                  <a:lnTo>
                    <a:pt x="2266581" y="0"/>
                  </a:lnTo>
                  <a:lnTo>
                    <a:pt x="2243912" y="0"/>
                  </a:lnTo>
                  <a:lnTo>
                    <a:pt x="25107" y="0"/>
                  </a:lnTo>
                  <a:lnTo>
                    <a:pt x="1219" y="0"/>
                  </a:lnTo>
                  <a:lnTo>
                    <a:pt x="0" y="25"/>
                  </a:lnTo>
                  <a:lnTo>
                    <a:pt x="0" y="1219"/>
                  </a:lnTo>
                  <a:lnTo>
                    <a:pt x="0" y="25120"/>
                  </a:lnTo>
                  <a:lnTo>
                    <a:pt x="12" y="2060422"/>
                  </a:lnTo>
                  <a:lnTo>
                    <a:pt x="1219" y="2060422"/>
                  </a:lnTo>
                  <a:lnTo>
                    <a:pt x="1219" y="2061641"/>
                  </a:lnTo>
                  <a:lnTo>
                    <a:pt x="25107" y="2061641"/>
                  </a:lnTo>
                  <a:lnTo>
                    <a:pt x="2243912" y="2061641"/>
                  </a:lnTo>
                  <a:lnTo>
                    <a:pt x="2267801" y="2061641"/>
                  </a:lnTo>
                  <a:lnTo>
                    <a:pt x="2269020" y="2061641"/>
                  </a:lnTo>
                  <a:lnTo>
                    <a:pt x="2269020" y="2060422"/>
                  </a:lnTo>
                  <a:lnTo>
                    <a:pt x="2269020" y="25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02631" y="6008623"/>
              <a:ext cx="159581" cy="69249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5516886" y="5493839"/>
              <a:ext cx="44450" cy="69215"/>
            </a:xfrm>
            <a:custGeom>
              <a:avLst/>
              <a:gdLst/>
              <a:ahLst/>
              <a:cxnLst/>
              <a:rect l="l" t="t" r="r" b="b"/>
              <a:pathLst>
                <a:path w="44450" h="69214">
                  <a:moveTo>
                    <a:pt x="25726" y="0"/>
                  </a:moveTo>
                  <a:lnTo>
                    <a:pt x="17157" y="0"/>
                  </a:lnTo>
                  <a:lnTo>
                    <a:pt x="13068" y="1316"/>
                  </a:lnTo>
                  <a:lnTo>
                    <a:pt x="9816" y="3998"/>
                  </a:lnTo>
                  <a:lnTo>
                    <a:pt x="6570" y="6632"/>
                  </a:lnTo>
                  <a:lnTo>
                    <a:pt x="4118" y="10387"/>
                  </a:lnTo>
                  <a:lnTo>
                    <a:pt x="823" y="20189"/>
                  </a:lnTo>
                  <a:lnTo>
                    <a:pt x="0" y="26626"/>
                  </a:lnTo>
                  <a:lnTo>
                    <a:pt x="0" y="34624"/>
                  </a:lnTo>
                  <a:lnTo>
                    <a:pt x="15558" y="69200"/>
                  </a:lnTo>
                  <a:lnTo>
                    <a:pt x="27047" y="69200"/>
                  </a:lnTo>
                  <a:lnTo>
                    <a:pt x="31156" y="67883"/>
                  </a:lnTo>
                  <a:lnTo>
                    <a:pt x="34403" y="65201"/>
                  </a:lnTo>
                  <a:lnTo>
                    <a:pt x="37654" y="62567"/>
                  </a:lnTo>
                  <a:lnTo>
                    <a:pt x="37779" y="62372"/>
                  </a:lnTo>
                  <a:lnTo>
                    <a:pt x="18269" y="62372"/>
                  </a:lnTo>
                  <a:lnTo>
                    <a:pt x="15056" y="60519"/>
                  </a:lnTo>
                  <a:lnTo>
                    <a:pt x="12453" y="56862"/>
                  </a:lnTo>
                  <a:lnTo>
                    <a:pt x="9851" y="53155"/>
                  </a:lnTo>
                  <a:lnTo>
                    <a:pt x="8549" y="45743"/>
                  </a:lnTo>
                  <a:lnTo>
                    <a:pt x="8558" y="23456"/>
                  </a:lnTo>
                  <a:lnTo>
                    <a:pt x="9982" y="15898"/>
                  </a:lnTo>
                  <a:lnTo>
                    <a:pt x="12848" y="11752"/>
                  </a:lnTo>
                  <a:lnTo>
                    <a:pt x="15125" y="8534"/>
                  </a:lnTo>
                  <a:lnTo>
                    <a:pt x="18176" y="6876"/>
                  </a:lnTo>
                  <a:lnTo>
                    <a:pt x="37381" y="6876"/>
                  </a:lnTo>
                  <a:lnTo>
                    <a:pt x="36659" y="5754"/>
                  </a:lnTo>
                  <a:lnTo>
                    <a:pt x="34398" y="3657"/>
                  </a:lnTo>
                  <a:lnTo>
                    <a:pt x="28914" y="731"/>
                  </a:lnTo>
                  <a:lnTo>
                    <a:pt x="25726" y="0"/>
                  </a:lnTo>
                  <a:close/>
                </a:path>
                <a:path w="44450" h="69214">
                  <a:moveTo>
                    <a:pt x="37381" y="6876"/>
                  </a:moveTo>
                  <a:lnTo>
                    <a:pt x="25877" y="6876"/>
                  </a:lnTo>
                  <a:lnTo>
                    <a:pt x="29119" y="8729"/>
                  </a:lnTo>
                  <a:lnTo>
                    <a:pt x="34330" y="16044"/>
                  </a:lnTo>
                  <a:lnTo>
                    <a:pt x="35631" y="23456"/>
                  </a:lnTo>
                  <a:lnTo>
                    <a:pt x="35631" y="45743"/>
                  </a:lnTo>
                  <a:lnTo>
                    <a:pt x="34330" y="53107"/>
                  </a:lnTo>
                  <a:lnTo>
                    <a:pt x="29119" y="60519"/>
                  </a:lnTo>
                  <a:lnTo>
                    <a:pt x="25912" y="62372"/>
                  </a:lnTo>
                  <a:lnTo>
                    <a:pt x="37779" y="62372"/>
                  </a:lnTo>
                  <a:lnTo>
                    <a:pt x="40096" y="58764"/>
                  </a:lnTo>
                  <a:lnTo>
                    <a:pt x="43362" y="49010"/>
                  </a:lnTo>
                  <a:lnTo>
                    <a:pt x="44061" y="43510"/>
                  </a:lnTo>
                  <a:lnTo>
                    <a:pt x="44059" y="26626"/>
                  </a:lnTo>
                  <a:lnTo>
                    <a:pt x="43669" y="22579"/>
                  </a:lnTo>
                  <a:lnTo>
                    <a:pt x="41636" y="14630"/>
                  </a:lnTo>
                  <a:lnTo>
                    <a:pt x="40237" y="11313"/>
                  </a:lnTo>
                  <a:lnTo>
                    <a:pt x="37381" y="6876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3" name="object 1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432803" y="4979056"/>
              <a:ext cx="126211" cy="69200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5523261" y="4464272"/>
              <a:ext cx="25400" cy="68580"/>
            </a:xfrm>
            <a:custGeom>
              <a:avLst/>
              <a:gdLst/>
              <a:ahLst/>
              <a:cxnLst/>
              <a:rect l="l" t="t" r="r" b="b"/>
              <a:pathLst>
                <a:path w="25400" h="68579">
                  <a:moveTo>
                    <a:pt x="24956" y="0"/>
                  </a:moveTo>
                  <a:lnTo>
                    <a:pt x="19594" y="0"/>
                  </a:lnTo>
                  <a:lnTo>
                    <a:pt x="18147" y="2926"/>
                  </a:lnTo>
                  <a:lnTo>
                    <a:pt x="15680" y="5949"/>
                  </a:lnTo>
                  <a:lnTo>
                    <a:pt x="8720" y="12142"/>
                  </a:lnTo>
                  <a:lnTo>
                    <a:pt x="4655" y="14825"/>
                  </a:lnTo>
                  <a:lnTo>
                    <a:pt x="0" y="16970"/>
                  </a:lnTo>
                  <a:lnTo>
                    <a:pt x="0" y="25017"/>
                  </a:lnTo>
                  <a:lnTo>
                    <a:pt x="16636" y="15020"/>
                  </a:lnTo>
                  <a:lnTo>
                    <a:pt x="16636" y="68029"/>
                  </a:lnTo>
                  <a:lnTo>
                    <a:pt x="24956" y="68029"/>
                  </a:lnTo>
                  <a:lnTo>
                    <a:pt x="24956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80767" y="5262001"/>
              <a:ext cx="81630" cy="532095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5715413" y="4704986"/>
              <a:ext cx="1953895" cy="1679575"/>
            </a:xfrm>
            <a:custGeom>
              <a:avLst/>
              <a:gdLst/>
              <a:ahLst/>
              <a:cxnLst/>
              <a:rect l="l" t="t" r="r" b="b"/>
              <a:pathLst>
                <a:path w="1953895" h="1679575">
                  <a:moveTo>
                    <a:pt x="414358" y="479329"/>
                  </a:moveTo>
                  <a:lnTo>
                    <a:pt x="435025" y="500007"/>
                  </a:lnTo>
                </a:path>
                <a:path w="1953895" h="1679575">
                  <a:moveTo>
                    <a:pt x="414358" y="500007"/>
                  </a:moveTo>
                  <a:lnTo>
                    <a:pt x="435025" y="479329"/>
                  </a:lnTo>
                </a:path>
                <a:path w="1953895" h="1679575">
                  <a:moveTo>
                    <a:pt x="1711276" y="495130"/>
                  </a:moveTo>
                  <a:lnTo>
                    <a:pt x="1731992" y="515807"/>
                  </a:lnTo>
                </a:path>
                <a:path w="1953895" h="1679575">
                  <a:moveTo>
                    <a:pt x="1711276" y="515807"/>
                  </a:moveTo>
                  <a:lnTo>
                    <a:pt x="1731992" y="495130"/>
                  </a:lnTo>
                </a:path>
                <a:path w="1953895" h="1679575">
                  <a:moveTo>
                    <a:pt x="491958" y="839814"/>
                  </a:moveTo>
                  <a:lnTo>
                    <a:pt x="512625" y="860492"/>
                  </a:lnTo>
                </a:path>
                <a:path w="1953895" h="1679575">
                  <a:moveTo>
                    <a:pt x="491958" y="860492"/>
                  </a:moveTo>
                  <a:lnTo>
                    <a:pt x="512625" y="839814"/>
                  </a:lnTo>
                </a:path>
                <a:path w="1953895" h="1679575">
                  <a:moveTo>
                    <a:pt x="1670234" y="483670"/>
                  </a:moveTo>
                  <a:lnTo>
                    <a:pt x="1690950" y="504396"/>
                  </a:lnTo>
                </a:path>
                <a:path w="1953895" h="1679575">
                  <a:moveTo>
                    <a:pt x="1670234" y="504396"/>
                  </a:moveTo>
                  <a:lnTo>
                    <a:pt x="1690950" y="483670"/>
                  </a:lnTo>
                </a:path>
                <a:path w="1953895" h="1679575">
                  <a:moveTo>
                    <a:pt x="1274096" y="743890"/>
                  </a:moveTo>
                  <a:lnTo>
                    <a:pt x="1294763" y="764567"/>
                  </a:lnTo>
                </a:path>
                <a:path w="1953895" h="1679575">
                  <a:moveTo>
                    <a:pt x="1274096" y="764567"/>
                  </a:moveTo>
                  <a:lnTo>
                    <a:pt x="1294763" y="743890"/>
                  </a:lnTo>
                </a:path>
                <a:path w="1953895" h="1679575">
                  <a:moveTo>
                    <a:pt x="1366855" y="704876"/>
                  </a:moveTo>
                  <a:lnTo>
                    <a:pt x="1387522" y="725602"/>
                  </a:lnTo>
                </a:path>
                <a:path w="1953895" h="1679575">
                  <a:moveTo>
                    <a:pt x="1366855" y="725602"/>
                  </a:moveTo>
                  <a:lnTo>
                    <a:pt x="1387522" y="704876"/>
                  </a:lnTo>
                </a:path>
                <a:path w="1953895" h="1679575">
                  <a:moveTo>
                    <a:pt x="348408" y="769639"/>
                  </a:moveTo>
                  <a:lnTo>
                    <a:pt x="369075" y="790316"/>
                  </a:lnTo>
                </a:path>
                <a:path w="1953895" h="1679575">
                  <a:moveTo>
                    <a:pt x="348408" y="790316"/>
                  </a:moveTo>
                  <a:lnTo>
                    <a:pt x="369075" y="769639"/>
                  </a:lnTo>
                </a:path>
                <a:path w="1953895" h="1679575">
                  <a:moveTo>
                    <a:pt x="1593220" y="650599"/>
                  </a:moveTo>
                  <a:lnTo>
                    <a:pt x="1613887" y="671276"/>
                  </a:lnTo>
                </a:path>
                <a:path w="1953895" h="1679575">
                  <a:moveTo>
                    <a:pt x="1593220" y="671276"/>
                  </a:moveTo>
                  <a:lnTo>
                    <a:pt x="1613887" y="650599"/>
                  </a:lnTo>
                </a:path>
                <a:path w="1953895" h="1679575">
                  <a:moveTo>
                    <a:pt x="1797357" y="773735"/>
                  </a:moveTo>
                  <a:lnTo>
                    <a:pt x="1818025" y="794412"/>
                  </a:lnTo>
                </a:path>
                <a:path w="1953895" h="1679575">
                  <a:moveTo>
                    <a:pt x="1797357" y="794412"/>
                  </a:moveTo>
                  <a:lnTo>
                    <a:pt x="1818025" y="773735"/>
                  </a:lnTo>
                </a:path>
                <a:path w="1953895" h="1679575">
                  <a:moveTo>
                    <a:pt x="1823971" y="1235412"/>
                  </a:moveTo>
                  <a:lnTo>
                    <a:pt x="1844639" y="1256138"/>
                  </a:lnTo>
                </a:path>
                <a:path w="1953895" h="1679575">
                  <a:moveTo>
                    <a:pt x="1823971" y="1256138"/>
                  </a:moveTo>
                  <a:lnTo>
                    <a:pt x="1844639" y="1235412"/>
                  </a:lnTo>
                </a:path>
                <a:path w="1953895" h="1679575">
                  <a:moveTo>
                    <a:pt x="1666481" y="1485732"/>
                  </a:moveTo>
                  <a:lnTo>
                    <a:pt x="1687148" y="1506409"/>
                  </a:lnTo>
                </a:path>
                <a:path w="1953895" h="1679575">
                  <a:moveTo>
                    <a:pt x="1666481" y="1506409"/>
                  </a:moveTo>
                  <a:lnTo>
                    <a:pt x="1687148" y="1485732"/>
                  </a:lnTo>
                </a:path>
                <a:path w="1953895" h="1679575">
                  <a:moveTo>
                    <a:pt x="673186" y="1225951"/>
                  </a:moveTo>
                  <a:lnTo>
                    <a:pt x="693853" y="1246677"/>
                  </a:lnTo>
                </a:path>
                <a:path w="1953895" h="1679575">
                  <a:moveTo>
                    <a:pt x="673186" y="1246677"/>
                  </a:moveTo>
                  <a:lnTo>
                    <a:pt x="693853" y="1225951"/>
                  </a:lnTo>
                </a:path>
                <a:path w="1953895" h="1679575">
                  <a:moveTo>
                    <a:pt x="463394" y="1208736"/>
                  </a:moveTo>
                  <a:lnTo>
                    <a:pt x="484061" y="1229413"/>
                  </a:lnTo>
                </a:path>
                <a:path w="1953895" h="1679575">
                  <a:moveTo>
                    <a:pt x="463394" y="1229413"/>
                  </a:moveTo>
                  <a:lnTo>
                    <a:pt x="484061" y="1208736"/>
                  </a:lnTo>
                </a:path>
                <a:path w="1953895" h="1679575">
                  <a:moveTo>
                    <a:pt x="1439629" y="968559"/>
                  </a:moveTo>
                  <a:lnTo>
                    <a:pt x="1460345" y="989285"/>
                  </a:lnTo>
                </a:path>
                <a:path w="1953895" h="1679575">
                  <a:moveTo>
                    <a:pt x="1439629" y="989285"/>
                  </a:moveTo>
                  <a:lnTo>
                    <a:pt x="1460345" y="968559"/>
                  </a:lnTo>
                </a:path>
                <a:path w="1953895" h="1679575">
                  <a:moveTo>
                    <a:pt x="141151" y="872049"/>
                  </a:moveTo>
                  <a:lnTo>
                    <a:pt x="161818" y="892775"/>
                  </a:lnTo>
                </a:path>
                <a:path w="1953895" h="1679575">
                  <a:moveTo>
                    <a:pt x="141151" y="892775"/>
                  </a:moveTo>
                  <a:lnTo>
                    <a:pt x="161818" y="872049"/>
                  </a:lnTo>
                </a:path>
                <a:path w="1953895" h="1679575">
                  <a:moveTo>
                    <a:pt x="469097" y="890288"/>
                  </a:moveTo>
                  <a:lnTo>
                    <a:pt x="489764" y="910965"/>
                  </a:lnTo>
                </a:path>
                <a:path w="1953895" h="1679575">
                  <a:moveTo>
                    <a:pt x="469097" y="910965"/>
                  </a:moveTo>
                  <a:lnTo>
                    <a:pt x="489764" y="890288"/>
                  </a:lnTo>
                </a:path>
                <a:path w="1953895" h="1679575">
                  <a:moveTo>
                    <a:pt x="601923" y="613682"/>
                  </a:moveTo>
                  <a:lnTo>
                    <a:pt x="622590" y="634359"/>
                  </a:lnTo>
                </a:path>
                <a:path w="1953895" h="1679575">
                  <a:moveTo>
                    <a:pt x="601923" y="634359"/>
                  </a:moveTo>
                  <a:lnTo>
                    <a:pt x="622590" y="613682"/>
                  </a:lnTo>
                </a:path>
                <a:path w="1953895" h="1679575">
                  <a:moveTo>
                    <a:pt x="379312" y="669033"/>
                  </a:moveTo>
                  <a:lnTo>
                    <a:pt x="400028" y="689710"/>
                  </a:lnTo>
                </a:path>
                <a:path w="1953895" h="1679575">
                  <a:moveTo>
                    <a:pt x="379312" y="689710"/>
                  </a:moveTo>
                  <a:lnTo>
                    <a:pt x="400028" y="669033"/>
                  </a:lnTo>
                </a:path>
                <a:path w="1953895" h="1679575">
                  <a:moveTo>
                    <a:pt x="1462879" y="537265"/>
                  </a:moveTo>
                  <a:lnTo>
                    <a:pt x="1483547" y="557990"/>
                  </a:lnTo>
                </a:path>
                <a:path w="1953895" h="1679575">
                  <a:moveTo>
                    <a:pt x="1462879" y="557990"/>
                  </a:moveTo>
                  <a:lnTo>
                    <a:pt x="1483547" y="537265"/>
                  </a:lnTo>
                </a:path>
                <a:path w="1953895" h="1679575">
                  <a:moveTo>
                    <a:pt x="1509381" y="163417"/>
                  </a:moveTo>
                  <a:lnTo>
                    <a:pt x="1530097" y="184095"/>
                  </a:lnTo>
                </a:path>
                <a:path w="1953895" h="1679575">
                  <a:moveTo>
                    <a:pt x="1509381" y="184095"/>
                  </a:moveTo>
                  <a:lnTo>
                    <a:pt x="1530097" y="163417"/>
                  </a:lnTo>
                </a:path>
                <a:path w="1953895" h="1679575">
                  <a:moveTo>
                    <a:pt x="218263" y="365507"/>
                  </a:moveTo>
                  <a:lnTo>
                    <a:pt x="238930" y="386233"/>
                  </a:lnTo>
                </a:path>
                <a:path w="1953895" h="1679575">
                  <a:moveTo>
                    <a:pt x="218263" y="386233"/>
                  </a:moveTo>
                  <a:lnTo>
                    <a:pt x="238930" y="365507"/>
                  </a:lnTo>
                </a:path>
                <a:path w="1953895" h="1679575">
                  <a:moveTo>
                    <a:pt x="339196" y="1277888"/>
                  </a:moveTo>
                  <a:lnTo>
                    <a:pt x="359863" y="1298565"/>
                  </a:lnTo>
                </a:path>
                <a:path w="1953895" h="1679575">
                  <a:moveTo>
                    <a:pt x="339196" y="1298565"/>
                  </a:moveTo>
                  <a:lnTo>
                    <a:pt x="359863" y="1277888"/>
                  </a:lnTo>
                </a:path>
                <a:path w="1953895" h="1679575">
                  <a:moveTo>
                    <a:pt x="1535020" y="1658518"/>
                  </a:moveTo>
                  <a:lnTo>
                    <a:pt x="1555687" y="1679205"/>
                  </a:lnTo>
                </a:path>
                <a:path w="1953895" h="1679575">
                  <a:moveTo>
                    <a:pt x="1535020" y="1679205"/>
                  </a:moveTo>
                  <a:lnTo>
                    <a:pt x="1555687" y="1658518"/>
                  </a:lnTo>
                </a:path>
                <a:path w="1953895" h="1679575">
                  <a:moveTo>
                    <a:pt x="447114" y="482402"/>
                  </a:moveTo>
                  <a:lnTo>
                    <a:pt x="467830" y="503128"/>
                  </a:lnTo>
                </a:path>
                <a:path w="1953895" h="1679575">
                  <a:moveTo>
                    <a:pt x="447114" y="503128"/>
                  </a:moveTo>
                  <a:lnTo>
                    <a:pt x="467830" y="482402"/>
                  </a:lnTo>
                </a:path>
                <a:path w="1953895" h="1679575">
                  <a:moveTo>
                    <a:pt x="1558466" y="1478954"/>
                  </a:moveTo>
                  <a:lnTo>
                    <a:pt x="1579133" y="1499631"/>
                  </a:lnTo>
                </a:path>
                <a:path w="1953895" h="1679575">
                  <a:moveTo>
                    <a:pt x="1558466" y="1499631"/>
                  </a:moveTo>
                  <a:lnTo>
                    <a:pt x="1579133" y="1478954"/>
                  </a:lnTo>
                </a:path>
                <a:path w="1953895" h="1679575">
                  <a:moveTo>
                    <a:pt x="1693680" y="786463"/>
                  </a:moveTo>
                  <a:lnTo>
                    <a:pt x="1714396" y="807141"/>
                  </a:lnTo>
                </a:path>
                <a:path w="1953895" h="1679575">
                  <a:moveTo>
                    <a:pt x="1693680" y="807141"/>
                  </a:moveTo>
                  <a:lnTo>
                    <a:pt x="1714396" y="786463"/>
                  </a:lnTo>
                </a:path>
                <a:path w="1953895" h="1679575">
                  <a:moveTo>
                    <a:pt x="459836" y="797826"/>
                  </a:moveTo>
                  <a:lnTo>
                    <a:pt x="480503" y="818503"/>
                  </a:lnTo>
                </a:path>
                <a:path w="1953895" h="1679575">
                  <a:moveTo>
                    <a:pt x="459836" y="818503"/>
                  </a:moveTo>
                  <a:lnTo>
                    <a:pt x="480503" y="797826"/>
                  </a:lnTo>
                </a:path>
                <a:path w="1953895" h="1679575">
                  <a:moveTo>
                    <a:pt x="801381" y="0"/>
                  </a:moveTo>
                  <a:lnTo>
                    <a:pt x="822049" y="20725"/>
                  </a:lnTo>
                </a:path>
                <a:path w="1953895" h="1679575">
                  <a:moveTo>
                    <a:pt x="801381" y="20725"/>
                  </a:moveTo>
                  <a:lnTo>
                    <a:pt x="822049" y="0"/>
                  </a:lnTo>
                </a:path>
                <a:path w="1953895" h="1679575">
                  <a:moveTo>
                    <a:pt x="500439" y="835913"/>
                  </a:moveTo>
                  <a:lnTo>
                    <a:pt x="521155" y="856639"/>
                  </a:lnTo>
                </a:path>
                <a:path w="1953895" h="1679575">
                  <a:moveTo>
                    <a:pt x="500439" y="856639"/>
                  </a:moveTo>
                  <a:lnTo>
                    <a:pt x="521155" y="835913"/>
                  </a:lnTo>
                </a:path>
                <a:path w="1953895" h="1679575">
                  <a:moveTo>
                    <a:pt x="1932718" y="995430"/>
                  </a:moveTo>
                  <a:lnTo>
                    <a:pt x="1953434" y="1016107"/>
                  </a:lnTo>
                </a:path>
                <a:path w="1953895" h="1679575">
                  <a:moveTo>
                    <a:pt x="1932718" y="1016107"/>
                  </a:moveTo>
                  <a:lnTo>
                    <a:pt x="1953434" y="995430"/>
                  </a:lnTo>
                </a:path>
                <a:path w="1953895" h="1679575">
                  <a:moveTo>
                    <a:pt x="293084" y="724920"/>
                  </a:moveTo>
                  <a:lnTo>
                    <a:pt x="313752" y="745597"/>
                  </a:lnTo>
                </a:path>
                <a:path w="1953895" h="1679575">
                  <a:moveTo>
                    <a:pt x="293084" y="745597"/>
                  </a:moveTo>
                  <a:lnTo>
                    <a:pt x="313752" y="724920"/>
                  </a:lnTo>
                </a:path>
                <a:path w="1953895" h="1679575">
                  <a:moveTo>
                    <a:pt x="543431" y="721262"/>
                  </a:moveTo>
                  <a:lnTo>
                    <a:pt x="564098" y="741939"/>
                  </a:lnTo>
                </a:path>
                <a:path w="1953895" h="1679575">
                  <a:moveTo>
                    <a:pt x="543431" y="741939"/>
                  </a:moveTo>
                  <a:lnTo>
                    <a:pt x="564098" y="721262"/>
                  </a:lnTo>
                </a:path>
                <a:path w="1953895" h="1679575">
                  <a:moveTo>
                    <a:pt x="385795" y="785244"/>
                  </a:moveTo>
                  <a:lnTo>
                    <a:pt x="406462" y="805921"/>
                  </a:lnTo>
                </a:path>
                <a:path w="1953895" h="1679575">
                  <a:moveTo>
                    <a:pt x="385795" y="805921"/>
                  </a:moveTo>
                  <a:lnTo>
                    <a:pt x="406462" y="785244"/>
                  </a:lnTo>
                </a:path>
                <a:path w="1953895" h="1679575">
                  <a:moveTo>
                    <a:pt x="558152" y="1032297"/>
                  </a:moveTo>
                  <a:lnTo>
                    <a:pt x="578868" y="1052975"/>
                  </a:lnTo>
                </a:path>
                <a:path w="1953895" h="1679575">
                  <a:moveTo>
                    <a:pt x="558152" y="1052975"/>
                  </a:moveTo>
                  <a:lnTo>
                    <a:pt x="578868" y="1032297"/>
                  </a:lnTo>
                </a:path>
                <a:path w="1953895" h="1679575">
                  <a:moveTo>
                    <a:pt x="556933" y="1255796"/>
                  </a:moveTo>
                  <a:lnTo>
                    <a:pt x="577600" y="1276473"/>
                  </a:lnTo>
                </a:path>
                <a:path w="1953895" h="1679575">
                  <a:moveTo>
                    <a:pt x="556933" y="1276473"/>
                  </a:moveTo>
                  <a:lnTo>
                    <a:pt x="577600" y="1255796"/>
                  </a:lnTo>
                </a:path>
                <a:path w="1953895" h="1679575">
                  <a:moveTo>
                    <a:pt x="0" y="695513"/>
                  </a:moveTo>
                  <a:lnTo>
                    <a:pt x="20681" y="716239"/>
                  </a:lnTo>
                </a:path>
                <a:path w="1953895" h="1679575">
                  <a:moveTo>
                    <a:pt x="0" y="716239"/>
                  </a:moveTo>
                  <a:lnTo>
                    <a:pt x="20681" y="695513"/>
                  </a:lnTo>
                </a:path>
                <a:path w="1953895" h="1679575">
                  <a:moveTo>
                    <a:pt x="1305389" y="1299589"/>
                  </a:moveTo>
                  <a:lnTo>
                    <a:pt x="1326057" y="1320266"/>
                  </a:lnTo>
                </a:path>
                <a:path w="1953895" h="1679575">
                  <a:moveTo>
                    <a:pt x="1305389" y="1320266"/>
                  </a:moveTo>
                  <a:lnTo>
                    <a:pt x="1326057" y="1299589"/>
                  </a:lnTo>
                </a:path>
                <a:path w="1953895" h="1679575">
                  <a:moveTo>
                    <a:pt x="1282529" y="1186450"/>
                  </a:moveTo>
                  <a:lnTo>
                    <a:pt x="1303196" y="1207176"/>
                  </a:lnTo>
                </a:path>
                <a:path w="1953895" h="1679575">
                  <a:moveTo>
                    <a:pt x="1282529" y="1207176"/>
                  </a:moveTo>
                  <a:lnTo>
                    <a:pt x="1303196" y="1186450"/>
                  </a:lnTo>
                </a:path>
                <a:path w="1953895" h="1679575">
                  <a:moveTo>
                    <a:pt x="518425" y="326153"/>
                  </a:moveTo>
                  <a:lnTo>
                    <a:pt x="539141" y="346830"/>
                  </a:lnTo>
                </a:path>
                <a:path w="1953895" h="1679575">
                  <a:moveTo>
                    <a:pt x="518425" y="346830"/>
                  </a:moveTo>
                  <a:lnTo>
                    <a:pt x="539141" y="326153"/>
                  </a:lnTo>
                </a:path>
                <a:path w="1953895" h="1679575">
                  <a:moveTo>
                    <a:pt x="1865744" y="963244"/>
                  </a:moveTo>
                  <a:lnTo>
                    <a:pt x="1886460" y="983921"/>
                  </a:lnTo>
                </a:path>
                <a:path w="1953895" h="1679575">
                  <a:moveTo>
                    <a:pt x="1865744" y="983921"/>
                  </a:moveTo>
                  <a:lnTo>
                    <a:pt x="1886460" y="963244"/>
                  </a:lnTo>
                </a:path>
                <a:path w="1953895" h="1679575">
                  <a:moveTo>
                    <a:pt x="372488" y="861808"/>
                  </a:moveTo>
                  <a:lnTo>
                    <a:pt x="393155" y="882534"/>
                  </a:lnTo>
                </a:path>
                <a:path w="1953895" h="1679575">
                  <a:moveTo>
                    <a:pt x="372488" y="882534"/>
                  </a:moveTo>
                  <a:lnTo>
                    <a:pt x="393155" y="861808"/>
                  </a:lnTo>
                </a:path>
                <a:path w="1953895" h="1679575">
                  <a:moveTo>
                    <a:pt x="600705" y="483182"/>
                  </a:moveTo>
                  <a:lnTo>
                    <a:pt x="621372" y="503859"/>
                  </a:lnTo>
                </a:path>
                <a:path w="1953895" h="1679575">
                  <a:moveTo>
                    <a:pt x="600705" y="503859"/>
                  </a:moveTo>
                  <a:lnTo>
                    <a:pt x="621372" y="483182"/>
                  </a:lnTo>
                </a:path>
                <a:path w="1953895" h="1679575">
                  <a:moveTo>
                    <a:pt x="1680519" y="919987"/>
                  </a:moveTo>
                  <a:lnTo>
                    <a:pt x="1701186" y="940664"/>
                  </a:lnTo>
                </a:path>
                <a:path w="1953895" h="1679575">
                  <a:moveTo>
                    <a:pt x="1680519" y="940664"/>
                  </a:moveTo>
                  <a:lnTo>
                    <a:pt x="1701186" y="919987"/>
                  </a:lnTo>
                </a:path>
                <a:path w="1953895" h="1679575">
                  <a:moveTo>
                    <a:pt x="1360567" y="436024"/>
                  </a:moveTo>
                  <a:lnTo>
                    <a:pt x="1381234" y="456702"/>
                  </a:lnTo>
                </a:path>
                <a:path w="1953895" h="1679575">
                  <a:moveTo>
                    <a:pt x="1360567" y="456702"/>
                  </a:moveTo>
                  <a:lnTo>
                    <a:pt x="1381234" y="436024"/>
                  </a:lnTo>
                </a:path>
                <a:path w="1953895" h="1679575">
                  <a:moveTo>
                    <a:pt x="517548" y="936373"/>
                  </a:moveTo>
                  <a:lnTo>
                    <a:pt x="538264" y="957050"/>
                  </a:lnTo>
                </a:path>
                <a:path w="1953895" h="1679575">
                  <a:moveTo>
                    <a:pt x="517548" y="957050"/>
                  </a:moveTo>
                  <a:lnTo>
                    <a:pt x="538264" y="936373"/>
                  </a:lnTo>
                </a:path>
                <a:path w="1953895" h="1679575">
                  <a:moveTo>
                    <a:pt x="1420619" y="442072"/>
                  </a:moveTo>
                  <a:lnTo>
                    <a:pt x="1441286" y="462749"/>
                  </a:lnTo>
                </a:path>
                <a:path w="1953895" h="1679575">
                  <a:moveTo>
                    <a:pt x="1420619" y="462749"/>
                  </a:moveTo>
                  <a:lnTo>
                    <a:pt x="1441286" y="442072"/>
                  </a:lnTo>
                </a:path>
                <a:path w="1953895" h="1679575">
                  <a:moveTo>
                    <a:pt x="741719" y="581642"/>
                  </a:moveTo>
                  <a:lnTo>
                    <a:pt x="762387" y="602320"/>
                  </a:lnTo>
                </a:path>
                <a:path w="1953895" h="1679575">
                  <a:moveTo>
                    <a:pt x="741719" y="602320"/>
                  </a:moveTo>
                  <a:lnTo>
                    <a:pt x="762387" y="581642"/>
                  </a:lnTo>
                </a:path>
                <a:path w="1953895" h="1679575">
                  <a:moveTo>
                    <a:pt x="1564705" y="888289"/>
                  </a:moveTo>
                  <a:lnTo>
                    <a:pt x="1585372" y="908966"/>
                  </a:lnTo>
                </a:path>
                <a:path w="1953895" h="1679575">
                  <a:moveTo>
                    <a:pt x="1564705" y="908966"/>
                  </a:moveTo>
                  <a:lnTo>
                    <a:pt x="1585372" y="888289"/>
                  </a:lnTo>
                </a:path>
                <a:path w="1953895" h="1679575">
                  <a:moveTo>
                    <a:pt x="1898988" y="1125881"/>
                  </a:moveTo>
                  <a:lnTo>
                    <a:pt x="1919655" y="1146558"/>
                  </a:lnTo>
                </a:path>
                <a:path w="1953895" h="1679575">
                  <a:moveTo>
                    <a:pt x="1898988" y="1146558"/>
                  </a:moveTo>
                  <a:lnTo>
                    <a:pt x="1919655" y="1125881"/>
                  </a:lnTo>
                </a:path>
                <a:path w="1953895" h="1679575">
                  <a:moveTo>
                    <a:pt x="1486081" y="1190449"/>
                  </a:moveTo>
                  <a:lnTo>
                    <a:pt x="1506749" y="1211126"/>
                  </a:lnTo>
                </a:path>
                <a:path w="1953895" h="1679575">
                  <a:moveTo>
                    <a:pt x="1486081" y="1211126"/>
                  </a:moveTo>
                  <a:lnTo>
                    <a:pt x="1506749" y="1190449"/>
                  </a:lnTo>
                </a:path>
                <a:path w="1953895" h="1679575">
                  <a:moveTo>
                    <a:pt x="1689293" y="909063"/>
                  </a:moveTo>
                  <a:lnTo>
                    <a:pt x="1710009" y="929741"/>
                  </a:lnTo>
                </a:path>
                <a:path w="1953895" h="1679575">
                  <a:moveTo>
                    <a:pt x="1689293" y="929741"/>
                  </a:moveTo>
                  <a:lnTo>
                    <a:pt x="1710009" y="909063"/>
                  </a:lnTo>
                </a:path>
                <a:path w="1953895" h="1679575">
                  <a:moveTo>
                    <a:pt x="1558660" y="970217"/>
                  </a:moveTo>
                  <a:lnTo>
                    <a:pt x="1579328" y="990943"/>
                  </a:lnTo>
                </a:path>
                <a:path w="1953895" h="1679575">
                  <a:moveTo>
                    <a:pt x="1558660" y="990943"/>
                  </a:moveTo>
                  <a:lnTo>
                    <a:pt x="1579328" y="970217"/>
                  </a:lnTo>
                </a:path>
                <a:path w="1953895" h="1679575">
                  <a:moveTo>
                    <a:pt x="32843" y="959488"/>
                  </a:moveTo>
                  <a:lnTo>
                    <a:pt x="53559" y="980214"/>
                  </a:lnTo>
                </a:path>
                <a:path w="1953895" h="1679575">
                  <a:moveTo>
                    <a:pt x="32843" y="980214"/>
                  </a:moveTo>
                  <a:lnTo>
                    <a:pt x="53559" y="959488"/>
                  </a:lnTo>
                </a:path>
                <a:path w="1953895" h="1679575">
                  <a:moveTo>
                    <a:pt x="241173" y="452703"/>
                  </a:moveTo>
                  <a:lnTo>
                    <a:pt x="261889" y="473429"/>
                  </a:lnTo>
                </a:path>
                <a:path w="1953895" h="1679575">
                  <a:moveTo>
                    <a:pt x="241173" y="473429"/>
                  </a:moveTo>
                  <a:lnTo>
                    <a:pt x="261889" y="452703"/>
                  </a:lnTo>
                </a:path>
                <a:path w="1953895" h="1679575">
                  <a:moveTo>
                    <a:pt x="1693924" y="919109"/>
                  </a:moveTo>
                  <a:lnTo>
                    <a:pt x="1714640" y="939787"/>
                  </a:lnTo>
                </a:path>
                <a:path w="1953895" h="1679575">
                  <a:moveTo>
                    <a:pt x="1693924" y="939787"/>
                  </a:moveTo>
                  <a:lnTo>
                    <a:pt x="1714640" y="919109"/>
                  </a:lnTo>
                </a:path>
                <a:path w="1953895" h="1679575">
                  <a:moveTo>
                    <a:pt x="426934" y="394426"/>
                  </a:moveTo>
                  <a:lnTo>
                    <a:pt x="447650" y="415103"/>
                  </a:lnTo>
                </a:path>
                <a:path w="1953895" h="1679575">
                  <a:moveTo>
                    <a:pt x="426934" y="415103"/>
                  </a:moveTo>
                  <a:lnTo>
                    <a:pt x="447650" y="394426"/>
                  </a:lnTo>
                </a:path>
                <a:path w="1953895" h="1679575">
                  <a:moveTo>
                    <a:pt x="213827" y="1004256"/>
                  </a:moveTo>
                  <a:lnTo>
                    <a:pt x="234495" y="1024934"/>
                  </a:lnTo>
                </a:path>
                <a:path w="1953895" h="1679575">
                  <a:moveTo>
                    <a:pt x="213828" y="1024934"/>
                  </a:moveTo>
                  <a:lnTo>
                    <a:pt x="234495" y="1004256"/>
                  </a:lnTo>
                </a:path>
                <a:path w="1953895" h="1679575">
                  <a:moveTo>
                    <a:pt x="1445722" y="456702"/>
                  </a:moveTo>
                  <a:lnTo>
                    <a:pt x="1466438" y="477379"/>
                  </a:lnTo>
                </a:path>
                <a:path w="1953895" h="1679575">
                  <a:moveTo>
                    <a:pt x="1445722" y="477379"/>
                  </a:moveTo>
                  <a:lnTo>
                    <a:pt x="1466438" y="456702"/>
                  </a:lnTo>
                </a:path>
                <a:path w="1953895" h="1679575">
                  <a:moveTo>
                    <a:pt x="1621198" y="1000843"/>
                  </a:moveTo>
                  <a:lnTo>
                    <a:pt x="1641914" y="1021520"/>
                  </a:lnTo>
                </a:path>
                <a:path w="1953895" h="1679575">
                  <a:moveTo>
                    <a:pt x="1621198" y="1021520"/>
                  </a:moveTo>
                  <a:lnTo>
                    <a:pt x="1641914" y="1000843"/>
                  </a:lnTo>
                </a:path>
                <a:path w="1953895" h="1679575">
                  <a:moveTo>
                    <a:pt x="1372314" y="746475"/>
                  </a:moveTo>
                  <a:lnTo>
                    <a:pt x="1392981" y="767152"/>
                  </a:lnTo>
                </a:path>
                <a:path w="1953895" h="1679575">
                  <a:moveTo>
                    <a:pt x="1372314" y="767152"/>
                  </a:moveTo>
                  <a:lnTo>
                    <a:pt x="1392981" y="746475"/>
                  </a:lnTo>
                </a:path>
                <a:path w="1953895" h="1679575">
                  <a:moveTo>
                    <a:pt x="633265" y="457384"/>
                  </a:moveTo>
                  <a:lnTo>
                    <a:pt x="653932" y="478062"/>
                  </a:lnTo>
                </a:path>
                <a:path w="1953895" h="1679575">
                  <a:moveTo>
                    <a:pt x="633265" y="478062"/>
                  </a:moveTo>
                  <a:lnTo>
                    <a:pt x="653932" y="457384"/>
                  </a:lnTo>
                </a:path>
                <a:path w="1953895" h="1679575">
                  <a:moveTo>
                    <a:pt x="309608" y="961439"/>
                  </a:moveTo>
                  <a:lnTo>
                    <a:pt x="330276" y="982116"/>
                  </a:lnTo>
                </a:path>
                <a:path w="1953895" h="1679575">
                  <a:moveTo>
                    <a:pt x="309608" y="982116"/>
                  </a:moveTo>
                  <a:lnTo>
                    <a:pt x="330276" y="961439"/>
                  </a:lnTo>
                </a:path>
                <a:path w="1953895" h="1679575">
                  <a:moveTo>
                    <a:pt x="800309" y="970266"/>
                  </a:moveTo>
                  <a:lnTo>
                    <a:pt x="821025" y="990992"/>
                  </a:lnTo>
                </a:path>
                <a:path w="1953895" h="1679575">
                  <a:moveTo>
                    <a:pt x="800309" y="990992"/>
                  </a:moveTo>
                  <a:lnTo>
                    <a:pt x="821025" y="970266"/>
                  </a:lnTo>
                </a:path>
                <a:path w="1953895" h="1679575">
                  <a:moveTo>
                    <a:pt x="477871" y="464553"/>
                  </a:moveTo>
                  <a:lnTo>
                    <a:pt x="498538" y="485230"/>
                  </a:lnTo>
                </a:path>
                <a:path w="1953895" h="1679575">
                  <a:moveTo>
                    <a:pt x="477871" y="485230"/>
                  </a:moveTo>
                  <a:lnTo>
                    <a:pt x="498538" y="464553"/>
                  </a:lnTo>
                </a:path>
                <a:path w="1953895" h="1679575">
                  <a:moveTo>
                    <a:pt x="1266492" y="967974"/>
                  </a:moveTo>
                  <a:lnTo>
                    <a:pt x="1287208" y="988700"/>
                  </a:lnTo>
                </a:path>
                <a:path w="1953895" h="1679575">
                  <a:moveTo>
                    <a:pt x="1266492" y="988700"/>
                  </a:moveTo>
                  <a:lnTo>
                    <a:pt x="1287208" y="967974"/>
                  </a:lnTo>
                </a:path>
                <a:path w="1953895" h="1679575">
                  <a:moveTo>
                    <a:pt x="1426273" y="574522"/>
                  </a:moveTo>
                  <a:lnTo>
                    <a:pt x="1446940" y="595200"/>
                  </a:lnTo>
                </a:path>
                <a:path w="1953895" h="1679575">
                  <a:moveTo>
                    <a:pt x="1426273" y="595200"/>
                  </a:moveTo>
                  <a:lnTo>
                    <a:pt x="1446940" y="574522"/>
                  </a:lnTo>
                </a:path>
                <a:path w="1953895" h="1679575">
                  <a:moveTo>
                    <a:pt x="319113" y="941835"/>
                  </a:moveTo>
                  <a:lnTo>
                    <a:pt x="339781" y="962512"/>
                  </a:lnTo>
                </a:path>
                <a:path w="1953895" h="1679575">
                  <a:moveTo>
                    <a:pt x="319113" y="962512"/>
                  </a:moveTo>
                  <a:lnTo>
                    <a:pt x="339781" y="941835"/>
                  </a:lnTo>
                </a:path>
                <a:path w="1953895" h="1679575">
                  <a:moveTo>
                    <a:pt x="518328" y="553797"/>
                  </a:moveTo>
                  <a:lnTo>
                    <a:pt x="539044" y="574474"/>
                  </a:lnTo>
                </a:path>
                <a:path w="1953895" h="1679575">
                  <a:moveTo>
                    <a:pt x="518328" y="574474"/>
                  </a:moveTo>
                  <a:lnTo>
                    <a:pt x="539044" y="553797"/>
                  </a:lnTo>
                </a:path>
                <a:path w="1953895" h="1679575">
                  <a:moveTo>
                    <a:pt x="626685" y="295332"/>
                  </a:moveTo>
                  <a:lnTo>
                    <a:pt x="647352" y="316058"/>
                  </a:lnTo>
                </a:path>
                <a:path w="1953895" h="1679575">
                  <a:moveTo>
                    <a:pt x="626685" y="316058"/>
                  </a:moveTo>
                  <a:lnTo>
                    <a:pt x="647352" y="295332"/>
                  </a:lnTo>
                </a:path>
                <a:path w="1953895" h="1679575">
                  <a:moveTo>
                    <a:pt x="498148" y="1394831"/>
                  </a:moveTo>
                  <a:lnTo>
                    <a:pt x="518816" y="1415508"/>
                  </a:lnTo>
                </a:path>
                <a:path w="1953895" h="1679575">
                  <a:moveTo>
                    <a:pt x="498148" y="1415508"/>
                  </a:moveTo>
                  <a:lnTo>
                    <a:pt x="518816" y="1394831"/>
                  </a:lnTo>
                </a:path>
                <a:path w="1953895" h="1679575">
                  <a:moveTo>
                    <a:pt x="363226" y="436220"/>
                  </a:moveTo>
                  <a:lnTo>
                    <a:pt x="383893" y="456897"/>
                  </a:lnTo>
                </a:path>
                <a:path w="1953895" h="1679575">
                  <a:moveTo>
                    <a:pt x="363226" y="456897"/>
                  </a:moveTo>
                  <a:lnTo>
                    <a:pt x="383893" y="436220"/>
                  </a:lnTo>
                </a:path>
                <a:path w="1953895" h="1679575">
                  <a:moveTo>
                    <a:pt x="1734624" y="280019"/>
                  </a:moveTo>
                  <a:lnTo>
                    <a:pt x="1755292" y="300696"/>
                  </a:lnTo>
                </a:path>
                <a:path w="1953895" h="1679575">
                  <a:moveTo>
                    <a:pt x="1734624" y="300696"/>
                  </a:moveTo>
                  <a:lnTo>
                    <a:pt x="1755292" y="280019"/>
                  </a:lnTo>
                </a:path>
                <a:path w="1953895" h="1679575">
                  <a:moveTo>
                    <a:pt x="597975" y="793437"/>
                  </a:moveTo>
                  <a:lnTo>
                    <a:pt x="618691" y="814163"/>
                  </a:lnTo>
                </a:path>
                <a:path w="1953895" h="1679575">
                  <a:moveTo>
                    <a:pt x="597975" y="814163"/>
                  </a:moveTo>
                  <a:lnTo>
                    <a:pt x="618691" y="793437"/>
                  </a:lnTo>
                </a:path>
                <a:path w="1953895" h="1679575">
                  <a:moveTo>
                    <a:pt x="462029" y="175073"/>
                  </a:moveTo>
                  <a:lnTo>
                    <a:pt x="482696" y="195750"/>
                  </a:lnTo>
                </a:path>
                <a:path w="1953895" h="1679575">
                  <a:moveTo>
                    <a:pt x="462029" y="195750"/>
                  </a:moveTo>
                  <a:lnTo>
                    <a:pt x="482696" y="175073"/>
                  </a:lnTo>
                </a:path>
                <a:path w="1953895" h="1679575">
                  <a:moveTo>
                    <a:pt x="1685686" y="754180"/>
                  </a:moveTo>
                  <a:lnTo>
                    <a:pt x="1706353" y="774857"/>
                  </a:lnTo>
                </a:path>
                <a:path w="1953895" h="1679575">
                  <a:moveTo>
                    <a:pt x="1685686" y="774857"/>
                  </a:moveTo>
                  <a:lnTo>
                    <a:pt x="1706353" y="754180"/>
                  </a:lnTo>
                </a:path>
                <a:path w="1953895" h="1679575">
                  <a:moveTo>
                    <a:pt x="520619" y="1261063"/>
                  </a:moveTo>
                  <a:lnTo>
                    <a:pt x="541335" y="1281740"/>
                  </a:lnTo>
                </a:path>
                <a:path w="1953895" h="1679575">
                  <a:moveTo>
                    <a:pt x="520619" y="1281740"/>
                  </a:moveTo>
                  <a:lnTo>
                    <a:pt x="541335" y="1261063"/>
                  </a:lnTo>
                </a:path>
                <a:path w="1953895" h="1679575">
                  <a:moveTo>
                    <a:pt x="240198" y="1609210"/>
                  </a:moveTo>
                  <a:lnTo>
                    <a:pt x="260914" y="1629887"/>
                  </a:lnTo>
                </a:path>
                <a:path w="1953895" h="1679575">
                  <a:moveTo>
                    <a:pt x="240198" y="1629887"/>
                  </a:moveTo>
                  <a:lnTo>
                    <a:pt x="260914" y="1609210"/>
                  </a:lnTo>
                </a:path>
                <a:path w="1953895" h="1679575">
                  <a:moveTo>
                    <a:pt x="1723413" y="932130"/>
                  </a:moveTo>
                  <a:lnTo>
                    <a:pt x="1744081" y="952807"/>
                  </a:lnTo>
                </a:path>
                <a:path w="1953895" h="1679575">
                  <a:moveTo>
                    <a:pt x="1723413" y="952807"/>
                  </a:moveTo>
                  <a:lnTo>
                    <a:pt x="1744081" y="932130"/>
                  </a:lnTo>
                </a:path>
                <a:path w="1953895" h="1679575">
                  <a:moveTo>
                    <a:pt x="306294" y="551017"/>
                  </a:moveTo>
                  <a:lnTo>
                    <a:pt x="326961" y="571694"/>
                  </a:lnTo>
                </a:path>
                <a:path w="1953895" h="1679575">
                  <a:moveTo>
                    <a:pt x="306294" y="571694"/>
                  </a:moveTo>
                  <a:lnTo>
                    <a:pt x="326961" y="551017"/>
                  </a:lnTo>
                </a:path>
                <a:path w="1953895" h="1679575">
                  <a:moveTo>
                    <a:pt x="1450255" y="695221"/>
                  </a:moveTo>
                  <a:lnTo>
                    <a:pt x="1470922" y="715898"/>
                  </a:lnTo>
                </a:path>
                <a:path w="1953895" h="1679575">
                  <a:moveTo>
                    <a:pt x="1450255" y="715898"/>
                  </a:moveTo>
                  <a:lnTo>
                    <a:pt x="1470922" y="695221"/>
                  </a:lnTo>
                </a:path>
                <a:path w="1953895" h="1679575">
                  <a:moveTo>
                    <a:pt x="1606673" y="660157"/>
                  </a:moveTo>
                  <a:lnTo>
                    <a:pt x="1627340" y="680883"/>
                  </a:lnTo>
                </a:path>
                <a:path w="1953895" h="1679575">
                  <a:moveTo>
                    <a:pt x="1606673" y="680883"/>
                  </a:moveTo>
                  <a:lnTo>
                    <a:pt x="1627340" y="660157"/>
                  </a:lnTo>
                </a:path>
                <a:path w="1953895" h="1679575">
                  <a:moveTo>
                    <a:pt x="1509625" y="1020788"/>
                  </a:moveTo>
                  <a:lnTo>
                    <a:pt x="1530292" y="1041514"/>
                  </a:lnTo>
                </a:path>
                <a:path w="1953895" h="1679575">
                  <a:moveTo>
                    <a:pt x="1509625" y="1041514"/>
                  </a:moveTo>
                  <a:lnTo>
                    <a:pt x="1530292" y="1020788"/>
                  </a:lnTo>
                </a:path>
                <a:path w="1953895" h="1679575">
                  <a:moveTo>
                    <a:pt x="411531" y="758325"/>
                  </a:moveTo>
                  <a:lnTo>
                    <a:pt x="432198" y="779002"/>
                  </a:lnTo>
                </a:path>
                <a:path w="1953895" h="1679575">
                  <a:moveTo>
                    <a:pt x="411531" y="779002"/>
                  </a:moveTo>
                  <a:lnTo>
                    <a:pt x="432198" y="758325"/>
                  </a:lnTo>
                </a:path>
                <a:path w="1953895" h="1679575">
                  <a:moveTo>
                    <a:pt x="1690512" y="1407217"/>
                  </a:moveTo>
                  <a:lnTo>
                    <a:pt x="1711179" y="1427943"/>
                  </a:lnTo>
                </a:path>
                <a:path w="1953895" h="1679575">
                  <a:moveTo>
                    <a:pt x="1690512" y="1427943"/>
                  </a:moveTo>
                  <a:lnTo>
                    <a:pt x="1711179" y="1407217"/>
                  </a:lnTo>
                </a:path>
                <a:path w="1953895" h="1679575">
                  <a:moveTo>
                    <a:pt x="647645" y="1087404"/>
                  </a:moveTo>
                  <a:lnTo>
                    <a:pt x="668361" y="1108130"/>
                  </a:lnTo>
                </a:path>
                <a:path w="1953895" h="1679575">
                  <a:moveTo>
                    <a:pt x="647645" y="1108130"/>
                  </a:moveTo>
                  <a:lnTo>
                    <a:pt x="668361" y="1087404"/>
                  </a:lnTo>
                </a:path>
                <a:path w="1953895" h="1679575">
                  <a:moveTo>
                    <a:pt x="1531559" y="1108813"/>
                  </a:moveTo>
                  <a:lnTo>
                    <a:pt x="1552275" y="1129490"/>
                  </a:lnTo>
                </a:path>
                <a:path w="1953895" h="1679575">
                  <a:moveTo>
                    <a:pt x="1531559" y="1129490"/>
                  </a:moveTo>
                  <a:lnTo>
                    <a:pt x="1552275" y="1108813"/>
                  </a:lnTo>
                </a:path>
                <a:path w="1953895" h="1679575">
                  <a:moveTo>
                    <a:pt x="1636894" y="621534"/>
                  </a:moveTo>
                  <a:lnTo>
                    <a:pt x="1657561" y="642260"/>
                  </a:lnTo>
                </a:path>
                <a:path w="1953895" h="1679575">
                  <a:moveTo>
                    <a:pt x="1636894" y="642260"/>
                  </a:moveTo>
                  <a:lnTo>
                    <a:pt x="1657561" y="621534"/>
                  </a:lnTo>
                </a:path>
                <a:path w="1953895" h="1679575">
                  <a:moveTo>
                    <a:pt x="1523468" y="815919"/>
                  </a:moveTo>
                  <a:lnTo>
                    <a:pt x="1544184" y="836596"/>
                  </a:lnTo>
                </a:path>
                <a:path w="1953895" h="1679575">
                  <a:moveTo>
                    <a:pt x="1523468" y="836596"/>
                  </a:moveTo>
                  <a:lnTo>
                    <a:pt x="1544184" y="815919"/>
                  </a:lnTo>
                </a:path>
                <a:path w="1953895" h="1679575">
                  <a:moveTo>
                    <a:pt x="483964" y="1231364"/>
                  </a:moveTo>
                  <a:lnTo>
                    <a:pt x="504631" y="1252041"/>
                  </a:lnTo>
                </a:path>
                <a:path w="1953895" h="1679575">
                  <a:moveTo>
                    <a:pt x="483964" y="1252041"/>
                  </a:moveTo>
                  <a:lnTo>
                    <a:pt x="504631" y="1231364"/>
                  </a:lnTo>
                </a:path>
              </a:pathLst>
            </a:custGeom>
            <a:ln w="4875">
              <a:solidFill>
                <a:srgbClr val="007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72910" y="4372152"/>
              <a:ext cx="1644411" cy="437438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6005720" y="5193972"/>
              <a:ext cx="1390015" cy="593725"/>
            </a:xfrm>
            <a:custGeom>
              <a:avLst/>
              <a:gdLst/>
              <a:ahLst/>
              <a:cxnLst/>
              <a:rect l="l" t="t" r="r" b="b"/>
              <a:pathLst>
                <a:path w="1390015" h="593725">
                  <a:moveTo>
                    <a:pt x="1369058" y="325226"/>
                  </a:moveTo>
                  <a:lnTo>
                    <a:pt x="1389774" y="345903"/>
                  </a:lnTo>
                </a:path>
                <a:path w="1390015" h="593725">
                  <a:moveTo>
                    <a:pt x="1369058" y="345903"/>
                  </a:moveTo>
                  <a:lnTo>
                    <a:pt x="1389774" y="325226"/>
                  </a:lnTo>
                </a:path>
                <a:path w="1390015" h="593725">
                  <a:moveTo>
                    <a:pt x="24079" y="572864"/>
                  </a:moveTo>
                  <a:lnTo>
                    <a:pt x="44746" y="593542"/>
                  </a:lnTo>
                </a:path>
                <a:path w="1390015" h="593725">
                  <a:moveTo>
                    <a:pt x="24079" y="593542"/>
                  </a:moveTo>
                  <a:lnTo>
                    <a:pt x="44746" y="572864"/>
                  </a:lnTo>
                </a:path>
                <a:path w="1390015" h="593725">
                  <a:moveTo>
                    <a:pt x="202675" y="564428"/>
                  </a:moveTo>
                  <a:lnTo>
                    <a:pt x="223391" y="585154"/>
                  </a:lnTo>
                </a:path>
                <a:path w="1390015" h="593725">
                  <a:moveTo>
                    <a:pt x="202675" y="585154"/>
                  </a:moveTo>
                  <a:lnTo>
                    <a:pt x="223391" y="564428"/>
                  </a:lnTo>
                </a:path>
                <a:path w="1390015" h="593725">
                  <a:moveTo>
                    <a:pt x="268040" y="7168"/>
                  </a:moveTo>
                  <a:lnTo>
                    <a:pt x="288756" y="27894"/>
                  </a:lnTo>
                </a:path>
                <a:path w="1390015" h="593725">
                  <a:moveTo>
                    <a:pt x="268040" y="27894"/>
                  </a:moveTo>
                  <a:lnTo>
                    <a:pt x="288756" y="7168"/>
                  </a:lnTo>
                </a:path>
                <a:path w="1390015" h="593725">
                  <a:moveTo>
                    <a:pt x="166117" y="280458"/>
                  </a:moveTo>
                  <a:lnTo>
                    <a:pt x="186833" y="301135"/>
                  </a:lnTo>
                </a:path>
                <a:path w="1390015" h="593725">
                  <a:moveTo>
                    <a:pt x="166117" y="301135"/>
                  </a:moveTo>
                  <a:lnTo>
                    <a:pt x="186833" y="280458"/>
                  </a:lnTo>
                </a:path>
                <a:path w="1390015" h="593725">
                  <a:moveTo>
                    <a:pt x="494210" y="176731"/>
                  </a:moveTo>
                  <a:lnTo>
                    <a:pt x="514877" y="197457"/>
                  </a:lnTo>
                </a:path>
                <a:path w="1390015" h="593725">
                  <a:moveTo>
                    <a:pt x="494210" y="197457"/>
                  </a:moveTo>
                  <a:lnTo>
                    <a:pt x="514877" y="176731"/>
                  </a:lnTo>
                </a:path>
                <a:path w="1390015" h="593725">
                  <a:moveTo>
                    <a:pt x="25736" y="0"/>
                  </a:moveTo>
                  <a:lnTo>
                    <a:pt x="46403" y="20677"/>
                  </a:lnTo>
                </a:path>
                <a:path w="1390015" h="593725">
                  <a:moveTo>
                    <a:pt x="25736" y="20677"/>
                  </a:moveTo>
                  <a:lnTo>
                    <a:pt x="46403" y="0"/>
                  </a:lnTo>
                </a:path>
                <a:path w="1390015" h="593725">
                  <a:moveTo>
                    <a:pt x="0" y="256123"/>
                  </a:moveTo>
                  <a:lnTo>
                    <a:pt x="20667" y="276849"/>
                  </a:lnTo>
                </a:path>
                <a:path w="1390015" h="593725">
                  <a:moveTo>
                    <a:pt x="0" y="276849"/>
                  </a:moveTo>
                  <a:lnTo>
                    <a:pt x="20667" y="256123"/>
                  </a:lnTo>
                </a:path>
                <a:path w="1390015" h="593725">
                  <a:moveTo>
                    <a:pt x="930367" y="121234"/>
                  </a:moveTo>
                  <a:lnTo>
                    <a:pt x="951034" y="141911"/>
                  </a:lnTo>
                </a:path>
                <a:path w="1390015" h="593725">
                  <a:moveTo>
                    <a:pt x="930367" y="141911"/>
                  </a:moveTo>
                  <a:lnTo>
                    <a:pt x="951034" y="121234"/>
                  </a:lnTo>
                </a:path>
              </a:pathLst>
            </a:custGeom>
            <a:ln w="4875">
              <a:solidFill>
                <a:srgbClr val="007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144234" y="5506580"/>
              <a:ext cx="1172845" cy="39370"/>
            </a:xfrm>
            <a:custGeom>
              <a:avLst/>
              <a:gdLst/>
              <a:ahLst/>
              <a:cxnLst/>
              <a:rect l="l" t="t" r="r" b="b"/>
              <a:pathLst>
                <a:path w="1172845" h="39370">
                  <a:moveTo>
                    <a:pt x="38950" y="19062"/>
                  </a:moveTo>
                  <a:lnTo>
                    <a:pt x="38760" y="17056"/>
                  </a:lnTo>
                  <a:lnTo>
                    <a:pt x="38633" y="15811"/>
                  </a:lnTo>
                  <a:lnTo>
                    <a:pt x="38506" y="15252"/>
                  </a:lnTo>
                  <a:lnTo>
                    <a:pt x="37985" y="13652"/>
                  </a:lnTo>
                  <a:lnTo>
                    <a:pt x="37553" y="12280"/>
                  </a:lnTo>
                  <a:lnTo>
                    <a:pt x="37414" y="11887"/>
                  </a:lnTo>
                  <a:lnTo>
                    <a:pt x="37287" y="11645"/>
                  </a:lnTo>
                  <a:lnTo>
                    <a:pt x="37020" y="11163"/>
                  </a:lnTo>
                  <a:lnTo>
                    <a:pt x="36766" y="10668"/>
                  </a:lnTo>
                  <a:lnTo>
                    <a:pt x="36576" y="10337"/>
                  </a:lnTo>
                  <a:lnTo>
                    <a:pt x="36423" y="10045"/>
                  </a:lnTo>
                  <a:lnTo>
                    <a:pt x="36322" y="9842"/>
                  </a:lnTo>
                  <a:lnTo>
                    <a:pt x="35636" y="8572"/>
                  </a:lnTo>
                  <a:lnTo>
                    <a:pt x="33248" y="5702"/>
                  </a:lnTo>
                  <a:lnTo>
                    <a:pt x="30378" y="3314"/>
                  </a:lnTo>
                  <a:lnTo>
                    <a:pt x="29210" y="2679"/>
                  </a:lnTo>
                  <a:lnTo>
                    <a:pt x="29210" y="19062"/>
                  </a:lnTo>
                  <a:lnTo>
                    <a:pt x="29210" y="19989"/>
                  </a:lnTo>
                  <a:lnTo>
                    <a:pt x="29159" y="19519"/>
                  </a:lnTo>
                  <a:lnTo>
                    <a:pt x="29108" y="19989"/>
                  </a:lnTo>
                  <a:lnTo>
                    <a:pt x="28956" y="21501"/>
                  </a:lnTo>
                  <a:lnTo>
                    <a:pt x="28816" y="21983"/>
                  </a:lnTo>
                  <a:lnTo>
                    <a:pt x="28422" y="23317"/>
                  </a:lnTo>
                  <a:lnTo>
                    <a:pt x="28663" y="22860"/>
                  </a:lnTo>
                  <a:lnTo>
                    <a:pt x="28397" y="23406"/>
                  </a:lnTo>
                  <a:lnTo>
                    <a:pt x="28155" y="23787"/>
                  </a:lnTo>
                  <a:lnTo>
                    <a:pt x="27432" y="25120"/>
                  </a:lnTo>
                  <a:lnTo>
                    <a:pt x="27241" y="25349"/>
                  </a:lnTo>
                  <a:lnTo>
                    <a:pt x="26466" y="26289"/>
                  </a:lnTo>
                  <a:lnTo>
                    <a:pt x="24892" y="27584"/>
                  </a:lnTo>
                  <a:lnTo>
                    <a:pt x="23304" y="28448"/>
                  </a:lnTo>
                  <a:lnTo>
                    <a:pt x="23698" y="28333"/>
                  </a:lnTo>
                  <a:lnTo>
                    <a:pt x="23291" y="28460"/>
                  </a:lnTo>
                  <a:lnTo>
                    <a:pt x="21348" y="29070"/>
                  </a:lnTo>
                  <a:lnTo>
                    <a:pt x="19456" y="29260"/>
                  </a:lnTo>
                  <a:lnTo>
                    <a:pt x="18973" y="29210"/>
                  </a:lnTo>
                  <a:lnTo>
                    <a:pt x="17551" y="29057"/>
                  </a:lnTo>
                  <a:lnTo>
                    <a:pt x="17386" y="29006"/>
                  </a:lnTo>
                  <a:lnTo>
                    <a:pt x="16471" y="28714"/>
                  </a:lnTo>
                  <a:lnTo>
                    <a:pt x="15671" y="28460"/>
                  </a:lnTo>
                  <a:lnTo>
                    <a:pt x="16141" y="28714"/>
                  </a:lnTo>
                  <a:lnTo>
                    <a:pt x="15659" y="28460"/>
                  </a:lnTo>
                  <a:lnTo>
                    <a:pt x="15430" y="28333"/>
                  </a:lnTo>
                  <a:lnTo>
                    <a:pt x="14541" y="27838"/>
                  </a:lnTo>
                  <a:lnTo>
                    <a:pt x="14071" y="27584"/>
                  </a:lnTo>
                  <a:lnTo>
                    <a:pt x="13792" y="27355"/>
                  </a:lnTo>
                  <a:lnTo>
                    <a:pt x="13131" y="26809"/>
                  </a:lnTo>
                  <a:lnTo>
                    <a:pt x="12496" y="26289"/>
                  </a:lnTo>
                  <a:lnTo>
                    <a:pt x="12319" y="26085"/>
                  </a:lnTo>
                  <a:lnTo>
                    <a:pt x="11722" y="25349"/>
                  </a:lnTo>
                  <a:lnTo>
                    <a:pt x="11531" y="25120"/>
                  </a:lnTo>
                  <a:lnTo>
                    <a:pt x="11252" y="24625"/>
                  </a:lnTo>
                  <a:lnTo>
                    <a:pt x="10744" y="23698"/>
                  </a:lnTo>
                  <a:lnTo>
                    <a:pt x="10477" y="23190"/>
                  </a:lnTo>
                  <a:lnTo>
                    <a:pt x="10363" y="22860"/>
                  </a:lnTo>
                  <a:lnTo>
                    <a:pt x="10083" y="21983"/>
                  </a:lnTo>
                  <a:lnTo>
                    <a:pt x="9956" y="21602"/>
                  </a:lnTo>
                  <a:lnTo>
                    <a:pt x="9994" y="21983"/>
                  </a:lnTo>
                  <a:lnTo>
                    <a:pt x="9931" y="21539"/>
                  </a:lnTo>
                  <a:lnTo>
                    <a:pt x="9893" y="20967"/>
                  </a:lnTo>
                  <a:lnTo>
                    <a:pt x="9804" y="19989"/>
                  </a:lnTo>
                  <a:lnTo>
                    <a:pt x="9753" y="19519"/>
                  </a:lnTo>
                  <a:lnTo>
                    <a:pt x="9702" y="19989"/>
                  </a:lnTo>
                  <a:lnTo>
                    <a:pt x="9740" y="19519"/>
                  </a:lnTo>
                  <a:lnTo>
                    <a:pt x="9804" y="19062"/>
                  </a:lnTo>
                  <a:lnTo>
                    <a:pt x="9906" y="18034"/>
                  </a:lnTo>
                  <a:lnTo>
                    <a:pt x="9969" y="17373"/>
                  </a:lnTo>
                  <a:lnTo>
                    <a:pt x="9994" y="17056"/>
                  </a:lnTo>
                  <a:lnTo>
                    <a:pt x="9969" y="17373"/>
                  </a:lnTo>
                  <a:lnTo>
                    <a:pt x="10071" y="17056"/>
                  </a:lnTo>
                  <a:lnTo>
                    <a:pt x="10363" y="16141"/>
                  </a:lnTo>
                  <a:lnTo>
                    <a:pt x="10477" y="15811"/>
                  </a:lnTo>
                  <a:lnTo>
                    <a:pt x="10744" y="15303"/>
                  </a:lnTo>
                  <a:lnTo>
                    <a:pt x="11201" y="14478"/>
                  </a:lnTo>
                  <a:lnTo>
                    <a:pt x="11379" y="14147"/>
                  </a:lnTo>
                  <a:lnTo>
                    <a:pt x="11785" y="13652"/>
                  </a:lnTo>
                  <a:lnTo>
                    <a:pt x="12369" y="12915"/>
                  </a:lnTo>
                  <a:lnTo>
                    <a:pt x="12598" y="12636"/>
                  </a:lnTo>
                  <a:lnTo>
                    <a:pt x="13030" y="12280"/>
                  </a:lnTo>
                  <a:lnTo>
                    <a:pt x="13830" y="11645"/>
                  </a:lnTo>
                  <a:lnTo>
                    <a:pt x="14135" y="11404"/>
                  </a:lnTo>
                  <a:lnTo>
                    <a:pt x="14579" y="11163"/>
                  </a:lnTo>
                  <a:lnTo>
                    <a:pt x="15494" y="10668"/>
                  </a:lnTo>
                  <a:lnTo>
                    <a:pt x="15875" y="10477"/>
                  </a:lnTo>
                  <a:lnTo>
                    <a:pt x="16344" y="10337"/>
                  </a:lnTo>
                  <a:lnTo>
                    <a:pt x="17297" y="10045"/>
                  </a:lnTo>
                  <a:lnTo>
                    <a:pt x="17424" y="10007"/>
                  </a:lnTo>
                  <a:lnTo>
                    <a:pt x="18973" y="9842"/>
                  </a:lnTo>
                  <a:lnTo>
                    <a:pt x="19456" y="9791"/>
                  </a:lnTo>
                  <a:lnTo>
                    <a:pt x="21463" y="9994"/>
                  </a:lnTo>
                  <a:lnTo>
                    <a:pt x="21945" y="10045"/>
                  </a:lnTo>
                  <a:lnTo>
                    <a:pt x="21463" y="9994"/>
                  </a:lnTo>
                  <a:lnTo>
                    <a:pt x="23101" y="10477"/>
                  </a:lnTo>
                  <a:lnTo>
                    <a:pt x="24790" y="11379"/>
                  </a:lnTo>
                  <a:lnTo>
                    <a:pt x="25311" y="11645"/>
                  </a:lnTo>
                  <a:lnTo>
                    <a:pt x="24790" y="11379"/>
                  </a:lnTo>
                  <a:lnTo>
                    <a:pt x="26327" y="12636"/>
                  </a:lnTo>
                  <a:lnTo>
                    <a:pt x="26555" y="12915"/>
                  </a:lnTo>
                  <a:lnTo>
                    <a:pt x="27597" y="14185"/>
                  </a:lnTo>
                  <a:lnTo>
                    <a:pt x="27762" y="14478"/>
                  </a:lnTo>
                  <a:lnTo>
                    <a:pt x="28397" y="15633"/>
                  </a:lnTo>
                  <a:lnTo>
                    <a:pt x="28282" y="15252"/>
                  </a:lnTo>
                  <a:lnTo>
                    <a:pt x="28371" y="15544"/>
                  </a:lnTo>
                  <a:lnTo>
                    <a:pt x="28549" y="16141"/>
                  </a:lnTo>
                  <a:lnTo>
                    <a:pt x="28956" y="17487"/>
                  </a:lnTo>
                  <a:lnTo>
                    <a:pt x="29006" y="17983"/>
                  </a:lnTo>
                  <a:lnTo>
                    <a:pt x="29108" y="19062"/>
                  </a:lnTo>
                  <a:lnTo>
                    <a:pt x="29159" y="19519"/>
                  </a:lnTo>
                  <a:lnTo>
                    <a:pt x="19456" y="0"/>
                  </a:lnTo>
                  <a:lnTo>
                    <a:pt x="15557" y="381"/>
                  </a:lnTo>
                  <a:lnTo>
                    <a:pt x="0" y="19989"/>
                  </a:lnTo>
                  <a:lnTo>
                    <a:pt x="330" y="23317"/>
                  </a:lnTo>
                  <a:lnTo>
                    <a:pt x="19456" y="39052"/>
                  </a:lnTo>
                  <a:lnTo>
                    <a:pt x="23406" y="38671"/>
                  </a:lnTo>
                  <a:lnTo>
                    <a:pt x="36245" y="29298"/>
                  </a:lnTo>
                  <a:lnTo>
                    <a:pt x="36410" y="29006"/>
                  </a:lnTo>
                  <a:lnTo>
                    <a:pt x="36563" y="28714"/>
                  </a:lnTo>
                  <a:lnTo>
                    <a:pt x="36779" y="28333"/>
                  </a:lnTo>
                  <a:lnTo>
                    <a:pt x="37045" y="27838"/>
                  </a:lnTo>
                  <a:lnTo>
                    <a:pt x="37312" y="27355"/>
                  </a:lnTo>
                  <a:lnTo>
                    <a:pt x="37439" y="27114"/>
                  </a:lnTo>
                  <a:lnTo>
                    <a:pt x="38849" y="21018"/>
                  </a:lnTo>
                  <a:lnTo>
                    <a:pt x="38950" y="20040"/>
                  </a:lnTo>
                  <a:lnTo>
                    <a:pt x="33959" y="19532"/>
                  </a:lnTo>
                  <a:lnTo>
                    <a:pt x="38950" y="19062"/>
                  </a:lnTo>
                  <a:close/>
                </a:path>
                <a:path w="1172845" h="39370">
                  <a:moveTo>
                    <a:pt x="1172235" y="19062"/>
                  </a:moveTo>
                  <a:lnTo>
                    <a:pt x="1172044" y="17056"/>
                  </a:lnTo>
                  <a:lnTo>
                    <a:pt x="1171917" y="15811"/>
                  </a:lnTo>
                  <a:lnTo>
                    <a:pt x="1171790" y="15252"/>
                  </a:lnTo>
                  <a:lnTo>
                    <a:pt x="1171270" y="13652"/>
                  </a:lnTo>
                  <a:lnTo>
                    <a:pt x="1170838" y="12280"/>
                  </a:lnTo>
                  <a:lnTo>
                    <a:pt x="1170698" y="11887"/>
                  </a:lnTo>
                  <a:lnTo>
                    <a:pt x="1170571" y="11645"/>
                  </a:lnTo>
                  <a:lnTo>
                    <a:pt x="1170305" y="11163"/>
                  </a:lnTo>
                  <a:lnTo>
                    <a:pt x="1170051" y="10668"/>
                  </a:lnTo>
                  <a:lnTo>
                    <a:pt x="1169860" y="10337"/>
                  </a:lnTo>
                  <a:lnTo>
                    <a:pt x="1169708" y="10045"/>
                  </a:lnTo>
                  <a:lnTo>
                    <a:pt x="1169606" y="9842"/>
                  </a:lnTo>
                  <a:lnTo>
                    <a:pt x="1168920" y="8572"/>
                  </a:lnTo>
                  <a:lnTo>
                    <a:pt x="1166533" y="5702"/>
                  </a:lnTo>
                  <a:lnTo>
                    <a:pt x="1163662" y="3314"/>
                  </a:lnTo>
                  <a:lnTo>
                    <a:pt x="1162494" y="2679"/>
                  </a:lnTo>
                  <a:lnTo>
                    <a:pt x="1162494" y="19062"/>
                  </a:lnTo>
                  <a:lnTo>
                    <a:pt x="1162494" y="19989"/>
                  </a:lnTo>
                  <a:lnTo>
                    <a:pt x="1162443" y="19519"/>
                  </a:lnTo>
                  <a:lnTo>
                    <a:pt x="1162392" y="19989"/>
                  </a:lnTo>
                  <a:lnTo>
                    <a:pt x="1162253" y="21501"/>
                  </a:lnTo>
                  <a:lnTo>
                    <a:pt x="1162100" y="21983"/>
                  </a:lnTo>
                  <a:lnTo>
                    <a:pt x="1161707" y="23317"/>
                  </a:lnTo>
                  <a:lnTo>
                    <a:pt x="1161961" y="22860"/>
                  </a:lnTo>
                  <a:lnTo>
                    <a:pt x="1161681" y="23406"/>
                  </a:lnTo>
                  <a:lnTo>
                    <a:pt x="1161453" y="23787"/>
                  </a:lnTo>
                  <a:lnTo>
                    <a:pt x="1160716" y="25120"/>
                  </a:lnTo>
                  <a:lnTo>
                    <a:pt x="1160526" y="25349"/>
                  </a:lnTo>
                  <a:lnTo>
                    <a:pt x="1159751" y="26289"/>
                  </a:lnTo>
                  <a:lnTo>
                    <a:pt x="1158176" y="27584"/>
                  </a:lnTo>
                  <a:lnTo>
                    <a:pt x="1156589" y="28448"/>
                  </a:lnTo>
                  <a:lnTo>
                    <a:pt x="1156982" y="28333"/>
                  </a:lnTo>
                  <a:lnTo>
                    <a:pt x="1156576" y="28460"/>
                  </a:lnTo>
                  <a:lnTo>
                    <a:pt x="1154633" y="29070"/>
                  </a:lnTo>
                  <a:lnTo>
                    <a:pt x="1152740" y="29260"/>
                  </a:lnTo>
                  <a:lnTo>
                    <a:pt x="1152258" y="29210"/>
                  </a:lnTo>
                  <a:lnTo>
                    <a:pt x="1150835" y="29057"/>
                  </a:lnTo>
                  <a:lnTo>
                    <a:pt x="1150670" y="29006"/>
                  </a:lnTo>
                  <a:lnTo>
                    <a:pt x="1149769" y="28714"/>
                  </a:lnTo>
                  <a:lnTo>
                    <a:pt x="1148969" y="28473"/>
                  </a:lnTo>
                  <a:lnTo>
                    <a:pt x="1148715" y="28333"/>
                  </a:lnTo>
                  <a:lnTo>
                    <a:pt x="1147826" y="27838"/>
                  </a:lnTo>
                  <a:lnTo>
                    <a:pt x="1147356" y="27584"/>
                  </a:lnTo>
                  <a:lnTo>
                    <a:pt x="1147076" y="27355"/>
                  </a:lnTo>
                  <a:lnTo>
                    <a:pt x="1146416" y="26809"/>
                  </a:lnTo>
                  <a:lnTo>
                    <a:pt x="1145781" y="26289"/>
                  </a:lnTo>
                  <a:lnTo>
                    <a:pt x="1145616" y="26085"/>
                  </a:lnTo>
                  <a:lnTo>
                    <a:pt x="1145006" y="25349"/>
                  </a:lnTo>
                  <a:lnTo>
                    <a:pt x="1144816" y="25120"/>
                  </a:lnTo>
                  <a:lnTo>
                    <a:pt x="1144536" y="24625"/>
                  </a:lnTo>
                  <a:lnTo>
                    <a:pt x="1143241" y="21577"/>
                  </a:lnTo>
                  <a:lnTo>
                    <a:pt x="1143292" y="21983"/>
                  </a:lnTo>
                  <a:lnTo>
                    <a:pt x="1143215" y="21501"/>
                  </a:lnTo>
                  <a:lnTo>
                    <a:pt x="1143165" y="20967"/>
                  </a:lnTo>
                  <a:lnTo>
                    <a:pt x="1143050" y="19989"/>
                  </a:lnTo>
                  <a:lnTo>
                    <a:pt x="1143025" y="19710"/>
                  </a:lnTo>
                  <a:lnTo>
                    <a:pt x="1143000" y="19989"/>
                  </a:lnTo>
                  <a:lnTo>
                    <a:pt x="1142949" y="19062"/>
                  </a:lnTo>
                  <a:lnTo>
                    <a:pt x="1143025" y="19710"/>
                  </a:lnTo>
                  <a:lnTo>
                    <a:pt x="1143088" y="19062"/>
                  </a:lnTo>
                  <a:lnTo>
                    <a:pt x="1143190" y="18034"/>
                  </a:lnTo>
                  <a:lnTo>
                    <a:pt x="1143254" y="17373"/>
                  </a:lnTo>
                  <a:lnTo>
                    <a:pt x="1143292" y="17056"/>
                  </a:lnTo>
                  <a:lnTo>
                    <a:pt x="1143254" y="17373"/>
                  </a:lnTo>
                  <a:lnTo>
                    <a:pt x="1143355" y="17056"/>
                  </a:lnTo>
                  <a:lnTo>
                    <a:pt x="1143647" y="16141"/>
                  </a:lnTo>
                  <a:lnTo>
                    <a:pt x="1143762" y="15811"/>
                  </a:lnTo>
                  <a:lnTo>
                    <a:pt x="1144028" y="15303"/>
                  </a:lnTo>
                  <a:lnTo>
                    <a:pt x="1144485" y="14478"/>
                  </a:lnTo>
                  <a:lnTo>
                    <a:pt x="1144663" y="14147"/>
                  </a:lnTo>
                  <a:lnTo>
                    <a:pt x="1145070" y="13652"/>
                  </a:lnTo>
                  <a:lnTo>
                    <a:pt x="1145654" y="12915"/>
                  </a:lnTo>
                  <a:lnTo>
                    <a:pt x="1145882" y="12636"/>
                  </a:lnTo>
                  <a:lnTo>
                    <a:pt x="1146314" y="12280"/>
                  </a:lnTo>
                  <a:lnTo>
                    <a:pt x="1147114" y="11645"/>
                  </a:lnTo>
                  <a:lnTo>
                    <a:pt x="1147419" y="11404"/>
                  </a:lnTo>
                  <a:lnTo>
                    <a:pt x="1147864" y="11163"/>
                  </a:lnTo>
                  <a:lnTo>
                    <a:pt x="1148778" y="10668"/>
                  </a:lnTo>
                  <a:lnTo>
                    <a:pt x="1149159" y="10477"/>
                  </a:lnTo>
                  <a:lnTo>
                    <a:pt x="1149629" y="10337"/>
                  </a:lnTo>
                  <a:lnTo>
                    <a:pt x="1150594" y="10045"/>
                  </a:lnTo>
                  <a:lnTo>
                    <a:pt x="1150721" y="10007"/>
                  </a:lnTo>
                  <a:lnTo>
                    <a:pt x="1152258" y="9842"/>
                  </a:lnTo>
                  <a:lnTo>
                    <a:pt x="1152740" y="9791"/>
                  </a:lnTo>
                  <a:lnTo>
                    <a:pt x="1154747" y="9994"/>
                  </a:lnTo>
                  <a:lnTo>
                    <a:pt x="1155230" y="10045"/>
                  </a:lnTo>
                  <a:lnTo>
                    <a:pt x="1154747" y="9994"/>
                  </a:lnTo>
                  <a:lnTo>
                    <a:pt x="1156385" y="10477"/>
                  </a:lnTo>
                  <a:lnTo>
                    <a:pt x="1158074" y="11379"/>
                  </a:lnTo>
                  <a:lnTo>
                    <a:pt x="1158595" y="11645"/>
                  </a:lnTo>
                  <a:lnTo>
                    <a:pt x="1158074" y="11379"/>
                  </a:lnTo>
                  <a:lnTo>
                    <a:pt x="1159611" y="12636"/>
                  </a:lnTo>
                  <a:lnTo>
                    <a:pt x="1159840" y="12915"/>
                  </a:lnTo>
                  <a:lnTo>
                    <a:pt x="1160881" y="14185"/>
                  </a:lnTo>
                  <a:lnTo>
                    <a:pt x="1161046" y="14478"/>
                  </a:lnTo>
                  <a:lnTo>
                    <a:pt x="1161681" y="15633"/>
                  </a:lnTo>
                  <a:lnTo>
                    <a:pt x="1161567" y="15252"/>
                  </a:lnTo>
                  <a:lnTo>
                    <a:pt x="1161656" y="15544"/>
                  </a:lnTo>
                  <a:lnTo>
                    <a:pt x="1161961" y="16141"/>
                  </a:lnTo>
                  <a:lnTo>
                    <a:pt x="1161681" y="15633"/>
                  </a:lnTo>
                  <a:lnTo>
                    <a:pt x="1161834" y="16141"/>
                  </a:lnTo>
                  <a:lnTo>
                    <a:pt x="1162240" y="17487"/>
                  </a:lnTo>
                  <a:lnTo>
                    <a:pt x="1162291" y="17983"/>
                  </a:lnTo>
                  <a:lnTo>
                    <a:pt x="1152740" y="0"/>
                  </a:lnTo>
                  <a:lnTo>
                    <a:pt x="1148842" y="381"/>
                  </a:lnTo>
                  <a:lnTo>
                    <a:pt x="1133259" y="19710"/>
                  </a:lnTo>
                  <a:lnTo>
                    <a:pt x="1133627" y="23317"/>
                  </a:lnTo>
                  <a:lnTo>
                    <a:pt x="1152740" y="39052"/>
                  </a:lnTo>
                  <a:lnTo>
                    <a:pt x="1156690" y="38671"/>
                  </a:lnTo>
                  <a:lnTo>
                    <a:pt x="1169530" y="29298"/>
                  </a:lnTo>
                  <a:lnTo>
                    <a:pt x="1169695" y="29006"/>
                  </a:lnTo>
                  <a:lnTo>
                    <a:pt x="1169847" y="28714"/>
                  </a:lnTo>
                  <a:lnTo>
                    <a:pt x="1170063" y="28333"/>
                  </a:lnTo>
                  <a:lnTo>
                    <a:pt x="1170330" y="27838"/>
                  </a:lnTo>
                  <a:lnTo>
                    <a:pt x="1171511" y="24625"/>
                  </a:lnTo>
                  <a:lnTo>
                    <a:pt x="1171905" y="23406"/>
                  </a:lnTo>
                  <a:lnTo>
                    <a:pt x="1171956" y="22860"/>
                  </a:lnTo>
                  <a:lnTo>
                    <a:pt x="1172146" y="21018"/>
                  </a:lnTo>
                  <a:lnTo>
                    <a:pt x="1172235" y="20040"/>
                  </a:lnTo>
                  <a:lnTo>
                    <a:pt x="1167244" y="19532"/>
                  </a:lnTo>
                  <a:lnTo>
                    <a:pt x="1172235" y="1906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" name="object 140"/>
          <p:cNvGrpSpPr/>
          <p:nvPr/>
        </p:nvGrpSpPr>
        <p:grpSpPr>
          <a:xfrm>
            <a:off x="5483058" y="6523435"/>
            <a:ext cx="150495" cy="158115"/>
            <a:chOff x="5483058" y="6523435"/>
            <a:chExt cx="150495" cy="158115"/>
          </a:xfrm>
        </p:grpSpPr>
        <p:pic>
          <p:nvPicPr>
            <p:cNvPr id="141" name="object 1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56173" y="6613045"/>
              <a:ext cx="77087" cy="68059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83058" y="6523435"/>
              <a:ext cx="64702" cy="68059"/>
            </a:xfrm>
            <a:prstGeom prst="rect">
              <a:avLst/>
            </a:prstGeom>
          </p:spPr>
        </p:pic>
      </p:grpSp>
      <p:pic>
        <p:nvPicPr>
          <p:cNvPr id="143" name="object 1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122801" y="6613045"/>
            <a:ext cx="64731" cy="68059"/>
          </a:xfrm>
          <a:prstGeom prst="rect">
            <a:avLst/>
          </a:prstGeom>
        </p:spPr>
      </p:pic>
      <p:sp>
        <p:nvSpPr>
          <p:cNvPr id="144" name="object 144"/>
          <p:cNvSpPr/>
          <p:nvPr/>
        </p:nvSpPr>
        <p:spPr>
          <a:xfrm>
            <a:off x="6706846" y="6613045"/>
            <a:ext cx="44450" cy="69215"/>
          </a:xfrm>
          <a:custGeom>
            <a:avLst/>
            <a:gdLst/>
            <a:ahLst/>
            <a:cxnLst/>
            <a:rect l="l" t="t" r="r" b="b"/>
            <a:pathLst>
              <a:path w="44450" h="69215">
                <a:moveTo>
                  <a:pt x="25736" y="0"/>
                </a:moveTo>
                <a:lnTo>
                  <a:pt x="17157" y="0"/>
                </a:lnTo>
                <a:lnTo>
                  <a:pt x="13063" y="1326"/>
                </a:lnTo>
                <a:lnTo>
                  <a:pt x="0" y="26616"/>
                </a:lnTo>
                <a:lnTo>
                  <a:pt x="0" y="34629"/>
                </a:lnTo>
                <a:lnTo>
                  <a:pt x="15549" y="69214"/>
                </a:lnTo>
                <a:lnTo>
                  <a:pt x="27052" y="69214"/>
                </a:lnTo>
                <a:lnTo>
                  <a:pt x="31147" y="67883"/>
                </a:lnTo>
                <a:lnTo>
                  <a:pt x="34412" y="65215"/>
                </a:lnTo>
                <a:lnTo>
                  <a:pt x="37629" y="62548"/>
                </a:lnTo>
                <a:lnTo>
                  <a:pt x="37743" y="62372"/>
                </a:lnTo>
                <a:lnTo>
                  <a:pt x="18278" y="62372"/>
                </a:lnTo>
                <a:lnTo>
                  <a:pt x="15058" y="60524"/>
                </a:lnTo>
                <a:lnTo>
                  <a:pt x="12412" y="56823"/>
                </a:lnTo>
                <a:lnTo>
                  <a:pt x="9846" y="53165"/>
                </a:lnTo>
                <a:lnTo>
                  <a:pt x="8530" y="45757"/>
                </a:lnTo>
                <a:lnTo>
                  <a:pt x="8535" y="23471"/>
                </a:lnTo>
                <a:lnTo>
                  <a:pt x="9992" y="15873"/>
                </a:lnTo>
                <a:lnTo>
                  <a:pt x="12819" y="11743"/>
                </a:lnTo>
                <a:lnTo>
                  <a:pt x="15110" y="8504"/>
                </a:lnTo>
                <a:lnTo>
                  <a:pt x="18181" y="6890"/>
                </a:lnTo>
                <a:lnTo>
                  <a:pt x="37387" y="6890"/>
                </a:lnTo>
                <a:lnTo>
                  <a:pt x="36655" y="5769"/>
                </a:lnTo>
                <a:lnTo>
                  <a:pt x="34364" y="3657"/>
                </a:lnTo>
                <a:lnTo>
                  <a:pt x="28904" y="731"/>
                </a:lnTo>
                <a:lnTo>
                  <a:pt x="25736" y="0"/>
                </a:lnTo>
                <a:close/>
              </a:path>
              <a:path w="44450" h="69215">
                <a:moveTo>
                  <a:pt x="37387" y="6890"/>
                </a:moveTo>
                <a:lnTo>
                  <a:pt x="25882" y="6890"/>
                </a:lnTo>
                <a:lnTo>
                  <a:pt x="29099" y="8724"/>
                </a:lnTo>
                <a:lnTo>
                  <a:pt x="31732" y="12391"/>
                </a:lnTo>
                <a:lnTo>
                  <a:pt x="34315" y="16058"/>
                </a:lnTo>
                <a:lnTo>
                  <a:pt x="35631" y="23471"/>
                </a:lnTo>
                <a:lnTo>
                  <a:pt x="35626" y="45757"/>
                </a:lnTo>
                <a:lnTo>
                  <a:pt x="34315" y="53126"/>
                </a:lnTo>
                <a:lnTo>
                  <a:pt x="31714" y="56847"/>
                </a:lnTo>
                <a:lnTo>
                  <a:pt x="29091" y="60529"/>
                </a:lnTo>
                <a:lnTo>
                  <a:pt x="25882" y="62372"/>
                </a:lnTo>
                <a:lnTo>
                  <a:pt x="37743" y="62372"/>
                </a:lnTo>
                <a:lnTo>
                  <a:pt x="44043" y="26616"/>
                </a:lnTo>
                <a:lnTo>
                  <a:pt x="43674" y="22569"/>
                </a:lnTo>
                <a:lnTo>
                  <a:pt x="41626" y="14649"/>
                </a:lnTo>
                <a:lnTo>
                  <a:pt x="40213" y="11289"/>
                </a:lnTo>
                <a:lnTo>
                  <a:pt x="38442" y="8504"/>
                </a:lnTo>
                <a:lnTo>
                  <a:pt x="37387" y="689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7279875" y="6613045"/>
            <a:ext cx="25400" cy="68580"/>
          </a:xfrm>
          <a:custGeom>
            <a:avLst/>
            <a:gdLst/>
            <a:ahLst/>
            <a:cxnLst/>
            <a:rect l="l" t="t" r="r" b="b"/>
            <a:pathLst>
              <a:path w="25400" h="68579">
                <a:moveTo>
                  <a:pt x="24956" y="0"/>
                </a:moveTo>
                <a:lnTo>
                  <a:pt x="19594" y="0"/>
                </a:lnTo>
                <a:lnTo>
                  <a:pt x="18132" y="2926"/>
                </a:lnTo>
                <a:lnTo>
                  <a:pt x="15646" y="5949"/>
                </a:lnTo>
                <a:lnTo>
                  <a:pt x="8676" y="12177"/>
                </a:lnTo>
                <a:lnTo>
                  <a:pt x="4630" y="14825"/>
                </a:lnTo>
                <a:lnTo>
                  <a:pt x="0" y="17014"/>
                </a:lnTo>
                <a:lnTo>
                  <a:pt x="0" y="25061"/>
                </a:lnTo>
                <a:lnTo>
                  <a:pt x="16621" y="15025"/>
                </a:lnTo>
                <a:lnTo>
                  <a:pt x="16621" y="68059"/>
                </a:lnTo>
                <a:lnTo>
                  <a:pt x="24956" y="68059"/>
                </a:lnTo>
                <a:lnTo>
                  <a:pt x="2495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7839011" y="6613045"/>
            <a:ext cx="45085" cy="68580"/>
          </a:xfrm>
          <a:custGeom>
            <a:avLst/>
            <a:gdLst/>
            <a:ahLst/>
            <a:cxnLst/>
            <a:rect l="l" t="t" r="r" b="b"/>
            <a:pathLst>
              <a:path w="45084" h="68579">
                <a:moveTo>
                  <a:pt x="30123" y="0"/>
                </a:moveTo>
                <a:lnTo>
                  <a:pt x="17157" y="0"/>
                </a:lnTo>
                <a:lnTo>
                  <a:pt x="12039" y="1672"/>
                </a:lnTo>
                <a:lnTo>
                  <a:pt x="4386" y="8358"/>
                </a:lnTo>
                <a:lnTo>
                  <a:pt x="2193" y="13220"/>
                </a:lnTo>
                <a:lnTo>
                  <a:pt x="1608" y="19604"/>
                </a:lnTo>
                <a:lnTo>
                  <a:pt x="10187" y="20482"/>
                </a:lnTo>
                <a:lnTo>
                  <a:pt x="10187" y="16229"/>
                </a:lnTo>
                <a:lnTo>
                  <a:pt x="11405" y="12898"/>
                </a:lnTo>
                <a:lnTo>
                  <a:pt x="16231" y="8090"/>
                </a:lnTo>
                <a:lnTo>
                  <a:pt x="19448" y="6890"/>
                </a:lnTo>
                <a:lnTo>
                  <a:pt x="27198" y="6890"/>
                </a:lnTo>
                <a:lnTo>
                  <a:pt x="30318" y="8022"/>
                </a:lnTo>
                <a:lnTo>
                  <a:pt x="34997" y="12552"/>
                </a:lnTo>
                <a:lnTo>
                  <a:pt x="36167" y="15332"/>
                </a:lnTo>
                <a:lnTo>
                  <a:pt x="36167" y="21779"/>
                </a:lnTo>
                <a:lnTo>
                  <a:pt x="34900" y="25114"/>
                </a:lnTo>
                <a:lnTo>
                  <a:pt x="29733" y="32171"/>
                </a:lnTo>
                <a:lnTo>
                  <a:pt x="24761" y="36955"/>
                </a:lnTo>
                <a:lnTo>
                  <a:pt x="12624" y="46884"/>
                </a:lnTo>
                <a:lnTo>
                  <a:pt x="9017" y="50303"/>
                </a:lnTo>
                <a:lnTo>
                  <a:pt x="3996" y="56223"/>
                </a:lnTo>
                <a:lnTo>
                  <a:pt x="2144" y="59227"/>
                </a:lnTo>
                <a:lnTo>
                  <a:pt x="292" y="64128"/>
                </a:lnTo>
                <a:lnTo>
                  <a:pt x="0" y="66054"/>
                </a:lnTo>
                <a:lnTo>
                  <a:pt x="48" y="68059"/>
                </a:lnTo>
                <a:lnTo>
                  <a:pt x="44844" y="68059"/>
                </a:lnTo>
                <a:lnTo>
                  <a:pt x="44844" y="60061"/>
                </a:lnTo>
                <a:lnTo>
                  <a:pt x="11600" y="60061"/>
                </a:lnTo>
                <a:lnTo>
                  <a:pt x="12527" y="58549"/>
                </a:lnTo>
                <a:lnTo>
                  <a:pt x="13696" y="57047"/>
                </a:lnTo>
                <a:lnTo>
                  <a:pt x="16524" y="54058"/>
                </a:lnTo>
                <a:lnTo>
                  <a:pt x="19741" y="51215"/>
                </a:lnTo>
                <a:lnTo>
                  <a:pt x="30708" y="41968"/>
                </a:lnTo>
                <a:lnTo>
                  <a:pt x="34997" y="37989"/>
                </a:lnTo>
                <a:lnTo>
                  <a:pt x="40115" y="32195"/>
                </a:lnTo>
                <a:lnTo>
                  <a:pt x="41968" y="29435"/>
                </a:lnTo>
                <a:lnTo>
                  <a:pt x="44161" y="24198"/>
                </a:lnTo>
                <a:lnTo>
                  <a:pt x="44746" y="21530"/>
                </a:lnTo>
                <a:lnTo>
                  <a:pt x="44746" y="13484"/>
                </a:lnTo>
                <a:lnTo>
                  <a:pt x="42845" y="9017"/>
                </a:lnTo>
                <a:lnTo>
                  <a:pt x="35241" y="1804"/>
                </a:lnTo>
                <a:lnTo>
                  <a:pt x="3012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542629" y="6746491"/>
            <a:ext cx="377825" cy="76200"/>
          </a:xfrm>
          <a:custGeom>
            <a:avLst/>
            <a:gdLst/>
            <a:ahLst/>
            <a:cxnLst/>
            <a:rect l="l" t="t" r="r" b="b"/>
            <a:pathLst>
              <a:path w="377825" h="76200">
                <a:moveTo>
                  <a:pt x="9846" y="0"/>
                </a:moveTo>
                <a:lnTo>
                  <a:pt x="0" y="0"/>
                </a:lnTo>
                <a:lnTo>
                  <a:pt x="0" y="74561"/>
                </a:lnTo>
                <a:lnTo>
                  <a:pt x="9846" y="74561"/>
                </a:lnTo>
                <a:lnTo>
                  <a:pt x="9846" y="0"/>
                </a:lnTo>
                <a:close/>
              </a:path>
              <a:path w="377825" h="76200">
                <a:moveTo>
                  <a:pt x="35192" y="20550"/>
                </a:moveTo>
                <a:lnTo>
                  <a:pt x="26955" y="20550"/>
                </a:lnTo>
                <a:lnTo>
                  <a:pt x="26955" y="74561"/>
                </a:lnTo>
                <a:lnTo>
                  <a:pt x="36070" y="74561"/>
                </a:lnTo>
                <a:lnTo>
                  <a:pt x="36121" y="37974"/>
                </a:lnTo>
                <a:lnTo>
                  <a:pt x="37483" y="33449"/>
                </a:lnTo>
                <a:lnTo>
                  <a:pt x="43137" y="28499"/>
                </a:lnTo>
                <a:lnTo>
                  <a:pt x="43890" y="28226"/>
                </a:lnTo>
                <a:lnTo>
                  <a:pt x="35192" y="28226"/>
                </a:lnTo>
                <a:lnTo>
                  <a:pt x="35192" y="20550"/>
                </a:lnTo>
                <a:close/>
              </a:path>
              <a:path w="377825" h="76200">
                <a:moveTo>
                  <a:pt x="68594" y="27260"/>
                </a:moveTo>
                <a:lnTo>
                  <a:pt x="52886" y="27260"/>
                </a:lnTo>
                <a:lnTo>
                  <a:pt x="54982" y="27811"/>
                </a:lnTo>
                <a:lnTo>
                  <a:pt x="58638" y="30016"/>
                </a:lnTo>
                <a:lnTo>
                  <a:pt x="59857" y="31493"/>
                </a:lnTo>
                <a:lnTo>
                  <a:pt x="61319" y="35185"/>
                </a:lnTo>
                <a:lnTo>
                  <a:pt x="61554" y="37111"/>
                </a:lnTo>
                <a:lnTo>
                  <a:pt x="61660" y="74561"/>
                </a:lnTo>
                <a:lnTo>
                  <a:pt x="70824" y="74561"/>
                </a:lnTo>
                <a:lnTo>
                  <a:pt x="70697" y="35185"/>
                </a:lnTo>
                <a:lnTo>
                  <a:pt x="70629" y="34146"/>
                </a:lnTo>
                <a:lnTo>
                  <a:pt x="69751" y="29840"/>
                </a:lnTo>
                <a:lnTo>
                  <a:pt x="68825" y="27582"/>
                </a:lnTo>
                <a:lnTo>
                  <a:pt x="68594" y="27260"/>
                </a:lnTo>
                <a:close/>
              </a:path>
              <a:path w="377825" h="76200">
                <a:moveTo>
                  <a:pt x="55616" y="19326"/>
                </a:moveTo>
                <a:lnTo>
                  <a:pt x="44844" y="19326"/>
                </a:lnTo>
                <a:lnTo>
                  <a:pt x="39141" y="22296"/>
                </a:lnTo>
                <a:lnTo>
                  <a:pt x="35192" y="28226"/>
                </a:lnTo>
                <a:lnTo>
                  <a:pt x="43890" y="28226"/>
                </a:lnTo>
                <a:lnTo>
                  <a:pt x="46550" y="27260"/>
                </a:lnTo>
                <a:lnTo>
                  <a:pt x="68594" y="27260"/>
                </a:lnTo>
                <a:lnTo>
                  <a:pt x="66096" y="23788"/>
                </a:lnTo>
                <a:lnTo>
                  <a:pt x="64048" y="22252"/>
                </a:lnTo>
                <a:lnTo>
                  <a:pt x="58589" y="19911"/>
                </a:lnTo>
                <a:lnTo>
                  <a:pt x="55616" y="19326"/>
                </a:lnTo>
                <a:close/>
              </a:path>
              <a:path w="377825" h="76200">
                <a:moveTo>
                  <a:pt x="120786" y="0"/>
                </a:moveTo>
                <a:lnTo>
                  <a:pt x="87738" y="0"/>
                </a:lnTo>
                <a:lnTo>
                  <a:pt x="87738" y="74561"/>
                </a:lnTo>
                <a:lnTo>
                  <a:pt x="97584" y="74561"/>
                </a:lnTo>
                <a:lnTo>
                  <a:pt x="97584" y="44251"/>
                </a:lnTo>
                <a:lnTo>
                  <a:pt x="127269" y="44251"/>
                </a:lnTo>
                <a:lnTo>
                  <a:pt x="134532" y="42051"/>
                </a:lnTo>
                <a:lnTo>
                  <a:pt x="140618" y="35448"/>
                </a:lnTo>
                <a:lnTo>
                  <a:pt x="97584" y="35448"/>
                </a:lnTo>
                <a:lnTo>
                  <a:pt x="97584" y="8797"/>
                </a:lnTo>
                <a:lnTo>
                  <a:pt x="141107" y="8797"/>
                </a:lnTo>
                <a:lnTo>
                  <a:pt x="140868" y="8309"/>
                </a:lnTo>
                <a:lnTo>
                  <a:pt x="138870" y="5910"/>
                </a:lnTo>
                <a:lnTo>
                  <a:pt x="133898" y="2482"/>
                </a:lnTo>
                <a:lnTo>
                  <a:pt x="130827" y="1321"/>
                </a:lnTo>
                <a:lnTo>
                  <a:pt x="127171" y="711"/>
                </a:lnTo>
                <a:lnTo>
                  <a:pt x="124588" y="238"/>
                </a:lnTo>
                <a:lnTo>
                  <a:pt x="120786" y="0"/>
                </a:lnTo>
                <a:close/>
              </a:path>
              <a:path w="377825" h="76200">
                <a:moveTo>
                  <a:pt x="141107" y="8797"/>
                </a:moveTo>
                <a:lnTo>
                  <a:pt x="121127" y="8797"/>
                </a:lnTo>
                <a:lnTo>
                  <a:pt x="124198" y="9021"/>
                </a:lnTo>
                <a:lnTo>
                  <a:pt x="128439" y="10172"/>
                </a:lnTo>
                <a:lnTo>
                  <a:pt x="130535" y="11640"/>
                </a:lnTo>
                <a:lnTo>
                  <a:pt x="133654" y="16078"/>
                </a:lnTo>
                <a:lnTo>
                  <a:pt x="134434" y="18750"/>
                </a:lnTo>
                <a:lnTo>
                  <a:pt x="134434" y="26178"/>
                </a:lnTo>
                <a:lnTo>
                  <a:pt x="133118" y="29518"/>
                </a:lnTo>
                <a:lnTo>
                  <a:pt x="127756" y="34263"/>
                </a:lnTo>
                <a:lnTo>
                  <a:pt x="123223" y="35448"/>
                </a:lnTo>
                <a:lnTo>
                  <a:pt x="140618" y="35448"/>
                </a:lnTo>
                <a:lnTo>
                  <a:pt x="142623" y="33273"/>
                </a:lnTo>
                <a:lnTo>
                  <a:pt x="144621" y="27904"/>
                </a:lnTo>
                <a:lnTo>
                  <a:pt x="144621" y="17868"/>
                </a:lnTo>
                <a:lnTo>
                  <a:pt x="143890" y="14478"/>
                </a:lnTo>
                <a:lnTo>
                  <a:pt x="141107" y="8797"/>
                </a:lnTo>
                <a:close/>
              </a:path>
              <a:path w="377825" h="76200">
                <a:moveTo>
                  <a:pt x="167238" y="0"/>
                </a:moveTo>
                <a:lnTo>
                  <a:pt x="158075" y="0"/>
                </a:lnTo>
                <a:lnTo>
                  <a:pt x="158075" y="74561"/>
                </a:lnTo>
                <a:lnTo>
                  <a:pt x="167238" y="74561"/>
                </a:lnTo>
                <a:lnTo>
                  <a:pt x="167238" y="40774"/>
                </a:lnTo>
                <a:lnTo>
                  <a:pt x="167775" y="37452"/>
                </a:lnTo>
                <a:lnTo>
                  <a:pt x="178839" y="27211"/>
                </a:lnTo>
                <a:lnTo>
                  <a:pt x="199678" y="27211"/>
                </a:lnTo>
                <a:lnTo>
                  <a:pt x="199469" y="26753"/>
                </a:lnTo>
                <a:lnTo>
                  <a:pt x="167238" y="26753"/>
                </a:lnTo>
                <a:lnTo>
                  <a:pt x="167238" y="0"/>
                </a:lnTo>
                <a:close/>
              </a:path>
              <a:path w="377825" h="76200">
                <a:moveTo>
                  <a:pt x="199678" y="27211"/>
                </a:moveTo>
                <a:lnTo>
                  <a:pt x="185176" y="27211"/>
                </a:lnTo>
                <a:lnTo>
                  <a:pt x="187954" y="28255"/>
                </a:lnTo>
                <a:lnTo>
                  <a:pt x="189953" y="30337"/>
                </a:lnTo>
                <a:lnTo>
                  <a:pt x="191903" y="32425"/>
                </a:lnTo>
                <a:lnTo>
                  <a:pt x="192926" y="35755"/>
                </a:lnTo>
                <a:lnTo>
                  <a:pt x="192926" y="74561"/>
                </a:lnTo>
                <a:lnTo>
                  <a:pt x="202090" y="74561"/>
                </a:lnTo>
                <a:lnTo>
                  <a:pt x="202090" y="35043"/>
                </a:lnTo>
                <a:lnTo>
                  <a:pt x="201408" y="31006"/>
                </a:lnTo>
                <a:lnTo>
                  <a:pt x="199678" y="27211"/>
                </a:lnTo>
                <a:close/>
              </a:path>
              <a:path w="377825" h="76200">
                <a:moveTo>
                  <a:pt x="187418" y="19326"/>
                </a:moveTo>
                <a:lnTo>
                  <a:pt x="176890" y="19326"/>
                </a:lnTo>
                <a:lnTo>
                  <a:pt x="171528" y="21803"/>
                </a:lnTo>
                <a:lnTo>
                  <a:pt x="167238" y="26753"/>
                </a:lnTo>
                <a:lnTo>
                  <a:pt x="199469" y="26753"/>
                </a:lnTo>
                <a:lnTo>
                  <a:pt x="187418" y="19326"/>
                </a:lnTo>
                <a:close/>
              </a:path>
              <a:path w="377825" h="76200">
                <a:moveTo>
                  <a:pt x="259603" y="26904"/>
                </a:moveTo>
                <a:lnTo>
                  <a:pt x="243814" y="26904"/>
                </a:lnTo>
                <a:lnTo>
                  <a:pt x="247324" y="27938"/>
                </a:lnTo>
                <a:lnTo>
                  <a:pt x="251370" y="31532"/>
                </a:lnTo>
                <a:lnTo>
                  <a:pt x="252247" y="34161"/>
                </a:lnTo>
                <a:lnTo>
                  <a:pt x="252198" y="40281"/>
                </a:lnTo>
                <a:lnTo>
                  <a:pt x="248689" y="41500"/>
                </a:lnTo>
                <a:lnTo>
                  <a:pt x="243278" y="42554"/>
                </a:lnTo>
                <a:lnTo>
                  <a:pt x="232262" y="43875"/>
                </a:lnTo>
                <a:lnTo>
                  <a:pt x="229533" y="44333"/>
                </a:lnTo>
                <a:lnTo>
                  <a:pt x="214617" y="57676"/>
                </a:lnTo>
                <a:lnTo>
                  <a:pt x="214617" y="64830"/>
                </a:lnTo>
                <a:lnTo>
                  <a:pt x="216226" y="68535"/>
                </a:lnTo>
                <a:lnTo>
                  <a:pt x="219394" y="71434"/>
                </a:lnTo>
                <a:lnTo>
                  <a:pt x="222611" y="74332"/>
                </a:lnTo>
                <a:lnTo>
                  <a:pt x="227144" y="75782"/>
                </a:lnTo>
                <a:lnTo>
                  <a:pt x="236649" y="75782"/>
                </a:lnTo>
                <a:lnTo>
                  <a:pt x="240012" y="75189"/>
                </a:lnTo>
                <a:lnTo>
                  <a:pt x="246300" y="72815"/>
                </a:lnTo>
                <a:lnTo>
                  <a:pt x="249566" y="70781"/>
                </a:lnTo>
                <a:lnTo>
                  <a:pt x="252099" y="68611"/>
                </a:lnTo>
                <a:lnTo>
                  <a:pt x="231726" y="68611"/>
                </a:lnTo>
                <a:lnTo>
                  <a:pt x="228996" y="67797"/>
                </a:lnTo>
                <a:lnTo>
                  <a:pt x="225292" y="64542"/>
                </a:lnTo>
                <a:lnTo>
                  <a:pt x="224428" y="62643"/>
                </a:lnTo>
                <a:lnTo>
                  <a:pt x="224366" y="58472"/>
                </a:lnTo>
                <a:lnTo>
                  <a:pt x="224804" y="57023"/>
                </a:lnTo>
                <a:lnTo>
                  <a:pt x="243912" y="49961"/>
                </a:lnTo>
                <a:lnTo>
                  <a:pt x="248884" y="48810"/>
                </a:lnTo>
                <a:lnTo>
                  <a:pt x="252198" y="47455"/>
                </a:lnTo>
                <a:lnTo>
                  <a:pt x="261460" y="47455"/>
                </a:lnTo>
                <a:lnTo>
                  <a:pt x="261340" y="33346"/>
                </a:lnTo>
                <a:lnTo>
                  <a:pt x="261313" y="32839"/>
                </a:lnTo>
                <a:lnTo>
                  <a:pt x="260436" y="28772"/>
                </a:lnTo>
                <a:lnTo>
                  <a:pt x="259603" y="26904"/>
                </a:lnTo>
                <a:close/>
              </a:path>
              <a:path w="377825" h="76200">
                <a:moveTo>
                  <a:pt x="262014" y="67899"/>
                </a:moveTo>
                <a:lnTo>
                  <a:pt x="252929" y="67899"/>
                </a:lnTo>
                <a:lnTo>
                  <a:pt x="253209" y="70332"/>
                </a:lnTo>
                <a:lnTo>
                  <a:pt x="253319" y="70781"/>
                </a:lnTo>
                <a:lnTo>
                  <a:pt x="253807" y="72493"/>
                </a:lnTo>
                <a:lnTo>
                  <a:pt x="253930" y="72815"/>
                </a:lnTo>
                <a:lnTo>
                  <a:pt x="254782" y="74561"/>
                </a:lnTo>
                <a:lnTo>
                  <a:pt x="264335" y="74561"/>
                </a:lnTo>
                <a:lnTo>
                  <a:pt x="263166" y="72493"/>
                </a:lnTo>
                <a:lnTo>
                  <a:pt x="262434" y="70332"/>
                </a:lnTo>
                <a:lnTo>
                  <a:pt x="262014" y="67899"/>
                </a:lnTo>
                <a:close/>
              </a:path>
              <a:path w="377825" h="76200">
                <a:moveTo>
                  <a:pt x="261460" y="47455"/>
                </a:moveTo>
                <a:lnTo>
                  <a:pt x="252198" y="47455"/>
                </a:lnTo>
                <a:lnTo>
                  <a:pt x="252132" y="55260"/>
                </a:lnTo>
                <a:lnTo>
                  <a:pt x="251711" y="57896"/>
                </a:lnTo>
                <a:lnTo>
                  <a:pt x="238794" y="68611"/>
                </a:lnTo>
                <a:lnTo>
                  <a:pt x="252099" y="68611"/>
                </a:lnTo>
                <a:lnTo>
                  <a:pt x="252929" y="67899"/>
                </a:lnTo>
                <a:lnTo>
                  <a:pt x="262014" y="67899"/>
                </a:lnTo>
                <a:lnTo>
                  <a:pt x="261655" y="65822"/>
                </a:lnTo>
                <a:lnTo>
                  <a:pt x="261535" y="62507"/>
                </a:lnTo>
                <a:lnTo>
                  <a:pt x="261460" y="47455"/>
                </a:lnTo>
                <a:close/>
              </a:path>
              <a:path w="377825" h="76200">
                <a:moveTo>
                  <a:pt x="245179" y="19326"/>
                </a:moveTo>
                <a:lnTo>
                  <a:pt x="235918" y="19326"/>
                </a:lnTo>
                <a:lnTo>
                  <a:pt x="231824" y="19965"/>
                </a:lnTo>
                <a:lnTo>
                  <a:pt x="216177" y="35960"/>
                </a:lnTo>
                <a:lnTo>
                  <a:pt x="225146" y="37179"/>
                </a:lnTo>
                <a:lnTo>
                  <a:pt x="226121" y="33346"/>
                </a:lnTo>
                <a:lnTo>
                  <a:pt x="227632" y="30679"/>
                </a:lnTo>
                <a:lnTo>
                  <a:pt x="231726" y="27660"/>
                </a:lnTo>
                <a:lnTo>
                  <a:pt x="234943" y="26904"/>
                </a:lnTo>
                <a:lnTo>
                  <a:pt x="259603" y="26904"/>
                </a:lnTo>
                <a:lnTo>
                  <a:pt x="259510" y="26695"/>
                </a:lnTo>
                <a:lnTo>
                  <a:pt x="256780" y="23403"/>
                </a:lnTo>
                <a:lnTo>
                  <a:pt x="254684" y="22037"/>
                </a:lnTo>
                <a:lnTo>
                  <a:pt x="248884" y="19867"/>
                </a:lnTo>
                <a:lnTo>
                  <a:pt x="245179" y="19326"/>
                </a:lnTo>
                <a:close/>
              </a:path>
              <a:path w="377825" h="76200">
                <a:moveTo>
                  <a:pt x="282761" y="57014"/>
                </a:moveTo>
                <a:lnTo>
                  <a:pt x="273694" y="58439"/>
                </a:lnTo>
                <a:lnTo>
                  <a:pt x="274718" y="64169"/>
                </a:lnTo>
                <a:lnTo>
                  <a:pt x="277058" y="68492"/>
                </a:lnTo>
                <a:lnTo>
                  <a:pt x="280713" y="71408"/>
                </a:lnTo>
                <a:lnTo>
                  <a:pt x="284418" y="74324"/>
                </a:lnTo>
                <a:lnTo>
                  <a:pt x="289780" y="75782"/>
                </a:lnTo>
                <a:lnTo>
                  <a:pt x="300991" y="75782"/>
                </a:lnTo>
                <a:lnTo>
                  <a:pt x="304793" y="75044"/>
                </a:lnTo>
                <a:lnTo>
                  <a:pt x="311519" y="72095"/>
                </a:lnTo>
                <a:lnTo>
                  <a:pt x="314103" y="70009"/>
                </a:lnTo>
                <a:lnTo>
                  <a:pt x="315245" y="68255"/>
                </a:lnTo>
                <a:lnTo>
                  <a:pt x="292558" y="68255"/>
                </a:lnTo>
                <a:lnTo>
                  <a:pt x="289292" y="67289"/>
                </a:lnTo>
                <a:lnTo>
                  <a:pt x="287001" y="65356"/>
                </a:lnTo>
                <a:lnTo>
                  <a:pt x="284662" y="63423"/>
                </a:lnTo>
                <a:lnTo>
                  <a:pt x="283248" y="60643"/>
                </a:lnTo>
                <a:lnTo>
                  <a:pt x="282761" y="57014"/>
                </a:lnTo>
                <a:close/>
              </a:path>
              <a:path w="377825" h="76200">
                <a:moveTo>
                  <a:pt x="299333" y="19326"/>
                </a:moveTo>
                <a:lnTo>
                  <a:pt x="292265" y="19326"/>
                </a:lnTo>
                <a:lnTo>
                  <a:pt x="289633" y="19692"/>
                </a:lnTo>
                <a:lnTo>
                  <a:pt x="275205" y="32483"/>
                </a:lnTo>
                <a:lnTo>
                  <a:pt x="275205" y="37535"/>
                </a:lnTo>
                <a:lnTo>
                  <a:pt x="302159" y="52963"/>
                </a:lnTo>
                <a:lnTo>
                  <a:pt x="305183" y="53963"/>
                </a:lnTo>
                <a:lnTo>
                  <a:pt x="308253" y="55963"/>
                </a:lnTo>
                <a:lnTo>
                  <a:pt x="309131" y="57591"/>
                </a:lnTo>
                <a:lnTo>
                  <a:pt x="309131" y="61965"/>
                </a:lnTo>
                <a:lnTo>
                  <a:pt x="308107" y="63974"/>
                </a:lnTo>
                <a:lnTo>
                  <a:pt x="306060" y="65686"/>
                </a:lnTo>
                <a:lnTo>
                  <a:pt x="304061" y="67399"/>
                </a:lnTo>
                <a:lnTo>
                  <a:pt x="300942" y="68255"/>
                </a:lnTo>
                <a:lnTo>
                  <a:pt x="315245" y="68255"/>
                </a:lnTo>
                <a:lnTo>
                  <a:pt x="317661" y="64618"/>
                </a:lnTo>
                <a:lnTo>
                  <a:pt x="318471" y="61965"/>
                </a:lnTo>
                <a:lnTo>
                  <a:pt x="318538" y="55573"/>
                </a:lnTo>
                <a:lnTo>
                  <a:pt x="317785" y="52931"/>
                </a:lnTo>
                <a:lnTo>
                  <a:pt x="292314" y="40588"/>
                </a:lnTo>
                <a:lnTo>
                  <a:pt x="289585" y="39808"/>
                </a:lnTo>
                <a:lnTo>
                  <a:pt x="287099" y="38823"/>
                </a:lnTo>
                <a:lnTo>
                  <a:pt x="285929" y="38008"/>
                </a:lnTo>
                <a:lnTo>
                  <a:pt x="285198" y="37028"/>
                </a:lnTo>
                <a:lnTo>
                  <a:pt x="284418" y="36077"/>
                </a:lnTo>
                <a:lnTo>
                  <a:pt x="284077" y="35009"/>
                </a:lnTo>
                <a:lnTo>
                  <a:pt x="284077" y="31956"/>
                </a:lnTo>
                <a:lnTo>
                  <a:pt x="284954" y="30328"/>
                </a:lnTo>
                <a:lnTo>
                  <a:pt x="288561" y="27548"/>
                </a:lnTo>
                <a:lnTo>
                  <a:pt x="291534" y="26855"/>
                </a:lnTo>
                <a:lnTo>
                  <a:pt x="313906" y="26855"/>
                </a:lnTo>
                <a:lnTo>
                  <a:pt x="311812" y="24032"/>
                </a:lnTo>
                <a:lnTo>
                  <a:pt x="309472" y="22379"/>
                </a:lnTo>
                <a:lnTo>
                  <a:pt x="303038" y="19935"/>
                </a:lnTo>
                <a:lnTo>
                  <a:pt x="299333" y="19326"/>
                </a:lnTo>
                <a:close/>
              </a:path>
              <a:path w="377825" h="76200">
                <a:moveTo>
                  <a:pt x="313906" y="26855"/>
                </a:moveTo>
                <a:lnTo>
                  <a:pt x="299333" y="26855"/>
                </a:lnTo>
                <a:lnTo>
                  <a:pt x="302063" y="27636"/>
                </a:lnTo>
                <a:lnTo>
                  <a:pt x="305962" y="30752"/>
                </a:lnTo>
                <a:lnTo>
                  <a:pt x="307132" y="32922"/>
                </a:lnTo>
                <a:lnTo>
                  <a:pt x="307571" y="35702"/>
                </a:lnTo>
                <a:lnTo>
                  <a:pt x="316491" y="34483"/>
                </a:lnTo>
                <a:lnTo>
                  <a:pt x="315906" y="30991"/>
                </a:lnTo>
                <a:lnTo>
                  <a:pt x="314882" y="28201"/>
                </a:lnTo>
                <a:lnTo>
                  <a:pt x="313906" y="26855"/>
                </a:lnTo>
                <a:close/>
              </a:path>
              <a:path w="377825" h="76200">
                <a:moveTo>
                  <a:pt x="360360" y="19326"/>
                </a:moveTo>
                <a:lnTo>
                  <a:pt x="345688" y="19326"/>
                </a:lnTo>
                <a:lnTo>
                  <a:pt x="339644" y="21837"/>
                </a:lnTo>
                <a:lnTo>
                  <a:pt x="330285" y="31874"/>
                </a:lnTo>
                <a:lnTo>
                  <a:pt x="328075" y="38535"/>
                </a:lnTo>
                <a:lnTo>
                  <a:pt x="328071" y="57167"/>
                </a:lnTo>
                <a:lnTo>
                  <a:pt x="330237" y="63618"/>
                </a:lnTo>
                <a:lnTo>
                  <a:pt x="339498" y="73349"/>
                </a:lnTo>
                <a:lnTo>
                  <a:pt x="345786" y="75782"/>
                </a:lnTo>
                <a:lnTo>
                  <a:pt x="359921" y="75782"/>
                </a:lnTo>
                <a:lnTo>
                  <a:pt x="365088" y="74256"/>
                </a:lnTo>
                <a:lnTo>
                  <a:pt x="372998" y="68255"/>
                </a:lnTo>
                <a:lnTo>
                  <a:pt x="349198" y="68255"/>
                </a:lnTo>
                <a:lnTo>
                  <a:pt x="345445" y="66678"/>
                </a:lnTo>
                <a:lnTo>
                  <a:pt x="339400" y="60371"/>
                </a:lnTo>
                <a:lnTo>
                  <a:pt x="337743" y="55828"/>
                </a:lnTo>
                <a:lnTo>
                  <a:pt x="337402" y="49893"/>
                </a:lnTo>
                <a:lnTo>
                  <a:pt x="377664" y="49893"/>
                </a:lnTo>
                <a:lnTo>
                  <a:pt x="377713" y="42368"/>
                </a:lnTo>
                <a:lnTo>
                  <a:pt x="337889" y="42368"/>
                </a:lnTo>
                <a:lnTo>
                  <a:pt x="338182" y="37652"/>
                </a:lnTo>
                <a:lnTo>
                  <a:pt x="339790" y="33888"/>
                </a:lnTo>
                <a:lnTo>
                  <a:pt x="345542" y="28260"/>
                </a:lnTo>
                <a:lnTo>
                  <a:pt x="349052" y="26855"/>
                </a:lnTo>
                <a:lnTo>
                  <a:pt x="370983" y="26855"/>
                </a:lnTo>
                <a:lnTo>
                  <a:pt x="366258" y="21784"/>
                </a:lnTo>
                <a:lnTo>
                  <a:pt x="360360" y="19326"/>
                </a:lnTo>
                <a:close/>
              </a:path>
              <a:path w="377825" h="76200">
                <a:moveTo>
                  <a:pt x="367964" y="57167"/>
                </a:moveTo>
                <a:lnTo>
                  <a:pt x="366551" y="61032"/>
                </a:lnTo>
                <a:lnTo>
                  <a:pt x="364675" y="63864"/>
                </a:lnTo>
                <a:lnTo>
                  <a:pt x="359921" y="67373"/>
                </a:lnTo>
                <a:lnTo>
                  <a:pt x="357046" y="68255"/>
                </a:lnTo>
                <a:lnTo>
                  <a:pt x="372998" y="68255"/>
                </a:lnTo>
                <a:lnTo>
                  <a:pt x="373131" y="68153"/>
                </a:lnTo>
                <a:lnTo>
                  <a:pt x="375909" y="63864"/>
                </a:lnTo>
                <a:lnTo>
                  <a:pt x="377420" y="58337"/>
                </a:lnTo>
                <a:lnTo>
                  <a:pt x="367964" y="57167"/>
                </a:lnTo>
                <a:close/>
              </a:path>
              <a:path w="377825" h="76200">
                <a:moveTo>
                  <a:pt x="370983" y="26855"/>
                </a:moveTo>
                <a:lnTo>
                  <a:pt x="357874" y="26855"/>
                </a:lnTo>
                <a:lnTo>
                  <a:pt x="361676" y="28616"/>
                </a:lnTo>
                <a:lnTo>
                  <a:pt x="366502" y="34414"/>
                </a:lnTo>
                <a:lnTo>
                  <a:pt x="367623" y="37823"/>
                </a:lnTo>
                <a:lnTo>
                  <a:pt x="368062" y="42368"/>
                </a:lnTo>
                <a:lnTo>
                  <a:pt x="377713" y="42368"/>
                </a:lnTo>
                <a:lnTo>
                  <a:pt x="377713" y="38535"/>
                </a:lnTo>
                <a:lnTo>
                  <a:pt x="375422" y="31620"/>
                </a:lnTo>
                <a:lnTo>
                  <a:pt x="370983" y="26855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/>
          <p:nvPr/>
        </p:nvSpPr>
        <p:spPr>
          <a:xfrm>
            <a:off x="488086" y="4082288"/>
            <a:ext cx="116713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Probabilidade </a:t>
            </a:r>
            <a:r>
              <a:rPr sz="1600" dirty="0">
                <a:latin typeface="Calibri"/>
                <a:cs typeface="Calibri"/>
              </a:rPr>
              <a:t>dos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dois </a:t>
            </a:r>
            <a:r>
              <a:rPr sz="1600" dirty="0">
                <a:latin typeface="Calibri"/>
                <a:cs typeface="Calibri"/>
              </a:rPr>
              <a:t>símbolos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é </a:t>
            </a:r>
            <a:r>
              <a:rPr sz="1600" spc="-10" dirty="0">
                <a:latin typeface="Calibri"/>
                <a:cs typeface="Calibri"/>
              </a:rPr>
              <a:t>igual.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1534541" y="4569333"/>
            <a:ext cx="991869" cy="591820"/>
          </a:xfrm>
          <a:custGeom>
            <a:avLst/>
            <a:gdLst/>
            <a:ahLst/>
            <a:cxnLst/>
            <a:rect l="l" t="t" r="r" b="b"/>
            <a:pathLst>
              <a:path w="991869" h="591820">
                <a:moveTo>
                  <a:pt x="924539" y="555338"/>
                </a:moveTo>
                <a:lnTo>
                  <a:pt x="906653" y="585343"/>
                </a:lnTo>
                <a:lnTo>
                  <a:pt x="991742" y="591566"/>
                </a:lnTo>
                <a:lnTo>
                  <a:pt x="972615" y="561848"/>
                </a:lnTo>
                <a:lnTo>
                  <a:pt x="935482" y="561848"/>
                </a:lnTo>
                <a:lnTo>
                  <a:pt x="924539" y="555338"/>
                </a:lnTo>
                <a:close/>
              </a:path>
              <a:path w="991869" h="591820">
                <a:moveTo>
                  <a:pt x="927806" y="549857"/>
                </a:moveTo>
                <a:lnTo>
                  <a:pt x="924539" y="555338"/>
                </a:lnTo>
                <a:lnTo>
                  <a:pt x="935482" y="561848"/>
                </a:lnTo>
                <a:lnTo>
                  <a:pt x="938784" y="556387"/>
                </a:lnTo>
                <a:lnTo>
                  <a:pt x="927806" y="549857"/>
                </a:lnTo>
                <a:close/>
              </a:path>
              <a:path w="991869" h="591820">
                <a:moveTo>
                  <a:pt x="945641" y="519938"/>
                </a:moveTo>
                <a:lnTo>
                  <a:pt x="927806" y="549857"/>
                </a:lnTo>
                <a:lnTo>
                  <a:pt x="938784" y="556387"/>
                </a:lnTo>
                <a:lnTo>
                  <a:pt x="935482" y="561848"/>
                </a:lnTo>
                <a:lnTo>
                  <a:pt x="972615" y="561848"/>
                </a:lnTo>
                <a:lnTo>
                  <a:pt x="945641" y="519938"/>
                </a:lnTo>
                <a:close/>
              </a:path>
              <a:path w="991869" h="591820">
                <a:moveTo>
                  <a:pt x="3302" y="0"/>
                </a:moveTo>
                <a:lnTo>
                  <a:pt x="0" y="5334"/>
                </a:lnTo>
                <a:lnTo>
                  <a:pt x="924539" y="555338"/>
                </a:lnTo>
                <a:lnTo>
                  <a:pt x="927806" y="549857"/>
                </a:lnTo>
                <a:lnTo>
                  <a:pt x="3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11153647" y="3822572"/>
            <a:ext cx="86423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Curva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BER </a:t>
            </a:r>
            <a:r>
              <a:rPr sz="1600" dirty="0">
                <a:latin typeface="Calibri"/>
                <a:cs typeface="Calibri"/>
              </a:rPr>
              <a:t>teórica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do </a:t>
            </a:r>
            <a:r>
              <a:rPr sz="1600" spc="-10" dirty="0">
                <a:latin typeface="Calibri"/>
                <a:cs typeface="Calibri"/>
              </a:rPr>
              <a:t>BPSK.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307924"/>
            <a:ext cx="11122661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Detecção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símbolos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BPSK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em </a:t>
            </a:r>
            <a:r>
              <a:rPr sz="4400" b="0" spc="-20" dirty="0">
                <a:latin typeface="Calibri Light"/>
                <a:cs typeface="Calibri Light"/>
              </a:rPr>
              <a:t>AWGN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4239" y="1447800"/>
            <a:ext cx="9189085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ts val="2955"/>
              </a:lnSpc>
              <a:spcBef>
                <a:spcPts val="105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Detector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 err="1">
                <a:latin typeface="Calibri"/>
                <a:cs typeface="Calibri"/>
              </a:rPr>
              <a:t>por</a:t>
            </a:r>
            <a:r>
              <a:rPr sz="2600" spc="-2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1539" y="2682367"/>
            <a:ext cx="106140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símbolo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𝑠</a:t>
            </a:r>
            <a:r>
              <a:rPr sz="2850" baseline="-16081" dirty="0">
                <a:latin typeface="Cambria Math"/>
                <a:cs typeface="Cambria Math"/>
              </a:rPr>
              <a:t>0</a:t>
            </a:r>
            <a:r>
              <a:rPr sz="2850" spc="367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transmitido,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recebido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por: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𝑦</a:t>
            </a:r>
            <a:r>
              <a:rPr sz="2600" spc="16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𝑠</a:t>
            </a:r>
            <a:r>
              <a:rPr sz="2850" baseline="-16081" dirty="0">
                <a:latin typeface="Cambria Math"/>
                <a:cs typeface="Cambria Math"/>
              </a:rPr>
              <a:t>0</a:t>
            </a:r>
            <a:r>
              <a:rPr sz="2850" spc="367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-20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𝑤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1539" y="3822572"/>
            <a:ext cx="105987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símbolo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𝑠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850" spc="35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transmitido,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sinal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recebido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por: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𝑦</a:t>
            </a:r>
            <a:r>
              <a:rPr sz="2600" spc="1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0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𝑠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850" spc="35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+</a:t>
            </a:r>
            <a:r>
              <a:rPr sz="2600" spc="-25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𝑤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1539" y="4962905"/>
            <a:ext cx="109073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𝑃(𝑆</a:t>
            </a:r>
            <a:r>
              <a:rPr sz="2850" baseline="-16081" dirty="0">
                <a:latin typeface="Cambria Math"/>
                <a:cs typeface="Cambria Math"/>
              </a:rPr>
              <a:t>0</a:t>
            </a:r>
            <a:r>
              <a:rPr sz="2600" dirty="0">
                <a:latin typeface="Cambria Math"/>
                <a:cs typeface="Cambria Math"/>
              </a:rPr>
              <a:t>)</a:t>
            </a:r>
            <a:r>
              <a:rPr sz="2600" spc="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𝑃(𝑆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600" dirty="0">
                <a:latin typeface="Cambria Math"/>
                <a:cs typeface="Cambria Math"/>
              </a:rPr>
              <a:t>)</a:t>
            </a:r>
            <a:r>
              <a:rPr sz="2600" spc="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1/2,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então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MAP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equivalente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ML,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assim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A175962B-B87A-B6A3-3C0F-13E2907E4334}"/>
                  </a:ext>
                </a:extLst>
              </p:cNvPr>
              <p:cNvSpPr txBox="1"/>
              <p:nvPr/>
            </p:nvSpPr>
            <p:spPr>
              <a:xfrm>
                <a:off x="2321152" y="1987266"/>
                <a:ext cx="7549695" cy="5518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arg</m:t>
                                  </m:r>
                                </m:fName>
                                <m:e>
                                  <m:func>
                                    <m:func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400" b="0" i="0" smtClean="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sSub>
                                            <m:sSubPr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</m:sub>
                                          </m:s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A175962B-B87A-B6A3-3C0F-13E2907E4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152" y="1987266"/>
                <a:ext cx="7549695" cy="551882"/>
              </a:xfrm>
              <a:prstGeom prst="rect">
                <a:avLst/>
              </a:prstGeom>
              <a:blipFill>
                <a:blip r:embed="rId2"/>
                <a:stretch>
                  <a:fillRect l="-404" b="-2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75776AA-5D6B-BBD9-3084-E4A598995507}"/>
                  </a:ext>
                </a:extLst>
              </p:cNvPr>
              <p:cNvSpPr txBox="1"/>
              <p:nvPr/>
            </p:nvSpPr>
            <p:spPr>
              <a:xfrm>
                <a:off x="4172076" y="3004362"/>
                <a:ext cx="3847848" cy="812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2800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</a:t>
                </a:r>
              </a:p>
            </p:txBody>
          </p:sp>
        </mc:Choice>
        <mc:Fallback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375776AA-5D6B-BBD9-3084-E4A598995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076" y="3004362"/>
                <a:ext cx="3847848" cy="812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54590C63-8CD8-D86E-F624-ADCFFB0A669C}"/>
                  </a:ext>
                </a:extLst>
              </p:cNvPr>
              <p:cNvSpPr txBox="1"/>
              <p:nvPr/>
            </p:nvSpPr>
            <p:spPr>
              <a:xfrm>
                <a:off x="4176212" y="4142659"/>
                <a:ext cx="3839577" cy="812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2800" b="0" i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> </a:t>
                </a:r>
              </a:p>
            </p:txBody>
          </p:sp>
        </mc:Choice>
        <mc:Fallback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54590C63-8CD8-D86E-F624-ADCFFB0A6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212" y="4142659"/>
                <a:ext cx="3839577" cy="812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456399D5-53F9-DF77-3E7F-0022F54EA686}"/>
                  </a:ext>
                </a:extLst>
              </p:cNvPr>
              <p:cNvSpPr txBox="1"/>
              <p:nvPr/>
            </p:nvSpPr>
            <p:spPr>
              <a:xfrm>
                <a:off x="1936223" y="5555784"/>
                <a:ext cx="9084090" cy="9617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𝑆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fun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456399D5-53F9-DF77-3E7F-0022F54EA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223" y="5555784"/>
                <a:ext cx="9084090" cy="9617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4876"/>
            <a:ext cx="9378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Detecção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BPSK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Scikit-Learn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320800"/>
            <a:ext cx="17919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Import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necessary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488439"/>
            <a:ext cx="3044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numpy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np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scipy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special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erfc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naive_bayes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GaussianNB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sklearn.model_selection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326894"/>
            <a:ext cx="2633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Number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BPSK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symbols</a:t>
            </a:r>
            <a:r>
              <a:rPr sz="11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be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transmitted.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1000000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Instantiate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Gaussian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naive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Bayes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classifier. </a:t>
            </a:r>
            <a:r>
              <a:rPr sz="1100" dirty="0">
                <a:latin typeface="Calibri"/>
                <a:cs typeface="Calibri"/>
              </a:rPr>
              <a:t>gnb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100" spc="-10" dirty="0">
                <a:latin typeface="Calibri"/>
                <a:cs typeface="Calibri"/>
              </a:rPr>
              <a:t>GaussianNB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164789"/>
            <a:ext cx="22853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GNB model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with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high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SNR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value.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500754"/>
            <a:ext cx="3412490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85925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Create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Es/N0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vector.</a:t>
            </a:r>
            <a:r>
              <a:rPr sz="1100" spc="5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EsN0dB</a:t>
            </a:r>
            <a:r>
              <a:rPr sz="1100" spc="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4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arange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(-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 marR="79883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ber_theo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ber_simu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zeros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len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EsN0dB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))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11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idx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11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range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spc="-10" dirty="0">
                <a:latin typeface="Calibri"/>
                <a:cs typeface="Calibri"/>
              </a:rPr>
              <a:t>len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EsN0dB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)):</a:t>
            </a:r>
            <a:endParaRPr sz="1100">
              <a:latin typeface="Calibri"/>
              <a:cs typeface="Calibri"/>
            </a:endParaRPr>
          </a:p>
          <a:p>
            <a:pPr marL="139065" marR="107315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EsN0Lin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3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10.0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**(-(</a:t>
            </a:r>
            <a:r>
              <a:rPr sz="1100" spc="-10" dirty="0">
                <a:latin typeface="Calibri"/>
                <a:cs typeface="Calibri"/>
              </a:rPr>
              <a:t>EsN0dB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100" spc="-10" dirty="0">
                <a:latin typeface="Calibri"/>
                <a:cs typeface="Calibri"/>
              </a:rPr>
              <a:t>idx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]/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10.0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))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Generate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 BPSK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symbols.</a:t>
            </a:r>
            <a:endParaRPr sz="11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x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2.0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random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&gt;=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) -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1.0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).</a:t>
            </a:r>
            <a:r>
              <a:rPr sz="1100" dirty="0">
                <a:latin typeface="Calibri"/>
                <a:cs typeface="Calibri"/>
              </a:rPr>
              <a:t>reshape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latin typeface="Calibri"/>
                <a:cs typeface="Calibri"/>
              </a:rPr>
              <a:t>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Generate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noise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vector</a:t>
            </a:r>
            <a:endParaRPr sz="1100">
              <a:latin typeface="Calibri"/>
              <a:cs typeface="Calibri"/>
            </a:endParaRPr>
          </a:p>
          <a:p>
            <a:pPr marL="139065" marR="26098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noise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9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sqrt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EsN0Lin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/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2.0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)*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random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randn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Pass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symbols</a:t>
            </a:r>
            <a:r>
              <a:rPr sz="1100" spc="-5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through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AWGN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channel.</a:t>
            </a:r>
            <a:endParaRPr sz="1100">
              <a:latin typeface="Calibri"/>
              <a:cs typeface="Calibri"/>
            </a:endParaRPr>
          </a:p>
          <a:p>
            <a:pPr marL="139065" marR="256794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+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noise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Predict.</a:t>
            </a:r>
            <a:endParaRPr sz="1100">
              <a:latin typeface="Calibri"/>
              <a:cs typeface="Calibri"/>
            </a:endParaRPr>
          </a:p>
          <a:p>
            <a:pPr marL="139065" marR="64516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detected_x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7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gnb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predict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y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).</a:t>
            </a:r>
            <a:r>
              <a:rPr sz="1100" spc="-10" dirty="0">
                <a:latin typeface="Calibri"/>
                <a:cs typeface="Calibri"/>
              </a:rPr>
              <a:t>reshape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(len(</a:t>
            </a:r>
            <a:r>
              <a:rPr sz="1100" spc="-10" dirty="0">
                <a:latin typeface="Calibri"/>
                <a:cs typeface="Calibri"/>
              </a:rPr>
              <a:t>y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),</a:t>
            </a:r>
            <a:r>
              <a:rPr sz="1100" b="1" spc="3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Simulated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BPSK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BER.</a:t>
            </a:r>
            <a:endParaRPr sz="11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ber_simu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100" dirty="0">
                <a:latin typeface="Calibri"/>
                <a:cs typeface="Calibri"/>
              </a:rPr>
              <a:t>idx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]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1.0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1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!=</a:t>
            </a:r>
            <a:r>
              <a:rPr sz="11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detected_x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).</a:t>
            </a:r>
            <a:r>
              <a:rPr sz="1100" spc="-10" dirty="0">
                <a:latin typeface="Calibri"/>
                <a:cs typeface="Calibri"/>
              </a:rPr>
              <a:t>sum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())</a:t>
            </a:r>
            <a:r>
              <a:rPr sz="11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/</a:t>
            </a:r>
            <a:r>
              <a:rPr sz="11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len(y)</a:t>
            </a:r>
            <a:endParaRPr sz="1100">
              <a:latin typeface="Calibri"/>
              <a:cs typeface="Calibri"/>
            </a:endParaRPr>
          </a:p>
          <a:p>
            <a:pPr marL="139065">
              <a:lnSpc>
                <a:spcPct val="100000"/>
              </a:lnSpc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Theoretical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BPSK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BER.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3432" y="6183579"/>
            <a:ext cx="35534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ber_theo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100" dirty="0">
                <a:latin typeface="Calibri"/>
                <a:cs typeface="Calibri"/>
              </a:rPr>
              <a:t>idx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]</a:t>
            </a:r>
            <a:r>
              <a:rPr sz="1100" b="1" spc="-3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0.5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*</a:t>
            </a:r>
            <a:r>
              <a:rPr sz="1100" spc="-10" dirty="0">
                <a:latin typeface="Calibri"/>
                <a:cs typeface="Calibri"/>
              </a:rPr>
              <a:t>erfc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np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sqrt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10.0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**((</a:t>
            </a:r>
            <a:r>
              <a:rPr sz="1100" spc="-10" dirty="0">
                <a:latin typeface="Calibri"/>
                <a:cs typeface="Calibri"/>
              </a:rPr>
              <a:t>EsN0dB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100" spc="-10" dirty="0">
                <a:latin typeface="Calibri"/>
                <a:cs typeface="Calibri"/>
              </a:rPr>
              <a:t>idx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]/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10.0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))))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8455" y="1236685"/>
            <a:ext cx="3222884" cy="3093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15879" y="5989065"/>
            <a:ext cx="1275715" cy="68647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30845" y="6328664"/>
            <a:ext cx="26104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Exemplo:</a:t>
            </a:r>
            <a:r>
              <a:rPr sz="16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bpsk_detection.ipynb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06055" y="4367225"/>
            <a:ext cx="306895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Como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podemos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ver,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curva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simulada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aproxima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teórica.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70959" y="2415921"/>
            <a:ext cx="1641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Instancia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objeto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classe GaussianNB.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14550" y="2618994"/>
            <a:ext cx="2178050" cy="369570"/>
          </a:xfrm>
          <a:custGeom>
            <a:avLst/>
            <a:gdLst/>
            <a:ahLst/>
            <a:cxnLst/>
            <a:rect l="l" t="t" r="r" b="b"/>
            <a:pathLst>
              <a:path w="2178050" h="369569">
                <a:moveTo>
                  <a:pt x="69468" y="293877"/>
                </a:moveTo>
                <a:lnTo>
                  <a:pt x="0" y="343280"/>
                </a:lnTo>
                <a:lnTo>
                  <a:pt x="81152" y="369188"/>
                </a:lnTo>
                <a:lnTo>
                  <a:pt x="76108" y="336676"/>
                </a:lnTo>
                <a:lnTo>
                  <a:pt x="63245" y="336676"/>
                </a:lnTo>
                <a:lnTo>
                  <a:pt x="62230" y="330326"/>
                </a:lnTo>
                <a:lnTo>
                  <a:pt x="74818" y="328360"/>
                </a:lnTo>
                <a:lnTo>
                  <a:pt x="69468" y="293877"/>
                </a:lnTo>
                <a:close/>
              </a:path>
              <a:path w="2178050" h="369569">
                <a:moveTo>
                  <a:pt x="74818" y="328360"/>
                </a:moveTo>
                <a:lnTo>
                  <a:pt x="62230" y="330326"/>
                </a:lnTo>
                <a:lnTo>
                  <a:pt x="63245" y="336676"/>
                </a:lnTo>
                <a:lnTo>
                  <a:pt x="75804" y="334714"/>
                </a:lnTo>
                <a:lnTo>
                  <a:pt x="74818" y="328360"/>
                </a:lnTo>
                <a:close/>
              </a:path>
              <a:path w="2178050" h="369569">
                <a:moveTo>
                  <a:pt x="75804" y="334714"/>
                </a:moveTo>
                <a:lnTo>
                  <a:pt x="63245" y="336676"/>
                </a:lnTo>
                <a:lnTo>
                  <a:pt x="76108" y="336676"/>
                </a:lnTo>
                <a:lnTo>
                  <a:pt x="75804" y="334714"/>
                </a:lnTo>
                <a:close/>
              </a:path>
              <a:path w="2178050" h="369569">
                <a:moveTo>
                  <a:pt x="2176526" y="0"/>
                </a:moveTo>
                <a:lnTo>
                  <a:pt x="74818" y="328360"/>
                </a:lnTo>
                <a:lnTo>
                  <a:pt x="75804" y="334714"/>
                </a:lnTo>
                <a:lnTo>
                  <a:pt x="2177541" y="6350"/>
                </a:lnTo>
                <a:lnTo>
                  <a:pt x="21765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52825" y="1829816"/>
            <a:ext cx="739775" cy="139700"/>
          </a:xfrm>
          <a:custGeom>
            <a:avLst/>
            <a:gdLst/>
            <a:ahLst/>
            <a:cxnLst/>
            <a:rect l="l" t="t" r="r" b="b"/>
            <a:pathLst>
              <a:path w="739775" h="139700">
                <a:moveTo>
                  <a:pt x="69723" y="64388"/>
                </a:moveTo>
                <a:lnTo>
                  <a:pt x="0" y="113284"/>
                </a:lnTo>
                <a:lnTo>
                  <a:pt x="81025" y="139700"/>
                </a:lnTo>
                <a:lnTo>
                  <a:pt x="76127" y="107061"/>
                </a:lnTo>
                <a:lnTo>
                  <a:pt x="63246" y="107061"/>
                </a:lnTo>
                <a:lnTo>
                  <a:pt x="62357" y="100837"/>
                </a:lnTo>
                <a:lnTo>
                  <a:pt x="74912" y="98965"/>
                </a:lnTo>
                <a:lnTo>
                  <a:pt x="69723" y="64388"/>
                </a:lnTo>
                <a:close/>
              </a:path>
              <a:path w="739775" h="139700">
                <a:moveTo>
                  <a:pt x="74912" y="98965"/>
                </a:moveTo>
                <a:lnTo>
                  <a:pt x="62357" y="100837"/>
                </a:lnTo>
                <a:lnTo>
                  <a:pt x="63246" y="107061"/>
                </a:lnTo>
                <a:lnTo>
                  <a:pt x="75845" y="105181"/>
                </a:lnTo>
                <a:lnTo>
                  <a:pt x="74912" y="98965"/>
                </a:lnTo>
                <a:close/>
              </a:path>
              <a:path w="739775" h="139700">
                <a:moveTo>
                  <a:pt x="75845" y="105181"/>
                </a:moveTo>
                <a:lnTo>
                  <a:pt x="63246" y="107061"/>
                </a:lnTo>
                <a:lnTo>
                  <a:pt x="76127" y="107061"/>
                </a:lnTo>
                <a:lnTo>
                  <a:pt x="75845" y="105181"/>
                </a:lnTo>
                <a:close/>
              </a:path>
              <a:path w="739775" h="139700">
                <a:moveTo>
                  <a:pt x="738377" y="0"/>
                </a:moveTo>
                <a:lnTo>
                  <a:pt x="74912" y="98965"/>
                </a:lnTo>
                <a:lnTo>
                  <a:pt x="75845" y="105181"/>
                </a:lnTo>
                <a:lnTo>
                  <a:pt x="739266" y="6223"/>
                </a:lnTo>
                <a:lnTo>
                  <a:pt x="73837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70959" y="1533601"/>
            <a:ext cx="21932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Importa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classe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GaussianNB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do </a:t>
            </a:r>
            <a:r>
              <a:rPr sz="1200" b="1" dirty="0">
                <a:latin typeface="Calibri"/>
                <a:cs typeface="Calibri"/>
              </a:rPr>
              <a:t>módulo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naive_bayes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biblioteca </a:t>
            </a:r>
            <a:r>
              <a:rPr sz="1200" b="1" dirty="0">
                <a:latin typeface="Calibri"/>
                <a:cs typeface="Calibri"/>
              </a:rPr>
              <a:t>SciKit-</a:t>
            </a:r>
            <a:r>
              <a:rPr sz="1200" b="1" spc="-10" dirty="0">
                <a:latin typeface="Calibri"/>
                <a:cs typeface="Calibri"/>
              </a:rPr>
              <a:t>Learn.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08678" y="5737352"/>
            <a:ext cx="1477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Executa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classificação.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72078" y="5586729"/>
            <a:ext cx="658495" cy="267335"/>
          </a:xfrm>
          <a:custGeom>
            <a:avLst/>
            <a:gdLst/>
            <a:ahLst/>
            <a:cxnLst/>
            <a:rect l="l" t="t" r="r" b="b"/>
            <a:pathLst>
              <a:path w="658495" h="267335">
                <a:moveTo>
                  <a:pt x="72153" y="32521"/>
                </a:moveTo>
                <a:lnTo>
                  <a:pt x="69848" y="38432"/>
                </a:lnTo>
                <a:lnTo>
                  <a:pt x="656209" y="266801"/>
                </a:lnTo>
                <a:lnTo>
                  <a:pt x="658495" y="260883"/>
                </a:lnTo>
                <a:lnTo>
                  <a:pt x="72153" y="32521"/>
                </a:lnTo>
                <a:close/>
              </a:path>
              <a:path w="658495" h="267335">
                <a:moveTo>
                  <a:pt x="84836" y="0"/>
                </a:moveTo>
                <a:lnTo>
                  <a:pt x="0" y="7835"/>
                </a:lnTo>
                <a:lnTo>
                  <a:pt x="57150" y="70993"/>
                </a:lnTo>
                <a:lnTo>
                  <a:pt x="69848" y="38432"/>
                </a:lnTo>
                <a:lnTo>
                  <a:pt x="58038" y="33832"/>
                </a:lnTo>
                <a:lnTo>
                  <a:pt x="60325" y="27914"/>
                </a:lnTo>
                <a:lnTo>
                  <a:pt x="73949" y="27914"/>
                </a:lnTo>
                <a:lnTo>
                  <a:pt x="84836" y="0"/>
                </a:lnTo>
                <a:close/>
              </a:path>
              <a:path w="658495" h="267335">
                <a:moveTo>
                  <a:pt x="60325" y="27914"/>
                </a:moveTo>
                <a:lnTo>
                  <a:pt x="58038" y="33832"/>
                </a:lnTo>
                <a:lnTo>
                  <a:pt x="69848" y="38432"/>
                </a:lnTo>
                <a:lnTo>
                  <a:pt x="72153" y="32521"/>
                </a:lnTo>
                <a:lnTo>
                  <a:pt x="60325" y="27914"/>
                </a:lnTo>
                <a:close/>
              </a:path>
              <a:path w="658495" h="267335">
                <a:moveTo>
                  <a:pt x="73949" y="27914"/>
                </a:moveTo>
                <a:lnTo>
                  <a:pt x="60325" y="27914"/>
                </a:lnTo>
                <a:lnTo>
                  <a:pt x="72153" y="32521"/>
                </a:lnTo>
                <a:lnTo>
                  <a:pt x="73949" y="279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Multinomial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398" y="1364097"/>
            <a:ext cx="11429999" cy="1306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naïve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Bayes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multinomial,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atributos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discretos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endParaRPr sz="2600" dirty="0">
              <a:latin typeface="Calibri"/>
              <a:cs typeface="Calibri"/>
            </a:endParaRPr>
          </a:p>
          <a:p>
            <a:pPr marL="254000" marR="17780">
              <a:lnSpc>
                <a:spcPct val="70100"/>
              </a:lnSpc>
              <a:spcBef>
                <a:spcPts val="459"/>
              </a:spcBef>
              <a:tabLst>
                <a:tab pos="7818755" algn="l"/>
                <a:tab pos="9642475" algn="l"/>
              </a:tabLst>
            </a:pPr>
            <a:r>
              <a:rPr sz="2600" spc="-10" dirty="0">
                <a:latin typeface="Calibri"/>
                <a:cs typeface="Calibri"/>
              </a:rPr>
              <a:t>representam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frequências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determinados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eventos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gerados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distribuição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multinomial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probabilidades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(</a:t>
            </a:r>
            <a:r>
              <a:rPr sz="2600" dirty="0">
                <a:latin typeface="Cambria Math"/>
                <a:cs typeface="Cambria Math"/>
              </a:rPr>
              <a:t>𝑝</a:t>
            </a:r>
            <a:r>
              <a:rPr sz="2850" baseline="-16081" dirty="0">
                <a:latin typeface="Cambria Math"/>
                <a:cs typeface="Cambria Math"/>
              </a:rPr>
              <a:t>1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𝑝</a:t>
            </a:r>
            <a:r>
              <a:rPr sz="2850" baseline="-16081" dirty="0">
                <a:latin typeface="Cambria Math"/>
                <a:cs typeface="Cambria Math"/>
              </a:rPr>
              <a:t>2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…</a:t>
            </a:r>
            <a:r>
              <a:rPr sz="2600" spc="-1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,</a:t>
            </a:r>
            <a:r>
              <a:rPr sz="2600" spc="-120" dirty="0">
                <a:latin typeface="Cambria Math"/>
                <a:cs typeface="Cambria Math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𝑝</a:t>
            </a:r>
            <a:r>
              <a:rPr sz="2850" spc="-37" baseline="-16081" dirty="0">
                <a:latin typeface="Cambria Math"/>
                <a:cs typeface="Cambria Math"/>
              </a:rPr>
              <a:t>𝐾</a:t>
            </a:r>
            <a:r>
              <a:rPr lang="pt-BR" sz="2850" spc="-37" dirty="0">
                <a:latin typeface="Cambria Math"/>
                <a:cs typeface="Cambria Math"/>
              </a:rPr>
              <a:t>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 err="1">
                <a:latin typeface="Calibri"/>
                <a:cs typeface="Calibri"/>
              </a:rPr>
              <a:t>onde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𝑝</a:t>
            </a:r>
            <a:r>
              <a:rPr sz="2850" spc="-37" baseline="-16081" dirty="0">
                <a:latin typeface="Cambria Math"/>
                <a:cs typeface="Cambria Math"/>
              </a:rPr>
              <a:t>𝑘</a:t>
            </a:r>
            <a:r>
              <a:rPr lang="pt-BR" sz="2850" spc="-37" baseline="-16081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libri"/>
                <a:cs typeface="Calibri"/>
              </a:rPr>
              <a:t>é a probabilidade de que o evento 𝑘 ocorra.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398" y="2706689"/>
            <a:ext cx="11430000" cy="8521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600" spc="114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=</a:t>
            </a:r>
            <a:r>
              <a:rPr lang="pt-BR" sz="2600" spc="-50" dirty="0">
                <a:latin typeface="Cambria Math"/>
                <a:cs typeface="Cambria Math"/>
              </a:rPr>
              <a:t>[</a:t>
            </a:r>
            <a:r>
              <a:rPr lang="pt-BR" sz="2600" dirty="0">
                <a:latin typeface="Cambria Math"/>
                <a:cs typeface="Cambria Math"/>
              </a:rPr>
              <a:t>𝑥</a:t>
            </a:r>
            <a:r>
              <a:rPr lang="pt-BR" sz="2850" baseline="-16081" dirty="0">
                <a:latin typeface="Cambria Math"/>
                <a:cs typeface="Cambria Math"/>
              </a:rPr>
              <a:t>1</a:t>
            </a:r>
            <a:r>
              <a:rPr lang="pt-BR" sz="2600" dirty="0">
                <a:latin typeface="Cambria Math"/>
                <a:cs typeface="Cambria Math"/>
              </a:rPr>
              <a:t>,</a:t>
            </a:r>
            <a:r>
              <a:rPr lang="pt-BR" sz="2600" spc="-90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𝑥</a:t>
            </a:r>
            <a:r>
              <a:rPr lang="pt-BR" sz="2850" baseline="-16081" dirty="0">
                <a:latin typeface="Cambria Math"/>
                <a:cs typeface="Cambria Math"/>
              </a:rPr>
              <a:t>2</a:t>
            </a:r>
            <a:r>
              <a:rPr lang="pt-BR" sz="2600" dirty="0">
                <a:latin typeface="Cambria Math"/>
                <a:cs typeface="Cambria Math"/>
              </a:rPr>
              <a:t>,</a:t>
            </a:r>
            <a:r>
              <a:rPr lang="pt-BR" sz="2600" spc="-90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…</a:t>
            </a:r>
            <a:r>
              <a:rPr lang="pt-BR" sz="2600" spc="-100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,</a:t>
            </a:r>
            <a:r>
              <a:rPr lang="pt-BR" sz="2600" spc="-90" dirty="0">
                <a:latin typeface="Cambria Math"/>
                <a:cs typeface="Cambria Math"/>
              </a:rPr>
              <a:t> </a:t>
            </a:r>
            <a:r>
              <a:rPr lang="pt-BR" sz="2600" spc="-25" dirty="0">
                <a:latin typeface="Cambria Math"/>
                <a:cs typeface="Cambria Math"/>
              </a:rPr>
              <a:t>𝑥</a:t>
            </a:r>
            <a:r>
              <a:rPr lang="pt-BR" sz="2850" spc="-37" baseline="-16081" dirty="0">
                <a:latin typeface="Cambria Math"/>
                <a:cs typeface="Cambria Math"/>
              </a:rPr>
              <a:t>𝐾</a:t>
            </a:r>
            <a:r>
              <a:rPr lang="pt-BR" sz="2850" spc="-37" dirty="0">
                <a:latin typeface="Cambria Math"/>
                <a:cs typeface="Cambria Math"/>
              </a:rPr>
              <a:t>]</a:t>
            </a:r>
            <a:r>
              <a:rPr lang="pt-BR" sz="2850" spc="120" baseline="27777" dirty="0">
                <a:latin typeface="Cambria Math"/>
                <a:cs typeface="Cambria Math"/>
              </a:rPr>
              <a:t>𝑇</a:t>
            </a:r>
            <a:r>
              <a:rPr lang="pt-BR" sz="2600" spc="80" dirty="0">
                <a:latin typeface="Calibri"/>
                <a:cs typeface="Calibri"/>
              </a:rPr>
              <a:t>é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então,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histograma</a:t>
            </a:r>
            <a:r>
              <a:rPr lang="pt-BR" sz="2600" spc="-10" dirty="0">
                <a:latin typeface="Calibri"/>
                <a:cs typeface="Calibri"/>
              </a:rPr>
              <a:t>, </a:t>
            </a:r>
            <a:r>
              <a:rPr lang="pt-BR" sz="2600" dirty="0">
                <a:latin typeface="Calibri"/>
                <a:cs typeface="Calibri"/>
              </a:rPr>
              <a:t>com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𝑥</a:t>
            </a:r>
            <a:r>
              <a:rPr lang="pt-BR" sz="2850" baseline="-16081" dirty="0">
                <a:latin typeface="Cambria Math"/>
                <a:cs typeface="Cambria Math"/>
              </a:rPr>
              <a:t>𝑘</a:t>
            </a:r>
            <a:r>
              <a:rPr lang="pt-BR" sz="2850" spc="427" baseline="-16081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libri"/>
                <a:cs typeface="Calibri"/>
              </a:rPr>
              <a:t>contando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número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vezes</a:t>
            </a:r>
            <a:r>
              <a:rPr lang="pt-BR" sz="2600" spc="-7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(i.e.,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frequência)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que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evento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𝑘</a:t>
            </a:r>
            <a:r>
              <a:rPr lang="pt-BR" sz="2600" spc="50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libri"/>
                <a:cs typeface="Calibri"/>
              </a:rPr>
              <a:t>foi observado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3398" y="3848058"/>
            <a:ext cx="11429999" cy="13866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5300" marR="40640" indent="-457200">
              <a:lnSpc>
                <a:spcPct val="7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Este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normalmente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documentos,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 </a:t>
            </a:r>
            <a:r>
              <a:rPr sz="2600" dirty="0">
                <a:latin typeface="Calibri"/>
                <a:cs typeface="Calibri"/>
              </a:rPr>
              <a:t>eventos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representando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ocorrência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palavra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documento.</a:t>
            </a:r>
            <a:endParaRPr sz="2600" dirty="0">
              <a:latin typeface="Calibri"/>
              <a:cs typeface="Calibri"/>
            </a:endParaRPr>
          </a:p>
          <a:p>
            <a:pPr marL="495300" lvl="1" indent="-457200">
              <a:spcBef>
                <a:spcPts val="140"/>
              </a:spcBef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probabilidade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condicional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observar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histograma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600" spc="-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𝐶</a:t>
            </a:r>
            <a:r>
              <a:rPr sz="2850" baseline="-16081" dirty="0">
                <a:latin typeface="Cambria Math"/>
                <a:cs typeface="Cambria Math"/>
              </a:rPr>
              <a:t>𝑞</a:t>
            </a:r>
            <a:r>
              <a:rPr sz="2850" spc="465" baseline="-16081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libri"/>
                <a:cs typeface="Calibri"/>
              </a:rPr>
              <a:t>é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dada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spc="-25" dirty="0">
                <a:latin typeface="Calibri"/>
                <a:cs typeface="Calibri"/>
              </a:rPr>
              <a:t>por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3398" y="5996547"/>
            <a:ext cx="11429999" cy="8521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3482975" algn="l"/>
              </a:tabLst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𝒙</a:t>
            </a:r>
            <a:r>
              <a:rPr sz="2600" spc="135" dirty="0">
                <a:latin typeface="Cambria Math"/>
                <a:cs typeface="Cambria Math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=</a:t>
            </a:r>
            <a:r>
              <a:rPr lang="pt-BR" sz="2600" spc="-50" dirty="0">
                <a:latin typeface="Cambria Math"/>
                <a:cs typeface="Cambria Math"/>
              </a:rPr>
              <a:t>[</a:t>
            </a:r>
            <a:r>
              <a:rPr lang="pt-BR" sz="2600" spc="-25" dirty="0">
                <a:latin typeface="Cambria Math"/>
                <a:cs typeface="Cambria Math"/>
              </a:rPr>
              <a:t>𝑥</a:t>
            </a:r>
            <a:r>
              <a:rPr lang="pt-BR" sz="2850" spc="-37" baseline="-16081" dirty="0">
                <a:latin typeface="Cambria Math"/>
                <a:cs typeface="Cambria Math"/>
              </a:rPr>
              <a:t>1</a:t>
            </a:r>
            <a:r>
              <a:rPr lang="pt-BR" sz="2600" spc="-25" dirty="0">
                <a:latin typeface="Cambria Math"/>
                <a:cs typeface="Cambria Math"/>
              </a:rPr>
              <a:t>,  </a:t>
            </a:r>
            <a:r>
              <a:rPr lang="pt-BR" sz="2600" dirty="0">
                <a:latin typeface="Cambria Math"/>
                <a:cs typeface="Cambria Math"/>
              </a:rPr>
              <a:t>…</a:t>
            </a:r>
            <a:r>
              <a:rPr lang="pt-BR" sz="2600" spc="-155" dirty="0">
                <a:latin typeface="Cambria Math"/>
                <a:cs typeface="Cambria Math"/>
              </a:rPr>
              <a:t> </a:t>
            </a:r>
            <a:r>
              <a:rPr lang="pt-BR" sz="2600" spc="-50" dirty="0">
                <a:latin typeface="Cambria Math"/>
                <a:cs typeface="Cambria Math"/>
              </a:rPr>
              <a:t>,  </a:t>
            </a:r>
            <a:r>
              <a:rPr lang="pt-BR" sz="2600" spc="-25" dirty="0">
                <a:latin typeface="Cambria Math"/>
                <a:cs typeface="Cambria Math"/>
              </a:rPr>
              <a:t>𝑥</a:t>
            </a:r>
            <a:r>
              <a:rPr lang="pt-BR" sz="2850" spc="-37" baseline="-16081" dirty="0">
                <a:latin typeface="Cambria Math"/>
                <a:cs typeface="Cambria Math"/>
              </a:rPr>
              <a:t>𝐾</a:t>
            </a:r>
            <a:r>
              <a:rPr lang="pt-BR" sz="2850" spc="-37" dirty="0">
                <a:latin typeface="Cambria Math"/>
                <a:cs typeface="Cambria Math"/>
              </a:rPr>
              <a:t>]</a:t>
            </a:r>
            <a:r>
              <a:rPr lang="pt-BR" sz="2850" spc="-37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frequência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eventos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𝑝</a:t>
            </a:r>
            <a:r>
              <a:rPr lang="pt-BR" sz="2850" baseline="-16081" dirty="0">
                <a:latin typeface="Cambria Math"/>
                <a:cs typeface="Cambria Math"/>
              </a:rPr>
              <a:t>𝑞𝑘</a:t>
            </a:r>
            <a:r>
              <a:rPr lang="pt-BR" sz="2850" spc="442" baseline="-16081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probabilidade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da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classe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𝐶</a:t>
            </a:r>
            <a:r>
              <a:rPr lang="pt-BR" sz="2850" baseline="-16081" dirty="0">
                <a:latin typeface="Cambria Math"/>
                <a:cs typeface="Cambria Math"/>
              </a:rPr>
              <a:t>𝑞</a:t>
            </a:r>
            <a:r>
              <a:rPr lang="pt-BR" sz="2850" spc="472" baseline="-16081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libri"/>
                <a:cs typeface="Calibri"/>
              </a:rPr>
              <a:t>gerar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atributo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spc="50" dirty="0">
                <a:latin typeface="Cambria Math"/>
                <a:cs typeface="Cambria Math"/>
              </a:rPr>
              <a:t>𝑥</a:t>
            </a:r>
            <a:r>
              <a:rPr lang="pt-BR" sz="2850" spc="75" baseline="-16081" dirty="0">
                <a:latin typeface="Cambria Math"/>
                <a:cs typeface="Cambria Math"/>
              </a:rPr>
              <a:t>𝑘</a:t>
            </a:r>
            <a:r>
              <a:rPr lang="pt-BR" sz="2600" spc="50" dirty="0">
                <a:latin typeface="Calibri"/>
                <a:cs typeface="Calibri"/>
              </a:rPr>
              <a:t>.</a:t>
            </a:r>
            <a:endParaRPr lang="pt-BR"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2965C02-DF66-B23C-D652-44762DBF30B5}"/>
                  </a:ext>
                </a:extLst>
              </p:cNvPr>
              <p:cNvSpPr txBox="1"/>
              <p:nvPr/>
            </p:nvSpPr>
            <p:spPr>
              <a:xfrm>
                <a:off x="2155915" y="5128295"/>
                <a:ext cx="7880171" cy="799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nary>
                        </m:den>
                      </m:f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nary>
                                <m:naryPr>
                                  <m:chr m:val="∏"/>
                                  <m:limLoc m:val="subSup"/>
                                  <m:supHide m:val="on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nary>
                            </m:den>
                          </m:f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E2965C02-DF66-B23C-D652-44762DBF3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915" y="5128295"/>
                <a:ext cx="7880171" cy="7990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738" y="371094"/>
            <a:ext cx="110629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Calibri Light"/>
                <a:cs typeface="Calibri Light"/>
              </a:rPr>
              <a:t>Exemplo:</a:t>
            </a:r>
            <a:r>
              <a:rPr sz="4200" b="0" spc="-55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classificador</a:t>
            </a:r>
            <a:r>
              <a:rPr sz="4200" b="0" spc="-70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multinomial</a:t>
            </a:r>
            <a:r>
              <a:rPr sz="4200" b="0" spc="-50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com</a:t>
            </a:r>
            <a:r>
              <a:rPr sz="4200" b="0" spc="-55" dirty="0">
                <a:latin typeface="Calibri Light"/>
                <a:cs typeface="Calibri Light"/>
              </a:rPr>
              <a:t> </a:t>
            </a:r>
            <a:r>
              <a:rPr sz="4200" b="0" spc="-10" dirty="0">
                <a:latin typeface="Calibri Light"/>
                <a:cs typeface="Calibri Light"/>
              </a:rPr>
              <a:t>Scikit-Learn</a:t>
            </a:r>
            <a:endParaRPr sz="42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5951" y="3344214"/>
            <a:ext cx="3141770" cy="311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54493" y="6490208"/>
            <a:ext cx="303530" cy="438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" dirty="0">
                <a:latin typeface="Calibri"/>
                <a:cs typeface="Calibri"/>
                <a:hlinkClick r:id="rId3"/>
              </a:rPr>
              <a:t>Exemplo:</a:t>
            </a:r>
            <a:r>
              <a:rPr sz="100" spc="95" dirty="0">
                <a:latin typeface="Calibri"/>
                <a:cs typeface="Calibri"/>
                <a:hlinkClick r:id="rId3"/>
              </a:rPr>
              <a:t> </a:t>
            </a:r>
            <a:r>
              <a:rPr sz="100" spc="-10" dirty="0">
                <a:latin typeface="Calibri"/>
                <a:cs typeface="Calibri"/>
                <a:hlinkClick r:id="rId3"/>
              </a:rPr>
              <a:t>ClassifyingTextMultinomialNB.ipynb</a:t>
            </a:r>
            <a:endParaRPr sz="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7302" y="6541719"/>
            <a:ext cx="37814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Exemplo:</a:t>
            </a:r>
            <a:r>
              <a:rPr sz="16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ClassifyingTextMultinomialNB.ipynb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738" y="1228725"/>
            <a:ext cx="37852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 Import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all necessary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sklearn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datasets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fetch_20newsgroups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sklearn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naive_bayes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MultinomialNB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sklearn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feature_extraction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text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CountVectorizer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sklearn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pipeline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make_pipeline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738" y="2143505"/>
            <a:ext cx="2900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2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sklearn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dirty="0">
                <a:latin typeface="Calibri"/>
                <a:cs typeface="Calibri"/>
              </a:rPr>
              <a:t>metrics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2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confusion_matrix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738" y="2509265"/>
            <a:ext cx="516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Use</a:t>
            </a:r>
            <a:r>
              <a:rPr sz="12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"20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Newsgroups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corpus"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from</a:t>
            </a:r>
            <a:r>
              <a:rPr sz="12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scikit</a:t>
            </a:r>
            <a:r>
              <a:rPr sz="1200" spc="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show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how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we</a:t>
            </a:r>
            <a:r>
              <a:rPr sz="12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might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classify</a:t>
            </a:r>
            <a:r>
              <a:rPr sz="12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these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short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documents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into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categories.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1738" y="2875026"/>
            <a:ext cx="183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fetch_20newsgroups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() </a:t>
            </a:r>
            <a:r>
              <a:rPr sz="1200" spc="-10" dirty="0">
                <a:latin typeface="Calibri"/>
                <a:cs typeface="Calibri"/>
              </a:rPr>
              <a:t>data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target_names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1738" y="3423920"/>
            <a:ext cx="5173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Select</a:t>
            </a:r>
            <a:r>
              <a:rPr sz="12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just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few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these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categories,</a:t>
            </a:r>
            <a:r>
              <a:rPr sz="12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download</a:t>
            </a:r>
            <a:r>
              <a:rPr sz="12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training</a:t>
            </a:r>
            <a:r>
              <a:rPr sz="12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testing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set. </a:t>
            </a:r>
            <a:r>
              <a:rPr sz="1200" dirty="0">
                <a:latin typeface="Calibri"/>
                <a:cs typeface="Calibri"/>
              </a:rPr>
              <a:t>categories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6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200" spc="-10" dirty="0">
                <a:solidFill>
                  <a:srgbClr val="808080"/>
                </a:solidFill>
                <a:latin typeface="Calibri"/>
                <a:cs typeface="Calibri"/>
              </a:rPr>
              <a:t>'talk.religion.misc'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alibri"/>
                <a:cs typeface="Calibri"/>
              </a:rPr>
              <a:t>'soc.religion.christian'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08080"/>
                </a:solidFill>
                <a:latin typeface="Calibri"/>
                <a:cs typeface="Calibri"/>
              </a:rPr>
              <a:t>'sci.space'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7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alibri"/>
                <a:cs typeface="Calibri"/>
              </a:rPr>
              <a:t>'comp.graphics'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] </a:t>
            </a:r>
            <a:r>
              <a:rPr sz="1200" dirty="0">
                <a:latin typeface="Calibri"/>
                <a:cs typeface="Calibri"/>
              </a:rPr>
              <a:t>train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fetch_20newsgroups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latin typeface="Calibri"/>
                <a:cs typeface="Calibri"/>
              </a:rPr>
              <a:t>subset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solidFill>
                  <a:srgbClr val="808080"/>
                </a:solidFill>
                <a:latin typeface="Calibri"/>
                <a:cs typeface="Calibri"/>
              </a:rPr>
              <a:t>'train'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categories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categories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738" y="3972559"/>
            <a:ext cx="39935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test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fetch_20newsgroups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latin typeface="Calibri"/>
                <a:cs typeface="Calibri"/>
              </a:rPr>
              <a:t>subset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solidFill>
                  <a:srgbClr val="808080"/>
                </a:solidFill>
                <a:latin typeface="Calibri"/>
                <a:cs typeface="Calibri"/>
              </a:rPr>
              <a:t>'test'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categories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categories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1738" y="4338320"/>
            <a:ext cx="42710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Convert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collection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text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documents</a:t>
            </a:r>
            <a:r>
              <a:rPr sz="12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token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counts. </a:t>
            </a:r>
            <a:r>
              <a:rPr sz="1200" dirty="0">
                <a:latin typeface="Calibri"/>
                <a:cs typeface="Calibri"/>
              </a:rPr>
              <a:t>cv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CountVectorizer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Naive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Bayes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classifier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2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multinomial</a:t>
            </a:r>
            <a:r>
              <a:rPr sz="12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models.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mnb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MultinomialNB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1738" y="5070094"/>
            <a:ext cx="4724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Create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pipeline</a:t>
            </a:r>
            <a:r>
              <a:rPr sz="12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that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attaches</a:t>
            </a:r>
            <a:r>
              <a:rPr sz="12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vectorizer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12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multinomial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naive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Bayes classifier.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model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make_pipeline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dirty="0">
                <a:latin typeface="Calibri"/>
                <a:cs typeface="Calibri"/>
              </a:rPr>
              <a:t>cv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mnb</a:t>
            </a:r>
            <a:r>
              <a:rPr sz="1200" b="1" spc="-2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1738" y="5801664"/>
            <a:ext cx="32232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 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Train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model.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Apply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model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12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training</a:t>
            </a:r>
            <a:r>
              <a:rPr sz="12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data.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model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fit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latin typeface="Calibri"/>
                <a:cs typeface="Calibri"/>
              </a:rPr>
              <a:t>train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data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200" b="1" spc="10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train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target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  <a:p>
            <a:pPr marL="12700" marR="23622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2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Run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validation.</a:t>
            </a:r>
            <a:r>
              <a:rPr sz="12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Predict</a:t>
            </a:r>
            <a:r>
              <a:rPr sz="12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labels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2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sz="12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8000"/>
                </a:solidFill>
                <a:latin typeface="Calibri"/>
                <a:cs typeface="Calibri"/>
              </a:rPr>
              <a:t>data. </a:t>
            </a:r>
            <a:r>
              <a:rPr sz="1200" dirty="0">
                <a:latin typeface="Calibri"/>
                <a:cs typeface="Calibri"/>
              </a:rPr>
              <a:t>labels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2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model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predict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latin typeface="Calibri"/>
                <a:cs typeface="Calibri"/>
              </a:rPr>
              <a:t>test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200" spc="-10" dirty="0">
                <a:latin typeface="Calibri"/>
                <a:cs typeface="Calibri"/>
              </a:rPr>
              <a:t>data</a:t>
            </a:r>
            <a:r>
              <a:rPr sz="12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84797" y="1212037"/>
            <a:ext cx="5511165" cy="2220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Classificação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textos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categorias/classes.</a:t>
            </a:r>
            <a:endParaRPr sz="1600" dirty="0">
              <a:latin typeface="Calibri"/>
              <a:cs typeface="Calibri"/>
            </a:endParaRPr>
          </a:p>
          <a:p>
            <a:pPr marL="299085" marR="175260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Esse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exemplo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dados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grupos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discussão disponibilizada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pela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biblioteca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Scikit-learn.</a:t>
            </a:r>
            <a:endParaRPr sz="1600" dirty="0">
              <a:latin typeface="Calibri"/>
              <a:cs typeface="Calibri"/>
            </a:endParaRPr>
          </a:p>
          <a:p>
            <a:pPr marL="299085" marR="56261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Ele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classifica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textos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4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‘religião’,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‘cristianismo’, ‘espaço’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‘computadores’.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i="1" spc="-20" dirty="0">
                <a:latin typeface="Calibri"/>
                <a:cs typeface="Calibri"/>
              </a:rPr>
              <a:t>CountVectorizer</a:t>
            </a:r>
            <a:r>
              <a:rPr sz="1600" b="1" i="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matriz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registrando</a:t>
            </a:r>
            <a:endParaRPr sz="1600" dirty="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número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vezes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cada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palavra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aparece.</a:t>
            </a:r>
            <a:endParaRPr sz="1600" dirty="0">
              <a:latin typeface="Calibri"/>
              <a:cs typeface="Calibri"/>
            </a:endParaRPr>
          </a:p>
          <a:p>
            <a:pPr marL="299085" marR="107314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matriz</a:t>
            </a:r>
            <a:r>
              <a:rPr sz="1600" b="1" i="1" spc="-2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de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confusão</a:t>
            </a:r>
            <a:r>
              <a:rPr sz="1600" b="1" i="1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usada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verificar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 </a:t>
            </a:r>
            <a:r>
              <a:rPr sz="1600" spc="-25" dirty="0">
                <a:latin typeface="Calibri"/>
                <a:cs typeface="Calibri"/>
              </a:rPr>
              <a:t>do </a:t>
            </a:r>
            <a:r>
              <a:rPr sz="1600" spc="-10" dirty="0">
                <a:latin typeface="Calibri"/>
                <a:cs typeface="Calibri"/>
              </a:rPr>
              <a:t>classificador.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78021" y="2092833"/>
            <a:ext cx="2178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Base com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20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tópicos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diferentes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spc="-10" dirty="0">
                <a:latin typeface="Calibri"/>
                <a:cs typeface="Calibri"/>
              </a:rPr>
              <a:t>discussão.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05151" y="2401951"/>
            <a:ext cx="1295400" cy="603250"/>
          </a:xfrm>
          <a:custGeom>
            <a:avLst/>
            <a:gdLst/>
            <a:ahLst/>
            <a:cxnLst/>
            <a:rect l="l" t="t" r="r" b="b"/>
            <a:pathLst>
              <a:path w="1295400" h="603250">
                <a:moveTo>
                  <a:pt x="53212" y="533526"/>
                </a:moveTo>
                <a:lnTo>
                  <a:pt x="0" y="600075"/>
                </a:lnTo>
                <a:lnTo>
                  <a:pt x="85217" y="602741"/>
                </a:lnTo>
                <a:lnTo>
                  <a:pt x="73002" y="576326"/>
                </a:lnTo>
                <a:lnTo>
                  <a:pt x="59055" y="576326"/>
                </a:lnTo>
                <a:lnTo>
                  <a:pt x="56387" y="570484"/>
                </a:lnTo>
                <a:lnTo>
                  <a:pt x="67854" y="565191"/>
                </a:lnTo>
                <a:lnTo>
                  <a:pt x="53212" y="533526"/>
                </a:lnTo>
                <a:close/>
              </a:path>
              <a:path w="1295400" h="603250">
                <a:moveTo>
                  <a:pt x="67854" y="565191"/>
                </a:moveTo>
                <a:lnTo>
                  <a:pt x="56387" y="570484"/>
                </a:lnTo>
                <a:lnTo>
                  <a:pt x="59055" y="576326"/>
                </a:lnTo>
                <a:lnTo>
                  <a:pt x="70548" y="571019"/>
                </a:lnTo>
                <a:lnTo>
                  <a:pt x="67854" y="565191"/>
                </a:lnTo>
                <a:close/>
              </a:path>
              <a:path w="1295400" h="603250">
                <a:moveTo>
                  <a:pt x="70548" y="571019"/>
                </a:moveTo>
                <a:lnTo>
                  <a:pt x="59055" y="576326"/>
                </a:lnTo>
                <a:lnTo>
                  <a:pt x="73002" y="576326"/>
                </a:lnTo>
                <a:lnTo>
                  <a:pt x="70548" y="571019"/>
                </a:lnTo>
                <a:close/>
              </a:path>
              <a:path w="1295400" h="603250">
                <a:moveTo>
                  <a:pt x="1292352" y="0"/>
                </a:moveTo>
                <a:lnTo>
                  <a:pt x="67854" y="565191"/>
                </a:lnTo>
                <a:lnTo>
                  <a:pt x="70548" y="571019"/>
                </a:lnTo>
                <a:lnTo>
                  <a:pt x="1295019" y="5714"/>
                </a:lnTo>
                <a:lnTo>
                  <a:pt x="129235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994784" y="2853690"/>
            <a:ext cx="2262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Treinamos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validamos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apenas </a:t>
            </a:r>
            <a:r>
              <a:rPr sz="1200" b="1" dirty="0">
                <a:latin typeface="Calibri"/>
                <a:cs typeface="Calibri"/>
              </a:rPr>
              <a:t>4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tópicos.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58719" y="3163697"/>
            <a:ext cx="941705" cy="465455"/>
          </a:xfrm>
          <a:custGeom>
            <a:avLst/>
            <a:gdLst/>
            <a:ahLst/>
            <a:cxnLst/>
            <a:rect l="l" t="t" r="r" b="b"/>
            <a:pathLst>
              <a:path w="941704" h="465454">
                <a:moveTo>
                  <a:pt x="51562" y="396748"/>
                </a:moveTo>
                <a:lnTo>
                  <a:pt x="0" y="464565"/>
                </a:lnTo>
                <a:lnTo>
                  <a:pt x="85217" y="465200"/>
                </a:lnTo>
                <a:lnTo>
                  <a:pt x="72541" y="439419"/>
                </a:lnTo>
                <a:lnTo>
                  <a:pt x="58419" y="439419"/>
                </a:lnTo>
                <a:lnTo>
                  <a:pt x="55625" y="433704"/>
                </a:lnTo>
                <a:lnTo>
                  <a:pt x="66988" y="428124"/>
                </a:lnTo>
                <a:lnTo>
                  <a:pt x="51562" y="396748"/>
                </a:lnTo>
                <a:close/>
              </a:path>
              <a:path w="941704" h="465454">
                <a:moveTo>
                  <a:pt x="66988" y="428124"/>
                </a:moveTo>
                <a:lnTo>
                  <a:pt x="55625" y="433704"/>
                </a:lnTo>
                <a:lnTo>
                  <a:pt x="58419" y="439419"/>
                </a:lnTo>
                <a:lnTo>
                  <a:pt x="69794" y="433833"/>
                </a:lnTo>
                <a:lnTo>
                  <a:pt x="66988" y="428124"/>
                </a:lnTo>
                <a:close/>
              </a:path>
              <a:path w="941704" h="465454">
                <a:moveTo>
                  <a:pt x="69794" y="433833"/>
                </a:moveTo>
                <a:lnTo>
                  <a:pt x="58419" y="439419"/>
                </a:lnTo>
                <a:lnTo>
                  <a:pt x="72541" y="439419"/>
                </a:lnTo>
                <a:lnTo>
                  <a:pt x="69794" y="433833"/>
                </a:lnTo>
                <a:close/>
              </a:path>
              <a:path w="941704" h="465454">
                <a:moveTo>
                  <a:pt x="938657" y="0"/>
                </a:moveTo>
                <a:lnTo>
                  <a:pt x="66988" y="428124"/>
                </a:lnTo>
                <a:lnTo>
                  <a:pt x="69794" y="433833"/>
                </a:lnTo>
                <a:lnTo>
                  <a:pt x="941451" y="5714"/>
                </a:lnTo>
                <a:lnTo>
                  <a:pt x="9386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61279" y="4068317"/>
            <a:ext cx="19697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Converte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texto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em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um </a:t>
            </a:r>
            <a:r>
              <a:rPr sz="1200" b="1" dirty="0">
                <a:latin typeface="Calibri"/>
                <a:cs typeface="Calibri"/>
              </a:rPr>
              <a:t>conjunto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valores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numéricos representativos, </a:t>
            </a:r>
            <a:r>
              <a:rPr sz="1200" b="1" dirty="0">
                <a:latin typeface="Calibri"/>
                <a:cs typeface="Calibri"/>
              </a:rPr>
              <a:t>ou</a:t>
            </a:r>
            <a:r>
              <a:rPr sz="1200" b="1" spc="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seja,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uma </a:t>
            </a: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com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número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dirty="0">
                <a:latin typeface="Calibri"/>
                <a:cs typeface="Calibri"/>
              </a:rPr>
              <a:t>ocorrências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 cada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palavra.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42820" y="4585334"/>
            <a:ext cx="2839085" cy="76200"/>
          </a:xfrm>
          <a:custGeom>
            <a:avLst/>
            <a:gdLst/>
            <a:ahLst/>
            <a:cxnLst/>
            <a:rect l="l" t="t" r="r" b="b"/>
            <a:pathLst>
              <a:path w="2839085" h="76200">
                <a:moveTo>
                  <a:pt x="76327" y="0"/>
                </a:moveTo>
                <a:lnTo>
                  <a:pt x="0" y="37972"/>
                </a:lnTo>
                <a:lnTo>
                  <a:pt x="76200" y="76200"/>
                </a:lnTo>
                <a:lnTo>
                  <a:pt x="76258" y="41301"/>
                </a:lnTo>
                <a:lnTo>
                  <a:pt x="63500" y="41275"/>
                </a:lnTo>
                <a:lnTo>
                  <a:pt x="63500" y="34925"/>
                </a:lnTo>
                <a:lnTo>
                  <a:pt x="76268" y="34925"/>
                </a:lnTo>
                <a:lnTo>
                  <a:pt x="76327" y="0"/>
                </a:lnTo>
                <a:close/>
              </a:path>
              <a:path w="2839085" h="76200">
                <a:moveTo>
                  <a:pt x="76268" y="34951"/>
                </a:moveTo>
                <a:lnTo>
                  <a:pt x="76258" y="41301"/>
                </a:lnTo>
                <a:lnTo>
                  <a:pt x="2838958" y="46989"/>
                </a:lnTo>
                <a:lnTo>
                  <a:pt x="2838958" y="40639"/>
                </a:lnTo>
                <a:lnTo>
                  <a:pt x="76268" y="34951"/>
                </a:lnTo>
                <a:close/>
              </a:path>
              <a:path w="2839085" h="76200">
                <a:moveTo>
                  <a:pt x="63500" y="34925"/>
                </a:moveTo>
                <a:lnTo>
                  <a:pt x="63500" y="41275"/>
                </a:lnTo>
                <a:lnTo>
                  <a:pt x="76258" y="41301"/>
                </a:lnTo>
                <a:lnTo>
                  <a:pt x="76268" y="34951"/>
                </a:lnTo>
                <a:lnTo>
                  <a:pt x="63500" y="34925"/>
                </a:lnTo>
                <a:close/>
              </a:path>
              <a:path w="2839085" h="76200">
                <a:moveTo>
                  <a:pt x="76268" y="34925"/>
                </a:moveTo>
                <a:lnTo>
                  <a:pt x="63500" y="34925"/>
                </a:lnTo>
                <a:lnTo>
                  <a:pt x="76268" y="349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080509" y="6099149"/>
            <a:ext cx="2615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Treinamento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validação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classificador.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94380" y="6043295"/>
            <a:ext cx="1242060" cy="153670"/>
          </a:xfrm>
          <a:custGeom>
            <a:avLst/>
            <a:gdLst/>
            <a:ahLst/>
            <a:cxnLst/>
            <a:rect l="l" t="t" r="r" b="b"/>
            <a:pathLst>
              <a:path w="1242060" h="153670">
                <a:moveTo>
                  <a:pt x="76184" y="34761"/>
                </a:moveTo>
                <a:lnTo>
                  <a:pt x="75581" y="41076"/>
                </a:lnTo>
                <a:lnTo>
                  <a:pt x="1241044" y="153225"/>
                </a:lnTo>
                <a:lnTo>
                  <a:pt x="1241679" y="146900"/>
                </a:lnTo>
                <a:lnTo>
                  <a:pt x="76184" y="34761"/>
                </a:lnTo>
                <a:close/>
              </a:path>
              <a:path w="1242060" h="153670">
                <a:moveTo>
                  <a:pt x="79501" y="0"/>
                </a:moveTo>
                <a:lnTo>
                  <a:pt x="0" y="30632"/>
                </a:lnTo>
                <a:lnTo>
                  <a:pt x="72262" y="75844"/>
                </a:lnTo>
                <a:lnTo>
                  <a:pt x="75581" y="41076"/>
                </a:lnTo>
                <a:lnTo>
                  <a:pt x="62992" y="39865"/>
                </a:lnTo>
                <a:lnTo>
                  <a:pt x="63626" y="33553"/>
                </a:lnTo>
                <a:lnTo>
                  <a:pt x="76299" y="33553"/>
                </a:lnTo>
                <a:lnTo>
                  <a:pt x="79501" y="0"/>
                </a:lnTo>
                <a:close/>
              </a:path>
              <a:path w="1242060" h="153670">
                <a:moveTo>
                  <a:pt x="63626" y="33553"/>
                </a:moveTo>
                <a:lnTo>
                  <a:pt x="62992" y="39865"/>
                </a:lnTo>
                <a:lnTo>
                  <a:pt x="75581" y="41076"/>
                </a:lnTo>
                <a:lnTo>
                  <a:pt x="76184" y="34761"/>
                </a:lnTo>
                <a:lnTo>
                  <a:pt x="63626" y="33553"/>
                </a:lnTo>
                <a:close/>
              </a:path>
              <a:path w="1242060" h="153670">
                <a:moveTo>
                  <a:pt x="76299" y="33553"/>
                </a:moveTo>
                <a:lnTo>
                  <a:pt x="63626" y="33553"/>
                </a:lnTo>
                <a:lnTo>
                  <a:pt x="76184" y="34761"/>
                </a:lnTo>
                <a:lnTo>
                  <a:pt x="76299" y="335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94380" y="6300914"/>
            <a:ext cx="1207135" cy="207645"/>
          </a:xfrm>
          <a:custGeom>
            <a:avLst/>
            <a:gdLst/>
            <a:ahLst/>
            <a:cxnLst/>
            <a:rect l="l" t="t" r="r" b="b"/>
            <a:pathLst>
              <a:path w="1207135" h="207645">
                <a:moveTo>
                  <a:pt x="69850" y="132219"/>
                </a:moveTo>
                <a:lnTo>
                  <a:pt x="0" y="181025"/>
                </a:lnTo>
                <a:lnTo>
                  <a:pt x="81025" y="207606"/>
                </a:lnTo>
                <a:lnTo>
                  <a:pt x="76177" y="174904"/>
                </a:lnTo>
                <a:lnTo>
                  <a:pt x="63373" y="174904"/>
                </a:lnTo>
                <a:lnTo>
                  <a:pt x="62356" y="168630"/>
                </a:lnTo>
                <a:lnTo>
                  <a:pt x="74972" y="166770"/>
                </a:lnTo>
                <a:lnTo>
                  <a:pt x="69850" y="132219"/>
                </a:lnTo>
                <a:close/>
              </a:path>
              <a:path w="1207135" h="207645">
                <a:moveTo>
                  <a:pt x="74972" y="166770"/>
                </a:moveTo>
                <a:lnTo>
                  <a:pt x="62356" y="168630"/>
                </a:lnTo>
                <a:lnTo>
                  <a:pt x="63373" y="174904"/>
                </a:lnTo>
                <a:lnTo>
                  <a:pt x="75904" y="173057"/>
                </a:lnTo>
                <a:lnTo>
                  <a:pt x="74972" y="166770"/>
                </a:lnTo>
                <a:close/>
              </a:path>
              <a:path w="1207135" h="207645">
                <a:moveTo>
                  <a:pt x="75904" y="173057"/>
                </a:moveTo>
                <a:lnTo>
                  <a:pt x="63373" y="174904"/>
                </a:lnTo>
                <a:lnTo>
                  <a:pt x="76177" y="174904"/>
                </a:lnTo>
                <a:lnTo>
                  <a:pt x="75904" y="173057"/>
                </a:lnTo>
                <a:close/>
              </a:path>
              <a:path w="1207135" h="207645">
                <a:moveTo>
                  <a:pt x="1206245" y="0"/>
                </a:moveTo>
                <a:lnTo>
                  <a:pt x="74972" y="166770"/>
                </a:lnTo>
                <a:lnTo>
                  <a:pt x="75904" y="173057"/>
                </a:lnTo>
                <a:lnTo>
                  <a:pt x="1207134" y="6286"/>
                </a:lnTo>
                <a:lnTo>
                  <a:pt x="120624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669530" y="5619750"/>
            <a:ext cx="788035" cy="497840"/>
          </a:xfrm>
          <a:custGeom>
            <a:avLst/>
            <a:gdLst/>
            <a:ahLst/>
            <a:cxnLst/>
            <a:rect l="l" t="t" r="r" b="b"/>
            <a:pathLst>
              <a:path w="788034" h="497839">
                <a:moveTo>
                  <a:pt x="721435" y="37887"/>
                </a:moveTo>
                <a:lnTo>
                  <a:pt x="0" y="491934"/>
                </a:lnTo>
                <a:lnTo>
                  <a:pt x="3428" y="497306"/>
                </a:lnTo>
                <a:lnTo>
                  <a:pt x="724832" y="43278"/>
                </a:lnTo>
                <a:lnTo>
                  <a:pt x="721435" y="37887"/>
                </a:lnTo>
                <a:close/>
              </a:path>
              <a:path w="788034" h="497839">
                <a:moveTo>
                  <a:pt x="768757" y="31140"/>
                </a:moveTo>
                <a:lnTo>
                  <a:pt x="732154" y="31140"/>
                </a:lnTo>
                <a:lnTo>
                  <a:pt x="735584" y="36512"/>
                </a:lnTo>
                <a:lnTo>
                  <a:pt x="724832" y="43278"/>
                </a:lnTo>
                <a:lnTo>
                  <a:pt x="743458" y="72834"/>
                </a:lnTo>
                <a:lnTo>
                  <a:pt x="768757" y="31140"/>
                </a:lnTo>
                <a:close/>
              </a:path>
              <a:path w="788034" h="497839">
                <a:moveTo>
                  <a:pt x="732154" y="31140"/>
                </a:moveTo>
                <a:lnTo>
                  <a:pt x="721435" y="37887"/>
                </a:lnTo>
                <a:lnTo>
                  <a:pt x="724832" y="43278"/>
                </a:lnTo>
                <a:lnTo>
                  <a:pt x="735584" y="36512"/>
                </a:lnTo>
                <a:lnTo>
                  <a:pt x="732154" y="31140"/>
                </a:lnTo>
                <a:close/>
              </a:path>
              <a:path w="788034" h="497839">
                <a:moveTo>
                  <a:pt x="787653" y="0"/>
                </a:moveTo>
                <a:lnTo>
                  <a:pt x="702818" y="8343"/>
                </a:lnTo>
                <a:lnTo>
                  <a:pt x="721435" y="37887"/>
                </a:lnTo>
                <a:lnTo>
                  <a:pt x="732154" y="31140"/>
                </a:lnTo>
                <a:lnTo>
                  <a:pt x="768757" y="31140"/>
                </a:lnTo>
                <a:lnTo>
                  <a:pt x="78765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61454" y="6141211"/>
            <a:ext cx="1240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confusão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Bernoulli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609580" cy="3779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Esse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baseado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distribuição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Bernoulli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spc="-10" dirty="0">
                <a:latin typeface="Calibri"/>
                <a:cs typeface="Calibri"/>
              </a:rPr>
              <a:t>distribuição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discreta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binária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70485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atributos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variáveis </a:t>
            </a:r>
            <a:r>
              <a:rPr sz="2800" b="1" i="1" dirty="0">
                <a:latin typeface="Calibri"/>
                <a:cs typeface="Calibri"/>
              </a:rPr>
              <a:t>binárias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booleanas)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independentes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estar </a:t>
            </a:r>
            <a:r>
              <a:rPr sz="2800" b="1" i="1" dirty="0">
                <a:latin typeface="Calibri"/>
                <a:cs typeface="Calibri"/>
              </a:rPr>
              <a:t>presente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ausente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multinomial,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ser </a:t>
            </a:r>
            <a:r>
              <a:rPr sz="2800" dirty="0">
                <a:latin typeface="Calibri"/>
                <a:cs typeface="Calibri"/>
              </a:rPr>
              <a:t>utilizado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classificação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documentos,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 </a:t>
            </a:r>
            <a:r>
              <a:rPr sz="2800" dirty="0">
                <a:latin typeface="Calibri"/>
                <a:cs typeface="Calibri"/>
              </a:rPr>
              <a:t>binários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ocorrência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invés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frequência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termos.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Classificador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Bernoulli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1539" y="1481757"/>
            <a:ext cx="10961370" cy="161903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66700" marR="30480" indent="-228600">
              <a:lnSpc>
                <a:spcPct val="91000"/>
              </a:lnSpc>
              <a:spcBef>
                <a:spcPts val="39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𝑘</a:t>
            </a:r>
            <a:r>
              <a:rPr sz="3075" spc="41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atributo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booleano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expressa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presença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ausência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𝑘</a:t>
            </a:r>
            <a:r>
              <a:rPr sz="2800" spc="-25" dirty="0">
                <a:latin typeface="Calibri"/>
                <a:cs typeface="Calibri"/>
              </a:rPr>
              <a:t>- </a:t>
            </a:r>
            <a:r>
              <a:rPr sz="2800" dirty="0">
                <a:latin typeface="Calibri"/>
                <a:cs typeface="Calibri"/>
              </a:rPr>
              <a:t>ésimo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(e.g.,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palavras),</a:t>
            </a:r>
            <a:r>
              <a:rPr sz="2800" spc="7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condicional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verosimilhança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determinado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pertencer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1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𝑞</a:t>
            </a:r>
            <a:r>
              <a:rPr sz="3075" spc="41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27"/>
              <p:cNvSpPr txBox="1"/>
              <p:nvPr/>
            </p:nvSpPr>
            <p:spPr>
              <a:xfrm>
                <a:off x="891539" y="5410200"/>
                <a:ext cx="10577830" cy="141122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spcBef>
                    <a:spcPts val="95"/>
                  </a:spcBef>
                  <a:tabLst>
                    <a:tab pos="354584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onde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𝒙</a:t>
                </a:r>
                <a:r>
                  <a:rPr lang="pt-BR" sz="2800" spc="110" dirty="0">
                    <a:latin typeface="Cambria Math"/>
                    <a:cs typeface="Cambria Math"/>
                  </a:rPr>
                  <a:t> </a:t>
                </a:r>
                <a:r>
                  <a:rPr lang="pt-BR" sz="2800" spc="-50" dirty="0">
                    <a:latin typeface="Cambria Math"/>
                    <a:cs typeface="Cambria Math"/>
                  </a:rPr>
                  <a:t>= [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3075" spc="-37" dirty="0">
                    <a:latin typeface="Cambria Math"/>
                    <a:cs typeface="Cambria Math"/>
                  </a:rPr>
                  <a:t>  </a:t>
                </a:r>
                <a:r>
                  <a:rPr lang="pt-BR" sz="2800" spc="-50" dirty="0">
                    <a:latin typeface="Cambria Math"/>
                    <a:cs typeface="Cambria Math"/>
                  </a:rPr>
                  <a:t>…  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𝑥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𝐾</a:t>
                </a:r>
                <a:r>
                  <a:rPr lang="pt-BR" sz="3075" spc="-37" dirty="0">
                    <a:latin typeface="Cambria Math"/>
                    <a:cs typeface="Cambria Math"/>
                  </a:rPr>
                  <a:t>]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vetor</a:t>
                </a:r>
                <a:r>
                  <a:rPr lang="pt-BR" sz="28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binário</a:t>
                </a:r>
                <a:r>
                  <a:rPr lang="pt-BR" sz="28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que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representa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ocorrência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ou </a:t>
                </a:r>
                <a:r>
                  <a:rPr lang="pt-BR" sz="2800" dirty="0">
                    <a:latin typeface="Calibri"/>
                    <a:cs typeface="Calibri"/>
                  </a:rPr>
                  <a:t>não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termo,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𝑡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𝑘</a:t>
                </a:r>
                <a:r>
                  <a:rPr lang="pt-BR" sz="3075" spc="450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𝑝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𝑞𝑘</a:t>
                </a:r>
                <a:r>
                  <a:rPr lang="pt-BR" sz="3075" spc="465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probabilidade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classe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𝐶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𝑞</a:t>
                </a:r>
                <a:r>
                  <a:rPr lang="pt-BR" sz="3075" spc="502" baseline="-16260" dirty="0">
                    <a:latin typeface="Cambria Math"/>
                    <a:cs typeface="Cambria Math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gerar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termo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45" dirty="0">
                    <a:latin typeface="Cambria Math"/>
                    <a:cs typeface="Cambria Math"/>
                  </a:rPr>
                  <a:t>𝑡</a:t>
                </a:r>
                <a:r>
                  <a:rPr lang="pt-BR" sz="3075" spc="67" baseline="-16260" dirty="0">
                    <a:latin typeface="Cambria Math"/>
                    <a:cs typeface="Cambria Math"/>
                  </a:rPr>
                  <a:t>𝑘</a:t>
                </a:r>
                <a:r>
                  <a:rPr lang="pt-BR" sz="2800" spc="45" dirty="0">
                    <a:latin typeface="Calibri"/>
                    <a:cs typeface="Calibri"/>
                  </a:rPr>
                  <a:t>, </a:t>
                </a:r>
                <a:r>
                  <a:rPr lang="pt-BR" sz="2800" dirty="0">
                    <a:latin typeface="Calibri"/>
                    <a:cs typeface="Calibri"/>
                  </a:rPr>
                  <a:t>i.e.,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b="0" i="1" spc="-45" smtClean="0">
                        <a:latin typeface="Cambria Math" panose="02040503050406030204" pitchFamily="18" charset="0"/>
                        <a:cs typeface="Calibri"/>
                      </a:rPr>
                      <m:t>𝑃</m:t>
                    </m:r>
                    <m:d>
                      <m:dPr>
                        <m:ctrlPr>
                          <a:rPr lang="pt-BR" sz="2800" b="0" i="1" spc="-4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</m:e>
                          <m:sub>
                            <m:r>
                              <a:rPr lang="pt-BR" sz="28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r>
                          <a:rPr lang="pt-BR" sz="2800" b="0" i="1" spc="-45" smtClean="0">
                            <a:latin typeface="Cambria Math" panose="02040503050406030204" pitchFamily="18" charset="0"/>
                            <a:cs typeface="Calibri"/>
                          </a:rPr>
                          <m:t>|</m:t>
                        </m:r>
                        <m:sSub>
                          <m:sSubPr>
                            <m:ctrlPr>
                              <a:rPr lang="pt-BR" sz="28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800" b="0" i="1" spc="-45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endParaRPr lang="pt-BR" sz="2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39" y="5410200"/>
                <a:ext cx="10577830" cy="1411220"/>
              </a:xfrm>
              <a:prstGeom prst="rect">
                <a:avLst/>
              </a:prstGeom>
              <a:blipFill>
                <a:blip r:embed="rId2"/>
                <a:stretch>
                  <a:fillRect l="-1902" t="-8225" r="-692" b="-12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D456465A-8220-EB0A-F38A-3CA3A458BE20}"/>
                  </a:ext>
                </a:extLst>
              </p:cNvPr>
              <p:cNvSpPr txBox="1"/>
              <p:nvPr/>
            </p:nvSpPr>
            <p:spPr>
              <a:xfrm>
                <a:off x="3750518" y="3352800"/>
                <a:ext cx="4690964" cy="682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𝑞𝑘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𝑞𝑘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D456465A-8220-EB0A-F38A-3CA3A458B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518" y="3352800"/>
                <a:ext cx="4690964" cy="6827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9BE1A494-C48E-C739-F8F3-E32219544425}"/>
                  </a:ext>
                </a:extLst>
              </p:cNvPr>
              <p:cNvSpPr txBox="1"/>
              <p:nvPr/>
            </p:nvSpPr>
            <p:spPr>
              <a:xfrm>
                <a:off x="3631137" y="4053897"/>
                <a:ext cx="5320495" cy="682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9BE1A494-C48E-C739-F8F3-E32219544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1137" y="4053897"/>
                <a:ext cx="5320495" cy="6827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C9F7DED-86B3-B845-BB87-B11651916EE6}"/>
                  </a:ext>
                </a:extLst>
              </p:cNvPr>
              <p:cNvSpPr txBox="1"/>
              <p:nvPr/>
            </p:nvSpPr>
            <p:spPr>
              <a:xfrm>
                <a:off x="3120987" y="4788495"/>
                <a:ext cx="6443495" cy="682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C9F7DED-86B3-B845-BB87-B11651916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987" y="4788495"/>
                <a:ext cx="6443495" cy="6827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Bernoulli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vs.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Multinomial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793730" cy="35223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46545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Bernoulli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binárias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ocorrência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dirty="0">
                <a:latin typeface="Calibri"/>
                <a:cs typeface="Calibri"/>
              </a:rPr>
              <a:t>termos,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ignorando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ocorrências.</a:t>
            </a:r>
            <a:endParaRPr sz="280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Já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multinomial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informações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frequência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termos,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ignorando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múltiplas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ocorrências.</a:t>
            </a:r>
            <a:endParaRPr sz="2800">
              <a:latin typeface="Calibri"/>
              <a:cs typeface="Calibri"/>
            </a:endParaRPr>
          </a:p>
          <a:p>
            <a:pPr marL="241300" marR="58991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Bernoulli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normalmente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comete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muitos </a:t>
            </a:r>
            <a:r>
              <a:rPr sz="2800" dirty="0">
                <a:latin typeface="Calibri"/>
                <a:cs typeface="Calibri"/>
              </a:rPr>
              <a:t>erros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documentos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longos.</a:t>
            </a:r>
            <a:endParaRPr sz="2800">
              <a:latin typeface="Calibri"/>
              <a:cs typeface="Calibri"/>
            </a:endParaRPr>
          </a:p>
          <a:p>
            <a:pPr marL="241300" marR="568960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documento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inteiro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1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Ficção- científica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uma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única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ocorrência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nave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espacial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Naïve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Bayes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Bernoulli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vs.</a:t>
            </a:r>
            <a:r>
              <a:rPr sz="4400" b="0" spc="-6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Multinomial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1759966"/>
            <a:ext cx="10493375" cy="19443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66700" marR="304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spc="-25" dirty="0">
                <a:latin typeface="Calibri"/>
                <a:cs typeface="Calibri"/>
              </a:rPr>
              <a:t>Analisando-</a:t>
            </a:r>
            <a:r>
              <a:rPr sz="2800" dirty="0">
                <a:latin typeface="Calibri"/>
                <a:cs typeface="Calibri"/>
              </a:rPr>
              <a:t>se 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verosimilhanças,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percebe-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diferentemente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multinomial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Bernoulli</a:t>
            </a:r>
            <a:r>
              <a:rPr sz="2800" b="1" i="1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penaliza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explicitamente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não </a:t>
            </a:r>
            <a:r>
              <a:rPr sz="2800" spc="-10" dirty="0">
                <a:latin typeface="Calibri"/>
                <a:cs typeface="Calibri"/>
              </a:rPr>
              <a:t>ocorrência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termo,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65" dirty="0">
                <a:latin typeface="Cambria Math"/>
                <a:cs typeface="Cambria Math"/>
              </a:rPr>
              <a:t>𝑡</a:t>
            </a:r>
            <a:r>
              <a:rPr sz="3075" spc="97" baseline="-16260" dirty="0">
                <a:latin typeface="Cambria Math"/>
                <a:cs typeface="Cambria Math"/>
              </a:rPr>
              <a:t>𝑘</a:t>
            </a:r>
            <a:r>
              <a:rPr sz="2800" spc="65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multinomial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simplesmente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ignora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ocorre.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66700" algn="l"/>
              </a:tabLst>
            </a:pPr>
            <a:r>
              <a:rPr sz="2800" b="1" spc="-10" dirty="0">
                <a:latin typeface="Calibri"/>
                <a:cs typeface="Calibri"/>
              </a:rPr>
              <a:t>Bernoulli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6939" y="5639511"/>
            <a:ext cx="10969625" cy="11347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Bernoulli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bastante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utilizado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classificar </a:t>
            </a:r>
            <a:r>
              <a:rPr sz="2800" b="1" i="1" spc="-10" dirty="0">
                <a:latin typeface="Calibri"/>
                <a:cs typeface="Calibri"/>
              </a:rPr>
              <a:t>textos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curtos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geralmente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desempenho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benefício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explicitamente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ausência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termos.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6D646D5-294C-C291-82E4-D62124415E47}"/>
                  </a:ext>
                </a:extLst>
              </p:cNvPr>
              <p:cNvSpPr txBox="1"/>
              <p:nvPr/>
            </p:nvSpPr>
            <p:spPr>
              <a:xfrm>
                <a:off x="2354078" y="3638777"/>
                <a:ext cx="7483844" cy="682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))(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E6D646D5-294C-C291-82E4-D6212441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78" y="3638777"/>
                <a:ext cx="7483844" cy="6827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ixaDeTexto 22">
            <a:extLst>
              <a:ext uri="{FF2B5EF4-FFF2-40B4-BE49-F238E27FC236}">
                <a16:creationId xmlns:a16="http://schemas.microsoft.com/office/drawing/2014/main" id="{BF0F902F-2D33-CBD7-14CB-88A463538BA8}"/>
              </a:ext>
            </a:extLst>
          </p:cNvPr>
          <p:cNvSpPr txBox="1"/>
          <p:nvPr/>
        </p:nvSpPr>
        <p:spPr>
          <a:xfrm>
            <a:off x="762000" y="43215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66700" algn="l"/>
              </a:tabLst>
            </a:pPr>
            <a:r>
              <a:rPr lang="pt-BR" sz="2800" b="1" spc="-10" dirty="0" err="1">
                <a:latin typeface="Calibri"/>
                <a:cs typeface="Calibri"/>
              </a:rPr>
              <a:t>Multinomial</a:t>
            </a:r>
            <a:endParaRPr lang="pt-BR"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8B66D0A1-EFB1-426D-248F-F8F5C26ED064}"/>
                  </a:ext>
                </a:extLst>
              </p:cNvPr>
              <p:cNvSpPr txBox="1"/>
              <p:nvPr/>
            </p:nvSpPr>
            <p:spPr>
              <a:xfrm>
                <a:off x="2354078" y="4879849"/>
                <a:ext cx="7881581" cy="799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nary>
                        </m:den>
                      </m:f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supHide m:val="on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9"/>
                                        </m:r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nary>
                                <m:naryPr>
                                  <m:chr m:val="∏"/>
                                  <m:limLoc m:val="subSup"/>
                                  <m:supHide m:val="on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nary>
                            </m:den>
                          </m:f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8B66D0A1-EFB1-426D-248F-F8F5C26ED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78" y="4879849"/>
                <a:ext cx="7881581" cy="799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90880"/>
            <a:ext cx="104667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Calibri Light"/>
                <a:cs typeface="Calibri Light"/>
              </a:rPr>
              <a:t>Exemplo:</a:t>
            </a:r>
            <a:r>
              <a:rPr sz="4200" b="0" spc="-55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Classificador</a:t>
            </a:r>
            <a:r>
              <a:rPr sz="4200" b="0" spc="-50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Bernoulli</a:t>
            </a:r>
            <a:r>
              <a:rPr sz="4200" b="0" spc="-50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com</a:t>
            </a:r>
            <a:r>
              <a:rPr sz="4200" b="0" spc="-55" dirty="0">
                <a:latin typeface="Calibri Light"/>
                <a:cs typeface="Calibri Light"/>
              </a:rPr>
              <a:t> </a:t>
            </a:r>
            <a:r>
              <a:rPr sz="4200" b="0" spc="-10" dirty="0">
                <a:latin typeface="Calibri Light"/>
                <a:cs typeface="Calibri Light"/>
              </a:rPr>
              <a:t>Scikit-Learn</a:t>
            </a:r>
            <a:endParaRPr sz="4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865124"/>
            <a:ext cx="3494404" cy="864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Import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necessary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pandas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pd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naive_bayes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BernoulliNB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feature_extraction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text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CountVectorizer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model_selection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871218"/>
            <a:ext cx="2028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Read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SMS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data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base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with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pandas.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038857"/>
            <a:ext cx="560959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url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1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</a:t>
            </a:r>
            <a:r>
              <a:rPr sz="1100" u="sng" spc="-10" dirty="0">
                <a:solidFill>
                  <a:srgbClr val="808080"/>
                </a:solidFill>
                <a:uFill>
                  <a:solidFill>
                    <a:srgbClr val="808080"/>
                  </a:solidFill>
                </a:uFill>
                <a:latin typeface="Calibri"/>
                <a:cs typeface="Calibri"/>
              </a:rPr>
              <a:t>https://raw.githubusercontent.com/justmarkham/pycon-2016-tutorial/master/data/sms.tsv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 </a:t>
            </a:r>
            <a:r>
              <a:rPr sz="1100" dirty="0">
                <a:latin typeface="Calibri"/>
                <a:cs typeface="Calibri"/>
              </a:rPr>
              <a:t>sms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100" dirty="0">
                <a:latin typeface="Calibri"/>
                <a:cs typeface="Calibri"/>
              </a:rPr>
              <a:t>pd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dirty="0">
                <a:latin typeface="Calibri"/>
                <a:cs typeface="Calibri"/>
              </a:rPr>
              <a:t>read_table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latin typeface="Calibri"/>
                <a:cs typeface="Calibri"/>
              </a:rPr>
              <a:t>url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header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None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100" spc="-10" dirty="0">
                <a:latin typeface="Calibri"/>
                <a:cs typeface="Calibri"/>
              </a:rPr>
              <a:t>names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=[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'label'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'message'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2541777"/>
            <a:ext cx="309880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Convert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label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numerical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variable </a:t>
            </a:r>
            <a:r>
              <a:rPr sz="1100" spc="-10" dirty="0">
                <a:latin typeface="Calibri"/>
                <a:cs typeface="Calibri"/>
              </a:rPr>
              <a:t>sms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'label_num'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1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sms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label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map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({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'ham'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: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'spam'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: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})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044393"/>
            <a:ext cx="198755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Create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feature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label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vectors.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X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sms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message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sms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label_num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3715639"/>
            <a:ext cx="27197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Split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array into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random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subsets.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3883278"/>
            <a:ext cx="41160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X_train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X_test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y_train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y_test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random_state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42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4218559"/>
            <a:ext cx="4023995" cy="69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Convert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collection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text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documents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into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token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counts.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vect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100" spc="-10" dirty="0">
                <a:latin typeface="Calibri"/>
                <a:cs typeface="Calibri"/>
              </a:rPr>
              <a:t>CountVectorizer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binary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0" dirty="0">
                <a:solidFill>
                  <a:srgbClr val="0000FF"/>
                </a:solidFill>
                <a:latin typeface="Calibri"/>
                <a:cs typeface="Calibri"/>
              </a:rPr>
              <a:t>True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 marR="11176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Learn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vocabulary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dictionary</a:t>
            </a:r>
            <a:r>
              <a:rPr sz="11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return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term-document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matrix. </a:t>
            </a:r>
            <a:r>
              <a:rPr sz="1100" dirty="0">
                <a:latin typeface="Calibri"/>
                <a:cs typeface="Calibri"/>
              </a:rPr>
              <a:t>X_train_t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fit_transform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X_train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5057013"/>
            <a:ext cx="25203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Instantiate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Bernoulli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Naive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Bayes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model. </a:t>
            </a:r>
            <a:r>
              <a:rPr sz="1100" dirty="0">
                <a:latin typeface="Calibri"/>
                <a:cs typeface="Calibri"/>
              </a:rPr>
              <a:t>nb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BernoulliNB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binarize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0" dirty="0">
                <a:solidFill>
                  <a:srgbClr val="0000FF"/>
                </a:solidFill>
                <a:latin typeface="Calibri"/>
                <a:cs typeface="Calibri"/>
              </a:rPr>
              <a:t>None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 marR="57213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MultinomialNB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model. </a:t>
            </a:r>
            <a:r>
              <a:rPr sz="1100" spc="-10" dirty="0">
                <a:latin typeface="Calibri"/>
                <a:cs typeface="Calibri"/>
              </a:rPr>
              <a:t>nb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fit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X_train_t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10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y_train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5895543"/>
            <a:ext cx="3411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180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Transform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document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into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document-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term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matrix. </a:t>
            </a:r>
            <a:r>
              <a:rPr sz="1100" dirty="0">
                <a:latin typeface="Calibri"/>
                <a:cs typeface="Calibri"/>
              </a:rPr>
              <a:t>X_test_t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100" spc="-10" dirty="0">
                <a:latin typeface="Calibri"/>
                <a:cs typeface="Calibri"/>
              </a:rPr>
              <a:t>vect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transform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X_test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Perform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classification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on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an</a:t>
            </a:r>
            <a:r>
              <a:rPr sz="11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array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vectors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X_test_t. </a:t>
            </a:r>
            <a:r>
              <a:rPr sz="1100" spc="-10" dirty="0">
                <a:latin typeface="Calibri"/>
                <a:cs typeface="Calibri"/>
              </a:rPr>
              <a:t>y_pred_class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predict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X_test_t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28941" y="6400901"/>
            <a:ext cx="386969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Exemplo:</a:t>
            </a:r>
            <a:r>
              <a:rPr sz="1600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SPAMClassificationBernoulliNB.ipynb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2463" y="3380942"/>
            <a:ext cx="2870943" cy="283775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811136" y="869442"/>
            <a:ext cx="511556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49657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Classificação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mensagens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SPAM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não-</a:t>
            </a:r>
            <a:r>
              <a:rPr sz="1600" spc="-20" dirty="0">
                <a:latin typeface="Calibri"/>
                <a:cs typeface="Calibri"/>
              </a:rPr>
              <a:t>SPAM </a:t>
            </a:r>
            <a:r>
              <a:rPr sz="1600" spc="-10" dirty="0">
                <a:latin typeface="Calibri"/>
                <a:cs typeface="Calibri"/>
              </a:rPr>
              <a:t>(HAM).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Esse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exemplo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dados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mensagens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SMS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baixada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10" dirty="0">
                <a:latin typeface="Calibri"/>
                <a:cs typeface="Calibri"/>
              </a:rPr>
              <a:t> GitHub.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Ele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classifica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mensagens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‘SPAM’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‘HAM’.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3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objeto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b="1" i="1" spc="-20" dirty="0">
                <a:latin typeface="Calibri"/>
                <a:cs typeface="Calibri"/>
              </a:rPr>
              <a:t>CountVectorizer</a:t>
            </a:r>
            <a:r>
              <a:rPr sz="1600" b="1" i="1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matriz registrando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palavra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aparece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não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(booleano)</a:t>
            </a:r>
            <a:r>
              <a:rPr sz="1600" spc="-25" dirty="0">
                <a:latin typeface="Calibri"/>
                <a:cs typeface="Calibri"/>
              </a:rPr>
              <a:t> em </a:t>
            </a:r>
            <a:r>
              <a:rPr sz="1600" dirty="0">
                <a:latin typeface="Calibri"/>
                <a:cs typeface="Calibri"/>
              </a:rPr>
              <a:t>cada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mensagem.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matriz</a:t>
            </a:r>
            <a:r>
              <a:rPr sz="1600" b="1" i="1" spc="-3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de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confusão</a:t>
            </a:r>
            <a:r>
              <a:rPr sz="1600" b="1" i="1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usada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verificar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97648" y="3018774"/>
            <a:ext cx="2440305" cy="12090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600" spc="-10" dirty="0">
                <a:latin typeface="Calibri"/>
                <a:cs typeface="Calibri"/>
              </a:rPr>
              <a:t>performance</a:t>
            </a:r>
            <a:r>
              <a:rPr sz="1600" dirty="0">
                <a:latin typeface="Calibri"/>
                <a:cs typeface="Calibri"/>
              </a:rPr>
              <a:t> do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classificador.</a:t>
            </a:r>
            <a:endParaRPr sz="1600">
              <a:latin typeface="Calibri"/>
              <a:cs typeface="Calibri"/>
            </a:endParaRPr>
          </a:p>
          <a:p>
            <a:pPr marL="13970" marR="1636395" indent="-635" algn="ctr">
              <a:lnSpc>
                <a:spcPct val="100000"/>
              </a:lnSpc>
              <a:spcBef>
                <a:spcPts val="32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Positivo verdadeiro (true positive)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9514" y="1784984"/>
            <a:ext cx="1851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Download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 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dados.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68954" y="1920620"/>
            <a:ext cx="1092200" cy="147320"/>
          </a:xfrm>
          <a:custGeom>
            <a:avLst/>
            <a:gdLst/>
            <a:ahLst/>
            <a:cxnLst/>
            <a:rect l="l" t="t" r="r" b="b"/>
            <a:pathLst>
              <a:path w="1092200" h="147319">
                <a:moveTo>
                  <a:pt x="71881" y="71246"/>
                </a:moveTo>
                <a:lnTo>
                  <a:pt x="0" y="116966"/>
                </a:lnTo>
                <a:lnTo>
                  <a:pt x="79756" y="146938"/>
                </a:lnTo>
                <a:lnTo>
                  <a:pt x="76281" y="113537"/>
                </a:lnTo>
                <a:lnTo>
                  <a:pt x="63500" y="113537"/>
                </a:lnTo>
                <a:lnTo>
                  <a:pt x="62864" y="107314"/>
                </a:lnTo>
                <a:lnTo>
                  <a:pt x="75496" y="105996"/>
                </a:lnTo>
                <a:lnTo>
                  <a:pt x="71881" y="71246"/>
                </a:lnTo>
                <a:close/>
              </a:path>
              <a:path w="1092200" h="147319">
                <a:moveTo>
                  <a:pt x="75496" y="105996"/>
                </a:moveTo>
                <a:lnTo>
                  <a:pt x="62864" y="107314"/>
                </a:lnTo>
                <a:lnTo>
                  <a:pt x="63500" y="113537"/>
                </a:lnTo>
                <a:lnTo>
                  <a:pt x="76144" y="112218"/>
                </a:lnTo>
                <a:lnTo>
                  <a:pt x="75496" y="105996"/>
                </a:lnTo>
                <a:close/>
              </a:path>
              <a:path w="1092200" h="147319">
                <a:moveTo>
                  <a:pt x="76144" y="112218"/>
                </a:moveTo>
                <a:lnTo>
                  <a:pt x="63500" y="113537"/>
                </a:lnTo>
                <a:lnTo>
                  <a:pt x="76281" y="113537"/>
                </a:lnTo>
                <a:lnTo>
                  <a:pt x="76144" y="112218"/>
                </a:lnTo>
                <a:close/>
              </a:path>
              <a:path w="1092200" h="147319">
                <a:moveTo>
                  <a:pt x="1091057" y="0"/>
                </a:moveTo>
                <a:lnTo>
                  <a:pt x="75496" y="105996"/>
                </a:lnTo>
                <a:lnTo>
                  <a:pt x="76144" y="112218"/>
                </a:lnTo>
                <a:lnTo>
                  <a:pt x="1091692" y="6223"/>
                </a:lnTo>
                <a:lnTo>
                  <a:pt x="109105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50155" y="2439161"/>
            <a:ext cx="1235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Converte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labels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em </a:t>
            </a:r>
            <a:r>
              <a:rPr sz="1200" b="1" dirty="0">
                <a:latin typeface="Calibri"/>
                <a:cs typeface="Calibri"/>
              </a:rPr>
              <a:t>valores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discretos.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14851" y="2626360"/>
            <a:ext cx="457200" cy="170815"/>
          </a:xfrm>
          <a:custGeom>
            <a:avLst/>
            <a:gdLst/>
            <a:ahLst/>
            <a:cxnLst/>
            <a:rect l="l" t="t" r="r" b="b"/>
            <a:pathLst>
              <a:path w="457200" h="170814">
                <a:moveTo>
                  <a:pt x="59689" y="98298"/>
                </a:moveTo>
                <a:lnTo>
                  <a:pt x="0" y="159003"/>
                </a:lnTo>
                <a:lnTo>
                  <a:pt x="84327" y="170434"/>
                </a:lnTo>
                <a:lnTo>
                  <a:pt x="74438" y="141477"/>
                </a:lnTo>
                <a:lnTo>
                  <a:pt x="61087" y="141477"/>
                </a:lnTo>
                <a:lnTo>
                  <a:pt x="58927" y="135509"/>
                </a:lnTo>
                <a:lnTo>
                  <a:pt x="70990" y="131382"/>
                </a:lnTo>
                <a:lnTo>
                  <a:pt x="59689" y="98298"/>
                </a:lnTo>
                <a:close/>
              </a:path>
              <a:path w="457200" h="170814">
                <a:moveTo>
                  <a:pt x="70990" y="131382"/>
                </a:moveTo>
                <a:lnTo>
                  <a:pt x="58927" y="135509"/>
                </a:lnTo>
                <a:lnTo>
                  <a:pt x="61087" y="141477"/>
                </a:lnTo>
                <a:lnTo>
                  <a:pt x="73040" y="137387"/>
                </a:lnTo>
                <a:lnTo>
                  <a:pt x="70990" y="131382"/>
                </a:lnTo>
                <a:close/>
              </a:path>
              <a:path w="457200" h="170814">
                <a:moveTo>
                  <a:pt x="73040" y="137387"/>
                </a:moveTo>
                <a:lnTo>
                  <a:pt x="61087" y="141477"/>
                </a:lnTo>
                <a:lnTo>
                  <a:pt x="74438" y="141477"/>
                </a:lnTo>
                <a:lnTo>
                  <a:pt x="73040" y="137387"/>
                </a:lnTo>
                <a:close/>
              </a:path>
              <a:path w="457200" h="170814">
                <a:moveTo>
                  <a:pt x="455040" y="0"/>
                </a:moveTo>
                <a:lnTo>
                  <a:pt x="70990" y="131382"/>
                </a:lnTo>
                <a:lnTo>
                  <a:pt x="73040" y="137387"/>
                </a:lnTo>
                <a:lnTo>
                  <a:pt x="457073" y="5968"/>
                </a:lnTo>
                <a:lnTo>
                  <a:pt x="4550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47005" y="3209290"/>
            <a:ext cx="1476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Divide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dados </a:t>
            </a:r>
            <a:r>
              <a:rPr sz="1200" b="1" dirty="0">
                <a:latin typeface="Calibri"/>
                <a:cs typeface="Calibri"/>
              </a:rPr>
              <a:t>em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75%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treinamento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e </a:t>
            </a:r>
            <a:r>
              <a:rPr sz="1200" b="1" dirty="0">
                <a:latin typeface="Calibri"/>
                <a:cs typeface="Calibri"/>
              </a:rPr>
              <a:t>25%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validação.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857625" y="3471417"/>
            <a:ext cx="811530" cy="363855"/>
          </a:xfrm>
          <a:custGeom>
            <a:avLst/>
            <a:gdLst/>
            <a:ahLst/>
            <a:cxnLst/>
            <a:rect l="l" t="t" r="r" b="b"/>
            <a:pathLst>
              <a:path w="811529" h="363854">
                <a:moveTo>
                  <a:pt x="54355" y="294005"/>
                </a:moveTo>
                <a:lnTo>
                  <a:pt x="0" y="359537"/>
                </a:lnTo>
                <a:lnTo>
                  <a:pt x="85089" y="363728"/>
                </a:lnTo>
                <a:lnTo>
                  <a:pt x="73277" y="336931"/>
                </a:lnTo>
                <a:lnTo>
                  <a:pt x="59436" y="336931"/>
                </a:lnTo>
                <a:lnTo>
                  <a:pt x="56896" y="331089"/>
                </a:lnTo>
                <a:lnTo>
                  <a:pt x="68458" y="325997"/>
                </a:lnTo>
                <a:lnTo>
                  <a:pt x="54355" y="294005"/>
                </a:lnTo>
                <a:close/>
              </a:path>
              <a:path w="811529" h="363854">
                <a:moveTo>
                  <a:pt x="68458" y="325997"/>
                </a:moveTo>
                <a:lnTo>
                  <a:pt x="56896" y="331089"/>
                </a:lnTo>
                <a:lnTo>
                  <a:pt x="59436" y="336931"/>
                </a:lnTo>
                <a:lnTo>
                  <a:pt x="71027" y="331826"/>
                </a:lnTo>
                <a:lnTo>
                  <a:pt x="68458" y="325997"/>
                </a:lnTo>
                <a:close/>
              </a:path>
              <a:path w="811529" h="363854">
                <a:moveTo>
                  <a:pt x="71027" y="331826"/>
                </a:moveTo>
                <a:lnTo>
                  <a:pt x="59436" y="336931"/>
                </a:lnTo>
                <a:lnTo>
                  <a:pt x="73277" y="336931"/>
                </a:lnTo>
                <a:lnTo>
                  <a:pt x="71027" y="331826"/>
                </a:lnTo>
                <a:close/>
              </a:path>
              <a:path w="811529" h="363854">
                <a:moveTo>
                  <a:pt x="808736" y="0"/>
                </a:moveTo>
                <a:lnTo>
                  <a:pt x="68458" y="325997"/>
                </a:lnTo>
                <a:lnTo>
                  <a:pt x="71027" y="331826"/>
                </a:lnTo>
                <a:lnTo>
                  <a:pt x="811276" y="5842"/>
                </a:lnTo>
                <a:lnTo>
                  <a:pt x="80873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27396" y="4048125"/>
            <a:ext cx="16452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Cria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booleana </a:t>
            </a:r>
            <a:r>
              <a:rPr sz="1200" b="1" dirty="0">
                <a:latin typeface="Calibri"/>
                <a:cs typeface="Calibri"/>
              </a:rPr>
              <a:t>indicando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ou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não </a:t>
            </a:r>
            <a:r>
              <a:rPr sz="1200" b="1" spc="-50" dirty="0">
                <a:latin typeface="Calibri"/>
                <a:cs typeface="Calibri"/>
              </a:rPr>
              <a:t>a </a:t>
            </a:r>
            <a:r>
              <a:rPr sz="1200" b="1" dirty="0">
                <a:latin typeface="Calibri"/>
                <a:cs typeface="Calibri"/>
              </a:rPr>
              <a:t>presença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uma </a:t>
            </a:r>
            <a:r>
              <a:rPr sz="1200" b="1" spc="-10" dirty="0">
                <a:latin typeface="Calibri"/>
                <a:cs typeface="Calibri"/>
              </a:rPr>
              <a:t>palavra.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68954" y="4400422"/>
            <a:ext cx="2166620" cy="153670"/>
          </a:xfrm>
          <a:custGeom>
            <a:avLst/>
            <a:gdLst/>
            <a:ahLst/>
            <a:cxnLst/>
            <a:rect l="l" t="t" r="r" b="b"/>
            <a:pathLst>
              <a:path w="2166620" h="153670">
                <a:moveTo>
                  <a:pt x="74040" y="77343"/>
                </a:moveTo>
                <a:lnTo>
                  <a:pt x="0" y="119506"/>
                </a:lnTo>
                <a:lnTo>
                  <a:pt x="78105" y="153415"/>
                </a:lnTo>
                <a:lnTo>
                  <a:pt x="76279" y="119252"/>
                </a:lnTo>
                <a:lnTo>
                  <a:pt x="63626" y="119252"/>
                </a:lnTo>
                <a:lnTo>
                  <a:pt x="63245" y="112902"/>
                </a:lnTo>
                <a:lnTo>
                  <a:pt x="75904" y="112223"/>
                </a:lnTo>
                <a:lnTo>
                  <a:pt x="74040" y="77343"/>
                </a:lnTo>
                <a:close/>
              </a:path>
              <a:path w="2166620" h="153670">
                <a:moveTo>
                  <a:pt x="75904" y="112223"/>
                </a:moveTo>
                <a:lnTo>
                  <a:pt x="63245" y="112902"/>
                </a:lnTo>
                <a:lnTo>
                  <a:pt x="63626" y="119252"/>
                </a:lnTo>
                <a:lnTo>
                  <a:pt x="76243" y="118575"/>
                </a:lnTo>
                <a:lnTo>
                  <a:pt x="75904" y="112223"/>
                </a:lnTo>
                <a:close/>
              </a:path>
              <a:path w="2166620" h="153670">
                <a:moveTo>
                  <a:pt x="76243" y="118575"/>
                </a:moveTo>
                <a:lnTo>
                  <a:pt x="63626" y="119252"/>
                </a:lnTo>
                <a:lnTo>
                  <a:pt x="76279" y="119252"/>
                </a:lnTo>
                <a:lnTo>
                  <a:pt x="76243" y="118575"/>
                </a:lnTo>
                <a:close/>
              </a:path>
              <a:path w="2166620" h="153670">
                <a:moveTo>
                  <a:pt x="2165985" y="0"/>
                </a:moveTo>
                <a:lnTo>
                  <a:pt x="75904" y="112223"/>
                </a:lnTo>
                <a:lnTo>
                  <a:pt x="76243" y="118575"/>
                </a:lnTo>
                <a:lnTo>
                  <a:pt x="2166366" y="6350"/>
                </a:lnTo>
                <a:lnTo>
                  <a:pt x="21659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33442" y="6386271"/>
            <a:ext cx="1677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Validação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classificador.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438400" y="5230114"/>
            <a:ext cx="1577340" cy="447675"/>
          </a:xfrm>
          <a:custGeom>
            <a:avLst/>
            <a:gdLst/>
            <a:ahLst/>
            <a:cxnLst/>
            <a:rect l="l" t="t" r="r" b="b"/>
            <a:pathLst>
              <a:path w="1577339" h="447675">
                <a:moveTo>
                  <a:pt x="63626" y="373507"/>
                </a:moveTo>
                <a:lnTo>
                  <a:pt x="0" y="430199"/>
                </a:lnTo>
                <a:lnTo>
                  <a:pt x="83566" y="447052"/>
                </a:lnTo>
                <a:lnTo>
                  <a:pt x="75326" y="416661"/>
                </a:lnTo>
                <a:lnTo>
                  <a:pt x="62102" y="416661"/>
                </a:lnTo>
                <a:lnTo>
                  <a:pt x="60451" y="410540"/>
                </a:lnTo>
                <a:lnTo>
                  <a:pt x="72762" y="407204"/>
                </a:lnTo>
                <a:lnTo>
                  <a:pt x="63626" y="373507"/>
                </a:lnTo>
                <a:close/>
              </a:path>
              <a:path w="1577339" h="447675">
                <a:moveTo>
                  <a:pt x="72762" y="407204"/>
                </a:moveTo>
                <a:lnTo>
                  <a:pt x="60451" y="410540"/>
                </a:lnTo>
                <a:lnTo>
                  <a:pt x="62102" y="416661"/>
                </a:lnTo>
                <a:lnTo>
                  <a:pt x="74421" y="413324"/>
                </a:lnTo>
                <a:lnTo>
                  <a:pt x="72762" y="407204"/>
                </a:lnTo>
                <a:close/>
              </a:path>
              <a:path w="1577339" h="447675">
                <a:moveTo>
                  <a:pt x="74421" y="413324"/>
                </a:moveTo>
                <a:lnTo>
                  <a:pt x="62102" y="416661"/>
                </a:lnTo>
                <a:lnTo>
                  <a:pt x="75326" y="416661"/>
                </a:lnTo>
                <a:lnTo>
                  <a:pt x="74421" y="413324"/>
                </a:lnTo>
                <a:close/>
              </a:path>
              <a:path w="1577339" h="447675">
                <a:moveTo>
                  <a:pt x="1575562" y="0"/>
                </a:moveTo>
                <a:lnTo>
                  <a:pt x="72762" y="407204"/>
                </a:lnTo>
                <a:lnTo>
                  <a:pt x="74421" y="413324"/>
                </a:lnTo>
                <a:lnTo>
                  <a:pt x="1577213" y="6223"/>
                </a:lnTo>
                <a:lnTo>
                  <a:pt x="15755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14598" y="6435648"/>
            <a:ext cx="1339850" cy="76200"/>
          </a:xfrm>
          <a:custGeom>
            <a:avLst/>
            <a:gdLst/>
            <a:ahLst/>
            <a:cxnLst/>
            <a:rect l="l" t="t" r="r" b="b"/>
            <a:pathLst>
              <a:path w="1339850" h="76200">
                <a:moveTo>
                  <a:pt x="76962" y="0"/>
                </a:moveTo>
                <a:lnTo>
                  <a:pt x="0" y="36550"/>
                </a:lnTo>
                <a:lnTo>
                  <a:pt x="75437" y="76174"/>
                </a:lnTo>
                <a:lnTo>
                  <a:pt x="76136" y="41263"/>
                </a:lnTo>
                <a:lnTo>
                  <a:pt x="63500" y="41008"/>
                </a:lnTo>
                <a:lnTo>
                  <a:pt x="63626" y="34658"/>
                </a:lnTo>
                <a:lnTo>
                  <a:pt x="76268" y="34658"/>
                </a:lnTo>
                <a:lnTo>
                  <a:pt x="76962" y="0"/>
                </a:lnTo>
                <a:close/>
              </a:path>
              <a:path w="1339850" h="76200">
                <a:moveTo>
                  <a:pt x="76263" y="34913"/>
                </a:moveTo>
                <a:lnTo>
                  <a:pt x="76136" y="41263"/>
                </a:lnTo>
                <a:lnTo>
                  <a:pt x="1339596" y="66789"/>
                </a:lnTo>
                <a:lnTo>
                  <a:pt x="1339723" y="60439"/>
                </a:lnTo>
                <a:lnTo>
                  <a:pt x="76263" y="34913"/>
                </a:lnTo>
                <a:close/>
              </a:path>
              <a:path w="1339850" h="76200">
                <a:moveTo>
                  <a:pt x="63626" y="34658"/>
                </a:moveTo>
                <a:lnTo>
                  <a:pt x="63500" y="41008"/>
                </a:lnTo>
                <a:lnTo>
                  <a:pt x="76136" y="41263"/>
                </a:lnTo>
                <a:lnTo>
                  <a:pt x="76263" y="34913"/>
                </a:lnTo>
                <a:lnTo>
                  <a:pt x="63626" y="34658"/>
                </a:lnTo>
                <a:close/>
              </a:path>
              <a:path w="1339850" h="76200">
                <a:moveTo>
                  <a:pt x="76268" y="34658"/>
                </a:moveTo>
                <a:lnTo>
                  <a:pt x="63626" y="34658"/>
                </a:lnTo>
                <a:lnTo>
                  <a:pt x="76263" y="34913"/>
                </a:lnTo>
                <a:lnTo>
                  <a:pt x="76268" y="346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67015" y="3504819"/>
            <a:ext cx="1034415" cy="356870"/>
          </a:xfrm>
          <a:custGeom>
            <a:avLst/>
            <a:gdLst/>
            <a:ahLst/>
            <a:cxnLst/>
            <a:rect l="l" t="t" r="r" b="b"/>
            <a:pathLst>
              <a:path w="1034415" h="356870">
                <a:moveTo>
                  <a:pt x="960760" y="323797"/>
                </a:moveTo>
                <a:lnTo>
                  <a:pt x="949832" y="356869"/>
                </a:lnTo>
                <a:lnTo>
                  <a:pt x="1034033" y="344677"/>
                </a:lnTo>
                <a:lnTo>
                  <a:pt x="1017071" y="327786"/>
                </a:lnTo>
                <a:lnTo>
                  <a:pt x="972819" y="327786"/>
                </a:lnTo>
                <a:lnTo>
                  <a:pt x="960760" y="323797"/>
                </a:lnTo>
                <a:close/>
              </a:path>
              <a:path w="1034415" h="356870">
                <a:moveTo>
                  <a:pt x="962775" y="317698"/>
                </a:moveTo>
                <a:lnTo>
                  <a:pt x="960760" y="323797"/>
                </a:lnTo>
                <a:lnTo>
                  <a:pt x="972819" y="327786"/>
                </a:lnTo>
                <a:lnTo>
                  <a:pt x="974851" y="321690"/>
                </a:lnTo>
                <a:lnTo>
                  <a:pt x="962775" y="317698"/>
                </a:lnTo>
                <a:close/>
              </a:path>
              <a:path w="1034415" h="356870">
                <a:moveTo>
                  <a:pt x="973708" y="284606"/>
                </a:moveTo>
                <a:lnTo>
                  <a:pt x="962775" y="317698"/>
                </a:lnTo>
                <a:lnTo>
                  <a:pt x="974851" y="321690"/>
                </a:lnTo>
                <a:lnTo>
                  <a:pt x="972819" y="327786"/>
                </a:lnTo>
                <a:lnTo>
                  <a:pt x="1017071" y="327786"/>
                </a:lnTo>
                <a:lnTo>
                  <a:pt x="973708" y="284606"/>
                </a:lnTo>
                <a:close/>
              </a:path>
              <a:path w="1034415" h="356870">
                <a:moveTo>
                  <a:pt x="1904" y="0"/>
                </a:moveTo>
                <a:lnTo>
                  <a:pt x="0" y="5968"/>
                </a:lnTo>
                <a:lnTo>
                  <a:pt x="960760" y="323797"/>
                </a:lnTo>
                <a:lnTo>
                  <a:pt x="962775" y="317698"/>
                </a:lnTo>
                <a:lnTo>
                  <a:pt x="190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1246611" y="4731461"/>
            <a:ext cx="807085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Negativo verdadeiro (true negative)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08519" y="4863338"/>
            <a:ext cx="3561079" cy="405130"/>
          </a:xfrm>
          <a:custGeom>
            <a:avLst/>
            <a:gdLst/>
            <a:ahLst/>
            <a:cxnLst/>
            <a:rect l="l" t="t" r="r" b="b"/>
            <a:pathLst>
              <a:path w="3561079" h="405129">
                <a:moveTo>
                  <a:pt x="1132078" y="369951"/>
                </a:moveTo>
                <a:lnTo>
                  <a:pt x="1057656" y="328422"/>
                </a:lnTo>
                <a:lnTo>
                  <a:pt x="1056081" y="363296"/>
                </a:lnTo>
                <a:lnTo>
                  <a:pt x="254" y="316738"/>
                </a:lnTo>
                <a:lnTo>
                  <a:pt x="0" y="323088"/>
                </a:lnTo>
                <a:lnTo>
                  <a:pt x="1055789" y="369658"/>
                </a:lnTo>
                <a:lnTo>
                  <a:pt x="1054227" y="404622"/>
                </a:lnTo>
                <a:lnTo>
                  <a:pt x="1131506" y="370205"/>
                </a:lnTo>
                <a:lnTo>
                  <a:pt x="1132078" y="369951"/>
                </a:lnTo>
                <a:close/>
              </a:path>
              <a:path w="3561079" h="405129">
                <a:moveTo>
                  <a:pt x="3560572" y="5334"/>
                </a:moveTo>
                <a:lnTo>
                  <a:pt x="3557016" y="0"/>
                </a:lnTo>
                <a:lnTo>
                  <a:pt x="3082531" y="324281"/>
                </a:lnTo>
                <a:lnTo>
                  <a:pt x="3062859" y="295402"/>
                </a:lnTo>
                <a:lnTo>
                  <a:pt x="3021457" y="369951"/>
                </a:lnTo>
                <a:lnTo>
                  <a:pt x="3105785" y="358394"/>
                </a:lnTo>
                <a:lnTo>
                  <a:pt x="3090976" y="336677"/>
                </a:lnTo>
                <a:lnTo>
                  <a:pt x="3086074" y="329488"/>
                </a:lnTo>
                <a:lnTo>
                  <a:pt x="3560572" y="533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987031" y="4728209"/>
            <a:ext cx="69469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Negativo 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falso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(False negative)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50294" y="3178556"/>
            <a:ext cx="647065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Positivo 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falso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(false positive)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741025" y="3492372"/>
            <a:ext cx="539750" cy="370205"/>
          </a:xfrm>
          <a:custGeom>
            <a:avLst/>
            <a:gdLst/>
            <a:ahLst/>
            <a:cxnLst/>
            <a:rect l="l" t="t" r="r" b="b"/>
            <a:pathLst>
              <a:path w="539750" h="370204">
                <a:moveTo>
                  <a:pt x="41401" y="295401"/>
                </a:moveTo>
                <a:lnTo>
                  <a:pt x="0" y="369950"/>
                </a:lnTo>
                <a:lnTo>
                  <a:pt x="84454" y="358394"/>
                </a:lnTo>
                <a:lnTo>
                  <a:pt x="69612" y="336676"/>
                </a:lnTo>
                <a:lnTo>
                  <a:pt x="54228" y="336676"/>
                </a:lnTo>
                <a:lnTo>
                  <a:pt x="50673" y="331469"/>
                </a:lnTo>
                <a:lnTo>
                  <a:pt x="61156" y="324305"/>
                </a:lnTo>
                <a:lnTo>
                  <a:pt x="41401" y="295401"/>
                </a:lnTo>
                <a:close/>
              </a:path>
              <a:path w="539750" h="370204">
                <a:moveTo>
                  <a:pt x="61156" y="324305"/>
                </a:moveTo>
                <a:lnTo>
                  <a:pt x="50673" y="331469"/>
                </a:lnTo>
                <a:lnTo>
                  <a:pt x="54228" y="336676"/>
                </a:lnTo>
                <a:lnTo>
                  <a:pt x="64715" y="329512"/>
                </a:lnTo>
                <a:lnTo>
                  <a:pt x="61156" y="324305"/>
                </a:lnTo>
                <a:close/>
              </a:path>
              <a:path w="539750" h="370204">
                <a:moveTo>
                  <a:pt x="64715" y="329512"/>
                </a:moveTo>
                <a:lnTo>
                  <a:pt x="54228" y="336676"/>
                </a:lnTo>
                <a:lnTo>
                  <a:pt x="69612" y="336676"/>
                </a:lnTo>
                <a:lnTo>
                  <a:pt x="64715" y="329512"/>
                </a:lnTo>
                <a:close/>
              </a:path>
              <a:path w="539750" h="370204">
                <a:moveTo>
                  <a:pt x="535685" y="0"/>
                </a:moveTo>
                <a:lnTo>
                  <a:pt x="61156" y="324305"/>
                </a:lnTo>
                <a:lnTo>
                  <a:pt x="64715" y="329512"/>
                </a:lnTo>
                <a:lnTo>
                  <a:pt x="539242" y="5334"/>
                </a:lnTo>
                <a:lnTo>
                  <a:pt x="535685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006722" y="5081981"/>
            <a:ext cx="18745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Treinamento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classificador.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79645" y="5519420"/>
            <a:ext cx="2077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Cria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boolena com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a </a:t>
            </a:r>
            <a:r>
              <a:rPr sz="1200" b="1" dirty="0">
                <a:latin typeface="Calibri"/>
                <a:cs typeface="Calibri"/>
              </a:rPr>
              <a:t>presença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ou não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uma</a:t>
            </a:r>
            <a:r>
              <a:rPr sz="1200" b="1" spc="-10" dirty="0">
                <a:latin typeface="Calibri"/>
                <a:cs typeface="Calibri"/>
              </a:rPr>
              <a:t> palavra </a:t>
            </a:r>
            <a:r>
              <a:rPr sz="1200" b="1" dirty="0">
                <a:latin typeface="Calibri"/>
                <a:cs typeface="Calibri"/>
              </a:rPr>
              <a:t>para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0" dirty="0">
                <a:latin typeface="Calibri"/>
                <a:cs typeface="Calibri"/>
              </a:rPr>
              <a:t> validação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895600" y="5750788"/>
            <a:ext cx="1781175" cy="464820"/>
          </a:xfrm>
          <a:custGeom>
            <a:avLst/>
            <a:gdLst/>
            <a:ahLst/>
            <a:cxnLst/>
            <a:rect l="l" t="t" r="r" b="b"/>
            <a:pathLst>
              <a:path w="1781175" h="464820">
                <a:moveTo>
                  <a:pt x="64769" y="390829"/>
                </a:moveTo>
                <a:lnTo>
                  <a:pt x="0" y="446201"/>
                </a:lnTo>
                <a:lnTo>
                  <a:pt x="83185" y="464769"/>
                </a:lnTo>
                <a:lnTo>
                  <a:pt x="75508" y="433946"/>
                </a:lnTo>
                <a:lnTo>
                  <a:pt x="62356" y="433946"/>
                </a:lnTo>
                <a:lnTo>
                  <a:pt x="60832" y="427786"/>
                </a:lnTo>
                <a:lnTo>
                  <a:pt x="73207" y="424706"/>
                </a:lnTo>
                <a:lnTo>
                  <a:pt x="64769" y="390829"/>
                </a:lnTo>
                <a:close/>
              </a:path>
              <a:path w="1781175" h="464820">
                <a:moveTo>
                  <a:pt x="73207" y="424706"/>
                </a:moveTo>
                <a:lnTo>
                  <a:pt x="60832" y="427786"/>
                </a:lnTo>
                <a:lnTo>
                  <a:pt x="62356" y="433946"/>
                </a:lnTo>
                <a:lnTo>
                  <a:pt x="74740" y="430863"/>
                </a:lnTo>
                <a:lnTo>
                  <a:pt x="73207" y="424706"/>
                </a:lnTo>
                <a:close/>
              </a:path>
              <a:path w="1781175" h="464820">
                <a:moveTo>
                  <a:pt x="74740" y="430863"/>
                </a:moveTo>
                <a:lnTo>
                  <a:pt x="62356" y="433946"/>
                </a:lnTo>
                <a:lnTo>
                  <a:pt x="75508" y="433946"/>
                </a:lnTo>
                <a:lnTo>
                  <a:pt x="74740" y="430863"/>
                </a:lnTo>
                <a:close/>
              </a:path>
              <a:path w="1781175" h="464820">
                <a:moveTo>
                  <a:pt x="1779397" y="0"/>
                </a:moveTo>
                <a:lnTo>
                  <a:pt x="73207" y="424706"/>
                </a:lnTo>
                <a:lnTo>
                  <a:pt x="74740" y="430863"/>
                </a:lnTo>
                <a:lnTo>
                  <a:pt x="1780921" y="6172"/>
                </a:lnTo>
                <a:lnTo>
                  <a:pt x="17793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linear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95400"/>
            <a:ext cx="10808335" cy="2110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59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anteriormente,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objetivo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classificação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características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(i.e.,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atributos)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identificar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pertence.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classificador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atinge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objetivo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tomando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classificação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combinação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atributos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discriminante</a:t>
            </a:r>
            <a:r>
              <a:rPr sz="2400" b="1" i="1" spc="-9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linear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classificador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por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916939" y="4182643"/>
                <a:ext cx="10890250" cy="274934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pt-BR" sz="2400" dirty="0">
                    <a:latin typeface="Calibri"/>
                    <a:cs typeface="Calibri"/>
                  </a:rPr>
                  <a:t>onde</a:t>
                </a:r>
                <a:r>
                  <a:rPr lang="pt-BR" sz="2400" spc="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𝒙</a:t>
                </a:r>
                <a:r>
                  <a:rPr lang="pt-BR" sz="2400" spc="17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:r>
                  <a:rPr lang="pt-BR" sz="2400" spc="135" dirty="0">
                    <a:latin typeface="Cambria Math"/>
                    <a:cs typeface="Cambria Math"/>
                  </a:rPr>
                  <a:t> </a:t>
                </a:r>
                <a:r>
                  <a:rPr lang="pt-BR" sz="2400" spc="-10" dirty="0">
                    <a:latin typeface="Cambria Math"/>
                    <a:cs typeface="Cambria Math"/>
                  </a:rPr>
                  <a:t>[1,</a:t>
                </a:r>
                <a:r>
                  <a:rPr lang="pt-BR" sz="2400" spc="-14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1</a:t>
                </a:r>
                <a:r>
                  <a:rPr lang="pt-BR" sz="2400" dirty="0">
                    <a:latin typeface="Cambria Math"/>
                    <a:cs typeface="Cambria Math"/>
                  </a:rPr>
                  <a:t>,</a:t>
                </a:r>
                <a:r>
                  <a:rPr lang="pt-BR" sz="2400" spc="-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…</a:t>
                </a:r>
                <a:r>
                  <a:rPr lang="pt-BR" sz="2400" spc="-13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,</a:t>
                </a:r>
                <a:r>
                  <a:rPr lang="pt-BR" sz="2400" spc="-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𝐾</a:t>
                </a:r>
                <a:r>
                  <a:rPr lang="pt-BR" sz="2400" dirty="0">
                    <a:latin typeface="Cambria Math"/>
                    <a:cs typeface="Cambria Math"/>
                  </a:rPr>
                  <a:t>]</a:t>
                </a:r>
                <a:r>
                  <a:rPr lang="pt-BR" sz="2625" baseline="28571" dirty="0">
                    <a:latin typeface="Cambria Math"/>
                    <a:cs typeface="Cambria Math"/>
                  </a:rPr>
                  <a:t>𝑇</a:t>
                </a:r>
                <a:r>
                  <a:rPr lang="pt-BR" sz="2625" spc="480" baseline="28571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𝑓(.</a:t>
                </a:r>
                <a:r>
                  <a:rPr lang="pt-BR" sz="2400" spc="-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)</a:t>
                </a:r>
                <a:r>
                  <a:rPr lang="pt-BR" sz="2400" spc="3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limiar</a:t>
                </a:r>
                <a:r>
                  <a:rPr lang="pt-BR" sz="2400" b="1" i="1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decisão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749300" indent="-229235">
                  <a:lnSpc>
                    <a:spcPts val="2200"/>
                  </a:lnSpc>
                  <a:spcBef>
                    <a:spcPts val="45"/>
                  </a:spcBef>
                  <a:buFont typeface="Wingdings"/>
                  <a:buChar char=""/>
                  <a:tabLst>
                    <a:tab pos="749935" algn="l"/>
                  </a:tabLst>
                </a:pPr>
                <a:r>
                  <a:rPr lang="pt-BR" sz="2000" b="1" i="1" dirty="0">
                    <a:latin typeface="Calibri"/>
                    <a:cs typeface="Calibri"/>
                  </a:rPr>
                  <a:t>Função</a:t>
                </a:r>
                <a:r>
                  <a:rPr lang="pt-BR" sz="20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de</a:t>
                </a:r>
                <a:r>
                  <a:rPr lang="pt-BR" sz="20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limiar</a:t>
                </a:r>
                <a:r>
                  <a:rPr lang="pt-BR" sz="20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de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decisão</a:t>
                </a:r>
                <a:r>
                  <a:rPr lang="pt-BR" sz="20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é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função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converte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saída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da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função</a:t>
                </a:r>
                <a:r>
                  <a:rPr lang="pt-BR" sz="20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discriminante</a:t>
                </a:r>
                <a:r>
                  <a:rPr lang="pt-BR" sz="20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linear</a:t>
                </a:r>
                <a:r>
                  <a:rPr lang="pt-BR" sz="2000" spc="-10" dirty="0">
                    <a:latin typeface="Calibri"/>
                    <a:cs typeface="Calibri"/>
                  </a:rPr>
                  <a:t>,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749300">
                  <a:lnSpc>
                    <a:spcPts val="2200"/>
                  </a:lnSpc>
                </a:pPr>
                <a:r>
                  <a:rPr lang="pt-BR" sz="2000" spc="50" dirty="0">
                    <a:latin typeface="Cambria Math"/>
                    <a:cs typeface="Cambria Math"/>
                  </a:rPr>
                  <a:t>𝒂</a:t>
                </a:r>
                <a:r>
                  <a:rPr lang="pt-BR" sz="2175" spc="75" baseline="28735" dirty="0">
                    <a:latin typeface="Cambria Math"/>
                    <a:cs typeface="Cambria Math"/>
                  </a:rPr>
                  <a:t>𝑇</a:t>
                </a:r>
                <a:r>
                  <a:rPr lang="pt-BR" sz="2000" spc="50" dirty="0">
                    <a:latin typeface="Cambria Math"/>
                    <a:cs typeface="Cambria Math"/>
                  </a:rPr>
                  <a:t>𝒙</a:t>
                </a:r>
                <a:r>
                  <a:rPr lang="pt-BR" sz="2000" spc="-3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(produto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escalar),</a:t>
                </a:r>
                <a:r>
                  <a:rPr lang="pt-BR" sz="2000" spc="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na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saída</a:t>
                </a:r>
                <a:r>
                  <a:rPr lang="pt-BR" sz="2000" spc="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desejada,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ou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seja,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na</a:t>
                </a:r>
                <a:r>
                  <a:rPr lang="pt-BR" sz="2000" spc="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classe</a:t>
                </a:r>
                <a:r>
                  <a:rPr lang="pt-BR" sz="2000" spc="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𝐶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𝑞</a:t>
                </a:r>
                <a:r>
                  <a:rPr lang="pt-BR" sz="2000" dirty="0">
                    <a:latin typeface="Cambria Math"/>
                    <a:cs typeface="Cambria Math"/>
                  </a:rPr>
                  <a:t>,</a:t>
                </a:r>
                <a:r>
                  <a:rPr lang="pt-BR" sz="2000" spc="45" dirty="0">
                    <a:latin typeface="Cambria Math"/>
                    <a:cs typeface="Cambria Math"/>
                  </a:rPr>
                  <a:t>  </a:t>
                </a:r>
                <a:r>
                  <a:rPr lang="pt-BR" sz="2000" dirty="0">
                    <a:latin typeface="Cambria Math"/>
                    <a:cs typeface="Cambria Math"/>
                  </a:rPr>
                  <a:t>q</a:t>
                </a:r>
                <a:r>
                  <a:rPr lang="pt-BR" sz="2000" spc="1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=</a:t>
                </a:r>
                <a:r>
                  <a:rPr lang="pt-BR" sz="2000" spc="120" dirty="0">
                    <a:latin typeface="Cambria Math"/>
                    <a:cs typeface="Cambria Math"/>
                  </a:rPr>
                  <a:t> </a:t>
                </a:r>
                <a:r>
                  <a:rPr lang="pt-BR" sz="2000" spc="-10" dirty="0">
                    <a:latin typeface="Cambria Math"/>
                    <a:cs typeface="Cambria Math"/>
                  </a:rPr>
                  <a:t>1,</a:t>
                </a:r>
                <a:r>
                  <a:rPr lang="pt-BR" sz="2000" spc="-1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…</a:t>
                </a:r>
                <a:r>
                  <a:rPr lang="pt-BR" sz="2000" spc="-114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,</a:t>
                </a:r>
                <a:r>
                  <a:rPr lang="pt-BR" sz="2000" spc="-1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Q</a:t>
                </a:r>
                <a:r>
                  <a:rPr lang="pt-BR" sz="2000" dirty="0">
                    <a:latin typeface="Calibri"/>
                    <a:cs typeface="Calibri"/>
                  </a:rPr>
                  <a:t>, do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objeto.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749300" indent="-229235">
                  <a:lnSpc>
                    <a:spcPct val="100000"/>
                  </a:lnSpc>
                  <a:spcBef>
                    <a:spcPts val="80"/>
                  </a:spcBef>
                  <a:buFont typeface="Wingdings"/>
                  <a:buChar char=""/>
                  <a:tabLst>
                    <a:tab pos="7499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Ela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é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apenas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uma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formalização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matemática</a:t>
                </a:r>
                <a:r>
                  <a:rPr lang="pt-BR" sz="2000" spc="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os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if</a:t>
                </a:r>
                <a:r>
                  <a:rPr lang="pt-BR" sz="2000" dirty="0">
                    <a:latin typeface="Calibri"/>
                    <a:cs typeface="Calibri"/>
                  </a:rPr>
                  <a:t>s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else</a:t>
                </a:r>
                <a:r>
                  <a:rPr lang="pt-BR" sz="2000" dirty="0">
                    <a:latin typeface="Calibri"/>
                    <a:cs typeface="Calibri"/>
                  </a:rPr>
                  <a:t>s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usamos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definir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as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classes.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92100" indent="-228600">
                  <a:lnSpc>
                    <a:spcPct val="100000"/>
                  </a:lnSpc>
                  <a:spcBef>
                    <a:spcPts val="405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Originalmente,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as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funções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discriminantes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são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formadas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equações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 err="1">
                    <a:latin typeface="Calibri"/>
                    <a:cs typeface="Calibri"/>
                  </a:rPr>
                  <a:t>hiperplanos</a:t>
                </a:r>
                <a:endParaRPr lang="pt-BR" sz="2400" b="1" i="1" spc="-10" dirty="0">
                  <a:latin typeface="Calibri"/>
                  <a:cs typeface="Calibri"/>
                </a:endParaRPr>
              </a:p>
              <a:p>
                <a:pPr marL="63500" lvl="1">
                  <a:spcBef>
                    <a:spcPts val="405"/>
                  </a:spcBef>
                  <a:tabLst>
                    <a:tab pos="2921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                                          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+…+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</m:sub>
                    </m:sSub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=0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pt-BR" sz="2400" dirty="0">
                  <a:latin typeface="Calibri"/>
                  <a:cs typeface="Calibri"/>
                </a:endParaRPr>
              </a:p>
              <a:p>
                <a:pPr marL="7208520">
                  <a:lnSpc>
                    <a:spcPts val="1265"/>
                  </a:lnSpc>
                </a:pPr>
                <a:endParaRPr lang="pt-BR" sz="1750" dirty="0">
                  <a:latin typeface="Cambria Math"/>
                  <a:cs typeface="Cambria Math"/>
                </a:endParaRPr>
              </a:p>
              <a:p>
                <a:pPr marL="292100" indent="-228600">
                  <a:lnSpc>
                    <a:spcPct val="100000"/>
                  </a:lnSpc>
                  <a:spcBef>
                    <a:spcPts val="25"/>
                  </a:spcBef>
                  <a:buFont typeface="Arial"/>
                  <a:buChar char="•"/>
                  <a:tabLst>
                    <a:tab pos="292100" algn="l"/>
                    <a:tab pos="738505" algn="l"/>
                    <a:tab pos="1110615" algn="l"/>
                  </a:tabLst>
                </a:pPr>
                <a:r>
                  <a:rPr lang="pt-BR" sz="2400" spc="-25" dirty="0">
                    <a:latin typeface="Cambria Math"/>
                    <a:cs typeface="Cambria Math"/>
                  </a:rPr>
                  <a:t>ℎ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𝒂</a:t>
                </a:r>
                <a:r>
                  <a:rPr lang="pt-BR" sz="2625" dirty="0">
                    <a:latin typeface="Cambria Math"/>
                    <a:cs typeface="Cambria Math"/>
                  </a:rPr>
                  <a:t>(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𝒙)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conhecida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hipótese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classificação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4182643"/>
                <a:ext cx="10890250" cy="2749342"/>
              </a:xfrm>
              <a:prstGeom prst="rect">
                <a:avLst/>
              </a:prstGeom>
              <a:blipFill>
                <a:blip r:embed="rId2"/>
                <a:stretch>
                  <a:fillRect l="-1119" t="-3326" r="-727" b="-11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30547CA-8EE2-B897-B3F2-B25FCC98C831}"/>
                  </a:ext>
                </a:extLst>
              </p:cNvPr>
              <p:cNvSpPr txBox="1"/>
              <p:nvPr/>
            </p:nvSpPr>
            <p:spPr>
              <a:xfrm>
                <a:off x="2197625" y="3352800"/>
                <a:ext cx="7796751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130547CA-8EE2-B897-B3F2-B25FCC98C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625" y="3352800"/>
                <a:ext cx="7796751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00888"/>
            <a:ext cx="42462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5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linear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841" y="1429102"/>
            <a:ext cx="7748905" cy="51637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dirty="0">
                <a:latin typeface="Calibri"/>
                <a:cs typeface="Calibri"/>
              </a:rPr>
              <a:t>Dado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conjunto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treinamento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tarefa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classificador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</a:t>
            </a:r>
            <a:endParaRPr sz="2200" dirty="0">
              <a:latin typeface="Calibri"/>
              <a:cs typeface="Calibri"/>
            </a:endParaRPr>
          </a:p>
          <a:p>
            <a:pPr marL="254000" marR="149225">
              <a:lnSpc>
                <a:spcPct val="70000"/>
              </a:lnSpc>
              <a:spcBef>
                <a:spcPts val="400"/>
              </a:spcBef>
              <a:tabLst>
                <a:tab pos="6533515" algn="l"/>
              </a:tabLst>
            </a:pP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aprender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hipótese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classificação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ℎ</a:t>
            </a:r>
            <a:r>
              <a:rPr sz="2400" spc="-37" baseline="-15625" dirty="0">
                <a:latin typeface="Cambria Math"/>
                <a:cs typeface="Cambria Math"/>
              </a:rPr>
              <a:t>𝒂</a:t>
            </a:r>
            <a:r>
              <a:rPr lang="pt-BR" sz="2400" spc="-37" dirty="0">
                <a:latin typeface="Cambria Math"/>
                <a:cs typeface="Cambria Math"/>
              </a:rPr>
              <a:t>(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lang="pt-BR" sz="2200" dirty="0">
                <a:latin typeface="Cambria Math"/>
                <a:cs typeface="Cambria Math"/>
              </a:rPr>
              <a:t>)</a:t>
            </a:r>
            <a:r>
              <a:rPr sz="2200" dirty="0">
                <a:latin typeface="Calibri"/>
                <a:cs typeface="Calibri"/>
              </a:rPr>
              <a:t>, </a:t>
            </a:r>
            <a:r>
              <a:rPr sz="2200" spc="-25" dirty="0">
                <a:latin typeface="Calibri"/>
                <a:cs typeface="Calibri"/>
              </a:rPr>
              <a:t>que </a:t>
            </a:r>
            <a:r>
              <a:rPr sz="2200" dirty="0">
                <a:latin typeface="Calibri"/>
                <a:cs typeface="Calibri"/>
              </a:rPr>
              <a:t>receba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</a:t>
            </a:r>
            <a:r>
              <a:rPr sz="2200" dirty="0">
                <a:latin typeface="Calibri"/>
                <a:cs typeface="Calibri"/>
              </a:rPr>
              <a:t> (e.g.,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𝑥</a:t>
            </a:r>
            <a:r>
              <a:rPr sz="2400" baseline="-15625" dirty="0">
                <a:latin typeface="Cambria Math"/>
                <a:cs typeface="Cambria Math"/>
              </a:rPr>
              <a:t>1</a:t>
            </a:r>
            <a:r>
              <a:rPr sz="2400" spc="322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𝑥</a:t>
            </a:r>
            <a:r>
              <a:rPr sz="2400" baseline="-15625" dirty="0">
                <a:latin typeface="Cambria Math"/>
                <a:cs typeface="Cambria Math"/>
              </a:rPr>
              <a:t>2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retorne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exemplo.</a:t>
            </a:r>
            <a:endParaRPr sz="2200" dirty="0">
              <a:latin typeface="Calibri"/>
              <a:cs typeface="Calibri"/>
            </a:endParaRPr>
          </a:p>
          <a:p>
            <a:pPr marL="25400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b="1" i="1" spc="-10" dirty="0">
                <a:latin typeface="Calibri"/>
                <a:cs typeface="Calibri"/>
              </a:rPr>
              <a:t>Classificadores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binários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têm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0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</a:t>
            </a:r>
            <a:endParaRPr sz="2200" dirty="0">
              <a:latin typeface="Calibri"/>
              <a:cs typeface="Calibri"/>
            </a:endParaRPr>
          </a:p>
          <a:p>
            <a:pPr marL="254000">
              <a:lnSpc>
                <a:spcPts val="1850"/>
              </a:lnSpc>
            </a:pPr>
            <a:r>
              <a:rPr sz="2200" spc="-10" dirty="0">
                <a:latin typeface="Calibri"/>
                <a:cs typeface="Calibri"/>
              </a:rPr>
              <a:t>pertença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𝐶</a:t>
            </a:r>
            <a:r>
              <a:rPr sz="2400" baseline="-15625" dirty="0">
                <a:latin typeface="Cambria Math"/>
                <a:cs typeface="Cambria Math"/>
              </a:rPr>
              <a:t>1</a:t>
            </a:r>
            <a:r>
              <a:rPr sz="2400" spc="232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(também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classe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negativa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50" dirty="0">
                <a:latin typeface="Calibri"/>
                <a:cs typeface="Calibri"/>
              </a:rPr>
              <a:t>1</a:t>
            </a:r>
            <a:endParaRPr sz="2200" dirty="0">
              <a:latin typeface="Calibri"/>
              <a:cs typeface="Calibri"/>
            </a:endParaRPr>
          </a:p>
          <a:p>
            <a:pPr marL="2540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caso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pertença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𝐶</a:t>
            </a:r>
            <a:r>
              <a:rPr sz="2400" baseline="-15625" dirty="0">
                <a:latin typeface="Cambria Math"/>
                <a:cs typeface="Cambria Math"/>
              </a:rPr>
              <a:t>2</a:t>
            </a:r>
            <a:r>
              <a:rPr sz="2400" spc="247" baseline="-156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(também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classe</a:t>
            </a:r>
            <a:endParaRPr sz="2200" dirty="0">
              <a:latin typeface="Calibri"/>
              <a:cs typeface="Calibri"/>
            </a:endParaRPr>
          </a:p>
          <a:p>
            <a:pPr marL="254000">
              <a:lnSpc>
                <a:spcPts val="2245"/>
              </a:lnSpc>
            </a:pPr>
            <a:r>
              <a:rPr sz="2200" b="1" i="1" spc="-10" dirty="0">
                <a:latin typeface="Calibri"/>
                <a:cs typeface="Calibri"/>
              </a:rPr>
              <a:t>positiva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254000" marR="19431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0" dirty="0">
                <a:latin typeface="Calibri"/>
                <a:cs typeface="Calibri"/>
              </a:rPr>
              <a:t>Para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classificador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linear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funcione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corretamente,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duas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devem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linearmente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separáveis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54000" indent="-228600">
              <a:lnSpc>
                <a:spcPts val="2245"/>
              </a:lnSpc>
              <a:spcBef>
                <a:spcPts val="21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dirty="0">
                <a:latin typeface="Calibri"/>
                <a:cs typeface="Calibri"/>
              </a:rPr>
              <a:t>Isso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significa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devem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suficientemente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separadas</a:t>
            </a:r>
            <a:endParaRPr sz="2200" dirty="0">
              <a:latin typeface="Calibri"/>
              <a:cs typeface="Calibri"/>
            </a:endParaRPr>
          </a:p>
          <a:p>
            <a:pPr marL="2540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umas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garantir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superfície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decisão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um</a:t>
            </a:r>
            <a:endParaRPr sz="2200" dirty="0">
              <a:latin typeface="Calibri"/>
              <a:cs typeface="Calibri"/>
            </a:endParaRPr>
          </a:p>
          <a:p>
            <a:pPr marL="254000">
              <a:lnSpc>
                <a:spcPts val="2245"/>
              </a:lnSpc>
            </a:pPr>
            <a:r>
              <a:rPr sz="2200" b="1" i="1" spc="-10" dirty="0">
                <a:latin typeface="Calibri"/>
                <a:cs typeface="Calibri"/>
              </a:rPr>
              <a:t>hiperplano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54000" marR="103124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separadas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hiperplano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são </a:t>
            </a:r>
            <a:r>
              <a:rPr sz="2200" dirty="0">
                <a:latin typeface="Calibri"/>
                <a:cs typeface="Calibri"/>
              </a:rPr>
              <a:t>chamadas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linearmente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separáveis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5400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dirty="0">
                <a:latin typeface="Calibri"/>
                <a:cs typeface="Calibri"/>
              </a:rPr>
              <a:t>Na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primeira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figura,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fronteira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decisão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uma</a:t>
            </a:r>
            <a:endParaRPr sz="2200" dirty="0">
              <a:latin typeface="Calibri"/>
              <a:cs typeface="Calibri"/>
            </a:endParaRPr>
          </a:p>
          <a:p>
            <a:pPr marL="254000">
              <a:lnSpc>
                <a:spcPts val="2245"/>
              </a:lnSpc>
              <a:tabLst>
                <a:tab pos="5086985" algn="l"/>
              </a:tabLst>
            </a:pP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discriminante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reta: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𝑔</a:t>
            </a:r>
            <a:r>
              <a:rPr lang="pt-BR" sz="1600" spc="270" dirty="0">
                <a:latin typeface="Cambria Math"/>
                <a:cs typeface="Cambria Math"/>
              </a:rPr>
              <a:t>(</a:t>
            </a:r>
            <a:r>
              <a:rPr sz="1600" spc="-50" dirty="0">
                <a:latin typeface="Cambria Math"/>
                <a:cs typeface="Cambria Math"/>
              </a:rPr>
              <a:t>𝒙</a:t>
            </a:r>
            <a:r>
              <a:rPr lang="pt-BR" sz="1600" spc="-50" dirty="0">
                <a:latin typeface="Cambria Math"/>
                <a:cs typeface="Cambria Math"/>
              </a:rPr>
              <a:t>)</a:t>
            </a:r>
            <a:r>
              <a:rPr sz="1600" dirty="0">
                <a:latin typeface="Cambria Math"/>
                <a:cs typeface="Cambria Math"/>
              </a:rPr>
              <a:t>	=</a:t>
            </a:r>
            <a:r>
              <a:rPr sz="1600" spc="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1 −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𝑥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725" spc="217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−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𝑥</a:t>
            </a:r>
            <a:r>
              <a:rPr sz="1725" spc="-37" baseline="-14492" dirty="0">
                <a:latin typeface="Cambria Math"/>
                <a:cs typeface="Cambria Math"/>
              </a:rPr>
              <a:t>2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54000" marR="27622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dirty="0">
                <a:latin typeface="Calibri"/>
                <a:cs typeface="Calibri"/>
              </a:rPr>
              <a:t>Na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segunda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figura,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devido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proximidade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existe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hiperplano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separe.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1800" y="568832"/>
            <a:ext cx="126936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985" marR="5080" indent="-24892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Frontreira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decisão, </a:t>
            </a:r>
            <a:r>
              <a:rPr sz="1100" dirty="0">
                <a:latin typeface="Calibri"/>
                <a:cs typeface="Calibri"/>
              </a:rPr>
              <a:t>onde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i="1" dirty="0">
                <a:latin typeface="Calibri"/>
                <a:cs typeface="Calibri"/>
              </a:rPr>
              <a:t>x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7028" y="4224043"/>
            <a:ext cx="3376682" cy="219108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9467" y="1123985"/>
            <a:ext cx="3360109" cy="230453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355326" y="2862148"/>
            <a:ext cx="45021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Calibri"/>
                <a:cs typeface="Calibri"/>
              </a:rPr>
              <a:t>g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i="1" dirty="0">
                <a:latin typeface="Calibri"/>
                <a:cs typeface="Calibri"/>
              </a:rPr>
              <a:t>x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&gt;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45750" y="747522"/>
            <a:ext cx="497840" cy="1252220"/>
          </a:xfrm>
          <a:custGeom>
            <a:avLst/>
            <a:gdLst/>
            <a:ahLst/>
            <a:cxnLst/>
            <a:rect l="l" t="t" r="r" b="b"/>
            <a:pathLst>
              <a:path w="497840" h="1252220">
                <a:moveTo>
                  <a:pt x="282321" y="732408"/>
                </a:moveTo>
                <a:lnTo>
                  <a:pt x="270891" y="734949"/>
                </a:lnTo>
                <a:lnTo>
                  <a:pt x="271145" y="734949"/>
                </a:lnTo>
                <a:lnTo>
                  <a:pt x="259715" y="736473"/>
                </a:lnTo>
                <a:lnTo>
                  <a:pt x="259969" y="736473"/>
                </a:lnTo>
                <a:lnTo>
                  <a:pt x="248411" y="736980"/>
                </a:lnTo>
                <a:lnTo>
                  <a:pt x="236727" y="737742"/>
                </a:lnTo>
                <a:lnTo>
                  <a:pt x="189865" y="755141"/>
                </a:lnTo>
                <a:lnTo>
                  <a:pt x="156209" y="781938"/>
                </a:lnTo>
                <a:lnTo>
                  <a:pt x="124459" y="818641"/>
                </a:lnTo>
                <a:lnTo>
                  <a:pt x="94996" y="864107"/>
                </a:lnTo>
                <a:lnTo>
                  <a:pt x="76961" y="898778"/>
                </a:lnTo>
                <a:lnTo>
                  <a:pt x="60451" y="936370"/>
                </a:lnTo>
                <a:lnTo>
                  <a:pt x="45466" y="976629"/>
                </a:lnTo>
                <a:lnTo>
                  <a:pt x="32257" y="1019048"/>
                </a:lnTo>
                <a:lnTo>
                  <a:pt x="21081" y="1063370"/>
                </a:lnTo>
                <a:lnTo>
                  <a:pt x="12192" y="1109217"/>
                </a:lnTo>
                <a:lnTo>
                  <a:pt x="5588" y="1156207"/>
                </a:lnTo>
                <a:lnTo>
                  <a:pt x="1380" y="1204340"/>
                </a:lnTo>
                <a:lnTo>
                  <a:pt x="0" y="1251965"/>
                </a:lnTo>
                <a:lnTo>
                  <a:pt x="6350" y="1252092"/>
                </a:lnTo>
                <a:lnTo>
                  <a:pt x="6741" y="1227963"/>
                </a:lnTo>
                <a:lnTo>
                  <a:pt x="7775" y="1203960"/>
                </a:lnTo>
                <a:lnTo>
                  <a:pt x="9586" y="1179956"/>
                </a:lnTo>
                <a:lnTo>
                  <a:pt x="11810" y="1156969"/>
                </a:lnTo>
                <a:lnTo>
                  <a:pt x="14842" y="1133602"/>
                </a:lnTo>
                <a:lnTo>
                  <a:pt x="18394" y="1110361"/>
                </a:lnTo>
                <a:lnTo>
                  <a:pt x="18438" y="1110233"/>
                </a:lnTo>
                <a:lnTo>
                  <a:pt x="22582" y="1087501"/>
                </a:lnTo>
                <a:lnTo>
                  <a:pt x="27278" y="1064894"/>
                </a:lnTo>
                <a:lnTo>
                  <a:pt x="38448" y="1020826"/>
                </a:lnTo>
                <a:lnTo>
                  <a:pt x="51395" y="978662"/>
                </a:lnTo>
                <a:lnTo>
                  <a:pt x="58628" y="958468"/>
                </a:lnTo>
                <a:lnTo>
                  <a:pt x="66245" y="938783"/>
                </a:lnTo>
                <a:lnTo>
                  <a:pt x="74241" y="919861"/>
                </a:lnTo>
                <a:lnTo>
                  <a:pt x="74352" y="919733"/>
                </a:lnTo>
                <a:lnTo>
                  <a:pt x="82619" y="901573"/>
                </a:lnTo>
                <a:lnTo>
                  <a:pt x="82740" y="901445"/>
                </a:lnTo>
                <a:lnTo>
                  <a:pt x="91503" y="884047"/>
                </a:lnTo>
                <a:lnTo>
                  <a:pt x="100514" y="867410"/>
                </a:lnTo>
                <a:lnTo>
                  <a:pt x="109981" y="851407"/>
                </a:lnTo>
                <a:lnTo>
                  <a:pt x="119633" y="836422"/>
                </a:lnTo>
                <a:lnTo>
                  <a:pt x="129540" y="822325"/>
                </a:lnTo>
                <a:lnTo>
                  <a:pt x="139728" y="809370"/>
                </a:lnTo>
                <a:lnTo>
                  <a:pt x="150004" y="797432"/>
                </a:lnTo>
                <a:lnTo>
                  <a:pt x="160532" y="786511"/>
                </a:lnTo>
                <a:lnTo>
                  <a:pt x="171576" y="776477"/>
                </a:lnTo>
                <a:lnTo>
                  <a:pt x="182245" y="767968"/>
                </a:lnTo>
                <a:lnTo>
                  <a:pt x="193421" y="760476"/>
                </a:lnTo>
                <a:lnTo>
                  <a:pt x="193614" y="760476"/>
                </a:lnTo>
                <a:lnTo>
                  <a:pt x="204119" y="754506"/>
                </a:lnTo>
                <a:lnTo>
                  <a:pt x="204343" y="754379"/>
                </a:lnTo>
                <a:lnTo>
                  <a:pt x="215392" y="749553"/>
                </a:lnTo>
                <a:lnTo>
                  <a:pt x="215546" y="749553"/>
                </a:lnTo>
                <a:lnTo>
                  <a:pt x="226568" y="746125"/>
                </a:lnTo>
                <a:lnTo>
                  <a:pt x="226829" y="746125"/>
                </a:lnTo>
                <a:lnTo>
                  <a:pt x="237744" y="743965"/>
                </a:lnTo>
                <a:lnTo>
                  <a:pt x="237235" y="743965"/>
                </a:lnTo>
                <a:lnTo>
                  <a:pt x="248793" y="743330"/>
                </a:lnTo>
                <a:lnTo>
                  <a:pt x="260476" y="742823"/>
                </a:lnTo>
                <a:lnTo>
                  <a:pt x="272160" y="741172"/>
                </a:lnTo>
                <a:lnTo>
                  <a:pt x="283845" y="738631"/>
                </a:lnTo>
                <a:lnTo>
                  <a:pt x="295528" y="734949"/>
                </a:lnTo>
                <a:lnTo>
                  <a:pt x="301561" y="732536"/>
                </a:lnTo>
                <a:lnTo>
                  <a:pt x="282067" y="732536"/>
                </a:lnTo>
                <a:lnTo>
                  <a:pt x="282321" y="732408"/>
                </a:lnTo>
                <a:close/>
              </a:path>
              <a:path w="497840" h="1252220">
                <a:moveTo>
                  <a:pt x="6736" y="1228089"/>
                </a:moveTo>
                <a:close/>
              </a:path>
              <a:path w="497840" h="1252220">
                <a:moveTo>
                  <a:pt x="9537" y="1180464"/>
                </a:moveTo>
                <a:close/>
              </a:path>
              <a:path w="497840" h="1252220">
                <a:moveTo>
                  <a:pt x="14858" y="1133475"/>
                </a:moveTo>
                <a:close/>
              </a:path>
              <a:path w="497840" h="1252220">
                <a:moveTo>
                  <a:pt x="18438" y="1110233"/>
                </a:moveTo>
                <a:lnTo>
                  <a:pt x="18415" y="1110361"/>
                </a:lnTo>
                <a:lnTo>
                  <a:pt x="18438" y="1110233"/>
                </a:lnTo>
                <a:close/>
              </a:path>
              <a:path w="497840" h="1252220">
                <a:moveTo>
                  <a:pt x="22632" y="1087374"/>
                </a:moveTo>
                <a:close/>
              </a:path>
              <a:path w="497840" h="1252220">
                <a:moveTo>
                  <a:pt x="27337" y="1064767"/>
                </a:moveTo>
                <a:close/>
              </a:path>
              <a:path w="497840" h="1252220">
                <a:moveTo>
                  <a:pt x="38480" y="1020699"/>
                </a:moveTo>
                <a:close/>
              </a:path>
              <a:path w="497840" h="1252220">
                <a:moveTo>
                  <a:pt x="51480" y="978535"/>
                </a:moveTo>
                <a:close/>
              </a:path>
              <a:path w="497840" h="1252220">
                <a:moveTo>
                  <a:pt x="58722" y="958341"/>
                </a:moveTo>
                <a:close/>
              </a:path>
              <a:path w="497840" h="1252220">
                <a:moveTo>
                  <a:pt x="66347" y="938656"/>
                </a:moveTo>
                <a:close/>
              </a:path>
              <a:path w="497840" h="1252220">
                <a:moveTo>
                  <a:pt x="74352" y="919733"/>
                </a:moveTo>
                <a:lnTo>
                  <a:pt x="74295" y="919861"/>
                </a:lnTo>
                <a:lnTo>
                  <a:pt x="74352" y="919733"/>
                </a:lnTo>
                <a:close/>
              </a:path>
              <a:path w="497840" h="1252220">
                <a:moveTo>
                  <a:pt x="82740" y="901445"/>
                </a:moveTo>
                <a:lnTo>
                  <a:pt x="82676" y="901573"/>
                </a:lnTo>
                <a:lnTo>
                  <a:pt x="82740" y="901445"/>
                </a:lnTo>
                <a:close/>
              </a:path>
              <a:path w="497840" h="1252220">
                <a:moveTo>
                  <a:pt x="91567" y="883919"/>
                </a:moveTo>
                <a:lnTo>
                  <a:pt x="91440" y="884047"/>
                </a:lnTo>
                <a:lnTo>
                  <a:pt x="91567" y="883919"/>
                </a:lnTo>
                <a:close/>
              </a:path>
              <a:path w="497840" h="1252220">
                <a:moveTo>
                  <a:pt x="100583" y="867282"/>
                </a:moveTo>
                <a:lnTo>
                  <a:pt x="100456" y="867410"/>
                </a:lnTo>
                <a:lnTo>
                  <a:pt x="100583" y="867282"/>
                </a:lnTo>
                <a:close/>
              </a:path>
              <a:path w="497840" h="1252220">
                <a:moveTo>
                  <a:pt x="119722" y="836422"/>
                </a:moveTo>
                <a:close/>
              </a:path>
              <a:path w="497840" h="1252220">
                <a:moveTo>
                  <a:pt x="129638" y="822325"/>
                </a:moveTo>
                <a:close/>
              </a:path>
              <a:path w="497840" h="1252220">
                <a:moveTo>
                  <a:pt x="139826" y="809243"/>
                </a:moveTo>
                <a:close/>
              </a:path>
              <a:path w="497840" h="1252220">
                <a:moveTo>
                  <a:pt x="171639" y="776477"/>
                </a:moveTo>
                <a:lnTo>
                  <a:pt x="171323" y="776731"/>
                </a:lnTo>
                <a:lnTo>
                  <a:pt x="171639" y="776477"/>
                </a:lnTo>
                <a:close/>
              </a:path>
              <a:path w="497840" h="1252220">
                <a:moveTo>
                  <a:pt x="182306" y="767968"/>
                </a:moveTo>
                <a:lnTo>
                  <a:pt x="182118" y="768095"/>
                </a:lnTo>
                <a:lnTo>
                  <a:pt x="182306" y="767968"/>
                </a:lnTo>
                <a:close/>
              </a:path>
              <a:path w="497840" h="1252220">
                <a:moveTo>
                  <a:pt x="193614" y="760476"/>
                </a:moveTo>
                <a:lnTo>
                  <a:pt x="193421" y="760476"/>
                </a:lnTo>
                <a:lnTo>
                  <a:pt x="193167" y="760729"/>
                </a:lnTo>
                <a:lnTo>
                  <a:pt x="193614" y="760476"/>
                </a:lnTo>
                <a:close/>
              </a:path>
              <a:path w="497840" h="1252220">
                <a:moveTo>
                  <a:pt x="204378" y="754379"/>
                </a:moveTo>
                <a:lnTo>
                  <a:pt x="204222" y="754448"/>
                </a:lnTo>
                <a:lnTo>
                  <a:pt x="204378" y="754379"/>
                </a:lnTo>
                <a:close/>
              </a:path>
              <a:path w="497840" h="1252220">
                <a:moveTo>
                  <a:pt x="215546" y="749553"/>
                </a:moveTo>
                <a:lnTo>
                  <a:pt x="215392" y="749553"/>
                </a:lnTo>
                <a:lnTo>
                  <a:pt x="215138" y="749680"/>
                </a:lnTo>
                <a:lnTo>
                  <a:pt x="215546" y="749553"/>
                </a:lnTo>
                <a:close/>
              </a:path>
              <a:path w="497840" h="1252220">
                <a:moveTo>
                  <a:pt x="226829" y="746125"/>
                </a:moveTo>
                <a:lnTo>
                  <a:pt x="226568" y="746125"/>
                </a:lnTo>
                <a:lnTo>
                  <a:pt x="226186" y="746251"/>
                </a:lnTo>
                <a:lnTo>
                  <a:pt x="226829" y="746125"/>
                </a:lnTo>
                <a:close/>
              </a:path>
              <a:path w="497840" h="1252220">
                <a:moveTo>
                  <a:pt x="293497" y="728979"/>
                </a:moveTo>
                <a:lnTo>
                  <a:pt x="282067" y="732536"/>
                </a:lnTo>
                <a:lnTo>
                  <a:pt x="301561" y="732536"/>
                </a:lnTo>
                <a:lnTo>
                  <a:pt x="306958" y="730376"/>
                </a:lnTo>
                <a:lnTo>
                  <a:pt x="309680" y="729106"/>
                </a:lnTo>
                <a:lnTo>
                  <a:pt x="293243" y="729106"/>
                </a:lnTo>
                <a:lnTo>
                  <a:pt x="293497" y="728979"/>
                </a:lnTo>
                <a:close/>
              </a:path>
              <a:path w="497840" h="1252220">
                <a:moveTo>
                  <a:pt x="328447" y="719327"/>
                </a:moveTo>
                <a:lnTo>
                  <a:pt x="315595" y="719327"/>
                </a:lnTo>
                <a:lnTo>
                  <a:pt x="304292" y="724662"/>
                </a:lnTo>
                <a:lnTo>
                  <a:pt x="293243" y="729106"/>
                </a:lnTo>
                <a:lnTo>
                  <a:pt x="309680" y="729106"/>
                </a:lnTo>
                <a:lnTo>
                  <a:pt x="318389" y="725042"/>
                </a:lnTo>
                <a:lnTo>
                  <a:pt x="328447" y="719327"/>
                </a:lnTo>
                <a:close/>
              </a:path>
              <a:path w="497840" h="1252220">
                <a:moveTo>
                  <a:pt x="304546" y="724535"/>
                </a:moveTo>
                <a:lnTo>
                  <a:pt x="304232" y="724662"/>
                </a:lnTo>
                <a:lnTo>
                  <a:pt x="304546" y="724535"/>
                </a:lnTo>
                <a:close/>
              </a:path>
              <a:path w="497840" h="1252220">
                <a:moveTo>
                  <a:pt x="377131" y="680719"/>
                </a:moveTo>
                <a:lnTo>
                  <a:pt x="368173" y="680719"/>
                </a:lnTo>
                <a:lnTo>
                  <a:pt x="357885" y="690117"/>
                </a:lnTo>
                <a:lnTo>
                  <a:pt x="347472" y="698626"/>
                </a:lnTo>
                <a:lnTo>
                  <a:pt x="336930" y="706374"/>
                </a:lnTo>
                <a:lnTo>
                  <a:pt x="326135" y="713358"/>
                </a:lnTo>
                <a:lnTo>
                  <a:pt x="315413" y="719413"/>
                </a:lnTo>
                <a:lnTo>
                  <a:pt x="315595" y="719327"/>
                </a:lnTo>
                <a:lnTo>
                  <a:pt x="328447" y="719327"/>
                </a:lnTo>
                <a:lnTo>
                  <a:pt x="362076" y="694816"/>
                </a:lnTo>
                <a:lnTo>
                  <a:pt x="372491" y="685418"/>
                </a:lnTo>
                <a:lnTo>
                  <a:pt x="377131" y="680719"/>
                </a:lnTo>
                <a:close/>
              </a:path>
              <a:path w="497840" h="1252220">
                <a:moveTo>
                  <a:pt x="326263" y="713231"/>
                </a:moveTo>
                <a:lnTo>
                  <a:pt x="326040" y="713358"/>
                </a:lnTo>
                <a:lnTo>
                  <a:pt x="326263" y="713231"/>
                </a:lnTo>
                <a:close/>
              </a:path>
              <a:path w="497840" h="1252220">
                <a:moveTo>
                  <a:pt x="337057" y="706247"/>
                </a:moveTo>
                <a:lnTo>
                  <a:pt x="336862" y="706374"/>
                </a:lnTo>
                <a:lnTo>
                  <a:pt x="337057" y="706247"/>
                </a:lnTo>
                <a:close/>
              </a:path>
              <a:path w="497840" h="1252220">
                <a:moveTo>
                  <a:pt x="347599" y="698500"/>
                </a:moveTo>
                <a:lnTo>
                  <a:pt x="347426" y="698626"/>
                </a:lnTo>
                <a:lnTo>
                  <a:pt x="347599" y="698500"/>
                </a:lnTo>
                <a:close/>
              </a:path>
              <a:path w="497840" h="1252220">
                <a:moveTo>
                  <a:pt x="358013" y="689990"/>
                </a:moveTo>
                <a:lnTo>
                  <a:pt x="357857" y="690117"/>
                </a:lnTo>
                <a:lnTo>
                  <a:pt x="358013" y="689990"/>
                </a:lnTo>
                <a:close/>
              </a:path>
              <a:path w="497840" h="1252220">
                <a:moveTo>
                  <a:pt x="395922" y="660273"/>
                </a:moveTo>
                <a:lnTo>
                  <a:pt x="387730" y="660273"/>
                </a:lnTo>
                <a:lnTo>
                  <a:pt x="377951" y="670940"/>
                </a:lnTo>
                <a:lnTo>
                  <a:pt x="368156" y="680734"/>
                </a:lnTo>
                <a:lnTo>
                  <a:pt x="377131" y="680719"/>
                </a:lnTo>
                <a:lnTo>
                  <a:pt x="382524" y="675258"/>
                </a:lnTo>
                <a:lnTo>
                  <a:pt x="392429" y="664463"/>
                </a:lnTo>
                <a:lnTo>
                  <a:pt x="395922" y="660273"/>
                </a:lnTo>
                <a:close/>
              </a:path>
              <a:path w="497840" h="1252220">
                <a:moveTo>
                  <a:pt x="377951" y="670813"/>
                </a:moveTo>
                <a:close/>
              </a:path>
              <a:path w="497840" h="1252220">
                <a:moveTo>
                  <a:pt x="405077" y="648969"/>
                </a:moveTo>
                <a:lnTo>
                  <a:pt x="397128" y="648969"/>
                </a:lnTo>
                <a:lnTo>
                  <a:pt x="387603" y="660400"/>
                </a:lnTo>
                <a:lnTo>
                  <a:pt x="395922" y="660273"/>
                </a:lnTo>
                <a:lnTo>
                  <a:pt x="401954" y="653033"/>
                </a:lnTo>
                <a:lnTo>
                  <a:pt x="405077" y="648969"/>
                </a:lnTo>
                <a:close/>
              </a:path>
              <a:path w="497840" h="1252220">
                <a:moveTo>
                  <a:pt x="453010" y="569976"/>
                </a:moveTo>
                <a:lnTo>
                  <a:pt x="446024" y="569976"/>
                </a:lnTo>
                <a:lnTo>
                  <a:pt x="431165" y="598551"/>
                </a:lnTo>
                <a:lnTo>
                  <a:pt x="414781" y="624839"/>
                </a:lnTo>
                <a:lnTo>
                  <a:pt x="406019" y="637158"/>
                </a:lnTo>
                <a:lnTo>
                  <a:pt x="397001" y="649097"/>
                </a:lnTo>
                <a:lnTo>
                  <a:pt x="397128" y="648969"/>
                </a:lnTo>
                <a:lnTo>
                  <a:pt x="405077" y="648969"/>
                </a:lnTo>
                <a:lnTo>
                  <a:pt x="411225" y="640968"/>
                </a:lnTo>
                <a:lnTo>
                  <a:pt x="420116" y="628268"/>
                </a:lnTo>
                <a:lnTo>
                  <a:pt x="436752" y="601599"/>
                </a:lnTo>
                <a:lnTo>
                  <a:pt x="451739" y="572897"/>
                </a:lnTo>
                <a:lnTo>
                  <a:pt x="453010" y="569976"/>
                </a:lnTo>
                <a:close/>
              </a:path>
              <a:path w="497840" h="1252220">
                <a:moveTo>
                  <a:pt x="414781" y="624713"/>
                </a:moveTo>
                <a:close/>
              </a:path>
              <a:path w="497840" h="1252220">
                <a:moveTo>
                  <a:pt x="431292" y="598297"/>
                </a:moveTo>
                <a:lnTo>
                  <a:pt x="431134" y="598551"/>
                </a:lnTo>
                <a:lnTo>
                  <a:pt x="431292" y="598297"/>
                </a:lnTo>
                <a:close/>
              </a:path>
              <a:path w="497840" h="1252220">
                <a:moveTo>
                  <a:pt x="465803" y="540130"/>
                </a:moveTo>
                <a:lnTo>
                  <a:pt x="459104" y="540130"/>
                </a:lnTo>
                <a:lnTo>
                  <a:pt x="445924" y="570167"/>
                </a:lnTo>
                <a:lnTo>
                  <a:pt x="446024" y="569976"/>
                </a:lnTo>
                <a:lnTo>
                  <a:pt x="453010" y="569976"/>
                </a:lnTo>
                <a:lnTo>
                  <a:pt x="464947" y="542543"/>
                </a:lnTo>
                <a:lnTo>
                  <a:pt x="465803" y="540130"/>
                </a:lnTo>
                <a:close/>
              </a:path>
              <a:path w="497840" h="1252220">
                <a:moveTo>
                  <a:pt x="497330" y="376427"/>
                </a:moveTo>
                <a:lnTo>
                  <a:pt x="490981" y="376427"/>
                </a:lnTo>
                <a:lnTo>
                  <a:pt x="490600" y="393445"/>
                </a:lnTo>
                <a:lnTo>
                  <a:pt x="489584" y="410337"/>
                </a:lnTo>
                <a:lnTo>
                  <a:pt x="487933" y="427100"/>
                </a:lnTo>
                <a:lnTo>
                  <a:pt x="485521" y="443864"/>
                </a:lnTo>
                <a:lnTo>
                  <a:pt x="482473" y="460501"/>
                </a:lnTo>
                <a:lnTo>
                  <a:pt x="478917" y="476885"/>
                </a:lnTo>
                <a:lnTo>
                  <a:pt x="474725" y="493140"/>
                </a:lnTo>
                <a:lnTo>
                  <a:pt x="470026" y="509142"/>
                </a:lnTo>
                <a:lnTo>
                  <a:pt x="458977" y="540385"/>
                </a:lnTo>
                <a:lnTo>
                  <a:pt x="459104" y="540130"/>
                </a:lnTo>
                <a:lnTo>
                  <a:pt x="465803" y="540130"/>
                </a:lnTo>
                <a:lnTo>
                  <a:pt x="480822" y="494791"/>
                </a:lnTo>
                <a:lnTo>
                  <a:pt x="491744" y="444880"/>
                </a:lnTo>
                <a:lnTo>
                  <a:pt x="496950" y="393700"/>
                </a:lnTo>
                <a:lnTo>
                  <a:pt x="497330" y="376427"/>
                </a:lnTo>
                <a:close/>
              </a:path>
              <a:path w="497840" h="1252220">
                <a:moveTo>
                  <a:pt x="470026" y="509015"/>
                </a:moveTo>
                <a:close/>
              </a:path>
              <a:path w="497840" h="1252220">
                <a:moveTo>
                  <a:pt x="474725" y="493013"/>
                </a:moveTo>
                <a:close/>
              </a:path>
              <a:path w="497840" h="1252220">
                <a:moveTo>
                  <a:pt x="478917" y="476757"/>
                </a:moveTo>
                <a:lnTo>
                  <a:pt x="478884" y="476885"/>
                </a:lnTo>
                <a:lnTo>
                  <a:pt x="478917" y="476757"/>
                </a:lnTo>
                <a:close/>
              </a:path>
              <a:path w="497840" h="1252220">
                <a:moveTo>
                  <a:pt x="482473" y="460375"/>
                </a:moveTo>
                <a:close/>
              </a:path>
              <a:path w="497840" h="1252220">
                <a:moveTo>
                  <a:pt x="485521" y="443738"/>
                </a:moveTo>
                <a:close/>
              </a:path>
              <a:path w="497840" h="1252220">
                <a:moveTo>
                  <a:pt x="489584" y="410210"/>
                </a:moveTo>
                <a:close/>
              </a:path>
              <a:path w="497840" h="1252220">
                <a:moveTo>
                  <a:pt x="490600" y="393318"/>
                </a:moveTo>
                <a:close/>
              </a:path>
              <a:path w="497840" h="1252220">
                <a:moveTo>
                  <a:pt x="497079" y="359537"/>
                </a:moveTo>
                <a:lnTo>
                  <a:pt x="490727" y="359537"/>
                </a:lnTo>
                <a:lnTo>
                  <a:pt x="490980" y="376478"/>
                </a:lnTo>
                <a:lnTo>
                  <a:pt x="497330" y="376427"/>
                </a:lnTo>
                <a:lnTo>
                  <a:pt x="497079" y="359537"/>
                </a:lnTo>
                <a:close/>
              </a:path>
              <a:path w="497840" h="1252220">
                <a:moveTo>
                  <a:pt x="494472" y="325881"/>
                </a:moveTo>
                <a:lnTo>
                  <a:pt x="488060" y="325881"/>
                </a:lnTo>
                <a:lnTo>
                  <a:pt x="489711" y="342773"/>
                </a:lnTo>
                <a:lnTo>
                  <a:pt x="490727" y="359663"/>
                </a:lnTo>
                <a:lnTo>
                  <a:pt x="497079" y="359537"/>
                </a:lnTo>
                <a:lnTo>
                  <a:pt x="496061" y="342264"/>
                </a:lnTo>
                <a:lnTo>
                  <a:pt x="494472" y="325881"/>
                </a:lnTo>
                <a:close/>
              </a:path>
              <a:path w="497840" h="1252220">
                <a:moveTo>
                  <a:pt x="492244" y="309117"/>
                </a:moveTo>
                <a:lnTo>
                  <a:pt x="485901" y="309117"/>
                </a:lnTo>
                <a:lnTo>
                  <a:pt x="488060" y="326008"/>
                </a:lnTo>
                <a:lnTo>
                  <a:pt x="494472" y="325881"/>
                </a:lnTo>
                <a:lnTo>
                  <a:pt x="494410" y="325247"/>
                </a:lnTo>
                <a:lnTo>
                  <a:pt x="492244" y="309117"/>
                </a:lnTo>
                <a:close/>
              </a:path>
              <a:path w="497840" h="1252220">
                <a:moveTo>
                  <a:pt x="486200" y="276098"/>
                </a:moveTo>
                <a:lnTo>
                  <a:pt x="479805" y="276098"/>
                </a:lnTo>
                <a:lnTo>
                  <a:pt x="483234" y="292607"/>
                </a:lnTo>
                <a:lnTo>
                  <a:pt x="485901" y="309244"/>
                </a:lnTo>
                <a:lnTo>
                  <a:pt x="492244" y="309117"/>
                </a:lnTo>
                <a:lnTo>
                  <a:pt x="492125" y="308228"/>
                </a:lnTo>
                <a:lnTo>
                  <a:pt x="489457" y="291338"/>
                </a:lnTo>
                <a:lnTo>
                  <a:pt x="486200" y="276098"/>
                </a:lnTo>
                <a:close/>
              </a:path>
              <a:path w="497840" h="1252220">
                <a:moveTo>
                  <a:pt x="483107" y="292480"/>
                </a:moveTo>
                <a:close/>
              </a:path>
              <a:path w="497840" h="1252220">
                <a:moveTo>
                  <a:pt x="478064" y="243712"/>
                </a:moveTo>
                <a:lnTo>
                  <a:pt x="471550" y="243712"/>
                </a:lnTo>
                <a:lnTo>
                  <a:pt x="479805" y="276225"/>
                </a:lnTo>
                <a:lnTo>
                  <a:pt x="486200" y="276098"/>
                </a:lnTo>
                <a:lnTo>
                  <a:pt x="485901" y="274700"/>
                </a:lnTo>
                <a:lnTo>
                  <a:pt x="478064" y="243712"/>
                </a:lnTo>
                <a:close/>
              </a:path>
              <a:path w="497840" h="1252220">
                <a:moveTo>
                  <a:pt x="442309" y="154431"/>
                </a:moveTo>
                <a:lnTo>
                  <a:pt x="435228" y="154431"/>
                </a:lnTo>
                <a:lnTo>
                  <a:pt x="435355" y="154686"/>
                </a:lnTo>
                <a:lnTo>
                  <a:pt x="449199" y="182879"/>
                </a:lnTo>
                <a:lnTo>
                  <a:pt x="461264" y="212851"/>
                </a:lnTo>
                <a:lnTo>
                  <a:pt x="471550" y="243966"/>
                </a:lnTo>
                <a:lnTo>
                  <a:pt x="471550" y="243712"/>
                </a:lnTo>
                <a:lnTo>
                  <a:pt x="478064" y="243712"/>
                </a:lnTo>
                <a:lnTo>
                  <a:pt x="477647" y="242062"/>
                </a:lnTo>
                <a:lnTo>
                  <a:pt x="467105" y="210565"/>
                </a:lnTo>
                <a:lnTo>
                  <a:pt x="454914" y="180212"/>
                </a:lnTo>
                <a:lnTo>
                  <a:pt x="442309" y="154431"/>
                </a:lnTo>
                <a:close/>
              </a:path>
              <a:path w="497840" h="1252220">
                <a:moveTo>
                  <a:pt x="461136" y="212598"/>
                </a:moveTo>
                <a:lnTo>
                  <a:pt x="461221" y="212851"/>
                </a:lnTo>
                <a:lnTo>
                  <a:pt x="461136" y="212598"/>
                </a:lnTo>
                <a:close/>
              </a:path>
              <a:path w="497840" h="1252220">
                <a:moveTo>
                  <a:pt x="449072" y="182752"/>
                </a:moveTo>
                <a:close/>
              </a:path>
              <a:path w="497840" h="1252220">
                <a:moveTo>
                  <a:pt x="435341" y="154660"/>
                </a:moveTo>
                <a:close/>
              </a:path>
              <a:path w="497840" h="1252220">
                <a:moveTo>
                  <a:pt x="385121" y="72008"/>
                </a:moveTo>
                <a:lnTo>
                  <a:pt x="376554" y="72008"/>
                </a:lnTo>
                <a:lnTo>
                  <a:pt x="376681" y="72136"/>
                </a:lnTo>
                <a:lnTo>
                  <a:pt x="385825" y="82168"/>
                </a:lnTo>
                <a:lnTo>
                  <a:pt x="394843" y="92710"/>
                </a:lnTo>
                <a:lnTo>
                  <a:pt x="403605" y="104012"/>
                </a:lnTo>
                <a:lnTo>
                  <a:pt x="411988" y="115824"/>
                </a:lnTo>
                <a:lnTo>
                  <a:pt x="420116" y="128269"/>
                </a:lnTo>
                <a:lnTo>
                  <a:pt x="435341" y="154660"/>
                </a:lnTo>
                <a:lnTo>
                  <a:pt x="435228" y="154431"/>
                </a:lnTo>
                <a:lnTo>
                  <a:pt x="442309" y="154431"/>
                </a:lnTo>
                <a:lnTo>
                  <a:pt x="417195" y="112267"/>
                </a:lnTo>
                <a:lnTo>
                  <a:pt x="390525" y="77850"/>
                </a:lnTo>
                <a:lnTo>
                  <a:pt x="385121" y="72008"/>
                </a:lnTo>
                <a:close/>
              </a:path>
              <a:path w="497840" h="1252220">
                <a:moveTo>
                  <a:pt x="419989" y="128142"/>
                </a:moveTo>
                <a:close/>
              </a:path>
              <a:path w="497840" h="1252220">
                <a:moveTo>
                  <a:pt x="411860" y="115697"/>
                </a:moveTo>
                <a:lnTo>
                  <a:pt x="411988" y="115824"/>
                </a:lnTo>
                <a:lnTo>
                  <a:pt x="411860" y="115697"/>
                </a:lnTo>
                <a:close/>
              </a:path>
              <a:path w="497840" h="1252220">
                <a:moveTo>
                  <a:pt x="403478" y="103886"/>
                </a:moveTo>
                <a:close/>
              </a:path>
              <a:path w="497840" h="1252220">
                <a:moveTo>
                  <a:pt x="394716" y="92582"/>
                </a:moveTo>
                <a:lnTo>
                  <a:pt x="394814" y="92710"/>
                </a:lnTo>
                <a:lnTo>
                  <a:pt x="394716" y="92582"/>
                </a:lnTo>
                <a:close/>
              </a:path>
              <a:path w="497840" h="1252220">
                <a:moveTo>
                  <a:pt x="385699" y="82041"/>
                </a:moveTo>
                <a:close/>
              </a:path>
              <a:path w="497840" h="1252220">
                <a:moveTo>
                  <a:pt x="349757" y="0"/>
                </a:moveTo>
                <a:lnTo>
                  <a:pt x="265556" y="12826"/>
                </a:lnTo>
                <a:lnTo>
                  <a:pt x="326390" y="72516"/>
                </a:lnTo>
                <a:lnTo>
                  <a:pt x="337015" y="39542"/>
                </a:lnTo>
                <a:lnTo>
                  <a:pt x="324993" y="35305"/>
                </a:lnTo>
                <a:lnTo>
                  <a:pt x="327025" y="29337"/>
                </a:lnTo>
                <a:lnTo>
                  <a:pt x="340304" y="29337"/>
                </a:lnTo>
                <a:lnTo>
                  <a:pt x="349757" y="0"/>
                </a:lnTo>
                <a:close/>
              </a:path>
              <a:path w="497840" h="1252220">
                <a:moveTo>
                  <a:pt x="376592" y="72049"/>
                </a:moveTo>
                <a:close/>
              </a:path>
              <a:path w="497840" h="1252220">
                <a:moveTo>
                  <a:pt x="376105" y="62864"/>
                </a:moveTo>
                <a:lnTo>
                  <a:pt x="367029" y="62864"/>
                </a:lnTo>
                <a:lnTo>
                  <a:pt x="376592" y="72049"/>
                </a:lnTo>
                <a:lnTo>
                  <a:pt x="385121" y="72008"/>
                </a:lnTo>
                <a:lnTo>
                  <a:pt x="381126" y="67690"/>
                </a:lnTo>
                <a:lnTo>
                  <a:pt x="376105" y="62864"/>
                </a:lnTo>
                <a:close/>
              </a:path>
              <a:path w="497840" h="1252220">
                <a:moveTo>
                  <a:pt x="366812" y="54228"/>
                </a:moveTo>
                <a:lnTo>
                  <a:pt x="357377" y="54228"/>
                </a:lnTo>
                <a:lnTo>
                  <a:pt x="367156" y="62991"/>
                </a:lnTo>
                <a:lnTo>
                  <a:pt x="376105" y="62864"/>
                </a:lnTo>
                <a:lnTo>
                  <a:pt x="371348" y="58292"/>
                </a:lnTo>
                <a:lnTo>
                  <a:pt x="366812" y="54228"/>
                </a:lnTo>
                <a:close/>
              </a:path>
              <a:path w="497840" h="1252220">
                <a:moveTo>
                  <a:pt x="357859" y="46608"/>
                </a:moveTo>
                <a:lnTo>
                  <a:pt x="347599" y="46608"/>
                </a:lnTo>
                <a:lnTo>
                  <a:pt x="357504" y="54355"/>
                </a:lnTo>
                <a:lnTo>
                  <a:pt x="366812" y="54228"/>
                </a:lnTo>
                <a:lnTo>
                  <a:pt x="361569" y="49529"/>
                </a:lnTo>
                <a:lnTo>
                  <a:pt x="357859" y="46608"/>
                </a:lnTo>
                <a:close/>
              </a:path>
              <a:path w="497840" h="1252220">
                <a:moveTo>
                  <a:pt x="337889" y="39850"/>
                </a:moveTo>
                <a:lnTo>
                  <a:pt x="347725" y="46736"/>
                </a:lnTo>
                <a:lnTo>
                  <a:pt x="347599" y="46608"/>
                </a:lnTo>
                <a:lnTo>
                  <a:pt x="357859" y="46608"/>
                </a:lnTo>
                <a:lnTo>
                  <a:pt x="351408" y="41528"/>
                </a:lnTo>
                <a:lnTo>
                  <a:pt x="349228" y="40004"/>
                </a:lnTo>
                <a:lnTo>
                  <a:pt x="338327" y="40004"/>
                </a:lnTo>
                <a:lnTo>
                  <a:pt x="337889" y="39850"/>
                </a:lnTo>
                <a:close/>
              </a:path>
              <a:path w="497840" h="1252220">
                <a:moveTo>
                  <a:pt x="337566" y="39624"/>
                </a:moveTo>
                <a:lnTo>
                  <a:pt x="337889" y="39850"/>
                </a:lnTo>
                <a:lnTo>
                  <a:pt x="338327" y="40004"/>
                </a:lnTo>
                <a:lnTo>
                  <a:pt x="337566" y="39624"/>
                </a:lnTo>
                <a:close/>
              </a:path>
              <a:path w="497840" h="1252220">
                <a:moveTo>
                  <a:pt x="348682" y="39624"/>
                </a:moveTo>
                <a:lnTo>
                  <a:pt x="337566" y="39624"/>
                </a:lnTo>
                <a:lnTo>
                  <a:pt x="338327" y="40004"/>
                </a:lnTo>
                <a:lnTo>
                  <a:pt x="349228" y="40004"/>
                </a:lnTo>
                <a:lnTo>
                  <a:pt x="348682" y="39624"/>
                </a:lnTo>
                <a:close/>
              </a:path>
              <a:path w="497840" h="1252220">
                <a:moveTo>
                  <a:pt x="338963" y="33498"/>
                </a:moveTo>
                <a:lnTo>
                  <a:pt x="337015" y="39542"/>
                </a:lnTo>
                <a:lnTo>
                  <a:pt x="337889" y="39850"/>
                </a:lnTo>
                <a:lnTo>
                  <a:pt x="337566" y="39624"/>
                </a:lnTo>
                <a:lnTo>
                  <a:pt x="348682" y="39624"/>
                </a:lnTo>
                <a:lnTo>
                  <a:pt x="340868" y="34162"/>
                </a:lnTo>
                <a:lnTo>
                  <a:pt x="338963" y="33498"/>
                </a:lnTo>
                <a:close/>
              </a:path>
              <a:path w="497840" h="1252220">
                <a:moveTo>
                  <a:pt x="327025" y="29337"/>
                </a:moveTo>
                <a:lnTo>
                  <a:pt x="324993" y="35305"/>
                </a:lnTo>
                <a:lnTo>
                  <a:pt x="337015" y="39542"/>
                </a:lnTo>
                <a:lnTo>
                  <a:pt x="338963" y="33498"/>
                </a:lnTo>
                <a:lnTo>
                  <a:pt x="327025" y="29337"/>
                </a:lnTo>
                <a:close/>
              </a:path>
              <a:path w="497840" h="1252220">
                <a:moveTo>
                  <a:pt x="340304" y="29337"/>
                </a:moveTo>
                <a:lnTo>
                  <a:pt x="327025" y="29337"/>
                </a:lnTo>
                <a:lnTo>
                  <a:pt x="338963" y="33498"/>
                </a:lnTo>
                <a:lnTo>
                  <a:pt x="340304" y="29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23093" y="1225422"/>
            <a:ext cx="4502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Calibri"/>
                <a:cs typeface="Calibri"/>
              </a:rPr>
              <a:t>g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i="1" dirty="0">
                <a:latin typeface="Calibri"/>
                <a:cs typeface="Calibri"/>
              </a:rPr>
              <a:t>x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&lt;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5463" y="3467227"/>
            <a:ext cx="2623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Classes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linearmente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separáveis.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58198" y="6458203"/>
            <a:ext cx="29972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Classes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não-linearmente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separáveis.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76200"/>
            <a:ext cx="10119360" cy="1301115"/>
          </a:xfrm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3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não-linear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389" y="990600"/>
            <a:ext cx="10538460" cy="6477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Originalmente,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separadas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superfícies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lineares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703641" y="1676400"/>
                <a:ext cx="8217534" cy="39728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79400" indent="-22860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79400" algn="l"/>
                    <a:tab pos="745045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funções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discriminantes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são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hiperplanos</a:t>
                </a:r>
                <a:r>
                  <a:rPr lang="pt-BR" sz="2400" dirty="0">
                    <a:latin typeface="Calibri"/>
                    <a:cs typeface="Calibri"/>
                  </a:rPr>
                  <a:t>: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ar-AE" sz="240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𝑘</m:t>
                        </m:r>
                        <m: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  <m:sup>
                        <m:r>
                          <a:rPr lang="ar-AE" sz="24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𝑎</m:t>
                            </m:r>
                          </m:e>
                          <m: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pc="-50" smtClean="0">
                                <a:latin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ar-AE" sz="2400" spc="80" dirty="0">
                    <a:latin typeface="Calibri"/>
                    <a:cs typeface="Calibri"/>
                  </a:rPr>
                  <a:t>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41" y="1676400"/>
                <a:ext cx="8217534" cy="397288"/>
              </a:xfrm>
              <a:prstGeom prst="rect">
                <a:avLst/>
              </a:prstGeom>
              <a:blipFill>
                <a:blip r:embed="rId2"/>
                <a:stretch>
                  <a:fillRect l="-1484" t="-156923" r="-1039" b="-24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736572" y="2209800"/>
            <a:ext cx="11455428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pudermos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separar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hiperplano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não</a:t>
            </a:r>
            <a:endParaRPr sz="2400" dirty="0">
              <a:latin typeface="Calibri"/>
              <a:cs typeface="Calibri"/>
            </a:endParaRPr>
          </a:p>
          <a:p>
            <a:pPr marL="241300"/>
            <a:r>
              <a:rPr sz="2400" dirty="0">
                <a:latin typeface="Calibri"/>
                <a:cs typeface="Calibri"/>
              </a:rPr>
              <a:t>forem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linearmente</a:t>
            </a:r>
            <a:r>
              <a:rPr sz="2400" b="1" i="1" spc="-9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separáveis</a:t>
            </a:r>
            <a:r>
              <a:rPr sz="2400" spc="-10" dirty="0"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Nestes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funções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discriminantes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não-</a:t>
            </a:r>
            <a:r>
              <a:rPr sz="2400" b="1" i="1" dirty="0">
                <a:latin typeface="Calibri"/>
                <a:cs typeface="Calibri"/>
              </a:rPr>
              <a:t>lineares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endParaRPr sz="2400" dirty="0">
              <a:latin typeface="Calibri"/>
              <a:cs typeface="Calibri"/>
            </a:endParaRPr>
          </a:p>
          <a:p>
            <a:pPr marL="241300"/>
            <a:r>
              <a:rPr sz="2400" b="1" i="1" spc="-10" dirty="0">
                <a:latin typeface="Calibri"/>
                <a:cs typeface="Calibri"/>
              </a:rPr>
              <a:t>polinômios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4040" y="4966353"/>
            <a:ext cx="10935970" cy="9757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Portanto,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discriminante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não-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convertemos</a:t>
            </a:r>
            <a:r>
              <a:rPr lang="pt-BR" sz="2400" spc="-10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classificadores</a:t>
            </a:r>
            <a:r>
              <a:rPr lang="pt-BR" sz="2400" b="1" i="1" spc="-3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lineares</a:t>
            </a:r>
            <a:r>
              <a:rPr lang="pt-BR" sz="2400" b="1" i="1" spc="-6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em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classificadores</a:t>
            </a:r>
            <a:r>
              <a:rPr lang="pt-BR" sz="2400" b="1" i="1" spc="-25" dirty="0">
                <a:latin typeface="Calibri"/>
                <a:cs typeface="Calibri"/>
              </a:rPr>
              <a:t> </a:t>
            </a:r>
            <a:r>
              <a:rPr lang="pt-BR" sz="2400" b="1" i="1" spc="-10" dirty="0">
                <a:latin typeface="Calibri"/>
                <a:cs typeface="Calibri"/>
              </a:rPr>
              <a:t>não-</a:t>
            </a:r>
            <a:r>
              <a:rPr lang="pt-BR" sz="2400" b="1" i="1" dirty="0">
                <a:latin typeface="Calibri"/>
                <a:cs typeface="Calibri"/>
              </a:rPr>
              <a:t>lineares</a:t>
            </a:r>
            <a:r>
              <a:rPr lang="pt-BR" sz="2400" b="1" i="1" spc="-40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</a:rPr>
              <a:t>através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da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aplicação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de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spc="-25" dirty="0">
                <a:latin typeface="Calibri"/>
                <a:cs typeface="Calibri"/>
              </a:rPr>
              <a:t>uma</a:t>
            </a:r>
            <a:endParaRPr lang="pt-BR" sz="2400" dirty="0">
              <a:latin typeface="Calibri"/>
              <a:cs typeface="Calibri"/>
            </a:endParaRPr>
          </a:p>
          <a:p>
            <a:pPr marL="12700">
              <a:lnSpc>
                <a:spcPts val="2450"/>
              </a:lnSpc>
            </a:pPr>
            <a:r>
              <a:rPr lang="pt-BR" sz="2400" b="1" i="1" dirty="0">
                <a:latin typeface="Calibri"/>
                <a:cs typeface="Calibri"/>
              </a:rPr>
              <a:t>transformação</a:t>
            </a:r>
            <a:r>
              <a:rPr lang="pt-BR" sz="2400" b="1" i="1" spc="-3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dos</a:t>
            </a:r>
            <a:r>
              <a:rPr lang="pt-BR" sz="2400" b="1" i="1" spc="-40" dirty="0">
                <a:latin typeface="Calibri"/>
                <a:cs typeface="Calibri"/>
              </a:rPr>
              <a:t> </a:t>
            </a:r>
            <a:r>
              <a:rPr lang="pt-BR" sz="2400" b="1" i="1" spc="-10" dirty="0">
                <a:latin typeface="Calibri"/>
                <a:cs typeface="Calibri"/>
              </a:rPr>
              <a:t>atributos</a:t>
            </a:r>
            <a:r>
              <a:rPr lang="pt-BR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8846" y="5954395"/>
            <a:ext cx="10935970" cy="90360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mudança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entrada,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normalmente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leva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dimensões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entrada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mudança</a:t>
            </a:r>
            <a:r>
              <a:rPr sz="2400" spc="-25" dirty="0">
                <a:latin typeface="Calibri"/>
                <a:cs typeface="Calibri"/>
              </a:rPr>
              <a:t> dos </a:t>
            </a:r>
            <a:r>
              <a:rPr sz="2400" spc="-10" dirty="0">
                <a:latin typeface="Calibri"/>
                <a:cs typeface="Calibri"/>
              </a:rPr>
              <a:t>eixos.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09D79A0-1B5B-E99F-1FA7-CCB6BA657E8C}"/>
                  </a:ext>
                </a:extLst>
              </p:cNvPr>
              <p:cNvSpPr txBox="1"/>
              <p:nvPr/>
            </p:nvSpPr>
            <p:spPr>
              <a:xfrm>
                <a:off x="1616579" y="3733800"/>
                <a:ext cx="72692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 </a:t>
                </a:r>
                <a:r>
                  <a:rPr lang="pt-BR" sz="1800" dirty="0">
                    <a:latin typeface="Calibri"/>
                    <a:cs typeface="Calibri"/>
                  </a:rPr>
                  <a:t>Círculo</a:t>
                </a:r>
                <a:r>
                  <a:rPr lang="pt-BR" sz="1800" spc="-20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centrado </a:t>
                </a:r>
                <a:r>
                  <a:rPr lang="pt-BR" sz="1800" spc="-25" dirty="0">
                    <a:latin typeface="Calibri"/>
                    <a:cs typeface="Calibri"/>
                  </a:rPr>
                  <a:t>em</a:t>
                </a:r>
                <a:r>
                  <a:rPr lang="pt-BR" dirty="0">
                    <a:latin typeface="Calibri"/>
                    <a:cs typeface="Calibri"/>
                  </a:rPr>
                  <a:t> (</a:t>
                </a:r>
                <a:r>
                  <a:rPr lang="pt-BR" sz="1800" dirty="0">
                    <a:latin typeface="Cambria Math"/>
                    <a:cs typeface="Cambria Math"/>
                  </a:rPr>
                  <a:t>𝑎,</a:t>
                </a:r>
                <a:r>
                  <a:rPr lang="pt-BR" sz="1800" spc="-75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𝑏) </a:t>
                </a:r>
                <a:r>
                  <a:rPr lang="pt-BR" sz="1800" dirty="0">
                    <a:latin typeface="Calibri"/>
                    <a:cs typeface="Calibri"/>
                  </a:rPr>
                  <a:t>e</a:t>
                </a:r>
                <a:r>
                  <a:rPr lang="pt-BR" sz="1800" spc="-20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raio</a:t>
                </a:r>
                <a:r>
                  <a:rPr lang="pt-BR" sz="1800" spc="-20" dirty="0">
                    <a:latin typeface="Calibri"/>
                    <a:cs typeface="Calibri"/>
                  </a:rPr>
                  <a:t> </a:t>
                </a:r>
                <a:r>
                  <a:rPr lang="pt-BR" sz="1800" spc="-25" dirty="0">
                    <a:latin typeface="Cambria Math"/>
                    <a:cs typeface="Cambria Math"/>
                  </a:rPr>
                  <a:t>𝑟</a:t>
                </a:r>
                <a:r>
                  <a:rPr lang="pt-BR" sz="1800" spc="-25" dirty="0">
                    <a:latin typeface="Calibri"/>
                    <a:cs typeface="Calibri"/>
                  </a:rPr>
                  <a:t>.</a:t>
                </a:r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509D79A0-1B5B-E99F-1FA7-CCB6BA657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579" y="3733800"/>
                <a:ext cx="7269298" cy="276999"/>
              </a:xfrm>
              <a:prstGeom prst="rect">
                <a:avLst/>
              </a:prstGeom>
              <a:blipFill>
                <a:blip r:embed="rId3"/>
                <a:stretch>
                  <a:fillRect l="-1760" t="-33333" b="-5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17F7C25E-5EBF-D725-F55F-BC19C2B114FA}"/>
                  </a:ext>
                </a:extLst>
              </p:cNvPr>
              <p:cNvSpPr txBox="1"/>
              <p:nvPr/>
            </p:nvSpPr>
            <p:spPr>
              <a:xfrm>
                <a:off x="1616579" y="4107787"/>
                <a:ext cx="7837787" cy="431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</a:t>
                </a:r>
                <a:r>
                  <a:rPr lang="pt-BR" dirty="0">
                    <a:latin typeface="Calibri"/>
                    <a:cs typeface="Calibri"/>
                  </a:rPr>
                  <a:t>Elipse</a:t>
                </a:r>
                <a:r>
                  <a:rPr lang="pt-BR" sz="1800" spc="-20" dirty="0">
                    <a:latin typeface="Calibri"/>
                    <a:cs typeface="Calibri"/>
                  </a:rPr>
                  <a:t> </a:t>
                </a:r>
                <a:r>
                  <a:rPr lang="pt-BR" sz="1800" dirty="0">
                    <a:latin typeface="Calibri"/>
                    <a:cs typeface="Calibri"/>
                  </a:rPr>
                  <a:t>centrada </a:t>
                </a:r>
                <a:r>
                  <a:rPr lang="pt-BR" sz="1800" spc="-25" dirty="0">
                    <a:latin typeface="Calibri"/>
                    <a:cs typeface="Calibri"/>
                  </a:rPr>
                  <a:t>em</a:t>
                </a:r>
                <a:r>
                  <a:rPr lang="pt-BR" dirty="0">
                    <a:latin typeface="Calibri"/>
                    <a:cs typeface="Calibri"/>
                  </a:rPr>
                  <a:t> (</a:t>
                </a:r>
                <a:r>
                  <a:rPr lang="pt-BR" sz="1800" dirty="0">
                    <a:latin typeface="Cambria Math"/>
                    <a:cs typeface="Cambria Math"/>
                  </a:rPr>
                  <a:t>𝑎,</a:t>
                </a:r>
                <a:r>
                  <a:rPr lang="pt-BR" sz="1800" spc="-75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𝑏),</a:t>
                </a:r>
                <a:r>
                  <a:rPr lang="pt-BR" sz="1800" spc="-20" dirty="0">
                    <a:latin typeface="Calibri"/>
                    <a:cs typeface="Calibri"/>
                  </a:rPr>
                  <a:t> </a:t>
                </a:r>
                <a:r>
                  <a:rPr lang="pt-BR" dirty="0">
                    <a:latin typeface="Calibri"/>
                    <a:cs typeface="Calibri"/>
                  </a:rPr>
                  <a:t>largura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pt-BR" b="0" i="1" smtClean="0">
                        <a:latin typeface="Cambria Math" panose="02040503050406030204" pitchFamily="18" charset="0"/>
                        <a:cs typeface="Calibri"/>
                      </a:rPr>
                      <m:t>𝑐</m:t>
                    </m:r>
                  </m:oMath>
                </a14:m>
                <a:r>
                  <a:rPr lang="pt-BR" sz="1800" spc="-20" dirty="0">
                    <a:latin typeface="Calibri"/>
                    <a:cs typeface="Calibri"/>
                  </a:rPr>
                  <a:t> e altura </a:t>
                </a:r>
                <a14:m>
                  <m:oMath xmlns:m="http://schemas.openxmlformats.org/officeDocument/2006/math">
                    <m:r>
                      <a:rPr lang="pt-BR" sz="1800" b="0" i="1" spc="-20" smtClean="0">
                        <a:latin typeface="Cambria Math" panose="02040503050406030204" pitchFamily="18" charset="0"/>
                        <a:cs typeface="Calibri"/>
                      </a:rPr>
                      <m:t>2</m:t>
                    </m:r>
                    <m:r>
                      <a:rPr lang="pt-BR" sz="1800" b="0" i="1" spc="-20" smtClean="0">
                        <a:latin typeface="Cambria Math" panose="02040503050406030204" pitchFamily="18" charset="0"/>
                        <a:cs typeface="Calibri"/>
                      </a:rPr>
                      <m:t>𝑑</m:t>
                    </m:r>
                  </m:oMath>
                </a14:m>
                <a:r>
                  <a:rPr lang="pt-BR" sz="1800" spc="-25" dirty="0">
                    <a:latin typeface="Calibri"/>
                    <a:cs typeface="Calibri"/>
                  </a:rPr>
                  <a:t>.</a:t>
                </a:r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17F7C25E-5EBF-D725-F55F-BC19C2B11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579" y="4107787"/>
                <a:ext cx="7837787" cy="431849"/>
              </a:xfrm>
              <a:prstGeom prst="rect">
                <a:avLst/>
              </a:prstGeom>
              <a:blipFill>
                <a:blip r:embed="rId4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0F7A37C-4EB0-B894-A732-88EC6E578883}"/>
                  </a:ext>
                </a:extLst>
              </p:cNvPr>
              <p:cNvSpPr txBox="1"/>
              <p:nvPr/>
            </p:nvSpPr>
            <p:spPr>
              <a:xfrm>
                <a:off x="1616579" y="4601252"/>
                <a:ext cx="89092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dirty="0"/>
                  <a:t>, </a:t>
                </a:r>
                <a:r>
                  <a:rPr lang="pt-BR" dirty="0">
                    <a:latin typeface="Calibri"/>
                    <a:cs typeface="Calibri"/>
                  </a:rPr>
                  <a:t>Hipérbole</a:t>
                </a:r>
                <a:r>
                  <a:rPr lang="pt-BR" sz="1800" spc="-20" dirty="0">
                    <a:latin typeface="Calibri"/>
                    <a:cs typeface="Calibri"/>
                  </a:rPr>
                  <a:t> </a:t>
                </a:r>
                <a:r>
                  <a:rPr lang="pt-BR" dirty="0">
                    <a:latin typeface="Calibri"/>
                    <a:cs typeface="Calibri"/>
                  </a:rPr>
                  <a:t>retangular</a:t>
                </a:r>
                <a:r>
                  <a:rPr lang="pt-BR" sz="1800" dirty="0">
                    <a:latin typeface="Calibri"/>
                    <a:cs typeface="Calibri"/>
                  </a:rPr>
                  <a:t> com eixos paralelos às suas assíntotas</a:t>
                </a:r>
                <a:r>
                  <a:rPr lang="pt-BR" sz="1800" spc="-25" dirty="0">
                    <a:latin typeface="Calibri"/>
                    <a:cs typeface="Calibri"/>
                  </a:rPr>
                  <a:t>.</a:t>
                </a:r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0F7A37C-4EB0-B894-A732-88EC6E578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579" y="4601252"/>
                <a:ext cx="8909234" cy="276999"/>
              </a:xfrm>
              <a:prstGeom prst="rect">
                <a:avLst/>
              </a:prstGeom>
              <a:blipFill>
                <a:blip r:embed="rId5"/>
                <a:stretch>
                  <a:fillRect l="-1436" t="-31111" r="-137" b="-511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05511"/>
            <a:ext cx="53390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1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1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1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rígido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143000"/>
            <a:ext cx="7338059" cy="59499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Para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lado,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definir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hipótese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classificação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270" y="2819400"/>
            <a:ext cx="7765415" cy="2890022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241300" marR="690880" indent="-228600">
              <a:lnSpc>
                <a:spcPct val="70000"/>
              </a:lnSpc>
              <a:spcBef>
                <a:spcPts val="88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Percebam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hipótese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binária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seja, </a:t>
            </a:r>
            <a:r>
              <a:rPr sz="2200" dirty="0">
                <a:latin typeface="Calibri"/>
                <a:cs typeface="Calibri"/>
              </a:rPr>
              <a:t>temos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possíveis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valores,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1.</a:t>
            </a:r>
            <a:endParaRPr sz="2200" dirty="0">
              <a:latin typeface="Calibri"/>
              <a:cs typeface="Calibri"/>
            </a:endParaRPr>
          </a:p>
          <a:p>
            <a:pPr marL="241300" marR="28003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mapeamento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função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discriminante,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𝑔</a:t>
            </a:r>
            <a:r>
              <a:rPr lang="pt-BR" sz="2200" spc="390" dirty="0">
                <a:latin typeface="Cambria Math"/>
                <a:cs typeface="Cambria Math"/>
              </a:rPr>
              <a:t>(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lang="pt-BR" sz="2200" dirty="0">
                <a:latin typeface="Cambria Math"/>
                <a:cs typeface="Cambria Math"/>
              </a:rPr>
              <a:t>)</a:t>
            </a:r>
            <a:r>
              <a:rPr sz="2200" spc="35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feita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através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limiar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decisão</a:t>
            </a:r>
            <a:r>
              <a:rPr sz="2200" spc="-10" dirty="0">
                <a:latin typeface="Calibri"/>
                <a:cs typeface="Calibri"/>
              </a:rPr>
              <a:t>,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1850"/>
              </a:lnSpc>
            </a:pPr>
            <a:r>
              <a:rPr sz="2200" dirty="0">
                <a:latin typeface="Cambria Math"/>
                <a:cs typeface="Cambria Math"/>
              </a:rPr>
              <a:t>𝑓(𝑔</a:t>
            </a:r>
            <a:r>
              <a:rPr lang="pt-BR" sz="2200" spc="475" dirty="0">
                <a:latin typeface="Cambria Math"/>
                <a:cs typeface="Cambria Math"/>
              </a:rPr>
              <a:t>(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lang="pt-BR" sz="2200" dirty="0">
                <a:latin typeface="Cambria Math"/>
                <a:cs typeface="Cambria Math"/>
              </a:rPr>
              <a:t>)</a:t>
            </a:r>
            <a:r>
              <a:rPr sz="2200" spc="430" dirty="0">
                <a:latin typeface="Cambria Math"/>
                <a:cs typeface="Cambria Math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)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  <a:tab pos="1849120" algn="l"/>
              </a:tabLst>
            </a:pPr>
            <a:r>
              <a:rPr sz="2200" dirty="0">
                <a:latin typeface="Calibri"/>
                <a:cs typeface="Calibri"/>
              </a:rPr>
              <a:t>Uma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limiar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decisão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faça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mapeamento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do</a:t>
            </a:r>
            <a:r>
              <a:rPr sz="2200" spc="5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𝑔</a:t>
            </a:r>
            <a:r>
              <a:rPr lang="pt-BR" sz="2200" spc="415" dirty="0">
                <a:latin typeface="Cambria Math"/>
                <a:cs typeface="Cambria Math"/>
              </a:rPr>
              <a:t>(</a:t>
            </a:r>
            <a:r>
              <a:rPr sz="2200" spc="-50" dirty="0">
                <a:latin typeface="Cambria Math"/>
                <a:cs typeface="Cambria Math"/>
              </a:rPr>
              <a:t>𝒙</a:t>
            </a:r>
            <a:r>
              <a:rPr lang="pt-BR" sz="2200" spc="-50" dirty="0">
                <a:latin typeface="Cambria Math"/>
                <a:cs typeface="Cambria Math"/>
              </a:rPr>
              <a:t>)</a:t>
            </a:r>
            <a:r>
              <a:rPr sz="2200" dirty="0">
                <a:latin typeface="Cambria Math"/>
                <a:cs typeface="Cambria Math"/>
              </a:rPr>
              <a:t>	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limiar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decisão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rígido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8572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função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limiar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decisão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rígido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mostrada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figura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lado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definda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como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11488" y="42418"/>
            <a:ext cx="12693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marR="5080" indent="-24892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Frontreira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decisão, </a:t>
            </a:r>
            <a:r>
              <a:rPr sz="1100" dirty="0">
                <a:latin typeface="Calibri"/>
                <a:cs typeface="Calibri"/>
              </a:rPr>
              <a:t>onde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g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i="1" dirty="0">
                <a:latin typeface="Calibri"/>
                <a:cs typeface="Calibri"/>
              </a:rPr>
              <a:t>x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=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62378" y="588023"/>
            <a:ext cx="3065780" cy="2696845"/>
            <a:chOff x="8962378" y="588023"/>
            <a:chExt cx="3065780" cy="2696845"/>
          </a:xfrm>
        </p:grpSpPr>
        <p:sp>
          <p:nvSpPr>
            <p:cNvPr id="25" name="object 25"/>
            <p:cNvSpPr/>
            <p:nvPr/>
          </p:nvSpPr>
          <p:spPr>
            <a:xfrm>
              <a:off x="9093991" y="607028"/>
              <a:ext cx="0" cy="2590800"/>
            </a:xfrm>
            <a:custGeom>
              <a:avLst/>
              <a:gdLst/>
              <a:ahLst/>
              <a:cxnLst/>
              <a:rect l="l" t="t" r="r" b="b"/>
              <a:pathLst>
                <a:path h="2590800">
                  <a:moveTo>
                    <a:pt x="0" y="25903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78448" y="922249"/>
              <a:ext cx="0" cy="2275205"/>
            </a:xfrm>
            <a:custGeom>
              <a:avLst/>
              <a:gdLst/>
              <a:ahLst/>
              <a:cxnLst/>
              <a:rect l="l" t="t" r="r" b="b"/>
              <a:pathLst>
                <a:path h="2275205">
                  <a:moveTo>
                    <a:pt x="0" y="0"/>
                  </a:moveTo>
                  <a:lnTo>
                    <a:pt x="0" y="2275079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093991" y="607028"/>
              <a:ext cx="2922270" cy="2590800"/>
            </a:xfrm>
            <a:custGeom>
              <a:avLst/>
              <a:gdLst/>
              <a:ahLst/>
              <a:cxnLst/>
              <a:rect l="l" t="t" r="r" b="b"/>
              <a:pathLst>
                <a:path w="2922270" h="2590800">
                  <a:moveTo>
                    <a:pt x="1168902" y="2590301"/>
                  </a:moveTo>
                  <a:lnTo>
                    <a:pt x="1168901" y="0"/>
                  </a:lnTo>
                </a:path>
                <a:path w="2922270" h="2590800">
                  <a:moveTo>
                    <a:pt x="1753347" y="2590301"/>
                  </a:moveTo>
                  <a:lnTo>
                    <a:pt x="1753346" y="0"/>
                  </a:lnTo>
                </a:path>
                <a:path w="2922270" h="2590800">
                  <a:moveTo>
                    <a:pt x="2337791" y="2590301"/>
                  </a:moveTo>
                  <a:lnTo>
                    <a:pt x="2337791" y="0"/>
                  </a:lnTo>
                </a:path>
                <a:path w="2922270" h="2590800">
                  <a:moveTo>
                    <a:pt x="2922236" y="2590301"/>
                  </a:moveTo>
                  <a:lnTo>
                    <a:pt x="2922235" y="0"/>
                  </a:lnTo>
                </a:path>
                <a:path w="2922270" h="2590800">
                  <a:moveTo>
                    <a:pt x="2922236" y="2590301"/>
                  </a:moveTo>
                  <a:lnTo>
                    <a:pt x="0" y="2590300"/>
                  </a:lnTo>
                </a:path>
                <a:path w="2922270" h="2590800">
                  <a:moveTo>
                    <a:pt x="2922236" y="2266490"/>
                  </a:moveTo>
                  <a:lnTo>
                    <a:pt x="0" y="2266490"/>
                  </a:lnTo>
                </a:path>
                <a:path w="2922270" h="2590800">
                  <a:moveTo>
                    <a:pt x="2922236" y="1942741"/>
                  </a:moveTo>
                  <a:lnTo>
                    <a:pt x="0" y="1942740"/>
                  </a:lnTo>
                </a:path>
                <a:path w="2922270" h="2590800">
                  <a:moveTo>
                    <a:pt x="2922236" y="1618930"/>
                  </a:moveTo>
                  <a:lnTo>
                    <a:pt x="0" y="1618930"/>
                  </a:lnTo>
                </a:path>
                <a:path w="2922270" h="2590800">
                  <a:moveTo>
                    <a:pt x="2922236" y="1295181"/>
                  </a:moveTo>
                  <a:lnTo>
                    <a:pt x="0" y="1295180"/>
                  </a:lnTo>
                </a:path>
                <a:path w="2922270" h="2590800">
                  <a:moveTo>
                    <a:pt x="2922236" y="971370"/>
                  </a:moveTo>
                  <a:lnTo>
                    <a:pt x="0" y="971370"/>
                  </a:lnTo>
                </a:path>
                <a:path w="2922270" h="2590800">
                  <a:moveTo>
                    <a:pt x="2922236" y="647560"/>
                  </a:moveTo>
                  <a:lnTo>
                    <a:pt x="0" y="647559"/>
                  </a:lnTo>
                </a:path>
                <a:path w="2922270" h="2590800">
                  <a:moveTo>
                    <a:pt x="2922235" y="323810"/>
                  </a:moveTo>
                  <a:lnTo>
                    <a:pt x="0" y="32381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78448" y="607028"/>
              <a:ext cx="0" cy="73660"/>
            </a:xfrm>
            <a:custGeom>
              <a:avLst/>
              <a:gdLst/>
              <a:ahLst/>
              <a:cxnLst/>
              <a:rect l="l" t="t" r="r" b="b"/>
              <a:pathLst>
                <a:path h="73659">
                  <a:moveTo>
                    <a:pt x="0" y="0"/>
                  </a:moveTo>
                  <a:lnTo>
                    <a:pt x="0" y="73094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93991" y="607028"/>
              <a:ext cx="2922270" cy="0"/>
            </a:xfrm>
            <a:custGeom>
              <a:avLst/>
              <a:gdLst/>
              <a:ahLst/>
              <a:cxnLst/>
              <a:rect l="l" t="t" r="r" b="b"/>
              <a:pathLst>
                <a:path w="2922270">
                  <a:moveTo>
                    <a:pt x="2922235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62377" y="588035"/>
              <a:ext cx="3065780" cy="2696845"/>
            </a:xfrm>
            <a:custGeom>
              <a:avLst/>
              <a:gdLst/>
              <a:ahLst/>
              <a:cxnLst/>
              <a:rect l="l" t="t" r="r" b="b"/>
              <a:pathLst>
                <a:path w="3065779" h="2696845">
                  <a:moveTo>
                    <a:pt x="16471" y="1643532"/>
                  </a:moveTo>
                  <a:lnTo>
                    <a:pt x="0" y="1643532"/>
                  </a:lnTo>
                  <a:lnTo>
                    <a:pt x="0" y="1648777"/>
                  </a:lnTo>
                  <a:lnTo>
                    <a:pt x="16471" y="1648777"/>
                  </a:lnTo>
                  <a:lnTo>
                    <a:pt x="16471" y="1643532"/>
                  </a:lnTo>
                  <a:close/>
                </a:path>
                <a:path w="3065779" h="2696845">
                  <a:moveTo>
                    <a:pt x="47917" y="997978"/>
                  </a:moveTo>
                  <a:lnTo>
                    <a:pt x="43548" y="975690"/>
                  </a:lnTo>
                  <a:lnTo>
                    <a:pt x="43078" y="974953"/>
                  </a:lnTo>
                  <a:lnTo>
                    <a:pt x="42405" y="974369"/>
                  </a:lnTo>
                  <a:lnTo>
                    <a:pt x="42405" y="999934"/>
                  </a:lnTo>
                  <a:lnTo>
                    <a:pt x="41567" y="1004557"/>
                  </a:lnTo>
                  <a:lnTo>
                    <a:pt x="38214" y="1009192"/>
                  </a:lnTo>
                  <a:lnTo>
                    <a:pt x="36144" y="1010348"/>
                  </a:lnTo>
                  <a:lnTo>
                    <a:pt x="31216" y="1010348"/>
                  </a:lnTo>
                  <a:lnTo>
                    <a:pt x="29146" y="1009192"/>
                  </a:lnTo>
                  <a:lnTo>
                    <a:pt x="25793" y="1004557"/>
                  </a:lnTo>
                  <a:lnTo>
                    <a:pt x="24955" y="999934"/>
                  </a:lnTo>
                  <a:lnTo>
                    <a:pt x="25057" y="985494"/>
                  </a:lnTo>
                  <a:lnTo>
                    <a:pt x="25869" y="981290"/>
                  </a:lnTo>
                  <a:lnTo>
                    <a:pt x="29197" y="976668"/>
                  </a:lnTo>
                  <a:lnTo>
                    <a:pt x="31153" y="975690"/>
                  </a:lnTo>
                  <a:lnTo>
                    <a:pt x="36118" y="975690"/>
                  </a:lnTo>
                  <a:lnTo>
                    <a:pt x="42405" y="999934"/>
                  </a:lnTo>
                  <a:lnTo>
                    <a:pt x="42405" y="974369"/>
                  </a:lnTo>
                  <a:lnTo>
                    <a:pt x="41617" y="973683"/>
                  </a:lnTo>
                  <a:lnTo>
                    <a:pt x="38074" y="971854"/>
                  </a:lnTo>
                  <a:lnTo>
                    <a:pt x="36017" y="971359"/>
                  </a:lnTo>
                  <a:lnTo>
                    <a:pt x="30505" y="971359"/>
                  </a:lnTo>
                  <a:lnTo>
                    <a:pt x="19443" y="987996"/>
                  </a:lnTo>
                  <a:lnTo>
                    <a:pt x="19443" y="1000963"/>
                  </a:lnTo>
                  <a:lnTo>
                    <a:pt x="20878" y="1006690"/>
                  </a:lnTo>
                  <a:lnTo>
                    <a:pt x="26162" y="1013155"/>
                  </a:lnTo>
                  <a:lnTo>
                    <a:pt x="29464" y="1014615"/>
                  </a:lnTo>
                  <a:lnTo>
                    <a:pt x="36880" y="1014615"/>
                  </a:lnTo>
                  <a:lnTo>
                    <a:pt x="39522" y="1013764"/>
                  </a:lnTo>
                  <a:lnTo>
                    <a:pt x="43713" y="1010475"/>
                  </a:lnTo>
                  <a:lnTo>
                    <a:pt x="43789" y="1010348"/>
                  </a:lnTo>
                  <a:lnTo>
                    <a:pt x="45288" y="1008100"/>
                  </a:lnTo>
                  <a:lnTo>
                    <a:pt x="47396" y="1002004"/>
                  </a:lnTo>
                  <a:lnTo>
                    <a:pt x="47917" y="997978"/>
                  </a:lnTo>
                  <a:close/>
                </a:path>
                <a:path w="3065779" h="2696845">
                  <a:moveTo>
                    <a:pt x="47917" y="674179"/>
                  </a:moveTo>
                  <a:lnTo>
                    <a:pt x="43522" y="651878"/>
                  </a:lnTo>
                  <a:lnTo>
                    <a:pt x="43078" y="651205"/>
                  </a:lnTo>
                  <a:lnTo>
                    <a:pt x="42392" y="650582"/>
                  </a:lnTo>
                  <a:lnTo>
                    <a:pt x="42392" y="676186"/>
                  </a:lnTo>
                  <a:lnTo>
                    <a:pt x="41567" y="680745"/>
                  </a:lnTo>
                  <a:lnTo>
                    <a:pt x="38214" y="685380"/>
                  </a:lnTo>
                  <a:lnTo>
                    <a:pt x="36144" y="686536"/>
                  </a:lnTo>
                  <a:lnTo>
                    <a:pt x="31216" y="686536"/>
                  </a:lnTo>
                  <a:lnTo>
                    <a:pt x="29146" y="685380"/>
                  </a:lnTo>
                  <a:lnTo>
                    <a:pt x="27470" y="683069"/>
                  </a:lnTo>
                  <a:lnTo>
                    <a:pt x="25793" y="680808"/>
                  </a:lnTo>
                  <a:lnTo>
                    <a:pt x="24955" y="676186"/>
                  </a:lnTo>
                  <a:lnTo>
                    <a:pt x="25069" y="661682"/>
                  </a:lnTo>
                  <a:lnTo>
                    <a:pt x="25869" y="657479"/>
                  </a:lnTo>
                  <a:lnTo>
                    <a:pt x="29197" y="652919"/>
                  </a:lnTo>
                  <a:lnTo>
                    <a:pt x="31153" y="651878"/>
                  </a:lnTo>
                  <a:lnTo>
                    <a:pt x="36118" y="651878"/>
                  </a:lnTo>
                  <a:lnTo>
                    <a:pt x="38214" y="653034"/>
                  </a:lnTo>
                  <a:lnTo>
                    <a:pt x="39890" y="655345"/>
                  </a:lnTo>
                  <a:lnTo>
                    <a:pt x="41567" y="657606"/>
                  </a:lnTo>
                  <a:lnTo>
                    <a:pt x="42303" y="661682"/>
                  </a:lnTo>
                  <a:lnTo>
                    <a:pt x="42392" y="676186"/>
                  </a:lnTo>
                  <a:lnTo>
                    <a:pt x="42392" y="650582"/>
                  </a:lnTo>
                  <a:lnTo>
                    <a:pt x="41617" y="649871"/>
                  </a:lnTo>
                  <a:lnTo>
                    <a:pt x="38074" y="648042"/>
                  </a:lnTo>
                  <a:lnTo>
                    <a:pt x="36017" y="647611"/>
                  </a:lnTo>
                  <a:lnTo>
                    <a:pt x="30505" y="647611"/>
                  </a:lnTo>
                  <a:lnTo>
                    <a:pt x="19443" y="664184"/>
                  </a:lnTo>
                  <a:lnTo>
                    <a:pt x="19443" y="677164"/>
                  </a:lnTo>
                  <a:lnTo>
                    <a:pt x="20878" y="682879"/>
                  </a:lnTo>
                  <a:lnTo>
                    <a:pt x="26162" y="689343"/>
                  </a:lnTo>
                  <a:lnTo>
                    <a:pt x="29464" y="690803"/>
                  </a:lnTo>
                  <a:lnTo>
                    <a:pt x="36880" y="690803"/>
                  </a:lnTo>
                  <a:lnTo>
                    <a:pt x="39522" y="690016"/>
                  </a:lnTo>
                  <a:lnTo>
                    <a:pt x="41617" y="688301"/>
                  </a:lnTo>
                  <a:lnTo>
                    <a:pt x="43713" y="686663"/>
                  </a:lnTo>
                  <a:lnTo>
                    <a:pt x="43789" y="686536"/>
                  </a:lnTo>
                  <a:lnTo>
                    <a:pt x="45288" y="684288"/>
                  </a:lnTo>
                  <a:lnTo>
                    <a:pt x="47396" y="678192"/>
                  </a:lnTo>
                  <a:lnTo>
                    <a:pt x="47917" y="674179"/>
                  </a:lnTo>
                  <a:close/>
                </a:path>
                <a:path w="3065779" h="2696845">
                  <a:moveTo>
                    <a:pt x="47917" y="350418"/>
                  </a:moveTo>
                  <a:lnTo>
                    <a:pt x="43573" y="328129"/>
                  </a:lnTo>
                  <a:lnTo>
                    <a:pt x="43078" y="327393"/>
                  </a:lnTo>
                  <a:lnTo>
                    <a:pt x="42405" y="326809"/>
                  </a:lnTo>
                  <a:lnTo>
                    <a:pt x="42405" y="352374"/>
                  </a:lnTo>
                  <a:lnTo>
                    <a:pt x="41567" y="356997"/>
                  </a:lnTo>
                  <a:lnTo>
                    <a:pt x="38214" y="361632"/>
                  </a:lnTo>
                  <a:lnTo>
                    <a:pt x="36144" y="362724"/>
                  </a:lnTo>
                  <a:lnTo>
                    <a:pt x="31216" y="362724"/>
                  </a:lnTo>
                  <a:lnTo>
                    <a:pt x="29146" y="361632"/>
                  </a:lnTo>
                  <a:lnTo>
                    <a:pt x="25793" y="356997"/>
                  </a:lnTo>
                  <a:lnTo>
                    <a:pt x="24955" y="352374"/>
                  </a:lnTo>
                  <a:lnTo>
                    <a:pt x="25069" y="337870"/>
                  </a:lnTo>
                  <a:lnTo>
                    <a:pt x="25869" y="333730"/>
                  </a:lnTo>
                  <a:lnTo>
                    <a:pt x="27724" y="331114"/>
                  </a:lnTo>
                  <a:lnTo>
                    <a:pt x="29197" y="329107"/>
                  </a:lnTo>
                  <a:lnTo>
                    <a:pt x="31153" y="328129"/>
                  </a:lnTo>
                  <a:lnTo>
                    <a:pt x="36118" y="328129"/>
                  </a:lnTo>
                  <a:lnTo>
                    <a:pt x="38214" y="329222"/>
                  </a:lnTo>
                  <a:lnTo>
                    <a:pt x="41567" y="333857"/>
                  </a:lnTo>
                  <a:lnTo>
                    <a:pt x="42303" y="337870"/>
                  </a:lnTo>
                  <a:lnTo>
                    <a:pt x="42405" y="352374"/>
                  </a:lnTo>
                  <a:lnTo>
                    <a:pt x="42405" y="326809"/>
                  </a:lnTo>
                  <a:lnTo>
                    <a:pt x="41617" y="326123"/>
                  </a:lnTo>
                  <a:lnTo>
                    <a:pt x="39852" y="325145"/>
                  </a:lnTo>
                  <a:lnTo>
                    <a:pt x="38074" y="324231"/>
                  </a:lnTo>
                  <a:lnTo>
                    <a:pt x="36017" y="323799"/>
                  </a:lnTo>
                  <a:lnTo>
                    <a:pt x="30505" y="323799"/>
                  </a:lnTo>
                  <a:lnTo>
                    <a:pt x="19443" y="340436"/>
                  </a:lnTo>
                  <a:lnTo>
                    <a:pt x="19443" y="353402"/>
                  </a:lnTo>
                  <a:lnTo>
                    <a:pt x="20878" y="359130"/>
                  </a:lnTo>
                  <a:lnTo>
                    <a:pt x="26162" y="365594"/>
                  </a:lnTo>
                  <a:lnTo>
                    <a:pt x="29464" y="367055"/>
                  </a:lnTo>
                  <a:lnTo>
                    <a:pt x="36880" y="367055"/>
                  </a:lnTo>
                  <a:lnTo>
                    <a:pt x="46342" y="357428"/>
                  </a:lnTo>
                  <a:lnTo>
                    <a:pt x="47396" y="354380"/>
                  </a:lnTo>
                  <a:lnTo>
                    <a:pt x="47917" y="350418"/>
                  </a:lnTo>
                  <a:close/>
                </a:path>
                <a:path w="3065779" h="2696845">
                  <a:moveTo>
                    <a:pt x="47917" y="26619"/>
                  </a:moveTo>
                  <a:lnTo>
                    <a:pt x="43522" y="4318"/>
                  </a:lnTo>
                  <a:lnTo>
                    <a:pt x="43078" y="3644"/>
                  </a:lnTo>
                  <a:lnTo>
                    <a:pt x="42392" y="3022"/>
                  </a:lnTo>
                  <a:lnTo>
                    <a:pt x="42392" y="28625"/>
                  </a:lnTo>
                  <a:lnTo>
                    <a:pt x="41567" y="33197"/>
                  </a:lnTo>
                  <a:lnTo>
                    <a:pt x="38214" y="37820"/>
                  </a:lnTo>
                  <a:lnTo>
                    <a:pt x="36144" y="38976"/>
                  </a:lnTo>
                  <a:lnTo>
                    <a:pt x="31216" y="38976"/>
                  </a:lnTo>
                  <a:lnTo>
                    <a:pt x="29146" y="37820"/>
                  </a:lnTo>
                  <a:lnTo>
                    <a:pt x="25793" y="33197"/>
                  </a:lnTo>
                  <a:lnTo>
                    <a:pt x="24955" y="28625"/>
                  </a:lnTo>
                  <a:lnTo>
                    <a:pt x="25057" y="14122"/>
                  </a:lnTo>
                  <a:lnTo>
                    <a:pt x="25869" y="9918"/>
                  </a:lnTo>
                  <a:lnTo>
                    <a:pt x="29197" y="5359"/>
                  </a:lnTo>
                  <a:lnTo>
                    <a:pt x="31153" y="4318"/>
                  </a:lnTo>
                  <a:lnTo>
                    <a:pt x="36118" y="4318"/>
                  </a:lnTo>
                  <a:lnTo>
                    <a:pt x="42392" y="28625"/>
                  </a:lnTo>
                  <a:lnTo>
                    <a:pt x="42392" y="3022"/>
                  </a:lnTo>
                  <a:lnTo>
                    <a:pt x="41617" y="2311"/>
                  </a:lnTo>
                  <a:lnTo>
                    <a:pt x="38074" y="482"/>
                  </a:lnTo>
                  <a:lnTo>
                    <a:pt x="36017" y="0"/>
                  </a:lnTo>
                  <a:lnTo>
                    <a:pt x="30505" y="0"/>
                  </a:lnTo>
                  <a:lnTo>
                    <a:pt x="19443" y="16624"/>
                  </a:lnTo>
                  <a:lnTo>
                    <a:pt x="19443" y="29603"/>
                  </a:lnTo>
                  <a:lnTo>
                    <a:pt x="20878" y="35318"/>
                  </a:lnTo>
                  <a:lnTo>
                    <a:pt x="26162" y="41783"/>
                  </a:lnTo>
                  <a:lnTo>
                    <a:pt x="29464" y="43243"/>
                  </a:lnTo>
                  <a:lnTo>
                    <a:pt x="36880" y="43243"/>
                  </a:lnTo>
                  <a:lnTo>
                    <a:pt x="39522" y="42392"/>
                  </a:lnTo>
                  <a:lnTo>
                    <a:pt x="43713" y="39103"/>
                  </a:lnTo>
                  <a:lnTo>
                    <a:pt x="43789" y="38976"/>
                  </a:lnTo>
                  <a:lnTo>
                    <a:pt x="45288" y="36728"/>
                  </a:lnTo>
                  <a:lnTo>
                    <a:pt x="47396" y="30632"/>
                  </a:lnTo>
                  <a:lnTo>
                    <a:pt x="47917" y="26619"/>
                  </a:lnTo>
                  <a:close/>
                </a:path>
                <a:path w="3065779" h="2696845">
                  <a:moveTo>
                    <a:pt x="49974" y="1645539"/>
                  </a:moveTo>
                  <a:lnTo>
                    <a:pt x="44462" y="1621967"/>
                  </a:lnTo>
                  <a:lnTo>
                    <a:pt x="44462" y="1647558"/>
                  </a:lnTo>
                  <a:lnTo>
                    <a:pt x="43637" y="1652117"/>
                  </a:lnTo>
                  <a:lnTo>
                    <a:pt x="40271" y="1656753"/>
                  </a:lnTo>
                  <a:lnTo>
                    <a:pt x="38201" y="1657908"/>
                  </a:lnTo>
                  <a:lnTo>
                    <a:pt x="33274" y="1657908"/>
                  </a:lnTo>
                  <a:lnTo>
                    <a:pt x="31203" y="1656753"/>
                  </a:lnTo>
                  <a:lnTo>
                    <a:pt x="29527" y="1654441"/>
                  </a:lnTo>
                  <a:lnTo>
                    <a:pt x="27851" y="1652181"/>
                  </a:lnTo>
                  <a:lnTo>
                    <a:pt x="27012" y="1647558"/>
                  </a:lnTo>
                  <a:lnTo>
                    <a:pt x="27114" y="1633054"/>
                  </a:lnTo>
                  <a:lnTo>
                    <a:pt x="27940" y="1628851"/>
                  </a:lnTo>
                  <a:lnTo>
                    <a:pt x="31254" y="1624279"/>
                  </a:lnTo>
                  <a:lnTo>
                    <a:pt x="33223" y="1623250"/>
                  </a:lnTo>
                  <a:lnTo>
                    <a:pt x="38188" y="1623250"/>
                  </a:lnTo>
                  <a:lnTo>
                    <a:pt x="40271" y="1624406"/>
                  </a:lnTo>
                  <a:lnTo>
                    <a:pt x="41960" y="1626717"/>
                  </a:lnTo>
                  <a:lnTo>
                    <a:pt x="43637" y="1628978"/>
                  </a:lnTo>
                  <a:lnTo>
                    <a:pt x="44373" y="1633054"/>
                  </a:lnTo>
                  <a:lnTo>
                    <a:pt x="44462" y="1647558"/>
                  </a:lnTo>
                  <a:lnTo>
                    <a:pt x="44462" y="1621967"/>
                  </a:lnTo>
                  <a:lnTo>
                    <a:pt x="43675" y="1621243"/>
                  </a:lnTo>
                  <a:lnTo>
                    <a:pt x="40144" y="1619415"/>
                  </a:lnTo>
                  <a:lnTo>
                    <a:pt x="38087" y="1618919"/>
                  </a:lnTo>
                  <a:lnTo>
                    <a:pt x="32562" y="1618919"/>
                  </a:lnTo>
                  <a:lnTo>
                    <a:pt x="21501" y="1635556"/>
                  </a:lnTo>
                  <a:lnTo>
                    <a:pt x="21501" y="1648523"/>
                  </a:lnTo>
                  <a:lnTo>
                    <a:pt x="22936" y="1654251"/>
                  </a:lnTo>
                  <a:lnTo>
                    <a:pt x="28219" y="1660715"/>
                  </a:lnTo>
                  <a:lnTo>
                    <a:pt x="31534" y="1662176"/>
                  </a:lnTo>
                  <a:lnTo>
                    <a:pt x="38938" y="1662176"/>
                  </a:lnTo>
                  <a:lnTo>
                    <a:pt x="49453" y="1649564"/>
                  </a:lnTo>
                  <a:lnTo>
                    <a:pt x="49974" y="1645539"/>
                  </a:lnTo>
                  <a:close/>
                </a:path>
                <a:path w="3065779" h="2696845">
                  <a:moveTo>
                    <a:pt x="63500" y="1007973"/>
                  </a:moveTo>
                  <a:lnTo>
                    <a:pt x="57391" y="1007973"/>
                  </a:lnTo>
                  <a:lnTo>
                    <a:pt x="57391" y="1013879"/>
                  </a:lnTo>
                  <a:lnTo>
                    <a:pt x="63500" y="1013879"/>
                  </a:lnTo>
                  <a:lnTo>
                    <a:pt x="63500" y="1007973"/>
                  </a:lnTo>
                  <a:close/>
                </a:path>
                <a:path w="3065779" h="2696845">
                  <a:moveTo>
                    <a:pt x="63500" y="684161"/>
                  </a:moveTo>
                  <a:lnTo>
                    <a:pt x="57391" y="684161"/>
                  </a:lnTo>
                  <a:lnTo>
                    <a:pt x="57391" y="690067"/>
                  </a:lnTo>
                  <a:lnTo>
                    <a:pt x="63500" y="690067"/>
                  </a:lnTo>
                  <a:lnTo>
                    <a:pt x="63500" y="684161"/>
                  </a:lnTo>
                  <a:close/>
                </a:path>
                <a:path w="3065779" h="2696845">
                  <a:moveTo>
                    <a:pt x="63500" y="360413"/>
                  </a:moveTo>
                  <a:lnTo>
                    <a:pt x="57391" y="360413"/>
                  </a:lnTo>
                  <a:lnTo>
                    <a:pt x="57391" y="366318"/>
                  </a:lnTo>
                  <a:lnTo>
                    <a:pt x="63500" y="366318"/>
                  </a:lnTo>
                  <a:lnTo>
                    <a:pt x="63500" y="360413"/>
                  </a:lnTo>
                  <a:close/>
                </a:path>
                <a:path w="3065779" h="2696845">
                  <a:moveTo>
                    <a:pt x="63500" y="36601"/>
                  </a:moveTo>
                  <a:lnTo>
                    <a:pt x="57391" y="36601"/>
                  </a:lnTo>
                  <a:lnTo>
                    <a:pt x="57391" y="42506"/>
                  </a:lnTo>
                  <a:lnTo>
                    <a:pt x="63500" y="42506"/>
                  </a:lnTo>
                  <a:lnTo>
                    <a:pt x="63500" y="36601"/>
                  </a:lnTo>
                  <a:close/>
                </a:path>
                <a:path w="3065779" h="2696845">
                  <a:moveTo>
                    <a:pt x="65570" y="1655533"/>
                  </a:moveTo>
                  <a:lnTo>
                    <a:pt x="59461" y="1655533"/>
                  </a:lnTo>
                  <a:lnTo>
                    <a:pt x="59461" y="1661439"/>
                  </a:lnTo>
                  <a:lnTo>
                    <a:pt x="65570" y="1661439"/>
                  </a:lnTo>
                  <a:lnTo>
                    <a:pt x="65570" y="1655533"/>
                  </a:lnTo>
                  <a:close/>
                </a:path>
                <a:path w="3065779" h="2696845">
                  <a:moveTo>
                    <a:pt x="95808" y="2678087"/>
                  </a:moveTo>
                  <a:lnTo>
                    <a:pt x="79336" y="2678087"/>
                  </a:lnTo>
                  <a:lnTo>
                    <a:pt x="79336" y="2683319"/>
                  </a:lnTo>
                  <a:lnTo>
                    <a:pt x="95808" y="2683319"/>
                  </a:lnTo>
                  <a:lnTo>
                    <a:pt x="95808" y="2678087"/>
                  </a:lnTo>
                  <a:close/>
                </a:path>
                <a:path w="3065779" h="2696845">
                  <a:moveTo>
                    <a:pt x="99771" y="1321727"/>
                  </a:moveTo>
                  <a:lnTo>
                    <a:pt x="94259" y="1298168"/>
                  </a:lnTo>
                  <a:lnTo>
                    <a:pt x="94259" y="1323746"/>
                  </a:lnTo>
                  <a:lnTo>
                    <a:pt x="93421" y="1328369"/>
                  </a:lnTo>
                  <a:lnTo>
                    <a:pt x="91694" y="1330693"/>
                  </a:lnTo>
                  <a:lnTo>
                    <a:pt x="90068" y="1332941"/>
                  </a:lnTo>
                  <a:lnTo>
                    <a:pt x="87985" y="1334096"/>
                  </a:lnTo>
                  <a:lnTo>
                    <a:pt x="83058" y="1334096"/>
                  </a:lnTo>
                  <a:lnTo>
                    <a:pt x="80987" y="1332941"/>
                  </a:lnTo>
                  <a:lnTo>
                    <a:pt x="79184" y="1330502"/>
                  </a:lnTo>
                  <a:lnTo>
                    <a:pt x="77635" y="1328369"/>
                  </a:lnTo>
                  <a:lnTo>
                    <a:pt x="76796" y="1323746"/>
                  </a:lnTo>
                  <a:lnTo>
                    <a:pt x="76911" y="1309243"/>
                  </a:lnTo>
                  <a:lnTo>
                    <a:pt x="77724" y="1305102"/>
                  </a:lnTo>
                  <a:lnTo>
                    <a:pt x="79565" y="1302486"/>
                  </a:lnTo>
                  <a:lnTo>
                    <a:pt x="81038" y="1300480"/>
                  </a:lnTo>
                  <a:lnTo>
                    <a:pt x="83007" y="1299438"/>
                  </a:lnTo>
                  <a:lnTo>
                    <a:pt x="87972" y="1299438"/>
                  </a:lnTo>
                  <a:lnTo>
                    <a:pt x="90068" y="1300594"/>
                  </a:lnTo>
                  <a:lnTo>
                    <a:pt x="93421" y="1305229"/>
                  </a:lnTo>
                  <a:lnTo>
                    <a:pt x="94145" y="1309243"/>
                  </a:lnTo>
                  <a:lnTo>
                    <a:pt x="94259" y="1323746"/>
                  </a:lnTo>
                  <a:lnTo>
                    <a:pt x="94259" y="1298168"/>
                  </a:lnTo>
                  <a:lnTo>
                    <a:pt x="93459" y="1297432"/>
                  </a:lnTo>
                  <a:lnTo>
                    <a:pt x="89928" y="1295603"/>
                  </a:lnTo>
                  <a:lnTo>
                    <a:pt x="87871" y="1295171"/>
                  </a:lnTo>
                  <a:lnTo>
                    <a:pt x="82346" y="1295171"/>
                  </a:lnTo>
                  <a:lnTo>
                    <a:pt x="79717" y="1295971"/>
                  </a:lnTo>
                  <a:lnTo>
                    <a:pt x="77622" y="1297673"/>
                  </a:lnTo>
                  <a:lnTo>
                    <a:pt x="75514" y="1299311"/>
                  </a:lnTo>
                  <a:lnTo>
                    <a:pt x="73939" y="1301635"/>
                  </a:lnTo>
                  <a:lnTo>
                    <a:pt x="71818" y="1307782"/>
                  </a:lnTo>
                  <a:lnTo>
                    <a:pt x="71285" y="1311808"/>
                  </a:lnTo>
                  <a:lnTo>
                    <a:pt x="71285" y="1324711"/>
                  </a:lnTo>
                  <a:lnTo>
                    <a:pt x="72732" y="1330502"/>
                  </a:lnTo>
                  <a:lnTo>
                    <a:pt x="78003" y="1336903"/>
                  </a:lnTo>
                  <a:lnTo>
                    <a:pt x="81318" y="1338427"/>
                  </a:lnTo>
                  <a:lnTo>
                    <a:pt x="88722" y="1338427"/>
                  </a:lnTo>
                  <a:lnTo>
                    <a:pt x="99237" y="1325753"/>
                  </a:lnTo>
                  <a:lnTo>
                    <a:pt x="99771" y="1321727"/>
                  </a:lnTo>
                  <a:close/>
                </a:path>
                <a:path w="3065779" h="2696845">
                  <a:moveTo>
                    <a:pt x="100025" y="1008888"/>
                  </a:moveTo>
                  <a:lnTo>
                    <a:pt x="78600" y="1008888"/>
                  </a:lnTo>
                  <a:lnTo>
                    <a:pt x="79197" y="1007973"/>
                  </a:lnTo>
                  <a:lnTo>
                    <a:pt x="79959" y="1006995"/>
                  </a:lnTo>
                  <a:lnTo>
                    <a:pt x="80873" y="1006081"/>
                  </a:lnTo>
                  <a:lnTo>
                    <a:pt x="81788" y="1005116"/>
                  </a:lnTo>
                  <a:lnTo>
                    <a:pt x="83858" y="1003338"/>
                  </a:lnTo>
                  <a:lnTo>
                    <a:pt x="90919" y="997623"/>
                  </a:lnTo>
                  <a:lnTo>
                    <a:pt x="93675" y="995121"/>
                  </a:lnTo>
                  <a:lnTo>
                    <a:pt x="96989" y="991463"/>
                  </a:lnTo>
                  <a:lnTo>
                    <a:pt x="98183" y="989761"/>
                  </a:lnTo>
                  <a:lnTo>
                    <a:pt x="99606" y="986472"/>
                  </a:lnTo>
                  <a:lnTo>
                    <a:pt x="99923" y="985012"/>
                  </a:lnTo>
                  <a:lnTo>
                    <a:pt x="99809" y="979411"/>
                  </a:lnTo>
                  <a:lnTo>
                    <a:pt x="98742" y="977023"/>
                  </a:lnTo>
                  <a:lnTo>
                    <a:pt x="97294" y="975690"/>
                  </a:lnTo>
                  <a:lnTo>
                    <a:pt x="93853" y="972527"/>
                  </a:lnTo>
                  <a:lnTo>
                    <a:pt x="90551" y="971359"/>
                  </a:lnTo>
                  <a:lnTo>
                    <a:pt x="82194" y="971359"/>
                  </a:lnTo>
                  <a:lnTo>
                    <a:pt x="78892" y="972400"/>
                  </a:lnTo>
                  <a:lnTo>
                    <a:pt x="76428" y="974534"/>
                  </a:lnTo>
                  <a:lnTo>
                    <a:pt x="73964" y="976604"/>
                  </a:lnTo>
                  <a:lnTo>
                    <a:pt x="72542" y="979652"/>
                  </a:lnTo>
                  <a:lnTo>
                    <a:pt x="72174" y="983602"/>
                  </a:lnTo>
                  <a:lnTo>
                    <a:pt x="77685" y="984161"/>
                  </a:lnTo>
                  <a:lnTo>
                    <a:pt x="77698" y="981532"/>
                  </a:lnTo>
                  <a:lnTo>
                    <a:pt x="78486" y="979411"/>
                  </a:lnTo>
                  <a:lnTo>
                    <a:pt x="80162" y="977823"/>
                  </a:lnTo>
                  <a:lnTo>
                    <a:pt x="81584" y="976426"/>
                  </a:lnTo>
                  <a:lnTo>
                    <a:pt x="83654" y="975690"/>
                  </a:lnTo>
                  <a:lnTo>
                    <a:pt x="88684" y="975690"/>
                  </a:lnTo>
                  <a:lnTo>
                    <a:pt x="90665" y="976363"/>
                  </a:lnTo>
                  <a:lnTo>
                    <a:pt x="92176" y="977823"/>
                  </a:lnTo>
                  <a:lnTo>
                    <a:pt x="93700" y="979220"/>
                  </a:lnTo>
                  <a:lnTo>
                    <a:pt x="94449" y="980922"/>
                  </a:lnTo>
                  <a:lnTo>
                    <a:pt x="94449" y="985012"/>
                  </a:lnTo>
                  <a:lnTo>
                    <a:pt x="93624" y="987082"/>
                  </a:lnTo>
                  <a:lnTo>
                    <a:pt x="90284" y="991463"/>
                  </a:lnTo>
                  <a:lnTo>
                    <a:pt x="87071" y="994448"/>
                  </a:lnTo>
                  <a:lnTo>
                    <a:pt x="79273" y="1000658"/>
                  </a:lnTo>
                  <a:lnTo>
                    <a:pt x="76936" y="1002792"/>
                  </a:lnTo>
                  <a:lnTo>
                    <a:pt x="75311" y="1004620"/>
                  </a:lnTo>
                  <a:lnTo>
                    <a:pt x="73698" y="1006513"/>
                  </a:lnTo>
                  <a:lnTo>
                    <a:pt x="72517" y="1008341"/>
                  </a:lnTo>
                  <a:lnTo>
                    <a:pt x="71793" y="1010285"/>
                  </a:lnTo>
                  <a:lnTo>
                    <a:pt x="71323" y="1011440"/>
                  </a:lnTo>
                  <a:lnTo>
                    <a:pt x="71120" y="1012596"/>
                  </a:lnTo>
                  <a:lnTo>
                    <a:pt x="71158" y="1013879"/>
                  </a:lnTo>
                  <a:lnTo>
                    <a:pt x="100025" y="1013879"/>
                  </a:lnTo>
                  <a:lnTo>
                    <a:pt x="100025" y="1008888"/>
                  </a:lnTo>
                  <a:close/>
                </a:path>
                <a:path w="3065779" h="2696845">
                  <a:moveTo>
                    <a:pt x="100291" y="675208"/>
                  </a:moveTo>
                  <a:lnTo>
                    <a:pt x="94399" y="675208"/>
                  </a:lnTo>
                  <a:lnTo>
                    <a:pt x="94399" y="656082"/>
                  </a:lnTo>
                  <a:lnTo>
                    <a:pt x="94399" y="647738"/>
                  </a:lnTo>
                  <a:lnTo>
                    <a:pt x="90017" y="647738"/>
                  </a:lnTo>
                  <a:lnTo>
                    <a:pt x="89027" y="649109"/>
                  </a:lnTo>
                  <a:lnTo>
                    <a:pt x="89027" y="656082"/>
                  </a:lnTo>
                  <a:lnTo>
                    <a:pt x="89027" y="675208"/>
                  </a:lnTo>
                  <a:lnTo>
                    <a:pt x="75361" y="675208"/>
                  </a:lnTo>
                  <a:lnTo>
                    <a:pt x="89027" y="656082"/>
                  </a:lnTo>
                  <a:lnTo>
                    <a:pt x="89027" y="649109"/>
                  </a:lnTo>
                  <a:lnTo>
                    <a:pt x="70078" y="675208"/>
                  </a:lnTo>
                  <a:lnTo>
                    <a:pt x="70078" y="679958"/>
                  </a:lnTo>
                  <a:lnTo>
                    <a:pt x="89027" y="679958"/>
                  </a:lnTo>
                  <a:lnTo>
                    <a:pt x="89027" y="690067"/>
                  </a:lnTo>
                  <a:lnTo>
                    <a:pt x="94399" y="690067"/>
                  </a:lnTo>
                  <a:lnTo>
                    <a:pt x="94399" y="679958"/>
                  </a:lnTo>
                  <a:lnTo>
                    <a:pt x="100291" y="679958"/>
                  </a:lnTo>
                  <a:lnTo>
                    <a:pt x="100291" y="675208"/>
                  </a:lnTo>
                  <a:close/>
                </a:path>
                <a:path w="3065779" h="2696845">
                  <a:moveTo>
                    <a:pt x="100444" y="348538"/>
                  </a:moveTo>
                  <a:lnTo>
                    <a:pt x="99187" y="345249"/>
                  </a:lnTo>
                  <a:lnTo>
                    <a:pt x="97396" y="343420"/>
                  </a:lnTo>
                  <a:lnTo>
                    <a:pt x="94945" y="340931"/>
                  </a:lnTo>
                  <a:lnTo>
                    <a:pt x="94945" y="349872"/>
                  </a:lnTo>
                  <a:lnTo>
                    <a:pt x="94907" y="356082"/>
                  </a:lnTo>
                  <a:lnTo>
                    <a:pt x="94145" y="358343"/>
                  </a:lnTo>
                  <a:lnTo>
                    <a:pt x="90893" y="361873"/>
                  </a:lnTo>
                  <a:lnTo>
                    <a:pt x="88938" y="362724"/>
                  </a:lnTo>
                  <a:lnTo>
                    <a:pt x="85128" y="362724"/>
                  </a:lnTo>
                  <a:lnTo>
                    <a:pt x="77774" y="354380"/>
                  </a:lnTo>
                  <a:lnTo>
                    <a:pt x="77774" y="349872"/>
                  </a:lnTo>
                  <a:lnTo>
                    <a:pt x="78613" y="347624"/>
                  </a:lnTo>
                  <a:lnTo>
                    <a:pt x="80302" y="345973"/>
                  </a:lnTo>
                  <a:lnTo>
                    <a:pt x="81813" y="344449"/>
                  </a:lnTo>
                  <a:lnTo>
                    <a:pt x="81991" y="344271"/>
                  </a:lnTo>
                  <a:lnTo>
                    <a:pt x="84048" y="343420"/>
                  </a:lnTo>
                  <a:lnTo>
                    <a:pt x="88912" y="343420"/>
                  </a:lnTo>
                  <a:lnTo>
                    <a:pt x="90944" y="344271"/>
                  </a:lnTo>
                  <a:lnTo>
                    <a:pt x="92544" y="345973"/>
                  </a:lnTo>
                  <a:lnTo>
                    <a:pt x="94157" y="347624"/>
                  </a:lnTo>
                  <a:lnTo>
                    <a:pt x="94945" y="349872"/>
                  </a:lnTo>
                  <a:lnTo>
                    <a:pt x="94945" y="340931"/>
                  </a:lnTo>
                  <a:lnTo>
                    <a:pt x="94170" y="340131"/>
                  </a:lnTo>
                  <a:lnTo>
                    <a:pt x="91122" y="338848"/>
                  </a:lnTo>
                  <a:lnTo>
                    <a:pt x="85496" y="338848"/>
                  </a:lnTo>
                  <a:lnTo>
                    <a:pt x="83540" y="339331"/>
                  </a:lnTo>
                  <a:lnTo>
                    <a:pt x="79806" y="341160"/>
                  </a:lnTo>
                  <a:lnTo>
                    <a:pt x="78232" y="342569"/>
                  </a:lnTo>
                  <a:lnTo>
                    <a:pt x="76936" y="344449"/>
                  </a:lnTo>
                  <a:lnTo>
                    <a:pt x="77000" y="340131"/>
                  </a:lnTo>
                  <a:lnTo>
                    <a:pt x="77482" y="336956"/>
                  </a:lnTo>
                  <a:lnTo>
                    <a:pt x="79425" y="332397"/>
                  </a:lnTo>
                  <a:lnTo>
                    <a:pt x="80759" y="330631"/>
                  </a:lnTo>
                  <a:lnTo>
                    <a:pt x="82448" y="329476"/>
                  </a:lnTo>
                  <a:lnTo>
                    <a:pt x="83743" y="328561"/>
                  </a:lnTo>
                  <a:lnTo>
                    <a:pt x="85242" y="328066"/>
                  </a:lnTo>
                  <a:lnTo>
                    <a:pt x="89077" y="328066"/>
                  </a:lnTo>
                  <a:lnTo>
                    <a:pt x="90855" y="328803"/>
                  </a:lnTo>
                  <a:lnTo>
                    <a:pt x="93179" y="331241"/>
                  </a:lnTo>
                  <a:lnTo>
                    <a:pt x="93853" y="332701"/>
                  </a:lnTo>
                  <a:lnTo>
                    <a:pt x="94335" y="334772"/>
                  </a:lnTo>
                  <a:lnTo>
                    <a:pt x="99669" y="334340"/>
                  </a:lnTo>
                  <a:lnTo>
                    <a:pt x="90703" y="323799"/>
                  </a:lnTo>
                  <a:lnTo>
                    <a:pt x="82677" y="323799"/>
                  </a:lnTo>
                  <a:lnTo>
                    <a:pt x="79006" y="325450"/>
                  </a:lnTo>
                  <a:lnTo>
                    <a:pt x="73164" y="332397"/>
                  </a:lnTo>
                  <a:lnTo>
                    <a:pt x="71602" y="338302"/>
                  </a:lnTo>
                  <a:lnTo>
                    <a:pt x="71602" y="353834"/>
                  </a:lnTo>
                  <a:lnTo>
                    <a:pt x="73025" y="359067"/>
                  </a:lnTo>
                  <a:lnTo>
                    <a:pt x="78651" y="365404"/>
                  </a:lnTo>
                  <a:lnTo>
                    <a:pt x="82296" y="367055"/>
                  </a:lnTo>
                  <a:lnTo>
                    <a:pt x="89395" y="367055"/>
                  </a:lnTo>
                  <a:lnTo>
                    <a:pt x="91732" y="366445"/>
                  </a:lnTo>
                  <a:lnTo>
                    <a:pt x="95872" y="364007"/>
                  </a:lnTo>
                  <a:lnTo>
                    <a:pt x="97040" y="362724"/>
                  </a:lnTo>
                  <a:lnTo>
                    <a:pt x="97485" y="362242"/>
                  </a:lnTo>
                  <a:lnTo>
                    <a:pt x="98666" y="359981"/>
                  </a:lnTo>
                  <a:lnTo>
                    <a:pt x="99847" y="357670"/>
                  </a:lnTo>
                  <a:lnTo>
                    <a:pt x="100444" y="355231"/>
                  </a:lnTo>
                  <a:lnTo>
                    <a:pt x="100444" y="348538"/>
                  </a:lnTo>
                  <a:close/>
                </a:path>
                <a:path w="3065779" h="2696845">
                  <a:moveTo>
                    <a:pt x="100558" y="34048"/>
                  </a:moveTo>
                  <a:lnTo>
                    <a:pt x="94957" y="20383"/>
                  </a:lnTo>
                  <a:lnTo>
                    <a:pt x="94957" y="33248"/>
                  </a:lnTo>
                  <a:lnTo>
                    <a:pt x="94246" y="34963"/>
                  </a:lnTo>
                  <a:lnTo>
                    <a:pt x="92062" y="37084"/>
                  </a:lnTo>
                  <a:lnTo>
                    <a:pt x="90906" y="38188"/>
                  </a:lnTo>
                  <a:lnTo>
                    <a:pt x="88798" y="38976"/>
                  </a:lnTo>
                  <a:lnTo>
                    <a:pt x="84582" y="38976"/>
                  </a:lnTo>
                  <a:lnTo>
                    <a:pt x="83045" y="38608"/>
                  </a:lnTo>
                  <a:lnTo>
                    <a:pt x="81610" y="37820"/>
                  </a:lnTo>
                  <a:lnTo>
                    <a:pt x="80187" y="37084"/>
                  </a:lnTo>
                  <a:lnTo>
                    <a:pt x="79108" y="35991"/>
                  </a:lnTo>
                  <a:lnTo>
                    <a:pt x="77660" y="33248"/>
                  </a:lnTo>
                  <a:lnTo>
                    <a:pt x="77292" y="31788"/>
                  </a:lnTo>
                  <a:lnTo>
                    <a:pt x="77317" y="27825"/>
                  </a:lnTo>
                  <a:lnTo>
                    <a:pt x="78130" y="25882"/>
                  </a:lnTo>
                  <a:lnTo>
                    <a:pt x="79781" y="24231"/>
                  </a:lnTo>
                  <a:lnTo>
                    <a:pt x="81445" y="22656"/>
                  </a:lnTo>
                  <a:lnTo>
                    <a:pt x="83527" y="21805"/>
                  </a:lnTo>
                  <a:lnTo>
                    <a:pt x="88633" y="21805"/>
                  </a:lnTo>
                  <a:lnTo>
                    <a:pt x="90779" y="22656"/>
                  </a:lnTo>
                  <a:lnTo>
                    <a:pt x="92506" y="24295"/>
                  </a:lnTo>
                  <a:lnTo>
                    <a:pt x="94221" y="25882"/>
                  </a:lnTo>
                  <a:lnTo>
                    <a:pt x="94907" y="27520"/>
                  </a:lnTo>
                  <a:lnTo>
                    <a:pt x="94957" y="33248"/>
                  </a:lnTo>
                  <a:lnTo>
                    <a:pt x="94957" y="20383"/>
                  </a:lnTo>
                  <a:lnTo>
                    <a:pt x="92341" y="19545"/>
                  </a:lnTo>
                  <a:lnTo>
                    <a:pt x="94500" y="18757"/>
                  </a:lnTo>
                  <a:lnTo>
                    <a:pt x="96126" y="17653"/>
                  </a:lnTo>
                  <a:lnTo>
                    <a:pt x="98247" y="14732"/>
                  </a:lnTo>
                  <a:lnTo>
                    <a:pt x="98780" y="13030"/>
                  </a:lnTo>
                  <a:lnTo>
                    <a:pt x="98729" y="7848"/>
                  </a:lnTo>
                  <a:lnTo>
                    <a:pt x="97612" y="5359"/>
                  </a:lnTo>
                  <a:lnTo>
                    <a:pt x="96481" y="4318"/>
                  </a:lnTo>
                  <a:lnTo>
                    <a:pt x="93218" y="1333"/>
                  </a:lnTo>
                  <a:lnTo>
                    <a:pt x="93218" y="9004"/>
                  </a:lnTo>
                  <a:lnTo>
                    <a:pt x="93192" y="13030"/>
                  </a:lnTo>
                  <a:lnTo>
                    <a:pt x="92595" y="14427"/>
                  </a:lnTo>
                  <a:lnTo>
                    <a:pt x="91274" y="15709"/>
                  </a:lnTo>
                  <a:lnTo>
                    <a:pt x="89966" y="16929"/>
                  </a:lnTo>
                  <a:lnTo>
                    <a:pt x="88265" y="17602"/>
                  </a:lnTo>
                  <a:lnTo>
                    <a:pt x="84074" y="17602"/>
                  </a:lnTo>
                  <a:lnTo>
                    <a:pt x="82346" y="16929"/>
                  </a:lnTo>
                  <a:lnTo>
                    <a:pt x="79692" y="14363"/>
                  </a:lnTo>
                  <a:lnTo>
                    <a:pt x="79133" y="13030"/>
                  </a:lnTo>
                  <a:lnTo>
                    <a:pt x="79032" y="9004"/>
                  </a:lnTo>
                  <a:lnTo>
                    <a:pt x="79705" y="7493"/>
                  </a:lnTo>
                  <a:lnTo>
                    <a:pt x="82397" y="4927"/>
                  </a:lnTo>
                  <a:lnTo>
                    <a:pt x="84099" y="4318"/>
                  </a:lnTo>
                  <a:lnTo>
                    <a:pt x="88176" y="4318"/>
                  </a:lnTo>
                  <a:lnTo>
                    <a:pt x="89865" y="4927"/>
                  </a:lnTo>
                  <a:lnTo>
                    <a:pt x="91224" y="6273"/>
                  </a:lnTo>
                  <a:lnTo>
                    <a:pt x="92583" y="7543"/>
                  </a:lnTo>
                  <a:lnTo>
                    <a:pt x="93218" y="9004"/>
                  </a:lnTo>
                  <a:lnTo>
                    <a:pt x="93218" y="1333"/>
                  </a:lnTo>
                  <a:lnTo>
                    <a:pt x="92964" y="1092"/>
                  </a:lnTo>
                  <a:lnTo>
                    <a:pt x="89903" y="0"/>
                  </a:lnTo>
                  <a:lnTo>
                    <a:pt x="82283" y="0"/>
                  </a:lnTo>
                  <a:lnTo>
                    <a:pt x="79248" y="1092"/>
                  </a:lnTo>
                  <a:lnTo>
                    <a:pt x="74688" y="5232"/>
                  </a:lnTo>
                  <a:lnTo>
                    <a:pt x="73672" y="7543"/>
                  </a:lnTo>
                  <a:lnTo>
                    <a:pt x="73558" y="13030"/>
                  </a:lnTo>
                  <a:lnTo>
                    <a:pt x="74079" y="14732"/>
                  </a:lnTo>
                  <a:lnTo>
                    <a:pt x="76225" y="17653"/>
                  </a:lnTo>
                  <a:lnTo>
                    <a:pt x="77876" y="18757"/>
                  </a:lnTo>
                  <a:lnTo>
                    <a:pt x="80098" y="19545"/>
                  </a:lnTo>
                  <a:lnTo>
                    <a:pt x="77431" y="20218"/>
                  </a:lnTo>
                  <a:lnTo>
                    <a:pt x="75387" y="21501"/>
                  </a:lnTo>
                  <a:lnTo>
                    <a:pt x="72504" y="25209"/>
                  </a:lnTo>
                  <a:lnTo>
                    <a:pt x="71793" y="27520"/>
                  </a:lnTo>
                  <a:lnTo>
                    <a:pt x="71818" y="34048"/>
                  </a:lnTo>
                  <a:lnTo>
                    <a:pt x="73101" y="37033"/>
                  </a:lnTo>
                  <a:lnTo>
                    <a:pt x="78384" y="42024"/>
                  </a:lnTo>
                  <a:lnTo>
                    <a:pt x="81864" y="43243"/>
                  </a:lnTo>
                  <a:lnTo>
                    <a:pt x="90487" y="43243"/>
                  </a:lnTo>
                  <a:lnTo>
                    <a:pt x="93954" y="42024"/>
                  </a:lnTo>
                  <a:lnTo>
                    <a:pt x="97193" y="38976"/>
                  </a:lnTo>
                  <a:lnTo>
                    <a:pt x="99237" y="37084"/>
                  </a:lnTo>
                  <a:lnTo>
                    <a:pt x="100558" y="34048"/>
                  </a:lnTo>
                  <a:close/>
                </a:path>
                <a:path w="3065779" h="2696845">
                  <a:moveTo>
                    <a:pt x="102095" y="1656448"/>
                  </a:moveTo>
                  <a:lnTo>
                    <a:pt x="80670" y="1656448"/>
                  </a:lnTo>
                  <a:lnTo>
                    <a:pt x="81267" y="1655533"/>
                  </a:lnTo>
                  <a:lnTo>
                    <a:pt x="82016" y="1654556"/>
                  </a:lnTo>
                  <a:lnTo>
                    <a:pt x="83845" y="1652727"/>
                  </a:lnTo>
                  <a:lnTo>
                    <a:pt x="85902" y="1650961"/>
                  </a:lnTo>
                  <a:lnTo>
                    <a:pt x="92989" y="1645183"/>
                  </a:lnTo>
                  <a:lnTo>
                    <a:pt x="95732" y="1642681"/>
                  </a:lnTo>
                  <a:lnTo>
                    <a:pt x="97396" y="1640852"/>
                  </a:lnTo>
                  <a:lnTo>
                    <a:pt x="99098" y="1639023"/>
                  </a:lnTo>
                  <a:lnTo>
                    <a:pt x="100241" y="1637322"/>
                  </a:lnTo>
                  <a:lnTo>
                    <a:pt x="100952" y="1635671"/>
                  </a:lnTo>
                  <a:lnTo>
                    <a:pt x="101663" y="1634096"/>
                  </a:lnTo>
                  <a:lnTo>
                    <a:pt x="101993" y="1632572"/>
                  </a:lnTo>
                  <a:lnTo>
                    <a:pt x="101866" y="1627022"/>
                  </a:lnTo>
                  <a:lnTo>
                    <a:pt x="100812" y="1624584"/>
                  </a:lnTo>
                  <a:lnTo>
                    <a:pt x="99352" y="1623250"/>
                  </a:lnTo>
                  <a:lnTo>
                    <a:pt x="95923" y="1620088"/>
                  </a:lnTo>
                  <a:lnTo>
                    <a:pt x="92595" y="1618919"/>
                  </a:lnTo>
                  <a:lnTo>
                    <a:pt x="84264" y="1618919"/>
                  </a:lnTo>
                  <a:lnTo>
                    <a:pt x="74231" y="1631162"/>
                  </a:lnTo>
                  <a:lnTo>
                    <a:pt x="79743" y="1631721"/>
                  </a:lnTo>
                  <a:lnTo>
                    <a:pt x="79756" y="1629092"/>
                  </a:lnTo>
                  <a:lnTo>
                    <a:pt x="80543" y="1627022"/>
                  </a:lnTo>
                  <a:lnTo>
                    <a:pt x="83642" y="1623974"/>
                  </a:lnTo>
                  <a:lnTo>
                    <a:pt x="85712" y="1623250"/>
                  </a:lnTo>
                  <a:lnTo>
                    <a:pt x="90728" y="1623250"/>
                  </a:lnTo>
                  <a:lnTo>
                    <a:pt x="92722" y="1623974"/>
                  </a:lnTo>
                  <a:lnTo>
                    <a:pt x="95758" y="1626781"/>
                  </a:lnTo>
                  <a:lnTo>
                    <a:pt x="96520" y="1628546"/>
                  </a:lnTo>
                  <a:lnTo>
                    <a:pt x="96520" y="1632572"/>
                  </a:lnTo>
                  <a:lnTo>
                    <a:pt x="95681" y="1634642"/>
                  </a:lnTo>
                  <a:lnTo>
                    <a:pt x="92341" y="1639023"/>
                  </a:lnTo>
                  <a:lnTo>
                    <a:pt x="89141" y="1642008"/>
                  </a:lnTo>
                  <a:lnTo>
                    <a:pt x="81330" y="1648218"/>
                  </a:lnTo>
                  <a:lnTo>
                    <a:pt x="78994" y="1650352"/>
                  </a:lnTo>
                  <a:lnTo>
                    <a:pt x="77368" y="1652244"/>
                  </a:lnTo>
                  <a:lnTo>
                    <a:pt x="75755" y="1654073"/>
                  </a:lnTo>
                  <a:lnTo>
                    <a:pt x="74574" y="1655965"/>
                  </a:lnTo>
                  <a:lnTo>
                    <a:pt x="73393" y="1659001"/>
                  </a:lnTo>
                  <a:lnTo>
                    <a:pt x="73177" y="1660220"/>
                  </a:lnTo>
                  <a:lnTo>
                    <a:pt x="73215" y="1661439"/>
                  </a:lnTo>
                  <a:lnTo>
                    <a:pt x="102095" y="1661439"/>
                  </a:lnTo>
                  <a:lnTo>
                    <a:pt x="102095" y="1656448"/>
                  </a:lnTo>
                  <a:close/>
                </a:path>
                <a:path w="3065779" h="2696845">
                  <a:moveTo>
                    <a:pt x="129324" y="2680106"/>
                  </a:moveTo>
                  <a:lnTo>
                    <a:pt x="123812" y="2656522"/>
                  </a:lnTo>
                  <a:lnTo>
                    <a:pt x="123812" y="2682087"/>
                  </a:lnTo>
                  <a:lnTo>
                    <a:pt x="122974" y="2686685"/>
                  </a:lnTo>
                  <a:lnTo>
                    <a:pt x="119608" y="2691320"/>
                  </a:lnTo>
                  <a:lnTo>
                    <a:pt x="117538" y="2692476"/>
                  </a:lnTo>
                  <a:lnTo>
                    <a:pt x="112610" y="2692476"/>
                  </a:lnTo>
                  <a:lnTo>
                    <a:pt x="110540" y="2691307"/>
                  </a:lnTo>
                  <a:lnTo>
                    <a:pt x="107188" y="2686685"/>
                  </a:lnTo>
                  <a:lnTo>
                    <a:pt x="106349" y="2682087"/>
                  </a:lnTo>
                  <a:lnTo>
                    <a:pt x="106464" y="2667609"/>
                  </a:lnTo>
                  <a:lnTo>
                    <a:pt x="107276" y="2663431"/>
                  </a:lnTo>
                  <a:lnTo>
                    <a:pt x="110591" y="2658834"/>
                  </a:lnTo>
                  <a:lnTo>
                    <a:pt x="112560" y="2657818"/>
                  </a:lnTo>
                  <a:lnTo>
                    <a:pt x="117525" y="2657818"/>
                  </a:lnTo>
                  <a:lnTo>
                    <a:pt x="119621" y="2658961"/>
                  </a:lnTo>
                  <a:lnTo>
                    <a:pt x="122974" y="2663545"/>
                  </a:lnTo>
                  <a:lnTo>
                    <a:pt x="123710" y="2667609"/>
                  </a:lnTo>
                  <a:lnTo>
                    <a:pt x="123812" y="2682087"/>
                  </a:lnTo>
                  <a:lnTo>
                    <a:pt x="123812" y="2656522"/>
                  </a:lnTo>
                  <a:lnTo>
                    <a:pt x="123012" y="2655798"/>
                  </a:lnTo>
                  <a:lnTo>
                    <a:pt x="119481" y="2653969"/>
                  </a:lnTo>
                  <a:lnTo>
                    <a:pt x="117424" y="2653512"/>
                  </a:lnTo>
                  <a:lnTo>
                    <a:pt x="111912" y="2653512"/>
                  </a:lnTo>
                  <a:lnTo>
                    <a:pt x="100838" y="2670137"/>
                  </a:lnTo>
                  <a:lnTo>
                    <a:pt x="100838" y="2683091"/>
                  </a:lnTo>
                  <a:lnTo>
                    <a:pt x="102273" y="2688831"/>
                  </a:lnTo>
                  <a:lnTo>
                    <a:pt x="107569" y="2695283"/>
                  </a:lnTo>
                  <a:lnTo>
                    <a:pt x="110871" y="2696743"/>
                  </a:lnTo>
                  <a:lnTo>
                    <a:pt x="118275" y="2696743"/>
                  </a:lnTo>
                  <a:lnTo>
                    <a:pt x="120929" y="2695905"/>
                  </a:lnTo>
                  <a:lnTo>
                    <a:pt x="125120" y="2692577"/>
                  </a:lnTo>
                  <a:lnTo>
                    <a:pt x="126695" y="2690228"/>
                  </a:lnTo>
                  <a:lnTo>
                    <a:pt x="128803" y="2684119"/>
                  </a:lnTo>
                  <a:lnTo>
                    <a:pt x="129324" y="2680106"/>
                  </a:lnTo>
                  <a:close/>
                </a:path>
                <a:path w="3065779" h="2696845">
                  <a:moveTo>
                    <a:pt x="144907" y="2690101"/>
                  </a:moveTo>
                  <a:lnTo>
                    <a:pt x="138798" y="2690101"/>
                  </a:lnTo>
                  <a:lnTo>
                    <a:pt x="138798" y="2696019"/>
                  </a:lnTo>
                  <a:lnTo>
                    <a:pt x="144907" y="2696019"/>
                  </a:lnTo>
                  <a:lnTo>
                    <a:pt x="144907" y="2690101"/>
                  </a:lnTo>
                  <a:close/>
                </a:path>
                <a:path w="3065779" h="2696845">
                  <a:moveTo>
                    <a:pt x="182206" y="2677642"/>
                  </a:moveTo>
                  <a:lnTo>
                    <a:pt x="180886" y="2674353"/>
                  </a:lnTo>
                  <a:lnTo>
                    <a:pt x="179044" y="2672550"/>
                  </a:lnTo>
                  <a:lnTo>
                    <a:pt x="177063" y="2670606"/>
                  </a:lnTo>
                  <a:lnTo>
                    <a:pt x="175653" y="2669235"/>
                  </a:lnTo>
                  <a:lnTo>
                    <a:pt x="172427" y="2667952"/>
                  </a:lnTo>
                  <a:lnTo>
                    <a:pt x="165735" y="2667952"/>
                  </a:lnTo>
                  <a:lnTo>
                    <a:pt x="162991" y="2668841"/>
                  </a:lnTo>
                  <a:lnTo>
                    <a:pt x="160362" y="2670606"/>
                  </a:lnTo>
                  <a:lnTo>
                    <a:pt x="162712" y="2659227"/>
                  </a:lnTo>
                  <a:lnTo>
                    <a:pt x="180149" y="2659227"/>
                  </a:lnTo>
                  <a:lnTo>
                    <a:pt x="180149" y="2654262"/>
                  </a:lnTo>
                  <a:lnTo>
                    <a:pt x="158432" y="2654262"/>
                  </a:lnTo>
                  <a:lnTo>
                    <a:pt x="154203" y="2676004"/>
                  </a:lnTo>
                  <a:lnTo>
                    <a:pt x="159232" y="2676639"/>
                  </a:lnTo>
                  <a:lnTo>
                    <a:pt x="160020" y="2675432"/>
                  </a:lnTo>
                  <a:lnTo>
                    <a:pt x="161124" y="2674442"/>
                  </a:lnTo>
                  <a:lnTo>
                    <a:pt x="163906" y="2672918"/>
                  </a:lnTo>
                  <a:lnTo>
                    <a:pt x="165468" y="2672550"/>
                  </a:lnTo>
                  <a:lnTo>
                    <a:pt x="169964" y="2672550"/>
                  </a:lnTo>
                  <a:lnTo>
                    <a:pt x="172212" y="2673400"/>
                  </a:lnTo>
                  <a:lnTo>
                    <a:pt x="175653" y="2676829"/>
                  </a:lnTo>
                  <a:lnTo>
                    <a:pt x="176504" y="2679166"/>
                  </a:lnTo>
                  <a:lnTo>
                    <a:pt x="176415" y="2685491"/>
                  </a:lnTo>
                  <a:lnTo>
                    <a:pt x="175615" y="2687751"/>
                  </a:lnTo>
                  <a:lnTo>
                    <a:pt x="172046" y="2691523"/>
                  </a:lnTo>
                  <a:lnTo>
                    <a:pt x="169862" y="2692476"/>
                  </a:lnTo>
                  <a:lnTo>
                    <a:pt x="165125" y="2692476"/>
                  </a:lnTo>
                  <a:lnTo>
                    <a:pt x="163296" y="2691803"/>
                  </a:lnTo>
                  <a:lnTo>
                    <a:pt x="160261" y="2689123"/>
                  </a:lnTo>
                  <a:lnTo>
                    <a:pt x="159296" y="2687116"/>
                  </a:lnTo>
                  <a:lnTo>
                    <a:pt x="158877" y="2684462"/>
                  </a:lnTo>
                  <a:lnTo>
                    <a:pt x="153250" y="2684932"/>
                  </a:lnTo>
                  <a:lnTo>
                    <a:pt x="153606" y="2688488"/>
                  </a:lnTo>
                  <a:lnTo>
                    <a:pt x="155041" y="2691346"/>
                  </a:lnTo>
                  <a:lnTo>
                    <a:pt x="160058" y="2695664"/>
                  </a:lnTo>
                  <a:lnTo>
                    <a:pt x="163309" y="2696743"/>
                  </a:lnTo>
                  <a:lnTo>
                    <a:pt x="172123" y="2696743"/>
                  </a:lnTo>
                  <a:lnTo>
                    <a:pt x="175945" y="2695029"/>
                  </a:lnTo>
                  <a:lnTo>
                    <a:pt x="178041" y="2692476"/>
                  </a:lnTo>
                  <a:lnTo>
                    <a:pt x="181051" y="2688806"/>
                  </a:lnTo>
                  <a:lnTo>
                    <a:pt x="182206" y="2685491"/>
                  </a:lnTo>
                  <a:lnTo>
                    <a:pt x="182206" y="2677642"/>
                  </a:lnTo>
                  <a:close/>
                </a:path>
                <a:path w="3065779" h="2696845">
                  <a:moveTo>
                    <a:pt x="728192" y="2680106"/>
                  </a:moveTo>
                  <a:lnTo>
                    <a:pt x="728116" y="2670137"/>
                  </a:lnTo>
                  <a:lnTo>
                    <a:pt x="727875" y="2667609"/>
                  </a:lnTo>
                  <a:lnTo>
                    <a:pt x="727189" y="2665133"/>
                  </a:lnTo>
                  <a:lnTo>
                    <a:pt x="726554" y="2662656"/>
                  </a:lnTo>
                  <a:lnTo>
                    <a:pt x="725678" y="2660561"/>
                  </a:lnTo>
                  <a:lnTo>
                    <a:pt x="724484" y="2658834"/>
                  </a:lnTo>
                  <a:lnTo>
                    <a:pt x="723811" y="2657818"/>
                  </a:lnTo>
                  <a:lnTo>
                    <a:pt x="723353" y="2657119"/>
                  </a:lnTo>
                  <a:lnTo>
                    <a:pt x="722655" y="2656484"/>
                  </a:lnTo>
                  <a:lnTo>
                    <a:pt x="722655" y="2682087"/>
                  </a:lnTo>
                  <a:lnTo>
                    <a:pt x="721842" y="2686685"/>
                  </a:lnTo>
                  <a:lnTo>
                    <a:pt x="720140" y="2689021"/>
                  </a:lnTo>
                  <a:lnTo>
                    <a:pt x="718502" y="2691320"/>
                  </a:lnTo>
                  <a:lnTo>
                    <a:pt x="716445" y="2692476"/>
                  </a:lnTo>
                  <a:lnTo>
                    <a:pt x="711479" y="2692476"/>
                  </a:lnTo>
                  <a:lnTo>
                    <a:pt x="709396" y="2691307"/>
                  </a:lnTo>
                  <a:lnTo>
                    <a:pt x="707758" y="2689009"/>
                  </a:lnTo>
                  <a:lnTo>
                    <a:pt x="706069" y="2686685"/>
                  </a:lnTo>
                  <a:lnTo>
                    <a:pt x="705256" y="2682087"/>
                  </a:lnTo>
                  <a:lnTo>
                    <a:pt x="705358" y="2667609"/>
                  </a:lnTo>
                  <a:lnTo>
                    <a:pt x="706132" y="2663431"/>
                  </a:lnTo>
                  <a:lnTo>
                    <a:pt x="708025" y="2660853"/>
                  </a:lnTo>
                  <a:lnTo>
                    <a:pt x="709472" y="2658834"/>
                  </a:lnTo>
                  <a:lnTo>
                    <a:pt x="711415" y="2657818"/>
                  </a:lnTo>
                  <a:lnTo>
                    <a:pt x="716381" y="2657818"/>
                  </a:lnTo>
                  <a:lnTo>
                    <a:pt x="718515" y="2658961"/>
                  </a:lnTo>
                  <a:lnTo>
                    <a:pt x="720153" y="2661247"/>
                  </a:lnTo>
                  <a:lnTo>
                    <a:pt x="721842" y="2663545"/>
                  </a:lnTo>
                  <a:lnTo>
                    <a:pt x="722566" y="2667609"/>
                  </a:lnTo>
                  <a:lnTo>
                    <a:pt x="722655" y="2682087"/>
                  </a:lnTo>
                  <a:lnTo>
                    <a:pt x="722655" y="2656484"/>
                  </a:lnTo>
                  <a:lnTo>
                    <a:pt x="721906" y="2655798"/>
                  </a:lnTo>
                  <a:lnTo>
                    <a:pt x="718388" y="2653969"/>
                  </a:lnTo>
                  <a:lnTo>
                    <a:pt x="716318" y="2653512"/>
                  </a:lnTo>
                  <a:lnTo>
                    <a:pt x="710780" y="2653512"/>
                  </a:lnTo>
                  <a:lnTo>
                    <a:pt x="708152" y="2654338"/>
                  </a:lnTo>
                  <a:lnTo>
                    <a:pt x="706069" y="2656001"/>
                  </a:lnTo>
                  <a:lnTo>
                    <a:pt x="703935" y="2657652"/>
                  </a:lnTo>
                  <a:lnTo>
                    <a:pt x="702360" y="2660002"/>
                  </a:lnTo>
                  <a:lnTo>
                    <a:pt x="700227" y="2666111"/>
                  </a:lnTo>
                  <a:lnTo>
                    <a:pt x="699731" y="2670137"/>
                  </a:lnTo>
                  <a:lnTo>
                    <a:pt x="699731" y="2683091"/>
                  </a:lnTo>
                  <a:lnTo>
                    <a:pt x="701167" y="2688831"/>
                  </a:lnTo>
                  <a:lnTo>
                    <a:pt x="706450" y="2695283"/>
                  </a:lnTo>
                  <a:lnTo>
                    <a:pt x="709777" y="2696743"/>
                  </a:lnTo>
                  <a:lnTo>
                    <a:pt x="717130" y="2696743"/>
                  </a:lnTo>
                  <a:lnTo>
                    <a:pt x="719836" y="2695905"/>
                  </a:lnTo>
                  <a:lnTo>
                    <a:pt x="723988" y="2692577"/>
                  </a:lnTo>
                  <a:lnTo>
                    <a:pt x="725551" y="2690228"/>
                  </a:lnTo>
                  <a:lnTo>
                    <a:pt x="727697" y="2684119"/>
                  </a:lnTo>
                  <a:lnTo>
                    <a:pt x="728192" y="2680106"/>
                  </a:lnTo>
                  <a:close/>
                </a:path>
                <a:path w="3065779" h="2696845">
                  <a:moveTo>
                    <a:pt x="1286751" y="2680106"/>
                  </a:moveTo>
                  <a:lnTo>
                    <a:pt x="1282369" y="2657818"/>
                  </a:lnTo>
                  <a:lnTo>
                    <a:pt x="1281912" y="2657119"/>
                  </a:lnTo>
                  <a:lnTo>
                    <a:pt x="1281214" y="2656509"/>
                  </a:lnTo>
                  <a:lnTo>
                    <a:pt x="1281214" y="2682087"/>
                  </a:lnTo>
                  <a:lnTo>
                    <a:pt x="1280401" y="2686685"/>
                  </a:lnTo>
                  <a:lnTo>
                    <a:pt x="1276997" y="2691320"/>
                  </a:lnTo>
                  <a:lnTo>
                    <a:pt x="1274927" y="2692476"/>
                  </a:lnTo>
                  <a:lnTo>
                    <a:pt x="1270025" y="2692476"/>
                  </a:lnTo>
                  <a:lnTo>
                    <a:pt x="1267955" y="2691307"/>
                  </a:lnTo>
                  <a:lnTo>
                    <a:pt x="1264564" y="2686685"/>
                  </a:lnTo>
                  <a:lnTo>
                    <a:pt x="1263751" y="2682087"/>
                  </a:lnTo>
                  <a:lnTo>
                    <a:pt x="1263865" y="2667609"/>
                  </a:lnTo>
                  <a:lnTo>
                    <a:pt x="1264691" y="2663431"/>
                  </a:lnTo>
                  <a:lnTo>
                    <a:pt x="1266507" y="2660853"/>
                  </a:lnTo>
                  <a:lnTo>
                    <a:pt x="1268018" y="2658834"/>
                  </a:lnTo>
                  <a:lnTo>
                    <a:pt x="1269974" y="2657818"/>
                  </a:lnTo>
                  <a:lnTo>
                    <a:pt x="1274927" y="2657818"/>
                  </a:lnTo>
                  <a:lnTo>
                    <a:pt x="1277010" y="2658961"/>
                  </a:lnTo>
                  <a:lnTo>
                    <a:pt x="1280401" y="2663545"/>
                  </a:lnTo>
                  <a:lnTo>
                    <a:pt x="1281112" y="2667609"/>
                  </a:lnTo>
                  <a:lnTo>
                    <a:pt x="1281214" y="2682087"/>
                  </a:lnTo>
                  <a:lnTo>
                    <a:pt x="1281214" y="2656509"/>
                  </a:lnTo>
                  <a:lnTo>
                    <a:pt x="1280401" y="2655798"/>
                  </a:lnTo>
                  <a:lnTo>
                    <a:pt x="1276883" y="2653969"/>
                  </a:lnTo>
                  <a:lnTo>
                    <a:pt x="1274813" y="2653512"/>
                  </a:lnTo>
                  <a:lnTo>
                    <a:pt x="1269276" y="2653512"/>
                  </a:lnTo>
                  <a:lnTo>
                    <a:pt x="1258214" y="2670137"/>
                  </a:lnTo>
                  <a:lnTo>
                    <a:pt x="1258214" y="2683091"/>
                  </a:lnTo>
                  <a:lnTo>
                    <a:pt x="1259662" y="2688831"/>
                  </a:lnTo>
                  <a:lnTo>
                    <a:pt x="1264945" y="2695283"/>
                  </a:lnTo>
                  <a:lnTo>
                    <a:pt x="1268272" y="2696743"/>
                  </a:lnTo>
                  <a:lnTo>
                    <a:pt x="1275689" y="2696743"/>
                  </a:lnTo>
                  <a:lnTo>
                    <a:pt x="1278331" y="2695905"/>
                  </a:lnTo>
                  <a:lnTo>
                    <a:pt x="1280401" y="2694241"/>
                  </a:lnTo>
                  <a:lnTo>
                    <a:pt x="1282534" y="2692577"/>
                  </a:lnTo>
                  <a:lnTo>
                    <a:pt x="1284109" y="2690228"/>
                  </a:lnTo>
                  <a:lnTo>
                    <a:pt x="1285328" y="2686685"/>
                  </a:lnTo>
                  <a:lnTo>
                    <a:pt x="1286179" y="2684119"/>
                  </a:lnTo>
                  <a:lnTo>
                    <a:pt x="1286751" y="2680106"/>
                  </a:lnTo>
                  <a:close/>
                </a:path>
                <a:path w="3065779" h="2696845">
                  <a:moveTo>
                    <a:pt x="1302334" y="2690101"/>
                  </a:moveTo>
                  <a:lnTo>
                    <a:pt x="1296174" y="2690101"/>
                  </a:lnTo>
                  <a:lnTo>
                    <a:pt x="1296174" y="2696019"/>
                  </a:lnTo>
                  <a:lnTo>
                    <a:pt x="1302334" y="2696019"/>
                  </a:lnTo>
                  <a:lnTo>
                    <a:pt x="1302334" y="2690101"/>
                  </a:lnTo>
                  <a:close/>
                </a:path>
                <a:path w="3065779" h="2696845">
                  <a:moveTo>
                    <a:pt x="1339596" y="2677642"/>
                  </a:moveTo>
                  <a:lnTo>
                    <a:pt x="1329855" y="2667952"/>
                  </a:lnTo>
                  <a:lnTo>
                    <a:pt x="1323136" y="2667952"/>
                  </a:lnTo>
                  <a:lnTo>
                    <a:pt x="1320368" y="2668841"/>
                  </a:lnTo>
                  <a:lnTo>
                    <a:pt x="1317790" y="2670606"/>
                  </a:lnTo>
                  <a:lnTo>
                    <a:pt x="1320114" y="2659227"/>
                  </a:lnTo>
                  <a:lnTo>
                    <a:pt x="1337525" y="2659227"/>
                  </a:lnTo>
                  <a:lnTo>
                    <a:pt x="1337525" y="2654262"/>
                  </a:lnTo>
                  <a:lnTo>
                    <a:pt x="1315847" y="2654262"/>
                  </a:lnTo>
                  <a:lnTo>
                    <a:pt x="1311567" y="2676004"/>
                  </a:lnTo>
                  <a:lnTo>
                    <a:pt x="1316659" y="2676639"/>
                  </a:lnTo>
                  <a:lnTo>
                    <a:pt x="1317409" y="2675432"/>
                  </a:lnTo>
                  <a:lnTo>
                    <a:pt x="1318552" y="2674442"/>
                  </a:lnTo>
                  <a:lnTo>
                    <a:pt x="1321308" y="2672918"/>
                  </a:lnTo>
                  <a:lnTo>
                    <a:pt x="1322882" y="2672550"/>
                  </a:lnTo>
                  <a:lnTo>
                    <a:pt x="1327340" y="2672550"/>
                  </a:lnTo>
                  <a:lnTo>
                    <a:pt x="1329601" y="2673400"/>
                  </a:lnTo>
                  <a:lnTo>
                    <a:pt x="1331366" y="2675115"/>
                  </a:lnTo>
                  <a:lnTo>
                    <a:pt x="1333068" y="2676829"/>
                  </a:lnTo>
                  <a:lnTo>
                    <a:pt x="1333944" y="2679166"/>
                  </a:lnTo>
                  <a:lnTo>
                    <a:pt x="1333842" y="2685491"/>
                  </a:lnTo>
                  <a:lnTo>
                    <a:pt x="1333004" y="2687751"/>
                  </a:lnTo>
                  <a:lnTo>
                    <a:pt x="1331239" y="2689631"/>
                  </a:lnTo>
                  <a:lnTo>
                    <a:pt x="1329423" y="2691523"/>
                  </a:lnTo>
                  <a:lnTo>
                    <a:pt x="1327277" y="2692476"/>
                  </a:lnTo>
                  <a:lnTo>
                    <a:pt x="1322501" y="2692476"/>
                  </a:lnTo>
                  <a:lnTo>
                    <a:pt x="1320685" y="2691803"/>
                  </a:lnTo>
                  <a:lnTo>
                    <a:pt x="1317663" y="2689123"/>
                  </a:lnTo>
                  <a:lnTo>
                    <a:pt x="1316723" y="2687116"/>
                  </a:lnTo>
                  <a:lnTo>
                    <a:pt x="1316278" y="2684462"/>
                  </a:lnTo>
                  <a:lnTo>
                    <a:pt x="1310627" y="2684932"/>
                  </a:lnTo>
                  <a:lnTo>
                    <a:pt x="1311008" y="2688488"/>
                  </a:lnTo>
                  <a:lnTo>
                    <a:pt x="1312456" y="2691346"/>
                  </a:lnTo>
                  <a:lnTo>
                    <a:pt x="1317472" y="2695664"/>
                  </a:lnTo>
                  <a:lnTo>
                    <a:pt x="1320685" y="2696743"/>
                  </a:lnTo>
                  <a:lnTo>
                    <a:pt x="1329537" y="2696743"/>
                  </a:lnTo>
                  <a:lnTo>
                    <a:pt x="1333373" y="2695029"/>
                  </a:lnTo>
                  <a:lnTo>
                    <a:pt x="1335443" y="2692476"/>
                  </a:lnTo>
                  <a:lnTo>
                    <a:pt x="1336205" y="2691523"/>
                  </a:lnTo>
                  <a:lnTo>
                    <a:pt x="1338465" y="2688806"/>
                  </a:lnTo>
                  <a:lnTo>
                    <a:pt x="1339596" y="2685491"/>
                  </a:lnTo>
                  <a:lnTo>
                    <a:pt x="1339596" y="2677642"/>
                  </a:lnTo>
                  <a:close/>
                </a:path>
                <a:path w="3065779" h="2696845">
                  <a:moveTo>
                    <a:pt x="1888782" y="2653512"/>
                  </a:moveTo>
                  <a:lnTo>
                    <a:pt x="1885327" y="2653512"/>
                  </a:lnTo>
                  <a:lnTo>
                    <a:pt x="1884451" y="2655341"/>
                  </a:lnTo>
                  <a:lnTo>
                    <a:pt x="1882813" y="2657221"/>
                  </a:lnTo>
                  <a:lnTo>
                    <a:pt x="1878355" y="2661120"/>
                  </a:lnTo>
                  <a:lnTo>
                    <a:pt x="1875713" y="2662771"/>
                  </a:lnTo>
                  <a:lnTo>
                    <a:pt x="1872703" y="2664142"/>
                  </a:lnTo>
                  <a:lnTo>
                    <a:pt x="1872703" y="2669159"/>
                  </a:lnTo>
                  <a:lnTo>
                    <a:pt x="1883448" y="2662898"/>
                  </a:lnTo>
                  <a:lnTo>
                    <a:pt x="1883448" y="2696019"/>
                  </a:lnTo>
                  <a:lnTo>
                    <a:pt x="1888782" y="2696019"/>
                  </a:lnTo>
                  <a:lnTo>
                    <a:pt x="1888782" y="2653512"/>
                  </a:lnTo>
                  <a:close/>
                </a:path>
                <a:path w="3065779" h="2696845">
                  <a:moveTo>
                    <a:pt x="2447340" y="2653512"/>
                  </a:moveTo>
                  <a:lnTo>
                    <a:pt x="2443886" y="2653512"/>
                  </a:lnTo>
                  <a:lnTo>
                    <a:pt x="2442946" y="2655341"/>
                  </a:lnTo>
                  <a:lnTo>
                    <a:pt x="2441371" y="2657221"/>
                  </a:lnTo>
                  <a:lnTo>
                    <a:pt x="2436850" y="2661120"/>
                  </a:lnTo>
                  <a:lnTo>
                    <a:pt x="2434272" y="2662771"/>
                  </a:lnTo>
                  <a:lnTo>
                    <a:pt x="2431364" y="2664091"/>
                  </a:lnTo>
                  <a:lnTo>
                    <a:pt x="2431250" y="2669159"/>
                  </a:lnTo>
                  <a:lnTo>
                    <a:pt x="2441994" y="2662898"/>
                  </a:lnTo>
                  <a:lnTo>
                    <a:pt x="2441994" y="2696019"/>
                  </a:lnTo>
                  <a:lnTo>
                    <a:pt x="2447340" y="2696019"/>
                  </a:lnTo>
                  <a:lnTo>
                    <a:pt x="2447340" y="2662898"/>
                  </a:lnTo>
                  <a:lnTo>
                    <a:pt x="2447340" y="2653512"/>
                  </a:lnTo>
                  <a:close/>
                </a:path>
                <a:path w="3065779" h="2696845">
                  <a:moveTo>
                    <a:pt x="2471216" y="2690101"/>
                  </a:moveTo>
                  <a:lnTo>
                    <a:pt x="2465057" y="2690101"/>
                  </a:lnTo>
                  <a:lnTo>
                    <a:pt x="2465057" y="2696019"/>
                  </a:lnTo>
                  <a:lnTo>
                    <a:pt x="2471216" y="2696019"/>
                  </a:lnTo>
                  <a:lnTo>
                    <a:pt x="2471216" y="2690101"/>
                  </a:lnTo>
                  <a:close/>
                </a:path>
                <a:path w="3065779" h="2696845">
                  <a:moveTo>
                    <a:pt x="2508491" y="2677642"/>
                  </a:moveTo>
                  <a:lnTo>
                    <a:pt x="2498750" y="2667952"/>
                  </a:lnTo>
                  <a:lnTo>
                    <a:pt x="2492019" y="2667952"/>
                  </a:lnTo>
                  <a:lnTo>
                    <a:pt x="2489263" y="2668841"/>
                  </a:lnTo>
                  <a:lnTo>
                    <a:pt x="2486685" y="2670606"/>
                  </a:lnTo>
                  <a:lnTo>
                    <a:pt x="2489009" y="2659227"/>
                  </a:lnTo>
                  <a:lnTo>
                    <a:pt x="2506408" y="2659227"/>
                  </a:lnTo>
                  <a:lnTo>
                    <a:pt x="2506408" y="2654262"/>
                  </a:lnTo>
                  <a:lnTo>
                    <a:pt x="2484729" y="2654262"/>
                  </a:lnTo>
                  <a:lnTo>
                    <a:pt x="2480462" y="2676004"/>
                  </a:lnTo>
                  <a:lnTo>
                    <a:pt x="2485555" y="2676639"/>
                  </a:lnTo>
                  <a:lnTo>
                    <a:pt x="2486304" y="2675432"/>
                  </a:lnTo>
                  <a:lnTo>
                    <a:pt x="2487434" y="2674442"/>
                  </a:lnTo>
                  <a:lnTo>
                    <a:pt x="2490203" y="2672918"/>
                  </a:lnTo>
                  <a:lnTo>
                    <a:pt x="2491778" y="2672550"/>
                  </a:lnTo>
                  <a:lnTo>
                    <a:pt x="2496235" y="2672550"/>
                  </a:lnTo>
                  <a:lnTo>
                    <a:pt x="2498496" y="2673400"/>
                  </a:lnTo>
                  <a:lnTo>
                    <a:pt x="2500261" y="2675115"/>
                  </a:lnTo>
                  <a:lnTo>
                    <a:pt x="2501950" y="2676829"/>
                  </a:lnTo>
                  <a:lnTo>
                    <a:pt x="2502827" y="2679166"/>
                  </a:lnTo>
                  <a:lnTo>
                    <a:pt x="2502738" y="2685491"/>
                  </a:lnTo>
                  <a:lnTo>
                    <a:pt x="2501887" y="2687751"/>
                  </a:lnTo>
                  <a:lnTo>
                    <a:pt x="2500134" y="2689631"/>
                  </a:lnTo>
                  <a:lnTo>
                    <a:pt x="2498306" y="2691523"/>
                  </a:lnTo>
                  <a:lnTo>
                    <a:pt x="2496172" y="2692476"/>
                  </a:lnTo>
                  <a:lnTo>
                    <a:pt x="2491397" y="2692476"/>
                  </a:lnTo>
                  <a:lnTo>
                    <a:pt x="2489568" y="2691803"/>
                  </a:lnTo>
                  <a:lnTo>
                    <a:pt x="2486558" y="2689123"/>
                  </a:lnTo>
                  <a:lnTo>
                    <a:pt x="2485618" y="2687116"/>
                  </a:lnTo>
                  <a:lnTo>
                    <a:pt x="2485174" y="2684462"/>
                  </a:lnTo>
                  <a:lnTo>
                    <a:pt x="2479522" y="2684932"/>
                  </a:lnTo>
                  <a:lnTo>
                    <a:pt x="2479891" y="2688488"/>
                  </a:lnTo>
                  <a:lnTo>
                    <a:pt x="2481338" y="2691346"/>
                  </a:lnTo>
                  <a:lnTo>
                    <a:pt x="2486368" y="2695664"/>
                  </a:lnTo>
                  <a:lnTo>
                    <a:pt x="2489568" y="2696743"/>
                  </a:lnTo>
                  <a:lnTo>
                    <a:pt x="2498433" y="2696743"/>
                  </a:lnTo>
                  <a:lnTo>
                    <a:pt x="2502268" y="2695029"/>
                  </a:lnTo>
                  <a:lnTo>
                    <a:pt x="2504325" y="2692476"/>
                  </a:lnTo>
                  <a:lnTo>
                    <a:pt x="2505087" y="2691523"/>
                  </a:lnTo>
                  <a:lnTo>
                    <a:pt x="2507361" y="2688806"/>
                  </a:lnTo>
                  <a:lnTo>
                    <a:pt x="2508491" y="2685491"/>
                  </a:lnTo>
                  <a:lnTo>
                    <a:pt x="2508491" y="2677642"/>
                  </a:lnTo>
                  <a:close/>
                </a:path>
                <a:path w="3065779" h="2696845">
                  <a:moveTo>
                    <a:pt x="3055416" y="17475"/>
                  </a:moveTo>
                  <a:lnTo>
                    <a:pt x="3053842" y="17475"/>
                  </a:lnTo>
                  <a:lnTo>
                    <a:pt x="3052267" y="17475"/>
                  </a:lnTo>
                  <a:lnTo>
                    <a:pt x="3052267" y="20523"/>
                  </a:lnTo>
                  <a:lnTo>
                    <a:pt x="3052267" y="48844"/>
                  </a:lnTo>
                  <a:lnTo>
                    <a:pt x="3052267" y="341287"/>
                  </a:lnTo>
                  <a:lnTo>
                    <a:pt x="3023044" y="341287"/>
                  </a:lnTo>
                  <a:lnTo>
                    <a:pt x="3023044" y="344335"/>
                  </a:lnTo>
                  <a:lnTo>
                    <a:pt x="3052267" y="344335"/>
                  </a:lnTo>
                  <a:lnTo>
                    <a:pt x="3052267" y="665035"/>
                  </a:lnTo>
                  <a:lnTo>
                    <a:pt x="3023044" y="665035"/>
                  </a:lnTo>
                  <a:lnTo>
                    <a:pt x="3023044" y="668083"/>
                  </a:lnTo>
                  <a:lnTo>
                    <a:pt x="3052267" y="668083"/>
                  </a:lnTo>
                  <a:lnTo>
                    <a:pt x="3052267" y="988847"/>
                  </a:lnTo>
                  <a:lnTo>
                    <a:pt x="3023044" y="988847"/>
                  </a:lnTo>
                  <a:lnTo>
                    <a:pt x="3023044" y="991895"/>
                  </a:lnTo>
                  <a:lnTo>
                    <a:pt x="3052267" y="991895"/>
                  </a:lnTo>
                  <a:lnTo>
                    <a:pt x="3052267" y="1312659"/>
                  </a:lnTo>
                  <a:lnTo>
                    <a:pt x="3023044" y="1312659"/>
                  </a:lnTo>
                  <a:lnTo>
                    <a:pt x="3023044" y="1315707"/>
                  </a:lnTo>
                  <a:lnTo>
                    <a:pt x="3052267" y="1315707"/>
                  </a:lnTo>
                  <a:lnTo>
                    <a:pt x="3052267" y="1636407"/>
                  </a:lnTo>
                  <a:lnTo>
                    <a:pt x="3023044" y="1636407"/>
                  </a:lnTo>
                  <a:lnTo>
                    <a:pt x="3023044" y="1639455"/>
                  </a:lnTo>
                  <a:lnTo>
                    <a:pt x="3052267" y="1639455"/>
                  </a:lnTo>
                  <a:lnTo>
                    <a:pt x="3052267" y="1960219"/>
                  </a:lnTo>
                  <a:lnTo>
                    <a:pt x="3023044" y="1960219"/>
                  </a:lnTo>
                  <a:lnTo>
                    <a:pt x="3023044" y="1963267"/>
                  </a:lnTo>
                  <a:lnTo>
                    <a:pt x="3052267" y="1963267"/>
                  </a:lnTo>
                  <a:lnTo>
                    <a:pt x="3052267" y="2283968"/>
                  </a:lnTo>
                  <a:lnTo>
                    <a:pt x="3023057" y="2283968"/>
                  </a:lnTo>
                  <a:lnTo>
                    <a:pt x="3023057" y="2287016"/>
                  </a:lnTo>
                  <a:lnTo>
                    <a:pt x="3052267" y="2287016"/>
                  </a:lnTo>
                  <a:lnTo>
                    <a:pt x="3052267" y="2579459"/>
                  </a:lnTo>
                  <a:lnTo>
                    <a:pt x="3052267" y="2607780"/>
                  </a:lnTo>
                  <a:lnTo>
                    <a:pt x="3023057" y="2607780"/>
                  </a:lnTo>
                  <a:lnTo>
                    <a:pt x="2470975" y="2607780"/>
                  </a:lnTo>
                  <a:lnTo>
                    <a:pt x="2470975" y="2579459"/>
                  </a:lnTo>
                  <a:lnTo>
                    <a:pt x="2467826" y="2579459"/>
                  </a:lnTo>
                  <a:lnTo>
                    <a:pt x="2467826" y="2607780"/>
                  </a:lnTo>
                  <a:lnTo>
                    <a:pt x="1886521" y="2607780"/>
                  </a:lnTo>
                  <a:lnTo>
                    <a:pt x="1886521" y="2579459"/>
                  </a:lnTo>
                  <a:lnTo>
                    <a:pt x="1883384" y="2579459"/>
                  </a:lnTo>
                  <a:lnTo>
                    <a:pt x="1883384" y="2607780"/>
                  </a:lnTo>
                  <a:lnTo>
                    <a:pt x="1302080" y="2607780"/>
                  </a:lnTo>
                  <a:lnTo>
                    <a:pt x="1302080" y="2579459"/>
                  </a:lnTo>
                  <a:lnTo>
                    <a:pt x="1298943" y="2579459"/>
                  </a:lnTo>
                  <a:lnTo>
                    <a:pt x="1298943" y="2607780"/>
                  </a:lnTo>
                  <a:lnTo>
                    <a:pt x="717638" y="2607780"/>
                  </a:lnTo>
                  <a:lnTo>
                    <a:pt x="717638" y="2579459"/>
                  </a:lnTo>
                  <a:lnTo>
                    <a:pt x="714489" y="2579459"/>
                  </a:lnTo>
                  <a:lnTo>
                    <a:pt x="714489" y="2607780"/>
                  </a:lnTo>
                  <a:lnTo>
                    <a:pt x="133184" y="2607780"/>
                  </a:lnTo>
                  <a:lnTo>
                    <a:pt x="133184" y="2579459"/>
                  </a:lnTo>
                  <a:lnTo>
                    <a:pt x="133184" y="1639455"/>
                  </a:lnTo>
                  <a:lnTo>
                    <a:pt x="162407" y="1639455"/>
                  </a:lnTo>
                  <a:lnTo>
                    <a:pt x="162407" y="1636407"/>
                  </a:lnTo>
                  <a:lnTo>
                    <a:pt x="133184" y="1636407"/>
                  </a:lnTo>
                  <a:lnTo>
                    <a:pt x="133184" y="1315707"/>
                  </a:lnTo>
                  <a:lnTo>
                    <a:pt x="162407" y="1315707"/>
                  </a:lnTo>
                  <a:lnTo>
                    <a:pt x="162407" y="1312659"/>
                  </a:lnTo>
                  <a:lnTo>
                    <a:pt x="133184" y="1312659"/>
                  </a:lnTo>
                  <a:lnTo>
                    <a:pt x="133184" y="991895"/>
                  </a:lnTo>
                  <a:lnTo>
                    <a:pt x="162407" y="991895"/>
                  </a:lnTo>
                  <a:lnTo>
                    <a:pt x="162407" y="988847"/>
                  </a:lnTo>
                  <a:lnTo>
                    <a:pt x="133184" y="988847"/>
                  </a:lnTo>
                  <a:lnTo>
                    <a:pt x="133184" y="668083"/>
                  </a:lnTo>
                  <a:lnTo>
                    <a:pt x="162394" y="668083"/>
                  </a:lnTo>
                  <a:lnTo>
                    <a:pt x="162394" y="665035"/>
                  </a:lnTo>
                  <a:lnTo>
                    <a:pt x="133184" y="665035"/>
                  </a:lnTo>
                  <a:lnTo>
                    <a:pt x="133184" y="344335"/>
                  </a:lnTo>
                  <a:lnTo>
                    <a:pt x="162394" y="344335"/>
                  </a:lnTo>
                  <a:lnTo>
                    <a:pt x="162394" y="341287"/>
                  </a:lnTo>
                  <a:lnTo>
                    <a:pt x="133184" y="341287"/>
                  </a:lnTo>
                  <a:lnTo>
                    <a:pt x="133184" y="48844"/>
                  </a:lnTo>
                  <a:lnTo>
                    <a:pt x="133184" y="20523"/>
                  </a:lnTo>
                  <a:lnTo>
                    <a:pt x="162394" y="20523"/>
                  </a:lnTo>
                  <a:lnTo>
                    <a:pt x="714489" y="20523"/>
                  </a:lnTo>
                  <a:lnTo>
                    <a:pt x="714489" y="48844"/>
                  </a:lnTo>
                  <a:lnTo>
                    <a:pt x="717638" y="48844"/>
                  </a:lnTo>
                  <a:lnTo>
                    <a:pt x="717638" y="20523"/>
                  </a:lnTo>
                  <a:lnTo>
                    <a:pt x="1298943" y="20523"/>
                  </a:lnTo>
                  <a:lnTo>
                    <a:pt x="1298943" y="48844"/>
                  </a:lnTo>
                  <a:lnTo>
                    <a:pt x="1302080" y="48844"/>
                  </a:lnTo>
                  <a:lnTo>
                    <a:pt x="1302080" y="20523"/>
                  </a:lnTo>
                  <a:lnTo>
                    <a:pt x="1883384" y="20523"/>
                  </a:lnTo>
                  <a:lnTo>
                    <a:pt x="1883384" y="48844"/>
                  </a:lnTo>
                  <a:lnTo>
                    <a:pt x="1886521" y="48844"/>
                  </a:lnTo>
                  <a:lnTo>
                    <a:pt x="1886521" y="20523"/>
                  </a:lnTo>
                  <a:lnTo>
                    <a:pt x="2467826" y="20523"/>
                  </a:lnTo>
                  <a:lnTo>
                    <a:pt x="2467826" y="48844"/>
                  </a:lnTo>
                  <a:lnTo>
                    <a:pt x="2470975" y="48844"/>
                  </a:lnTo>
                  <a:lnTo>
                    <a:pt x="2470975" y="20523"/>
                  </a:lnTo>
                  <a:lnTo>
                    <a:pt x="3023044" y="20523"/>
                  </a:lnTo>
                  <a:lnTo>
                    <a:pt x="3052267" y="20523"/>
                  </a:lnTo>
                  <a:lnTo>
                    <a:pt x="3052267" y="17475"/>
                  </a:lnTo>
                  <a:lnTo>
                    <a:pt x="3023044" y="17475"/>
                  </a:lnTo>
                  <a:lnTo>
                    <a:pt x="162394" y="17475"/>
                  </a:lnTo>
                  <a:lnTo>
                    <a:pt x="133184" y="17475"/>
                  </a:lnTo>
                  <a:lnTo>
                    <a:pt x="131610" y="17475"/>
                  </a:lnTo>
                  <a:lnTo>
                    <a:pt x="130035" y="17475"/>
                  </a:lnTo>
                  <a:lnTo>
                    <a:pt x="130035" y="18999"/>
                  </a:lnTo>
                  <a:lnTo>
                    <a:pt x="130035" y="48844"/>
                  </a:lnTo>
                  <a:lnTo>
                    <a:pt x="130035" y="2579459"/>
                  </a:lnTo>
                  <a:lnTo>
                    <a:pt x="130035" y="2609304"/>
                  </a:lnTo>
                  <a:lnTo>
                    <a:pt x="131610" y="2609304"/>
                  </a:lnTo>
                  <a:lnTo>
                    <a:pt x="131610" y="2610828"/>
                  </a:lnTo>
                  <a:lnTo>
                    <a:pt x="3023057" y="2610828"/>
                  </a:lnTo>
                  <a:lnTo>
                    <a:pt x="3053842" y="2610828"/>
                  </a:lnTo>
                  <a:lnTo>
                    <a:pt x="3055404" y="2610828"/>
                  </a:lnTo>
                  <a:lnTo>
                    <a:pt x="3055404" y="2609304"/>
                  </a:lnTo>
                  <a:lnTo>
                    <a:pt x="3055416" y="2579459"/>
                  </a:lnTo>
                  <a:lnTo>
                    <a:pt x="3055416" y="48844"/>
                  </a:lnTo>
                  <a:lnTo>
                    <a:pt x="3055416" y="18999"/>
                  </a:lnTo>
                  <a:lnTo>
                    <a:pt x="3055416" y="17475"/>
                  </a:lnTo>
                  <a:close/>
                </a:path>
                <a:path w="3065779" h="2696845">
                  <a:moveTo>
                    <a:pt x="3065653" y="2691015"/>
                  </a:moveTo>
                  <a:lnTo>
                    <a:pt x="3044291" y="2691015"/>
                  </a:lnTo>
                  <a:lnTo>
                    <a:pt x="3044863" y="2690088"/>
                  </a:lnTo>
                  <a:lnTo>
                    <a:pt x="3045612" y="2689148"/>
                  </a:lnTo>
                  <a:lnTo>
                    <a:pt x="3047428" y="2687269"/>
                  </a:lnTo>
                  <a:lnTo>
                    <a:pt x="3049511" y="2685491"/>
                  </a:lnTo>
                  <a:lnTo>
                    <a:pt x="3056547" y="2679725"/>
                  </a:lnTo>
                  <a:lnTo>
                    <a:pt x="3059315" y="2677236"/>
                  </a:lnTo>
                  <a:lnTo>
                    <a:pt x="3062643" y="2673616"/>
                  </a:lnTo>
                  <a:lnTo>
                    <a:pt x="3063837" y="2671902"/>
                  </a:lnTo>
                  <a:lnTo>
                    <a:pt x="3065284" y="2668625"/>
                  </a:lnTo>
                  <a:lnTo>
                    <a:pt x="3065602" y="2666962"/>
                  </a:lnTo>
                  <a:lnTo>
                    <a:pt x="3065602" y="2661932"/>
                  </a:lnTo>
                  <a:lnTo>
                    <a:pt x="3064395" y="2659138"/>
                  </a:lnTo>
                  <a:lnTo>
                    <a:pt x="3059506" y="2654643"/>
                  </a:lnTo>
                  <a:lnTo>
                    <a:pt x="3056166" y="2653512"/>
                  </a:lnTo>
                  <a:lnTo>
                    <a:pt x="3047873" y="2653512"/>
                  </a:lnTo>
                  <a:lnTo>
                    <a:pt x="3044545" y="2654554"/>
                  </a:lnTo>
                  <a:lnTo>
                    <a:pt x="3039643" y="2658732"/>
                  </a:lnTo>
                  <a:lnTo>
                    <a:pt x="3038195" y="2661767"/>
                  </a:lnTo>
                  <a:lnTo>
                    <a:pt x="3037814" y="2665755"/>
                  </a:lnTo>
                  <a:lnTo>
                    <a:pt x="3043351" y="2666314"/>
                  </a:lnTo>
                  <a:lnTo>
                    <a:pt x="3043351" y="2663647"/>
                  </a:lnTo>
                  <a:lnTo>
                    <a:pt x="3044164" y="2661564"/>
                  </a:lnTo>
                  <a:lnTo>
                    <a:pt x="3047250" y="2658567"/>
                  </a:lnTo>
                  <a:lnTo>
                    <a:pt x="3049320" y="2657818"/>
                  </a:lnTo>
                  <a:lnTo>
                    <a:pt x="3054350" y="2657818"/>
                  </a:lnTo>
                  <a:lnTo>
                    <a:pt x="3056293" y="2658529"/>
                  </a:lnTo>
                  <a:lnTo>
                    <a:pt x="3059379" y="2661361"/>
                  </a:lnTo>
                  <a:lnTo>
                    <a:pt x="3060128" y="2663088"/>
                  </a:lnTo>
                  <a:lnTo>
                    <a:pt x="3060128" y="2667114"/>
                  </a:lnTo>
                  <a:lnTo>
                    <a:pt x="3059252" y="2669197"/>
                  </a:lnTo>
                  <a:lnTo>
                    <a:pt x="3055912" y="2673604"/>
                  </a:lnTo>
                  <a:lnTo>
                    <a:pt x="3052711" y="2676601"/>
                  </a:lnTo>
                  <a:lnTo>
                    <a:pt x="3044926" y="2682786"/>
                  </a:lnTo>
                  <a:lnTo>
                    <a:pt x="3042589" y="2684932"/>
                  </a:lnTo>
                  <a:lnTo>
                    <a:pt x="3039326" y="2688628"/>
                  </a:lnTo>
                  <a:lnTo>
                    <a:pt x="3038195" y="2690507"/>
                  </a:lnTo>
                  <a:lnTo>
                    <a:pt x="3037001" y="2693568"/>
                  </a:lnTo>
                  <a:lnTo>
                    <a:pt x="3036747" y="2694762"/>
                  </a:lnTo>
                  <a:lnTo>
                    <a:pt x="3036811" y="2696019"/>
                  </a:lnTo>
                  <a:lnTo>
                    <a:pt x="3065653" y="2696019"/>
                  </a:lnTo>
                  <a:lnTo>
                    <a:pt x="3065653" y="2691015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2378" y="3069309"/>
              <a:ext cx="170180" cy="15226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2378" y="1063627"/>
              <a:ext cx="1275314" cy="187105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650880" y="715212"/>
              <a:ext cx="1019810" cy="2062480"/>
            </a:xfrm>
            <a:custGeom>
              <a:avLst/>
              <a:gdLst/>
              <a:ahLst/>
              <a:cxnLst/>
              <a:rect l="l" t="t" r="r" b="b"/>
              <a:pathLst>
                <a:path w="1019809" h="2062480">
                  <a:moveTo>
                    <a:pt x="40855" y="2006028"/>
                  </a:moveTo>
                  <a:lnTo>
                    <a:pt x="28282" y="2006028"/>
                  </a:lnTo>
                  <a:lnTo>
                    <a:pt x="28282" y="2018207"/>
                  </a:lnTo>
                  <a:lnTo>
                    <a:pt x="28282" y="2033447"/>
                  </a:lnTo>
                  <a:lnTo>
                    <a:pt x="12573" y="2033447"/>
                  </a:lnTo>
                  <a:lnTo>
                    <a:pt x="12573" y="2018207"/>
                  </a:lnTo>
                  <a:lnTo>
                    <a:pt x="28282" y="2018207"/>
                  </a:lnTo>
                  <a:lnTo>
                    <a:pt x="28282" y="2006028"/>
                  </a:lnTo>
                  <a:lnTo>
                    <a:pt x="0" y="2006028"/>
                  </a:lnTo>
                  <a:lnTo>
                    <a:pt x="0" y="2045627"/>
                  </a:lnTo>
                  <a:lnTo>
                    <a:pt x="40855" y="2045627"/>
                  </a:lnTo>
                  <a:lnTo>
                    <a:pt x="40855" y="2039531"/>
                  </a:lnTo>
                  <a:lnTo>
                    <a:pt x="40855" y="2033447"/>
                  </a:lnTo>
                  <a:lnTo>
                    <a:pt x="40855" y="2018207"/>
                  </a:lnTo>
                  <a:lnTo>
                    <a:pt x="40855" y="2012124"/>
                  </a:lnTo>
                  <a:lnTo>
                    <a:pt x="40855" y="2006028"/>
                  </a:lnTo>
                  <a:close/>
                </a:path>
                <a:path w="1019809" h="2062480">
                  <a:moveTo>
                    <a:pt x="72834" y="1846072"/>
                  </a:moveTo>
                  <a:lnTo>
                    <a:pt x="60274" y="1846072"/>
                  </a:lnTo>
                  <a:lnTo>
                    <a:pt x="60274" y="1858251"/>
                  </a:lnTo>
                  <a:lnTo>
                    <a:pt x="60274" y="1873491"/>
                  </a:lnTo>
                  <a:lnTo>
                    <a:pt x="44564" y="1873491"/>
                  </a:lnTo>
                  <a:lnTo>
                    <a:pt x="44564" y="1858251"/>
                  </a:lnTo>
                  <a:lnTo>
                    <a:pt x="60274" y="1858251"/>
                  </a:lnTo>
                  <a:lnTo>
                    <a:pt x="60274" y="1846072"/>
                  </a:lnTo>
                  <a:lnTo>
                    <a:pt x="31991" y="1846072"/>
                  </a:lnTo>
                  <a:lnTo>
                    <a:pt x="31991" y="1885670"/>
                  </a:lnTo>
                  <a:lnTo>
                    <a:pt x="72834" y="1885670"/>
                  </a:lnTo>
                  <a:lnTo>
                    <a:pt x="72834" y="1879574"/>
                  </a:lnTo>
                  <a:lnTo>
                    <a:pt x="72834" y="1873491"/>
                  </a:lnTo>
                  <a:lnTo>
                    <a:pt x="72834" y="1858251"/>
                  </a:lnTo>
                  <a:lnTo>
                    <a:pt x="72834" y="1852168"/>
                  </a:lnTo>
                  <a:lnTo>
                    <a:pt x="72834" y="1846072"/>
                  </a:lnTo>
                  <a:close/>
                </a:path>
                <a:path w="1019809" h="2062480">
                  <a:moveTo>
                    <a:pt x="84340" y="1460322"/>
                  </a:moveTo>
                  <a:lnTo>
                    <a:pt x="71767" y="1460322"/>
                  </a:lnTo>
                  <a:lnTo>
                    <a:pt x="71767" y="1472501"/>
                  </a:lnTo>
                  <a:lnTo>
                    <a:pt x="71767" y="1487728"/>
                  </a:lnTo>
                  <a:lnTo>
                    <a:pt x="56057" y="1487728"/>
                  </a:lnTo>
                  <a:lnTo>
                    <a:pt x="56057" y="1472501"/>
                  </a:lnTo>
                  <a:lnTo>
                    <a:pt x="71767" y="1472501"/>
                  </a:lnTo>
                  <a:lnTo>
                    <a:pt x="71767" y="1460322"/>
                  </a:lnTo>
                  <a:lnTo>
                    <a:pt x="43484" y="1460322"/>
                  </a:lnTo>
                  <a:lnTo>
                    <a:pt x="43484" y="1499908"/>
                  </a:lnTo>
                  <a:lnTo>
                    <a:pt x="84340" y="1499908"/>
                  </a:lnTo>
                  <a:lnTo>
                    <a:pt x="84340" y="1493812"/>
                  </a:lnTo>
                  <a:lnTo>
                    <a:pt x="84340" y="1487728"/>
                  </a:lnTo>
                  <a:lnTo>
                    <a:pt x="84340" y="1472501"/>
                  </a:lnTo>
                  <a:lnTo>
                    <a:pt x="84340" y="1466405"/>
                  </a:lnTo>
                  <a:lnTo>
                    <a:pt x="84340" y="1460322"/>
                  </a:lnTo>
                  <a:close/>
                </a:path>
                <a:path w="1019809" h="2062480">
                  <a:moveTo>
                    <a:pt x="90817" y="796493"/>
                  </a:moveTo>
                  <a:lnTo>
                    <a:pt x="78244" y="796493"/>
                  </a:lnTo>
                  <a:lnTo>
                    <a:pt x="78244" y="808672"/>
                  </a:lnTo>
                  <a:lnTo>
                    <a:pt x="78244" y="823899"/>
                  </a:lnTo>
                  <a:lnTo>
                    <a:pt x="62534" y="823899"/>
                  </a:lnTo>
                  <a:lnTo>
                    <a:pt x="62534" y="808672"/>
                  </a:lnTo>
                  <a:lnTo>
                    <a:pt x="78244" y="808672"/>
                  </a:lnTo>
                  <a:lnTo>
                    <a:pt x="78244" y="796493"/>
                  </a:lnTo>
                  <a:lnTo>
                    <a:pt x="57251" y="796493"/>
                  </a:lnTo>
                  <a:lnTo>
                    <a:pt x="57251" y="792226"/>
                  </a:lnTo>
                  <a:lnTo>
                    <a:pt x="57251" y="786142"/>
                  </a:lnTo>
                  <a:lnTo>
                    <a:pt x="44678" y="786142"/>
                  </a:lnTo>
                  <a:lnTo>
                    <a:pt x="44678" y="798322"/>
                  </a:lnTo>
                  <a:lnTo>
                    <a:pt x="44678" y="813549"/>
                  </a:lnTo>
                  <a:lnTo>
                    <a:pt x="28968" y="813549"/>
                  </a:lnTo>
                  <a:lnTo>
                    <a:pt x="28968" y="798322"/>
                  </a:lnTo>
                  <a:lnTo>
                    <a:pt x="44678" y="798322"/>
                  </a:lnTo>
                  <a:lnTo>
                    <a:pt x="44678" y="786142"/>
                  </a:lnTo>
                  <a:lnTo>
                    <a:pt x="16408" y="786142"/>
                  </a:lnTo>
                  <a:lnTo>
                    <a:pt x="16408" y="825728"/>
                  </a:lnTo>
                  <a:lnTo>
                    <a:pt x="49961" y="825728"/>
                  </a:lnTo>
                  <a:lnTo>
                    <a:pt x="49961" y="836091"/>
                  </a:lnTo>
                  <a:lnTo>
                    <a:pt x="90817" y="836091"/>
                  </a:lnTo>
                  <a:lnTo>
                    <a:pt x="90817" y="829995"/>
                  </a:lnTo>
                  <a:lnTo>
                    <a:pt x="90817" y="823899"/>
                  </a:lnTo>
                  <a:lnTo>
                    <a:pt x="90817" y="808672"/>
                  </a:lnTo>
                  <a:lnTo>
                    <a:pt x="90817" y="802589"/>
                  </a:lnTo>
                  <a:lnTo>
                    <a:pt x="90817" y="796493"/>
                  </a:lnTo>
                  <a:close/>
                </a:path>
                <a:path w="1019809" h="2062480">
                  <a:moveTo>
                    <a:pt x="318998" y="396659"/>
                  </a:moveTo>
                  <a:lnTo>
                    <a:pt x="306425" y="396659"/>
                  </a:lnTo>
                  <a:lnTo>
                    <a:pt x="306425" y="408851"/>
                  </a:lnTo>
                  <a:lnTo>
                    <a:pt x="306425" y="424078"/>
                  </a:lnTo>
                  <a:lnTo>
                    <a:pt x="290715" y="424078"/>
                  </a:lnTo>
                  <a:lnTo>
                    <a:pt x="290715" y="408851"/>
                  </a:lnTo>
                  <a:lnTo>
                    <a:pt x="306425" y="408851"/>
                  </a:lnTo>
                  <a:lnTo>
                    <a:pt x="306425" y="396659"/>
                  </a:lnTo>
                  <a:lnTo>
                    <a:pt x="278142" y="396659"/>
                  </a:lnTo>
                  <a:lnTo>
                    <a:pt x="278142" y="436257"/>
                  </a:lnTo>
                  <a:lnTo>
                    <a:pt x="318998" y="436257"/>
                  </a:lnTo>
                  <a:lnTo>
                    <a:pt x="318998" y="430161"/>
                  </a:lnTo>
                  <a:lnTo>
                    <a:pt x="318998" y="424078"/>
                  </a:lnTo>
                  <a:lnTo>
                    <a:pt x="318998" y="408851"/>
                  </a:lnTo>
                  <a:lnTo>
                    <a:pt x="318998" y="402755"/>
                  </a:lnTo>
                  <a:lnTo>
                    <a:pt x="318998" y="396659"/>
                  </a:lnTo>
                  <a:close/>
                </a:path>
                <a:path w="1019809" h="2062480">
                  <a:moveTo>
                    <a:pt x="404406" y="2022538"/>
                  </a:moveTo>
                  <a:lnTo>
                    <a:pt x="391833" y="2022538"/>
                  </a:lnTo>
                  <a:lnTo>
                    <a:pt x="391833" y="2034717"/>
                  </a:lnTo>
                  <a:lnTo>
                    <a:pt x="391833" y="2049945"/>
                  </a:lnTo>
                  <a:lnTo>
                    <a:pt x="376123" y="2049945"/>
                  </a:lnTo>
                  <a:lnTo>
                    <a:pt x="376123" y="2034717"/>
                  </a:lnTo>
                  <a:lnTo>
                    <a:pt x="391833" y="2034717"/>
                  </a:lnTo>
                  <a:lnTo>
                    <a:pt x="391833" y="2022538"/>
                  </a:lnTo>
                  <a:lnTo>
                    <a:pt x="363550" y="2022538"/>
                  </a:lnTo>
                  <a:lnTo>
                    <a:pt x="363550" y="2062137"/>
                  </a:lnTo>
                  <a:lnTo>
                    <a:pt x="404406" y="2062137"/>
                  </a:lnTo>
                  <a:lnTo>
                    <a:pt x="404406" y="2056041"/>
                  </a:lnTo>
                  <a:lnTo>
                    <a:pt x="404406" y="2049945"/>
                  </a:lnTo>
                  <a:lnTo>
                    <a:pt x="404406" y="2034717"/>
                  </a:lnTo>
                  <a:lnTo>
                    <a:pt x="404406" y="2028634"/>
                  </a:lnTo>
                  <a:lnTo>
                    <a:pt x="404406" y="2022538"/>
                  </a:lnTo>
                  <a:close/>
                </a:path>
                <a:path w="1019809" h="2062480">
                  <a:moveTo>
                    <a:pt x="477545" y="430225"/>
                  </a:moveTo>
                  <a:lnTo>
                    <a:pt x="464985" y="430225"/>
                  </a:lnTo>
                  <a:lnTo>
                    <a:pt x="464985" y="442404"/>
                  </a:lnTo>
                  <a:lnTo>
                    <a:pt x="464985" y="457631"/>
                  </a:lnTo>
                  <a:lnTo>
                    <a:pt x="449275" y="457631"/>
                  </a:lnTo>
                  <a:lnTo>
                    <a:pt x="449275" y="442404"/>
                  </a:lnTo>
                  <a:lnTo>
                    <a:pt x="464985" y="442404"/>
                  </a:lnTo>
                  <a:lnTo>
                    <a:pt x="464985" y="430225"/>
                  </a:lnTo>
                  <a:lnTo>
                    <a:pt x="436702" y="430225"/>
                  </a:lnTo>
                  <a:lnTo>
                    <a:pt x="436702" y="469823"/>
                  </a:lnTo>
                  <a:lnTo>
                    <a:pt x="477545" y="469823"/>
                  </a:lnTo>
                  <a:lnTo>
                    <a:pt x="477545" y="463727"/>
                  </a:lnTo>
                  <a:lnTo>
                    <a:pt x="477545" y="457631"/>
                  </a:lnTo>
                  <a:lnTo>
                    <a:pt x="477545" y="442404"/>
                  </a:lnTo>
                  <a:lnTo>
                    <a:pt x="477545" y="436321"/>
                  </a:lnTo>
                  <a:lnTo>
                    <a:pt x="477545" y="430225"/>
                  </a:lnTo>
                  <a:close/>
                </a:path>
                <a:path w="1019809" h="2062480">
                  <a:moveTo>
                    <a:pt x="531406" y="422668"/>
                  </a:moveTo>
                  <a:lnTo>
                    <a:pt x="518833" y="422668"/>
                  </a:lnTo>
                  <a:lnTo>
                    <a:pt x="518833" y="434860"/>
                  </a:lnTo>
                  <a:lnTo>
                    <a:pt x="518833" y="450088"/>
                  </a:lnTo>
                  <a:lnTo>
                    <a:pt x="503123" y="450088"/>
                  </a:lnTo>
                  <a:lnTo>
                    <a:pt x="503123" y="434860"/>
                  </a:lnTo>
                  <a:lnTo>
                    <a:pt x="518833" y="434860"/>
                  </a:lnTo>
                  <a:lnTo>
                    <a:pt x="518833" y="422668"/>
                  </a:lnTo>
                  <a:lnTo>
                    <a:pt x="490562" y="422668"/>
                  </a:lnTo>
                  <a:lnTo>
                    <a:pt x="490562" y="462267"/>
                  </a:lnTo>
                  <a:lnTo>
                    <a:pt x="531406" y="462267"/>
                  </a:lnTo>
                  <a:lnTo>
                    <a:pt x="531406" y="456171"/>
                  </a:lnTo>
                  <a:lnTo>
                    <a:pt x="531406" y="450088"/>
                  </a:lnTo>
                  <a:lnTo>
                    <a:pt x="531406" y="434860"/>
                  </a:lnTo>
                  <a:lnTo>
                    <a:pt x="531406" y="428764"/>
                  </a:lnTo>
                  <a:lnTo>
                    <a:pt x="531406" y="422668"/>
                  </a:lnTo>
                  <a:close/>
                </a:path>
                <a:path w="1019809" h="2062480">
                  <a:moveTo>
                    <a:pt x="838708" y="861606"/>
                  </a:moveTo>
                  <a:lnTo>
                    <a:pt x="826147" y="861606"/>
                  </a:lnTo>
                  <a:lnTo>
                    <a:pt x="826147" y="873785"/>
                  </a:lnTo>
                  <a:lnTo>
                    <a:pt x="826147" y="889012"/>
                  </a:lnTo>
                  <a:lnTo>
                    <a:pt x="810437" y="889012"/>
                  </a:lnTo>
                  <a:lnTo>
                    <a:pt x="810437" y="873785"/>
                  </a:lnTo>
                  <a:lnTo>
                    <a:pt x="826147" y="873785"/>
                  </a:lnTo>
                  <a:lnTo>
                    <a:pt x="826147" y="861606"/>
                  </a:lnTo>
                  <a:lnTo>
                    <a:pt x="797864" y="861606"/>
                  </a:lnTo>
                  <a:lnTo>
                    <a:pt x="797864" y="901204"/>
                  </a:lnTo>
                  <a:lnTo>
                    <a:pt x="838708" y="901204"/>
                  </a:lnTo>
                  <a:lnTo>
                    <a:pt x="838708" y="895108"/>
                  </a:lnTo>
                  <a:lnTo>
                    <a:pt x="838708" y="889012"/>
                  </a:lnTo>
                  <a:lnTo>
                    <a:pt x="838708" y="873785"/>
                  </a:lnTo>
                  <a:lnTo>
                    <a:pt x="838708" y="867702"/>
                  </a:lnTo>
                  <a:lnTo>
                    <a:pt x="838708" y="861606"/>
                  </a:lnTo>
                  <a:close/>
                </a:path>
                <a:path w="1019809" h="2062480">
                  <a:moveTo>
                    <a:pt x="841984" y="1029423"/>
                  </a:moveTo>
                  <a:lnTo>
                    <a:pt x="829411" y="1029423"/>
                  </a:lnTo>
                  <a:lnTo>
                    <a:pt x="829411" y="1041603"/>
                  </a:lnTo>
                  <a:lnTo>
                    <a:pt x="829411" y="1056830"/>
                  </a:lnTo>
                  <a:lnTo>
                    <a:pt x="813701" y="1056830"/>
                  </a:lnTo>
                  <a:lnTo>
                    <a:pt x="813701" y="1041603"/>
                  </a:lnTo>
                  <a:lnTo>
                    <a:pt x="829411" y="1041603"/>
                  </a:lnTo>
                  <a:lnTo>
                    <a:pt x="829411" y="1029423"/>
                  </a:lnTo>
                  <a:lnTo>
                    <a:pt x="801128" y="1029423"/>
                  </a:lnTo>
                  <a:lnTo>
                    <a:pt x="801128" y="1069009"/>
                  </a:lnTo>
                  <a:lnTo>
                    <a:pt x="841984" y="1069009"/>
                  </a:lnTo>
                  <a:lnTo>
                    <a:pt x="841984" y="1062926"/>
                  </a:lnTo>
                  <a:lnTo>
                    <a:pt x="841984" y="1056830"/>
                  </a:lnTo>
                  <a:lnTo>
                    <a:pt x="841984" y="1041603"/>
                  </a:lnTo>
                  <a:lnTo>
                    <a:pt x="841984" y="1035507"/>
                  </a:lnTo>
                  <a:lnTo>
                    <a:pt x="841984" y="1029423"/>
                  </a:lnTo>
                  <a:close/>
                </a:path>
                <a:path w="1019809" h="2062480">
                  <a:moveTo>
                    <a:pt x="1019695" y="0"/>
                  </a:moveTo>
                  <a:lnTo>
                    <a:pt x="1007135" y="0"/>
                  </a:lnTo>
                  <a:lnTo>
                    <a:pt x="1007135" y="12179"/>
                  </a:lnTo>
                  <a:lnTo>
                    <a:pt x="1007135" y="27406"/>
                  </a:lnTo>
                  <a:lnTo>
                    <a:pt x="991425" y="27406"/>
                  </a:lnTo>
                  <a:lnTo>
                    <a:pt x="991425" y="12179"/>
                  </a:lnTo>
                  <a:lnTo>
                    <a:pt x="1007135" y="12179"/>
                  </a:lnTo>
                  <a:lnTo>
                    <a:pt x="1007135" y="0"/>
                  </a:lnTo>
                  <a:lnTo>
                    <a:pt x="978852" y="0"/>
                  </a:lnTo>
                  <a:lnTo>
                    <a:pt x="978852" y="39598"/>
                  </a:lnTo>
                  <a:lnTo>
                    <a:pt x="1019695" y="39598"/>
                  </a:lnTo>
                  <a:lnTo>
                    <a:pt x="1019695" y="33502"/>
                  </a:lnTo>
                  <a:lnTo>
                    <a:pt x="1019695" y="27406"/>
                  </a:lnTo>
                  <a:lnTo>
                    <a:pt x="1019695" y="12179"/>
                  </a:lnTo>
                  <a:lnTo>
                    <a:pt x="1019695" y="6096"/>
                  </a:lnTo>
                  <a:lnTo>
                    <a:pt x="10196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86993" y="827165"/>
              <a:ext cx="1091842" cy="168337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0509428" y="653998"/>
              <a:ext cx="1096645" cy="2381885"/>
            </a:xfrm>
            <a:custGeom>
              <a:avLst/>
              <a:gdLst/>
              <a:ahLst/>
              <a:cxnLst/>
              <a:rect l="l" t="t" r="r" b="b"/>
              <a:pathLst>
                <a:path w="1096645" h="2381885">
                  <a:moveTo>
                    <a:pt x="40843" y="1971916"/>
                  </a:moveTo>
                  <a:lnTo>
                    <a:pt x="28270" y="1971916"/>
                  </a:lnTo>
                  <a:lnTo>
                    <a:pt x="28270" y="1984095"/>
                  </a:lnTo>
                  <a:lnTo>
                    <a:pt x="28270" y="1999322"/>
                  </a:lnTo>
                  <a:lnTo>
                    <a:pt x="12560" y="1999322"/>
                  </a:lnTo>
                  <a:lnTo>
                    <a:pt x="12560" y="1984095"/>
                  </a:lnTo>
                  <a:lnTo>
                    <a:pt x="28270" y="1984095"/>
                  </a:lnTo>
                  <a:lnTo>
                    <a:pt x="28270" y="1971916"/>
                  </a:lnTo>
                  <a:lnTo>
                    <a:pt x="0" y="1971916"/>
                  </a:lnTo>
                  <a:lnTo>
                    <a:pt x="0" y="2011514"/>
                  </a:lnTo>
                  <a:lnTo>
                    <a:pt x="40843" y="2011514"/>
                  </a:lnTo>
                  <a:lnTo>
                    <a:pt x="40843" y="2005418"/>
                  </a:lnTo>
                  <a:lnTo>
                    <a:pt x="40843" y="1999322"/>
                  </a:lnTo>
                  <a:lnTo>
                    <a:pt x="40843" y="1984095"/>
                  </a:lnTo>
                  <a:lnTo>
                    <a:pt x="40843" y="1978012"/>
                  </a:lnTo>
                  <a:lnTo>
                    <a:pt x="40843" y="1971916"/>
                  </a:lnTo>
                  <a:close/>
                </a:path>
                <a:path w="1096645" h="2381885">
                  <a:moveTo>
                    <a:pt x="278892" y="2342286"/>
                  </a:moveTo>
                  <a:lnTo>
                    <a:pt x="266331" y="2342286"/>
                  </a:lnTo>
                  <a:lnTo>
                    <a:pt x="266331" y="2354465"/>
                  </a:lnTo>
                  <a:lnTo>
                    <a:pt x="266331" y="2369693"/>
                  </a:lnTo>
                  <a:lnTo>
                    <a:pt x="250609" y="2369693"/>
                  </a:lnTo>
                  <a:lnTo>
                    <a:pt x="250609" y="2354465"/>
                  </a:lnTo>
                  <a:lnTo>
                    <a:pt x="266331" y="2354465"/>
                  </a:lnTo>
                  <a:lnTo>
                    <a:pt x="266331" y="2342286"/>
                  </a:lnTo>
                  <a:lnTo>
                    <a:pt x="238048" y="2342286"/>
                  </a:lnTo>
                  <a:lnTo>
                    <a:pt x="238048" y="2381872"/>
                  </a:lnTo>
                  <a:lnTo>
                    <a:pt x="278892" y="2381872"/>
                  </a:lnTo>
                  <a:lnTo>
                    <a:pt x="278892" y="2375789"/>
                  </a:lnTo>
                  <a:lnTo>
                    <a:pt x="278892" y="2369693"/>
                  </a:lnTo>
                  <a:lnTo>
                    <a:pt x="278892" y="2354465"/>
                  </a:lnTo>
                  <a:lnTo>
                    <a:pt x="278892" y="2348369"/>
                  </a:lnTo>
                  <a:lnTo>
                    <a:pt x="278892" y="2342286"/>
                  </a:lnTo>
                  <a:close/>
                </a:path>
                <a:path w="1096645" h="2381885">
                  <a:moveTo>
                    <a:pt x="601789" y="482307"/>
                  </a:moveTo>
                  <a:lnTo>
                    <a:pt x="589216" y="482307"/>
                  </a:lnTo>
                  <a:lnTo>
                    <a:pt x="589216" y="494487"/>
                  </a:lnTo>
                  <a:lnTo>
                    <a:pt x="589216" y="509714"/>
                  </a:lnTo>
                  <a:lnTo>
                    <a:pt x="573506" y="509714"/>
                  </a:lnTo>
                  <a:lnTo>
                    <a:pt x="573506" y="494487"/>
                  </a:lnTo>
                  <a:lnTo>
                    <a:pt x="589216" y="494487"/>
                  </a:lnTo>
                  <a:lnTo>
                    <a:pt x="589216" y="482307"/>
                  </a:lnTo>
                  <a:lnTo>
                    <a:pt x="560933" y="482307"/>
                  </a:lnTo>
                  <a:lnTo>
                    <a:pt x="560933" y="521893"/>
                  </a:lnTo>
                  <a:lnTo>
                    <a:pt x="601789" y="521893"/>
                  </a:lnTo>
                  <a:lnTo>
                    <a:pt x="601789" y="515810"/>
                  </a:lnTo>
                  <a:lnTo>
                    <a:pt x="601789" y="509714"/>
                  </a:lnTo>
                  <a:lnTo>
                    <a:pt x="601789" y="494487"/>
                  </a:lnTo>
                  <a:lnTo>
                    <a:pt x="601789" y="488391"/>
                  </a:lnTo>
                  <a:lnTo>
                    <a:pt x="601789" y="482307"/>
                  </a:lnTo>
                  <a:close/>
                </a:path>
                <a:path w="1096645" h="2381885">
                  <a:moveTo>
                    <a:pt x="642378" y="372300"/>
                  </a:moveTo>
                  <a:lnTo>
                    <a:pt x="629805" y="372300"/>
                  </a:lnTo>
                  <a:lnTo>
                    <a:pt x="629805" y="384479"/>
                  </a:lnTo>
                  <a:lnTo>
                    <a:pt x="629805" y="399707"/>
                  </a:lnTo>
                  <a:lnTo>
                    <a:pt x="614095" y="399707"/>
                  </a:lnTo>
                  <a:lnTo>
                    <a:pt x="614095" y="384479"/>
                  </a:lnTo>
                  <a:lnTo>
                    <a:pt x="629805" y="384479"/>
                  </a:lnTo>
                  <a:lnTo>
                    <a:pt x="629805" y="372300"/>
                  </a:lnTo>
                  <a:lnTo>
                    <a:pt x="601535" y="372300"/>
                  </a:lnTo>
                  <a:lnTo>
                    <a:pt x="601535" y="411886"/>
                  </a:lnTo>
                  <a:lnTo>
                    <a:pt x="642378" y="411886"/>
                  </a:lnTo>
                  <a:lnTo>
                    <a:pt x="642378" y="405803"/>
                  </a:lnTo>
                  <a:lnTo>
                    <a:pt x="642378" y="399707"/>
                  </a:lnTo>
                  <a:lnTo>
                    <a:pt x="642378" y="384479"/>
                  </a:lnTo>
                  <a:lnTo>
                    <a:pt x="642378" y="378383"/>
                  </a:lnTo>
                  <a:lnTo>
                    <a:pt x="642378" y="372300"/>
                  </a:lnTo>
                  <a:close/>
                </a:path>
                <a:path w="1096645" h="2381885">
                  <a:moveTo>
                    <a:pt x="995121" y="32042"/>
                  </a:moveTo>
                  <a:lnTo>
                    <a:pt x="982548" y="32042"/>
                  </a:lnTo>
                  <a:lnTo>
                    <a:pt x="982548" y="44221"/>
                  </a:lnTo>
                  <a:lnTo>
                    <a:pt x="982548" y="59448"/>
                  </a:lnTo>
                  <a:lnTo>
                    <a:pt x="975131" y="59448"/>
                  </a:lnTo>
                  <a:lnTo>
                    <a:pt x="975131" y="76022"/>
                  </a:lnTo>
                  <a:lnTo>
                    <a:pt x="975131" y="91249"/>
                  </a:lnTo>
                  <a:lnTo>
                    <a:pt x="959421" y="91249"/>
                  </a:lnTo>
                  <a:lnTo>
                    <a:pt x="959421" y="76022"/>
                  </a:lnTo>
                  <a:lnTo>
                    <a:pt x="975131" y="76022"/>
                  </a:lnTo>
                  <a:lnTo>
                    <a:pt x="975131" y="59448"/>
                  </a:lnTo>
                  <a:lnTo>
                    <a:pt x="966838" y="59448"/>
                  </a:lnTo>
                  <a:lnTo>
                    <a:pt x="966838" y="44221"/>
                  </a:lnTo>
                  <a:lnTo>
                    <a:pt x="982548" y="44221"/>
                  </a:lnTo>
                  <a:lnTo>
                    <a:pt x="982548" y="32042"/>
                  </a:lnTo>
                  <a:lnTo>
                    <a:pt x="955598" y="32042"/>
                  </a:lnTo>
                  <a:lnTo>
                    <a:pt x="955598" y="28689"/>
                  </a:lnTo>
                  <a:lnTo>
                    <a:pt x="955598" y="13462"/>
                  </a:lnTo>
                  <a:lnTo>
                    <a:pt x="955598" y="7366"/>
                  </a:lnTo>
                  <a:lnTo>
                    <a:pt x="955598" y="1282"/>
                  </a:lnTo>
                  <a:lnTo>
                    <a:pt x="943025" y="1282"/>
                  </a:lnTo>
                  <a:lnTo>
                    <a:pt x="943025" y="13462"/>
                  </a:lnTo>
                  <a:lnTo>
                    <a:pt x="943025" y="28689"/>
                  </a:lnTo>
                  <a:lnTo>
                    <a:pt x="939126" y="28689"/>
                  </a:lnTo>
                  <a:lnTo>
                    <a:pt x="939126" y="27406"/>
                  </a:lnTo>
                  <a:lnTo>
                    <a:pt x="939126" y="13462"/>
                  </a:lnTo>
                  <a:lnTo>
                    <a:pt x="943025" y="13462"/>
                  </a:lnTo>
                  <a:lnTo>
                    <a:pt x="943025" y="1282"/>
                  </a:lnTo>
                  <a:lnTo>
                    <a:pt x="939126" y="1282"/>
                  </a:lnTo>
                  <a:lnTo>
                    <a:pt x="939126" y="0"/>
                  </a:lnTo>
                  <a:lnTo>
                    <a:pt x="914742" y="0"/>
                  </a:lnTo>
                  <a:lnTo>
                    <a:pt x="914742" y="12179"/>
                  </a:lnTo>
                  <a:lnTo>
                    <a:pt x="914742" y="27406"/>
                  </a:lnTo>
                  <a:lnTo>
                    <a:pt x="910844" y="27406"/>
                  </a:lnTo>
                  <a:lnTo>
                    <a:pt x="910844" y="12179"/>
                  </a:lnTo>
                  <a:lnTo>
                    <a:pt x="914742" y="12179"/>
                  </a:lnTo>
                  <a:lnTo>
                    <a:pt x="914742" y="0"/>
                  </a:lnTo>
                  <a:lnTo>
                    <a:pt x="898283" y="0"/>
                  </a:lnTo>
                  <a:lnTo>
                    <a:pt x="898283" y="39585"/>
                  </a:lnTo>
                  <a:lnTo>
                    <a:pt x="914742" y="39585"/>
                  </a:lnTo>
                  <a:lnTo>
                    <a:pt x="914742" y="40868"/>
                  </a:lnTo>
                  <a:lnTo>
                    <a:pt x="954278" y="40868"/>
                  </a:lnTo>
                  <a:lnTo>
                    <a:pt x="954278" y="63830"/>
                  </a:lnTo>
                  <a:lnTo>
                    <a:pt x="946861" y="63830"/>
                  </a:lnTo>
                  <a:lnTo>
                    <a:pt x="946861" y="103428"/>
                  </a:lnTo>
                  <a:lnTo>
                    <a:pt x="987704" y="103428"/>
                  </a:lnTo>
                  <a:lnTo>
                    <a:pt x="987704" y="97332"/>
                  </a:lnTo>
                  <a:lnTo>
                    <a:pt x="987704" y="91249"/>
                  </a:lnTo>
                  <a:lnTo>
                    <a:pt x="987704" y="76022"/>
                  </a:lnTo>
                  <a:lnTo>
                    <a:pt x="987704" y="71628"/>
                  </a:lnTo>
                  <a:lnTo>
                    <a:pt x="995121" y="71628"/>
                  </a:lnTo>
                  <a:lnTo>
                    <a:pt x="995121" y="65544"/>
                  </a:lnTo>
                  <a:lnTo>
                    <a:pt x="995121" y="59448"/>
                  </a:lnTo>
                  <a:lnTo>
                    <a:pt x="995121" y="44221"/>
                  </a:lnTo>
                  <a:lnTo>
                    <a:pt x="995121" y="38125"/>
                  </a:lnTo>
                  <a:lnTo>
                    <a:pt x="995121" y="32042"/>
                  </a:lnTo>
                  <a:close/>
                </a:path>
                <a:path w="1096645" h="2381885">
                  <a:moveTo>
                    <a:pt x="1096365" y="49949"/>
                  </a:moveTo>
                  <a:lnTo>
                    <a:pt x="1083792" y="49949"/>
                  </a:lnTo>
                  <a:lnTo>
                    <a:pt x="1083792" y="62128"/>
                  </a:lnTo>
                  <a:lnTo>
                    <a:pt x="1083792" y="77355"/>
                  </a:lnTo>
                  <a:lnTo>
                    <a:pt x="1068082" y="77355"/>
                  </a:lnTo>
                  <a:lnTo>
                    <a:pt x="1068082" y="62128"/>
                  </a:lnTo>
                  <a:lnTo>
                    <a:pt x="1083792" y="62128"/>
                  </a:lnTo>
                  <a:lnTo>
                    <a:pt x="1083792" y="49949"/>
                  </a:lnTo>
                  <a:lnTo>
                    <a:pt x="1055509" y="49949"/>
                  </a:lnTo>
                  <a:lnTo>
                    <a:pt x="1055509" y="89535"/>
                  </a:lnTo>
                  <a:lnTo>
                    <a:pt x="1096365" y="89535"/>
                  </a:lnTo>
                  <a:lnTo>
                    <a:pt x="1096365" y="83451"/>
                  </a:lnTo>
                  <a:lnTo>
                    <a:pt x="1096365" y="77355"/>
                  </a:lnTo>
                  <a:lnTo>
                    <a:pt x="1096365" y="62128"/>
                  </a:lnTo>
                  <a:lnTo>
                    <a:pt x="1096365" y="56032"/>
                  </a:lnTo>
                  <a:lnTo>
                    <a:pt x="1096365" y="499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00866" y="678592"/>
              <a:ext cx="587505" cy="24518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58502" y="607948"/>
              <a:ext cx="1703705" cy="2582545"/>
            </a:xfrm>
            <a:custGeom>
              <a:avLst/>
              <a:gdLst/>
              <a:ahLst/>
              <a:cxnLst/>
              <a:rect l="l" t="t" r="r" b="b"/>
              <a:pathLst>
                <a:path w="1703704" h="2582545">
                  <a:moveTo>
                    <a:pt x="0" y="2582291"/>
                  </a:moveTo>
                  <a:lnTo>
                    <a:pt x="1703324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94723" y="3365776"/>
            <a:ext cx="101429" cy="12136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91737" y="1847692"/>
            <a:ext cx="125211" cy="110738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1210925" y="2280920"/>
            <a:ext cx="4508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Calibri"/>
                <a:cs typeface="Calibri"/>
              </a:rPr>
              <a:t>g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i="1" dirty="0">
                <a:latin typeface="Calibri"/>
                <a:cs typeface="Calibri"/>
              </a:rPr>
              <a:t>x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≥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299193" y="1178432"/>
            <a:ext cx="4502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latin typeface="Calibri"/>
                <a:cs typeface="Calibri"/>
              </a:rPr>
              <a:t>g</a:t>
            </a:r>
            <a:r>
              <a:rPr sz="1100" dirty="0">
                <a:latin typeface="Calibri"/>
                <a:cs typeface="Calibri"/>
              </a:rPr>
              <a:t>(</a:t>
            </a:r>
            <a:r>
              <a:rPr sz="1100" b="1" i="1" dirty="0">
                <a:latin typeface="Calibri"/>
                <a:cs typeface="Calibri"/>
              </a:rPr>
              <a:t>x</a:t>
            </a:r>
            <a:r>
              <a:rPr sz="1100" dirty="0">
                <a:latin typeface="Calibri"/>
                <a:cs typeface="Calibri"/>
              </a:rPr>
              <a:t>)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&lt;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501121" y="218566"/>
            <a:ext cx="344805" cy="725805"/>
          </a:xfrm>
          <a:custGeom>
            <a:avLst/>
            <a:gdLst/>
            <a:ahLst/>
            <a:cxnLst/>
            <a:rect l="l" t="t" r="r" b="b"/>
            <a:pathLst>
              <a:path w="344804" h="725805">
                <a:moveTo>
                  <a:pt x="344044" y="692403"/>
                </a:moveTo>
                <a:lnTo>
                  <a:pt x="337693" y="692403"/>
                </a:lnTo>
                <a:lnTo>
                  <a:pt x="338200" y="725677"/>
                </a:lnTo>
                <a:lnTo>
                  <a:pt x="344550" y="725550"/>
                </a:lnTo>
                <a:lnTo>
                  <a:pt x="344044" y="692403"/>
                </a:lnTo>
                <a:close/>
              </a:path>
              <a:path w="344804" h="725805">
                <a:moveTo>
                  <a:pt x="342530" y="659256"/>
                </a:moveTo>
                <a:lnTo>
                  <a:pt x="336169" y="659256"/>
                </a:lnTo>
                <a:lnTo>
                  <a:pt x="337693" y="692530"/>
                </a:lnTo>
                <a:lnTo>
                  <a:pt x="344044" y="692403"/>
                </a:lnTo>
                <a:lnTo>
                  <a:pt x="342530" y="659256"/>
                </a:lnTo>
                <a:close/>
              </a:path>
              <a:path w="344804" h="725805">
                <a:moveTo>
                  <a:pt x="336992" y="593470"/>
                </a:moveTo>
                <a:lnTo>
                  <a:pt x="330580" y="593470"/>
                </a:lnTo>
                <a:lnTo>
                  <a:pt x="333882" y="626363"/>
                </a:lnTo>
                <a:lnTo>
                  <a:pt x="336169" y="659383"/>
                </a:lnTo>
                <a:lnTo>
                  <a:pt x="342530" y="659256"/>
                </a:lnTo>
                <a:lnTo>
                  <a:pt x="340105" y="625855"/>
                </a:lnTo>
                <a:lnTo>
                  <a:pt x="336992" y="593470"/>
                </a:lnTo>
                <a:close/>
              </a:path>
              <a:path w="344804" h="725805">
                <a:moveTo>
                  <a:pt x="332853" y="560958"/>
                </a:moveTo>
                <a:lnTo>
                  <a:pt x="326389" y="560958"/>
                </a:lnTo>
                <a:lnTo>
                  <a:pt x="330580" y="593597"/>
                </a:lnTo>
                <a:lnTo>
                  <a:pt x="336992" y="593470"/>
                </a:lnTo>
                <a:lnTo>
                  <a:pt x="336930" y="592835"/>
                </a:lnTo>
                <a:lnTo>
                  <a:pt x="332853" y="560958"/>
                </a:lnTo>
                <a:close/>
              </a:path>
              <a:path w="344804" h="725805">
                <a:moveTo>
                  <a:pt x="322026" y="496823"/>
                </a:moveTo>
                <a:lnTo>
                  <a:pt x="315595" y="496823"/>
                </a:lnTo>
                <a:lnTo>
                  <a:pt x="321436" y="528700"/>
                </a:lnTo>
                <a:lnTo>
                  <a:pt x="326389" y="561085"/>
                </a:lnTo>
                <a:lnTo>
                  <a:pt x="332853" y="560958"/>
                </a:lnTo>
                <a:lnTo>
                  <a:pt x="332739" y="560069"/>
                </a:lnTo>
                <a:lnTo>
                  <a:pt x="327659" y="527684"/>
                </a:lnTo>
                <a:lnTo>
                  <a:pt x="322026" y="496823"/>
                </a:lnTo>
                <a:close/>
              </a:path>
              <a:path w="344804" h="725805">
                <a:moveTo>
                  <a:pt x="315358" y="465454"/>
                </a:moveTo>
                <a:lnTo>
                  <a:pt x="308991" y="465454"/>
                </a:lnTo>
                <a:lnTo>
                  <a:pt x="315595" y="496950"/>
                </a:lnTo>
                <a:lnTo>
                  <a:pt x="322026" y="496823"/>
                </a:lnTo>
                <a:lnTo>
                  <a:pt x="321818" y="495680"/>
                </a:lnTo>
                <a:lnTo>
                  <a:pt x="315358" y="465454"/>
                </a:lnTo>
                <a:close/>
              </a:path>
              <a:path w="344804" h="725805">
                <a:moveTo>
                  <a:pt x="308081" y="434593"/>
                </a:moveTo>
                <a:lnTo>
                  <a:pt x="301625" y="434593"/>
                </a:lnTo>
                <a:lnTo>
                  <a:pt x="308991" y="465581"/>
                </a:lnTo>
                <a:lnTo>
                  <a:pt x="315358" y="465454"/>
                </a:lnTo>
                <a:lnTo>
                  <a:pt x="315086" y="464184"/>
                </a:lnTo>
                <a:lnTo>
                  <a:pt x="308081" y="434593"/>
                </a:lnTo>
                <a:close/>
              </a:path>
              <a:path w="344804" h="725805">
                <a:moveTo>
                  <a:pt x="291361" y="374776"/>
                </a:moveTo>
                <a:lnTo>
                  <a:pt x="284860" y="374776"/>
                </a:lnTo>
                <a:lnTo>
                  <a:pt x="293624" y="404494"/>
                </a:lnTo>
                <a:lnTo>
                  <a:pt x="301625" y="434720"/>
                </a:lnTo>
                <a:lnTo>
                  <a:pt x="308081" y="434593"/>
                </a:lnTo>
                <a:lnTo>
                  <a:pt x="307721" y="433069"/>
                </a:lnTo>
                <a:lnTo>
                  <a:pt x="299720" y="402716"/>
                </a:lnTo>
                <a:lnTo>
                  <a:pt x="291361" y="374776"/>
                </a:lnTo>
                <a:close/>
              </a:path>
              <a:path w="344804" h="725805">
                <a:moveTo>
                  <a:pt x="293497" y="404367"/>
                </a:moveTo>
                <a:close/>
              </a:path>
              <a:path w="344804" h="725805">
                <a:moveTo>
                  <a:pt x="187966" y="148208"/>
                </a:moveTo>
                <a:lnTo>
                  <a:pt x="180467" y="148208"/>
                </a:lnTo>
                <a:lnTo>
                  <a:pt x="193928" y="169163"/>
                </a:lnTo>
                <a:lnTo>
                  <a:pt x="207009" y="191134"/>
                </a:lnTo>
                <a:lnTo>
                  <a:pt x="219582" y="214375"/>
                </a:lnTo>
                <a:lnTo>
                  <a:pt x="231901" y="238759"/>
                </a:lnTo>
                <a:lnTo>
                  <a:pt x="243585" y="264159"/>
                </a:lnTo>
                <a:lnTo>
                  <a:pt x="254761" y="290575"/>
                </a:lnTo>
                <a:lnTo>
                  <a:pt x="265302" y="317753"/>
                </a:lnTo>
                <a:lnTo>
                  <a:pt x="275462" y="345947"/>
                </a:lnTo>
                <a:lnTo>
                  <a:pt x="284860" y="374903"/>
                </a:lnTo>
                <a:lnTo>
                  <a:pt x="291361" y="374776"/>
                </a:lnTo>
                <a:lnTo>
                  <a:pt x="290829" y="372998"/>
                </a:lnTo>
                <a:lnTo>
                  <a:pt x="271272" y="315467"/>
                </a:lnTo>
                <a:lnTo>
                  <a:pt x="249300" y="261492"/>
                </a:lnTo>
                <a:lnTo>
                  <a:pt x="225171" y="211454"/>
                </a:lnTo>
                <a:lnTo>
                  <a:pt x="199262" y="165734"/>
                </a:lnTo>
                <a:lnTo>
                  <a:pt x="187966" y="148208"/>
                </a:lnTo>
                <a:close/>
              </a:path>
              <a:path w="344804" h="725805">
                <a:moveTo>
                  <a:pt x="275335" y="345820"/>
                </a:moveTo>
                <a:close/>
              </a:path>
              <a:path w="344804" h="725805">
                <a:moveTo>
                  <a:pt x="254634" y="290448"/>
                </a:moveTo>
                <a:close/>
              </a:path>
              <a:path w="344804" h="725805">
                <a:moveTo>
                  <a:pt x="243458" y="264032"/>
                </a:moveTo>
                <a:close/>
              </a:path>
              <a:path w="344804" h="725805">
                <a:moveTo>
                  <a:pt x="231775" y="238632"/>
                </a:moveTo>
                <a:close/>
              </a:path>
              <a:path w="344804" h="725805">
                <a:moveTo>
                  <a:pt x="193801" y="169036"/>
                </a:moveTo>
                <a:close/>
              </a:path>
              <a:path w="344804" h="725805">
                <a:moveTo>
                  <a:pt x="131807" y="78612"/>
                </a:moveTo>
                <a:lnTo>
                  <a:pt x="123062" y="78612"/>
                </a:lnTo>
                <a:lnTo>
                  <a:pt x="137922" y="93979"/>
                </a:lnTo>
                <a:lnTo>
                  <a:pt x="152400" y="110743"/>
                </a:lnTo>
                <a:lnTo>
                  <a:pt x="166624" y="128777"/>
                </a:lnTo>
                <a:lnTo>
                  <a:pt x="180467" y="148335"/>
                </a:lnTo>
                <a:lnTo>
                  <a:pt x="187966" y="148208"/>
                </a:lnTo>
                <a:lnTo>
                  <a:pt x="185674" y="144652"/>
                </a:lnTo>
                <a:lnTo>
                  <a:pt x="171576" y="124967"/>
                </a:lnTo>
                <a:lnTo>
                  <a:pt x="157225" y="106552"/>
                </a:lnTo>
                <a:lnTo>
                  <a:pt x="142494" y="89661"/>
                </a:lnTo>
                <a:lnTo>
                  <a:pt x="131807" y="78612"/>
                </a:lnTo>
                <a:close/>
              </a:path>
              <a:path w="344804" h="725805">
                <a:moveTo>
                  <a:pt x="166497" y="128650"/>
                </a:moveTo>
                <a:close/>
              </a:path>
              <a:path w="344804" h="725805">
                <a:moveTo>
                  <a:pt x="152273" y="110616"/>
                </a:moveTo>
                <a:close/>
              </a:path>
              <a:path w="344804" h="725805">
                <a:moveTo>
                  <a:pt x="137795" y="93852"/>
                </a:moveTo>
                <a:close/>
              </a:path>
              <a:path w="344804" h="725805">
                <a:moveTo>
                  <a:pt x="123153" y="78706"/>
                </a:moveTo>
                <a:close/>
              </a:path>
              <a:path w="344804" h="725805">
                <a:moveTo>
                  <a:pt x="117394" y="64897"/>
                </a:moveTo>
                <a:lnTo>
                  <a:pt x="108076" y="64897"/>
                </a:lnTo>
                <a:lnTo>
                  <a:pt x="123153" y="78706"/>
                </a:lnTo>
                <a:lnTo>
                  <a:pt x="131807" y="78612"/>
                </a:lnTo>
                <a:lnTo>
                  <a:pt x="127507" y="74167"/>
                </a:lnTo>
                <a:lnTo>
                  <a:pt x="117394" y="64897"/>
                </a:lnTo>
                <a:close/>
              </a:path>
              <a:path w="344804" h="725805">
                <a:moveTo>
                  <a:pt x="83820" y="0"/>
                </a:moveTo>
                <a:lnTo>
                  <a:pt x="0" y="15366"/>
                </a:lnTo>
                <a:lnTo>
                  <a:pt x="62610" y="73151"/>
                </a:lnTo>
                <a:lnTo>
                  <a:pt x="72020" y="40696"/>
                </a:lnTo>
                <a:lnTo>
                  <a:pt x="59817" y="36067"/>
                </a:lnTo>
                <a:lnTo>
                  <a:pt x="62102" y="30099"/>
                </a:lnTo>
                <a:lnTo>
                  <a:pt x="75093" y="30099"/>
                </a:lnTo>
                <a:lnTo>
                  <a:pt x="83820" y="0"/>
                </a:lnTo>
                <a:close/>
              </a:path>
              <a:path w="344804" h="725805">
                <a:moveTo>
                  <a:pt x="103068" y="52958"/>
                </a:moveTo>
                <a:lnTo>
                  <a:pt x="92963" y="52958"/>
                </a:lnTo>
                <a:lnTo>
                  <a:pt x="108203" y="65150"/>
                </a:lnTo>
                <a:lnTo>
                  <a:pt x="108076" y="64897"/>
                </a:lnTo>
                <a:lnTo>
                  <a:pt x="117394" y="64897"/>
                </a:lnTo>
                <a:lnTo>
                  <a:pt x="112268" y="60198"/>
                </a:lnTo>
                <a:lnTo>
                  <a:pt x="103068" y="52958"/>
                </a:lnTo>
                <a:close/>
              </a:path>
              <a:path w="344804" h="725805">
                <a:moveTo>
                  <a:pt x="88867" y="42672"/>
                </a:moveTo>
                <a:lnTo>
                  <a:pt x="77597" y="42672"/>
                </a:lnTo>
                <a:lnTo>
                  <a:pt x="78231" y="43052"/>
                </a:lnTo>
                <a:lnTo>
                  <a:pt x="93091" y="53085"/>
                </a:lnTo>
                <a:lnTo>
                  <a:pt x="92963" y="52958"/>
                </a:lnTo>
                <a:lnTo>
                  <a:pt x="103068" y="52958"/>
                </a:lnTo>
                <a:lnTo>
                  <a:pt x="96774" y="48005"/>
                </a:lnTo>
                <a:lnTo>
                  <a:pt x="88867" y="42672"/>
                </a:lnTo>
                <a:close/>
              </a:path>
              <a:path w="344804" h="725805">
                <a:moveTo>
                  <a:pt x="78075" y="42993"/>
                </a:moveTo>
                <a:lnTo>
                  <a:pt x="78231" y="43052"/>
                </a:lnTo>
                <a:lnTo>
                  <a:pt x="78075" y="42993"/>
                </a:lnTo>
                <a:close/>
              </a:path>
              <a:path w="344804" h="725805">
                <a:moveTo>
                  <a:pt x="77597" y="42672"/>
                </a:moveTo>
                <a:lnTo>
                  <a:pt x="78075" y="42993"/>
                </a:lnTo>
                <a:lnTo>
                  <a:pt x="78231" y="43052"/>
                </a:lnTo>
                <a:lnTo>
                  <a:pt x="77597" y="42672"/>
                </a:lnTo>
                <a:close/>
              </a:path>
              <a:path w="344804" h="725805">
                <a:moveTo>
                  <a:pt x="73801" y="34555"/>
                </a:moveTo>
                <a:lnTo>
                  <a:pt x="72020" y="40696"/>
                </a:lnTo>
                <a:lnTo>
                  <a:pt x="78075" y="42993"/>
                </a:lnTo>
                <a:lnTo>
                  <a:pt x="77597" y="42672"/>
                </a:lnTo>
                <a:lnTo>
                  <a:pt x="88867" y="42672"/>
                </a:lnTo>
                <a:lnTo>
                  <a:pt x="80772" y="37210"/>
                </a:lnTo>
                <a:lnTo>
                  <a:pt x="73801" y="34555"/>
                </a:lnTo>
                <a:close/>
              </a:path>
              <a:path w="344804" h="725805">
                <a:moveTo>
                  <a:pt x="62102" y="30099"/>
                </a:moveTo>
                <a:lnTo>
                  <a:pt x="59817" y="36067"/>
                </a:lnTo>
                <a:lnTo>
                  <a:pt x="72020" y="40696"/>
                </a:lnTo>
                <a:lnTo>
                  <a:pt x="73801" y="34555"/>
                </a:lnTo>
                <a:lnTo>
                  <a:pt x="62102" y="30099"/>
                </a:lnTo>
                <a:close/>
              </a:path>
              <a:path w="344804" h="725805">
                <a:moveTo>
                  <a:pt x="75093" y="30099"/>
                </a:moveTo>
                <a:lnTo>
                  <a:pt x="62102" y="30099"/>
                </a:lnTo>
                <a:lnTo>
                  <a:pt x="73801" y="34555"/>
                </a:lnTo>
                <a:lnTo>
                  <a:pt x="75093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9133740" y="3849993"/>
          <a:ext cx="2891154" cy="264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23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3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625474" y="6573070"/>
            <a:ext cx="99969" cy="86805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10551634" y="6571539"/>
            <a:ext cx="56515" cy="88900"/>
          </a:xfrm>
          <a:custGeom>
            <a:avLst/>
            <a:gdLst/>
            <a:ahLst/>
            <a:cxnLst/>
            <a:rect l="l" t="t" r="r" b="b"/>
            <a:pathLst>
              <a:path w="56515" h="88900">
                <a:moveTo>
                  <a:pt x="32846" y="0"/>
                </a:moveTo>
                <a:lnTo>
                  <a:pt x="21897" y="0"/>
                </a:lnTo>
                <a:lnTo>
                  <a:pt x="16671" y="1692"/>
                </a:lnTo>
                <a:lnTo>
                  <a:pt x="12566" y="5072"/>
                </a:lnTo>
                <a:lnTo>
                  <a:pt x="8398" y="8458"/>
                </a:lnTo>
                <a:lnTo>
                  <a:pt x="5287" y="13269"/>
                </a:lnTo>
                <a:lnTo>
                  <a:pt x="1057" y="25735"/>
                </a:lnTo>
                <a:lnTo>
                  <a:pt x="0" y="33970"/>
                </a:lnTo>
                <a:lnTo>
                  <a:pt x="0" y="44196"/>
                </a:lnTo>
                <a:lnTo>
                  <a:pt x="13312" y="85348"/>
                </a:lnTo>
                <a:lnTo>
                  <a:pt x="19844" y="88336"/>
                </a:lnTo>
                <a:lnTo>
                  <a:pt x="34525" y="88336"/>
                </a:lnTo>
                <a:lnTo>
                  <a:pt x="39751" y="86637"/>
                </a:lnTo>
                <a:lnTo>
                  <a:pt x="48087" y="79828"/>
                </a:lnTo>
                <a:lnTo>
                  <a:pt x="48231" y="79604"/>
                </a:lnTo>
                <a:lnTo>
                  <a:pt x="23328" y="79604"/>
                </a:lnTo>
                <a:lnTo>
                  <a:pt x="19218" y="77245"/>
                </a:lnTo>
                <a:lnTo>
                  <a:pt x="10948" y="44196"/>
                </a:lnTo>
                <a:lnTo>
                  <a:pt x="11245" y="35619"/>
                </a:lnTo>
                <a:lnTo>
                  <a:pt x="23203" y="8794"/>
                </a:lnTo>
                <a:lnTo>
                  <a:pt x="47716" y="8794"/>
                </a:lnTo>
                <a:lnTo>
                  <a:pt x="46780" y="7362"/>
                </a:lnTo>
                <a:lnTo>
                  <a:pt x="43919" y="4667"/>
                </a:lnTo>
                <a:lnTo>
                  <a:pt x="36889" y="933"/>
                </a:lnTo>
                <a:lnTo>
                  <a:pt x="32846" y="0"/>
                </a:lnTo>
                <a:close/>
              </a:path>
              <a:path w="56515" h="88900">
                <a:moveTo>
                  <a:pt x="47716" y="8794"/>
                </a:moveTo>
                <a:lnTo>
                  <a:pt x="33032" y="8794"/>
                </a:lnTo>
                <a:lnTo>
                  <a:pt x="37200" y="11134"/>
                </a:lnTo>
                <a:lnTo>
                  <a:pt x="40497" y="15815"/>
                </a:lnTo>
                <a:lnTo>
                  <a:pt x="45474" y="44196"/>
                </a:lnTo>
                <a:lnTo>
                  <a:pt x="45160" y="53934"/>
                </a:lnTo>
                <a:lnTo>
                  <a:pt x="33094" y="79604"/>
                </a:lnTo>
                <a:lnTo>
                  <a:pt x="48231" y="79604"/>
                </a:lnTo>
                <a:lnTo>
                  <a:pt x="51197" y="75010"/>
                </a:lnTo>
                <a:lnTo>
                  <a:pt x="53480" y="68097"/>
                </a:lnTo>
                <a:lnTo>
                  <a:pt x="55365" y="62538"/>
                </a:lnTo>
                <a:lnTo>
                  <a:pt x="56423" y="54347"/>
                </a:lnTo>
                <a:lnTo>
                  <a:pt x="56298" y="34381"/>
                </a:lnTo>
                <a:lnTo>
                  <a:pt x="55738" y="28804"/>
                </a:lnTo>
                <a:lnTo>
                  <a:pt x="53126" y="18696"/>
                </a:lnTo>
                <a:lnTo>
                  <a:pt x="51384" y="14408"/>
                </a:lnTo>
                <a:lnTo>
                  <a:pt x="47716" y="879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1455586" y="6573070"/>
            <a:ext cx="57785" cy="86995"/>
          </a:xfrm>
          <a:custGeom>
            <a:avLst/>
            <a:gdLst/>
            <a:ahLst/>
            <a:cxnLst/>
            <a:rect l="l" t="t" r="r" b="b"/>
            <a:pathLst>
              <a:path w="57784" h="86995">
                <a:moveTo>
                  <a:pt x="53312" y="0"/>
                </a:moveTo>
                <a:lnTo>
                  <a:pt x="10264" y="0"/>
                </a:lnTo>
                <a:lnTo>
                  <a:pt x="1928" y="44438"/>
                </a:lnTo>
                <a:lnTo>
                  <a:pt x="11881" y="45733"/>
                </a:lnTo>
                <a:lnTo>
                  <a:pt x="13437" y="43256"/>
                </a:lnTo>
                <a:lnTo>
                  <a:pt x="15614" y="41239"/>
                </a:lnTo>
                <a:lnTo>
                  <a:pt x="21150" y="38134"/>
                </a:lnTo>
                <a:lnTo>
                  <a:pt x="24199" y="37356"/>
                </a:lnTo>
                <a:lnTo>
                  <a:pt x="33157" y="37356"/>
                </a:lnTo>
                <a:lnTo>
                  <a:pt x="37573" y="39104"/>
                </a:lnTo>
                <a:lnTo>
                  <a:pt x="44416" y="46106"/>
                </a:lnTo>
                <a:lnTo>
                  <a:pt x="46096" y="50886"/>
                </a:lnTo>
                <a:lnTo>
                  <a:pt x="46096" y="63322"/>
                </a:lnTo>
                <a:lnTo>
                  <a:pt x="44292" y="68432"/>
                </a:lnTo>
                <a:lnTo>
                  <a:pt x="37262" y="76143"/>
                </a:lnTo>
                <a:lnTo>
                  <a:pt x="32908" y="78072"/>
                </a:lnTo>
                <a:lnTo>
                  <a:pt x="23577" y="78072"/>
                </a:lnTo>
                <a:lnTo>
                  <a:pt x="19906" y="76703"/>
                </a:lnTo>
                <a:lnTo>
                  <a:pt x="13934" y="71239"/>
                </a:lnTo>
                <a:lnTo>
                  <a:pt x="12006" y="67156"/>
                </a:lnTo>
                <a:lnTo>
                  <a:pt x="11197" y="61728"/>
                </a:lnTo>
                <a:lnTo>
                  <a:pt x="0" y="62668"/>
                </a:lnTo>
                <a:lnTo>
                  <a:pt x="746" y="69950"/>
                </a:lnTo>
                <a:lnTo>
                  <a:pt x="3545" y="75788"/>
                </a:lnTo>
                <a:lnTo>
                  <a:pt x="13499" y="84601"/>
                </a:lnTo>
                <a:lnTo>
                  <a:pt x="19968" y="86805"/>
                </a:lnTo>
                <a:lnTo>
                  <a:pt x="37387" y="86805"/>
                </a:lnTo>
                <a:lnTo>
                  <a:pt x="44976" y="83307"/>
                </a:lnTo>
                <a:lnTo>
                  <a:pt x="55054" y="70598"/>
                </a:lnTo>
                <a:lnTo>
                  <a:pt x="57356" y="63832"/>
                </a:lnTo>
                <a:lnTo>
                  <a:pt x="57356" y="47781"/>
                </a:lnTo>
                <a:lnTo>
                  <a:pt x="54743" y="41053"/>
                </a:lnTo>
                <a:lnTo>
                  <a:pt x="44354" y="30590"/>
                </a:lnTo>
                <a:lnTo>
                  <a:pt x="38009" y="27970"/>
                </a:lnTo>
                <a:lnTo>
                  <a:pt x="24758" y="27970"/>
                </a:lnTo>
                <a:lnTo>
                  <a:pt x="19284" y="29781"/>
                </a:lnTo>
                <a:lnTo>
                  <a:pt x="14121" y="33403"/>
                </a:lnTo>
                <a:lnTo>
                  <a:pt x="18786" y="10151"/>
                </a:lnTo>
                <a:lnTo>
                  <a:pt x="53312" y="10151"/>
                </a:lnTo>
                <a:lnTo>
                  <a:pt x="5331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551323" y="6755998"/>
            <a:ext cx="55880" cy="62865"/>
          </a:xfrm>
          <a:custGeom>
            <a:avLst/>
            <a:gdLst/>
            <a:ahLst/>
            <a:cxnLst/>
            <a:rect l="l" t="t" r="r" b="b"/>
            <a:pathLst>
              <a:path w="55879" h="62865">
                <a:moveTo>
                  <a:pt x="53561" y="0"/>
                </a:moveTo>
                <a:lnTo>
                  <a:pt x="2363" y="0"/>
                </a:lnTo>
                <a:lnTo>
                  <a:pt x="2363" y="8613"/>
                </a:lnTo>
                <a:lnTo>
                  <a:pt x="31353" y="8613"/>
                </a:lnTo>
                <a:lnTo>
                  <a:pt x="39875" y="8265"/>
                </a:lnTo>
                <a:lnTo>
                  <a:pt x="0" y="54054"/>
                </a:lnTo>
                <a:lnTo>
                  <a:pt x="0" y="62669"/>
                </a:lnTo>
                <a:lnTo>
                  <a:pt x="55427" y="62669"/>
                </a:lnTo>
                <a:lnTo>
                  <a:pt x="55427" y="53523"/>
                </a:lnTo>
                <a:lnTo>
                  <a:pt x="22332" y="53523"/>
                </a:lnTo>
                <a:lnTo>
                  <a:pt x="17853" y="53700"/>
                </a:lnTo>
                <a:lnTo>
                  <a:pt x="13125" y="54054"/>
                </a:lnTo>
                <a:lnTo>
                  <a:pt x="19657" y="46795"/>
                </a:lnTo>
                <a:lnTo>
                  <a:pt x="53561" y="7020"/>
                </a:lnTo>
                <a:lnTo>
                  <a:pt x="53561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032981" y="6457174"/>
            <a:ext cx="56515" cy="88900"/>
          </a:xfrm>
          <a:custGeom>
            <a:avLst/>
            <a:gdLst/>
            <a:ahLst/>
            <a:cxnLst/>
            <a:rect l="l" t="t" r="r" b="b"/>
            <a:pathLst>
              <a:path w="56515" h="88900">
                <a:moveTo>
                  <a:pt x="32833" y="0"/>
                </a:moveTo>
                <a:lnTo>
                  <a:pt x="21897" y="0"/>
                </a:lnTo>
                <a:lnTo>
                  <a:pt x="16678" y="1692"/>
                </a:lnTo>
                <a:lnTo>
                  <a:pt x="8385" y="8458"/>
                </a:lnTo>
                <a:lnTo>
                  <a:pt x="5256" y="13269"/>
                </a:lnTo>
                <a:lnTo>
                  <a:pt x="1051" y="25735"/>
                </a:lnTo>
                <a:lnTo>
                  <a:pt x="0" y="33970"/>
                </a:lnTo>
                <a:lnTo>
                  <a:pt x="0" y="44196"/>
                </a:lnTo>
                <a:lnTo>
                  <a:pt x="13306" y="85348"/>
                </a:lnTo>
                <a:lnTo>
                  <a:pt x="19856" y="88336"/>
                </a:lnTo>
                <a:lnTo>
                  <a:pt x="34519" y="88336"/>
                </a:lnTo>
                <a:lnTo>
                  <a:pt x="39763" y="86637"/>
                </a:lnTo>
                <a:lnTo>
                  <a:pt x="48056" y="79828"/>
                </a:lnTo>
                <a:lnTo>
                  <a:pt x="48201" y="79604"/>
                </a:lnTo>
                <a:lnTo>
                  <a:pt x="23315" y="79604"/>
                </a:lnTo>
                <a:lnTo>
                  <a:pt x="19211" y="77245"/>
                </a:lnTo>
                <a:lnTo>
                  <a:pt x="10911" y="44196"/>
                </a:lnTo>
                <a:lnTo>
                  <a:pt x="11211" y="35619"/>
                </a:lnTo>
                <a:lnTo>
                  <a:pt x="23197" y="8794"/>
                </a:lnTo>
                <a:lnTo>
                  <a:pt x="47714" y="8794"/>
                </a:lnTo>
                <a:lnTo>
                  <a:pt x="46787" y="7362"/>
                </a:lnTo>
                <a:lnTo>
                  <a:pt x="43900" y="4667"/>
                </a:lnTo>
                <a:lnTo>
                  <a:pt x="36902" y="933"/>
                </a:lnTo>
                <a:lnTo>
                  <a:pt x="32833" y="0"/>
                </a:lnTo>
                <a:close/>
              </a:path>
              <a:path w="56515" h="88900">
                <a:moveTo>
                  <a:pt x="47714" y="8794"/>
                </a:moveTo>
                <a:lnTo>
                  <a:pt x="33026" y="8794"/>
                </a:lnTo>
                <a:lnTo>
                  <a:pt x="37163" y="11134"/>
                </a:lnTo>
                <a:lnTo>
                  <a:pt x="40491" y="15815"/>
                </a:lnTo>
                <a:lnTo>
                  <a:pt x="45474" y="44196"/>
                </a:lnTo>
                <a:lnTo>
                  <a:pt x="45162" y="53934"/>
                </a:lnTo>
                <a:lnTo>
                  <a:pt x="33070" y="79604"/>
                </a:lnTo>
                <a:lnTo>
                  <a:pt x="48201" y="79604"/>
                </a:lnTo>
                <a:lnTo>
                  <a:pt x="51172" y="75010"/>
                </a:lnTo>
                <a:lnTo>
                  <a:pt x="55340" y="62538"/>
                </a:lnTo>
                <a:lnTo>
                  <a:pt x="56385" y="54347"/>
                </a:lnTo>
                <a:lnTo>
                  <a:pt x="56267" y="34381"/>
                </a:lnTo>
                <a:lnTo>
                  <a:pt x="55732" y="28804"/>
                </a:lnTo>
                <a:lnTo>
                  <a:pt x="53138" y="18696"/>
                </a:lnTo>
                <a:lnTo>
                  <a:pt x="51353" y="14408"/>
                </a:lnTo>
                <a:lnTo>
                  <a:pt x="47714" y="8794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8782798" y="5091856"/>
            <a:ext cx="304165" cy="173355"/>
            <a:chOff x="8782798" y="5091856"/>
            <a:chExt cx="304165" cy="173355"/>
          </a:xfrm>
        </p:grpSpPr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25671" y="5133805"/>
              <a:ext cx="161076" cy="88317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82798" y="5091856"/>
              <a:ext cx="113361" cy="173025"/>
            </a:xfrm>
            <a:prstGeom prst="rect">
              <a:avLst/>
            </a:prstGeom>
          </p:spPr>
        </p:pic>
      </p:grpSp>
      <p:sp>
        <p:nvSpPr>
          <p:cNvPr id="52" name="object 52"/>
          <p:cNvSpPr/>
          <p:nvPr/>
        </p:nvSpPr>
        <p:spPr>
          <a:xfrm>
            <a:off x="9041117" y="3810474"/>
            <a:ext cx="32384" cy="86995"/>
          </a:xfrm>
          <a:custGeom>
            <a:avLst/>
            <a:gdLst/>
            <a:ahLst/>
            <a:cxnLst/>
            <a:rect l="l" t="t" r="r" b="b"/>
            <a:pathLst>
              <a:path w="32384" h="86995">
                <a:moveTo>
                  <a:pt x="31850" y="0"/>
                </a:moveTo>
                <a:lnTo>
                  <a:pt x="25007" y="0"/>
                </a:lnTo>
                <a:lnTo>
                  <a:pt x="23160" y="3734"/>
                </a:lnTo>
                <a:lnTo>
                  <a:pt x="20012" y="7593"/>
                </a:lnTo>
                <a:lnTo>
                  <a:pt x="11129" y="15497"/>
                </a:lnTo>
                <a:lnTo>
                  <a:pt x="5940" y="18920"/>
                </a:lnTo>
                <a:lnTo>
                  <a:pt x="0" y="21659"/>
                </a:lnTo>
                <a:lnTo>
                  <a:pt x="0" y="31928"/>
                </a:lnTo>
                <a:lnTo>
                  <a:pt x="21231" y="19169"/>
                </a:lnTo>
                <a:lnTo>
                  <a:pt x="21231" y="86823"/>
                </a:lnTo>
                <a:lnTo>
                  <a:pt x="31850" y="86823"/>
                </a:lnTo>
                <a:lnTo>
                  <a:pt x="3185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135295" y="3851552"/>
            <a:ext cx="2893060" cy="2647315"/>
          </a:xfrm>
          <a:custGeom>
            <a:avLst/>
            <a:gdLst/>
            <a:ahLst/>
            <a:cxnLst/>
            <a:rect l="l" t="t" r="r" b="b"/>
            <a:pathLst>
              <a:path w="2893059" h="2647315">
                <a:moveTo>
                  <a:pt x="0" y="2646756"/>
                </a:moveTo>
                <a:lnTo>
                  <a:pt x="6220" y="2646756"/>
                </a:lnTo>
                <a:lnTo>
                  <a:pt x="12441" y="2646756"/>
                </a:lnTo>
                <a:lnTo>
                  <a:pt x="18662" y="2646756"/>
                </a:lnTo>
                <a:lnTo>
                  <a:pt x="24883" y="2646756"/>
                </a:lnTo>
                <a:lnTo>
                  <a:pt x="31104" y="2646756"/>
                </a:lnTo>
                <a:lnTo>
                  <a:pt x="37325" y="2646756"/>
                </a:lnTo>
                <a:lnTo>
                  <a:pt x="43545" y="2646756"/>
                </a:lnTo>
                <a:lnTo>
                  <a:pt x="49766" y="2646756"/>
                </a:lnTo>
                <a:lnTo>
                  <a:pt x="55987" y="2646756"/>
                </a:lnTo>
                <a:lnTo>
                  <a:pt x="62208" y="2646756"/>
                </a:lnTo>
                <a:lnTo>
                  <a:pt x="68429" y="2646756"/>
                </a:lnTo>
                <a:lnTo>
                  <a:pt x="74650" y="2646756"/>
                </a:lnTo>
                <a:lnTo>
                  <a:pt x="80871" y="2646756"/>
                </a:lnTo>
                <a:lnTo>
                  <a:pt x="87091" y="2646756"/>
                </a:lnTo>
                <a:lnTo>
                  <a:pt x="93312" y="2646756"/>
                </a:lnTo>
                <a:lnTo>
                  <a:pt x="99533" y="2646756"/>
                </a:lnTo>
                <a:lnTo>
                  <a:pt x="105754" y="2646756"/>
                </a:lnTo>
                <a:lnTo>
                  <a:pt x="111975" y="2646756"/>
                </a:lnTo>
                <a:lnTo>
                  <a:pt x="118196" y="2646756"/>
                </a:lnTo>
                <a:lnTo>
                  <a:pt x="124417" y="2646756"/>
                </a:lnTo>
                <a:lnTo>
                  <a:pt x="130637" y="2646756"/>
                </a:lnTo>
                <a:lnTo>
                  <a:pt x="136858" y="2646756"/>
                </a:lnTo>
                <a:lnTo>
                  <a:pt x="143079" y="2646756"/>
                </a:lnTo>
                <a:lnTo>
                  <a:pt x="149300" y="2646756"/>
                </a:lnTo>
                <a:lnTo>
                  <a:pt x="155521" y="2646756"/>
                </a:lnTo>
                <a:lnTo>
                  <a:pt x="161742" y="2646756"/>
                </a:lnTo>
                <a:lnTo>
                  <a:pt x="167962" y="2646756"/>
                </a:lnTo>
                <a:lnTo>
                  <a:pt x="174183" y="2646756"/>
                </a:lnTo>
                <a:lnTo>
                  <a:pt x="180404" y="2646756"/>
                </a:lnTo>
                <a:lnTo>
                  <a:pt x="186625" y="2646756"/>
                </a:lnTo>
                <a:lnTo>
                  <a:pt x="192846" y="2646756"/>
                </a:lnTo>
                <a:lnTo>
                  <a:pt x="199067" y="2646756"/>
                </a:lnTo>
                <a:lnTo>
                  <a:pt x="205288" y="2646756"/>
                </a:lnTo>
                <a:lnTo>
                  <a:pt x="211508" y="2646756"/>
                </a:lnTo>
                <a:lnTo>
                  <a:pt x="217729" y="2646756"/>
                </a:lnTo>
                <a:lnTo>
                  <a:pt x="223950" y="2646756"/>
                </a:lnTo>
                <a:lnTo>
                  <a:pt x="230171" y="2646756"/>
                </a:lnTo>
                <a:lnTo>
                  <a:pt x="236392" y="2646756"/>
                </a:lnTo>
                <a:lnTo>
                  <a:pt x="242613" y="2646756"/>
                </a:lnTo>
                <a:lnTo>
                  <a:pt x="248834" y="2646756"/>
                </a:lnTo>
                <a:lnTo>
                  <a:pt x="255029" y="2646756"/>
                </a:lnTo>
                <a:lnTo>
                  <a:pt x="261250" y="2646756"/>
                </a:lnTo>
                <a:lnTo>
                  <a:pt x="267471" y="2646756"/>
                </a:lnTo>
                <a:lnTo>
                  <a:pt x="273692" y="2646756"/>
                </a:lnTo>
                <a:lnTo>
                  <a:pt x="279913" y="2646756"/>
                </a:lnTo>
                <a:lnTo>
                  <a:pt x="286134" y="2646756"/>
                </a:lnTo>
                <a:lnTo>
                  <a:pt x="292355" y="2646756"/>
                </a:lnTo>
                <a:lnTo>
                  <a:pt x="298575" y="2646756"/>
                </a:lnTo>
                <a:lnTo>
                  <a:pt x="304796" y="2646756"/>
                </a:lnTo>
                <a:lnTo>
                  <a:pt x="311017" y="2646756"/>
                </a:lnTo>
                <a:lnTo>
                  <a:pt x="317238" y="2646756"/>
                </a:lnTo>
                <a:lnTo>
                  <a:pt x="323459" y="2646756"/>
                </a:lnTo>
                <a:lnTo>
                  <a:pt x="329680" y="2646756"/>
                </a:lnTo>
                <a:lnTo>
                  <a:pt x="335901" y="2646756"/>
                </a:lnTo>
                <a:lnTo>
                  <a:pt x="342121" y="2646756"/>
                </a:lnTo>
                <a:lnTo>
                  <a:pt x="348342" y="2646756"/>
                </a:lnTo>
                <a:lnTo>
                  <a:pt x="354563" y="2646756"/>
                </a:lnTo>
                <a:lnTo>
                  <a:pt x="360784" y="2646756"/>
                </a:lnTo>
                <a:lnTo>
                  <a:pt x="367005" y="2646756"/>
                </a:lnTo>
                <a:lnTo>
                  <a:pt x="373226" y="2646756"/>
                </a:lnTo>
                <a:lnTo>
                  <a:pt x="379446" y="2646756"/>
                </a:lnTo>
                <a:lnTo>
                  <a:pt x="385667" y="2646756"/>
                </a:lnTo>
                <a:lnTo>
                  <a:pt x="391888" y="2646756"/>
                </a:lnTo>
                <a:lnTo>
                  <a:pt x="398109" y="2646756"/>
                </a:lnTo>
                <a:lnTo>
                  <a:pt x="404330" y="2646756"/>
                </a:lnTo>
                <a:lnTo>
                  <a:pt x="410551" y="2646756"/>
                </a:lnTo>
                <a:lnTo>
                  <a:pt x="416772" y="2646756"/>
                </a:lnTo>
                <a:lnTo>
                  <a:pt x="422992" y="2646756"/>
                </a:lnTo>
                <a:lnTo>
                  <a:pt x="429213" y="2646756"/>
                </a:lnTo>
                <a:lnTo>
                  <a:pt x="435434" y="2646756"/>
                </a:lnTo>
                <a:lnTo>
                  <a:pt x="441655" y="2646756"/>
                </a:lnTo>
                <a:lnTo>
                  <a:pt x="447876" y="2646756"/>
                </a:lnTo>
                <a:lnTo>
                  <a:pt x="454097" y="2646756"/>
                </a:lnTo>
                <a:lnTo>
                  <a:pt x="460318" y="2646756"/>
                </a:lnTo>
                <a:lnTo>
                  <a:pt x="466538" y="2646756"/>
                </a:lnTo>
                <a:lnTo>
                  <a:pt x="472759" y="2646756"/>
                </a:lnTo>
                <a:lnTo>
                  <a:pt x="478980" y="2646756"/>
                </a:lnTo>
                <a:lnTo>
                  <a:pt x="485201" y="2646756"/>
                </a:lnTo>
                <a:lnTo>
                  <a:pt x="491422" y="2646756"/>
                </a:lnTo>
                <a:lnTo>
                  <a:pt x="497643" y="2646756"/>
                </a:lnTo>
                <a:lnTo>
                  <a:pt x="503863" y="2646756"/>
                </a:lnTo>
                <a:lnTo>
                  <a:pt x="510084" y="2646756"/>
                </a:lnTo>
                <a:lnTo>
                  <a:pt x="516305" y="2646756"/>
                </a:lnTo>
                <a:lnTo>
                  <a:pt x="522526" y="2646756"/>
                </a:lnTo>
                <a:lnTo>
                  <a:pt x="528747" y="2646756"/>
                </a:lnTo>
                <a:lnTo>
                  <a:pt x="534968" y="2646756"/>
                </a:lnTo>
                <a:lnTo>
                  <a:pt x="541189" y="2646756"/>
                </a:lnTo>
                <a:lnTo>
                  <a:pt x="547409" y="2646756"/>
                </a:lnTo>
                <a:lnTo>
                  <a:pt x="553630" y="2646756"/>
                </a:lnTo>
                <a:lnTo>
                  <a:pt x="559851" y="2646756"/>
                </a:lnTo>
                <a:lnTo>
                  <a:pt x="566072" y="2646756"/>
                </a:lnTo>
                <a:lnTo>
                  <a:pt x="572293" y="2646756"/>
                </a:lnTo>
                <a:lnTo>
                  <a:pt x="578514" y="2646756"/>
                </a:lnTo>
                <a:lnTo>
                  <a:pt x="584735" y="2646756"/>
                </a:lnTo>
                <a:lnTo>
                  <a:pt x="590955" y="2646756"/>
                </a:lnTo>
                <a:lnTo>
                  <a:pt x="597176" y="2646756"/>
                </a:lnTo>
                <a:lnTo>
                  <a:pt x="603397" y="2646756"/>
                </a:lnTo>
                <a:lnTo>
                  <a:pt x="609618" y="2646756"/>
                </a:lnTo>
                <a:lnTo>
                  <a:pt x="615839" y="2646756"/>
                </a:lnTo>
                <a:lnTo>
                  <a:pt x="622060" y="2646756"/>
                </a:lnTo>
                <a:lnTo>
                  <a:pt x="628280" y="2646756"/>
                </a:lnTo>
                <a:lnTo>
                  <a:pt x="634501" y="2646756"/>
                </a:lnTo>
                <a:lnTo>
                  <a:pt x="640722" y="2646756"/>
                </a:lnTo>
                <a:lnTo>
                  <a:pt x="646943" y="2646756"/>
                </a:lnTo>
                <a:lnTo>
                  <a:pt x="653164" y="2646756"/>
                </a:lnTo>
                <a:lnTo>
                  <a:pt x="659385" y="2646756"/>
                </a:lnTo>
                <a:lnTo>
                  <a:pt x="665606" y="2646756"/>
                </a:lnTo>
                <a:lnTo>
                  <a:pt x="671826" y="2646756"/>
                </a:lnTo>
                <a:lnTo>
                  <a:pt x="678047" y="2646756"/>
                </a:lnTo>
                <a:lnTo>
                  <a:pt x="684268" y="2646756"/>
                </a:lnTo>
                <a:lnTo>
                  <a:pt x="690489" y="2646756"/>
                </a:lnTo>
                <a:lnTo>
                  <a:pt x="696710" y="2646756"/>
                </a:lnTo>
                <a:lnTo>
                  <a:pt x="702931" y="2646756"/>
                </a:lnTo>
                <a:lnTo>
                  <a:pt x="709152" y="2646756"/>
                </a:lnTo>
                <a:lnTo>
                  <a:pt x="715372" y="2646756"/>
                </a:lnTo>
                <a:lnTo>
                  <a:pt x="721593" y="2646756"/>
                </a:lnTo>
                <a:lnTo>
                  <a:pt x="727814" y="2646756"/>
                </a:lnTo>
                <a:lnTo>
                  <a:pt x="734035" y="2646756"/>
                </a:lnTo>
                <a:lnTo>
                  <a:pt x="740256" y="2646756"/>
                </a:lnTo>
                <a:lnTo>
                  <a:pt x="746477" y="2646756"/>
                </a:lnTo>
                <a:lnTo>
                  <a:pt x="752698" y="2646756"/>
                </a:lnTo>
                <a:lnTo>
                  <a:pt x="758918" y="2646756"/>
                </a:lnTo>
                <a:lnTo>
                  <a:pt x="765139" y="2646756"/>
                </a:lnTo>
                <a:lnTo>
                  <a:pt x="771360" y="2646756"/>
                </a:lnTo>
                <a:lnTo>
                  <a:pt x="777581" y="2646756"/>
                </a:lnTo>
                <a:lnTo>
                  <a:pt x="783802" y="2646756"/>
                </a:lnTo>
                <a:lnTo>
                  <a:pt x="790023" y="2646756"/>
                </a:lnTo>
                <a:lnTo>
                  <a:pt x="796243" y="2646756"/>
                </a:lnTo>
                <a:lnTo>
                  <a:pt x="802464" y="2646756"/>
                </a:lnTo>
                <a:lnTo>
                  <a:pt x="808685" y="2646756"/>
                </a:lnTo>
                <a:lnTo>
                  <a:pt x="814906" y="2646756"/>
                </a:lnTo>
                <a:lnTo>
                  <a:pt x="821127" y="2646756"/>
                </a:lnTo>
                <a:lnTo>
                  <a:pt x="827348" y="2646756"/>
                </a:lnTo>
                <a:lnTo>
                  <a:pt x="833569" y="2646756"/>
                </a:lnTo>
                <a:lnTo>
                  <a:pt x="839789" y="2646756"/>
                </a:lnTo>
                <a:lnTo>
                  <a:pt x="846010" y="2646756"/>
                </a:lnTo>
                <a:lnTo>
                  <a:pt x="852231" y="2646756"/>
                </a:lnTo>
                <a:lnTo>
                  <a:pt x="858452" y="2646756"/>
                </a:lnTo>
                <a:lnTo>
                  <a:pt x="864673" y="2646756"/>
                </a:lnTo>
                <a:lnTo>
                  <a:pt x="870894" y="2646756"/>
                </a:lnTo>
                <a:lnTo>
                  <a:pt x="877115" y="2646756"/>
                </a:lnTo>
                <a:lnTo>
                  <a:pt x="883335" y="2646756"/>
                </a:lnTo>
                <a:lnTo>
                  <a:pt x="889556" y="2646756"/>
                </a:lnTo>
                <a:lnTo>
                  <a:pt x="895777" y="2646756"/>
                </a:lnTo>
                <a:lnTo>
                  <a:pt x="901998" y="2646756"/>
                </a:lnTo>
                <a:lnTo>
                  <a:pt x="908219" y="2646756"/>
                </a:lnTo>
                <a:lnTo>
                  <a:pt x="914440" y="2646756"/>
                </a:lnTo>
                <a:lnTo>
                  <a:pt x="920660" y="2646756"/>
                </a:lnTo>
                <a:lnTo>
                  <a:pt x="926881" y="2646756"/>
                </a:lnTo>
                <a:lnTo>
                  <a:pt x="933102" y="2646756"/>
                </a:lnTo>
                <a:lnTo>
                  <a:pt x="939323" y="2646756"/>
                </a:lnTo>
                <a:lnTo>
                  <a:pt x="945544" y="2646756"/>
                </a:lnTo>
                <a:lnTo>
                  <a:pt x="951765" y="2646756"/>
                </a:lnTo>
                <a:lnTo>
                  <a:pt x="957986" y="2646756"/>
                </a:lnTo>
                <a:lnTo>
                  <a:pt x="964206" y="2646756"/>
                </a:lnTo>
                <a:lnTo>
                  <a:pt x="970427" y="2646756"/>
                </a:lnTo>
                <a:lnTo>
                  <a:pt x="976648" y="2646756"/>
                </a:lnTo>
                <a:lnTo>
                  <a:pt x="982869" y="2646756"/>
                </a:lnTo>
                <a:lnTo>
                  <a:pt x="989090" y="2646756"/>
                </a:lnTo>
                <a:lnTo>
                  <a:pt x="995311" y="2646756"/>
                </a:lnTo>
                <a:lnTo>
                  <a:pt x="1001532" y="2646756"/>
                </a:lnTo>
                <a:lnTo>
                  <a:pt x="1007752" y="2646756"/>
                </a:lnTo>
                <a:lnTo>
                  <a:pt x="1013973" y="2646756"/>
                </a:lnTo>
                <a:lnTo>
                  <a:pt x="1020194" y="2646756"/>
                </a:lnTo>
                <a:lnTo>
                  <a:pt x="1026415" y="2646756"/>
                </a:lnTo>
                <a:lnTo>
                  <a:pt x="1032636" y="2646756"/>
                </a:lnTo>
                <a:lnTo>
                  <a:pt x="1038857" y="2646756"/>
                </a:lnTo>
                <a:lnTo>
                  <a:pt x="1045077" y="2646756"/>
                </a:lnTo>
                <a:lnTo>
                  <a:pt x="1051298" y="2646756"/>
                </a:lnTo>
                <a:lnTo>
                  <a:pt x="1057519" y="2646756"/>
                </a:lnTo>
                <a:lnTo>
                  <a:pt x="1063740" y="2646756"/>
                </a:lnTo>
                <a:lnTo>
                  <a:pt x="1069961" y="2646756"/>
                </a:lnTo>
                <a:lnTo>
                  <a:pt x="1076182" y="2646756"/>
                </a:lnTo>
                <a:lnTo>
                  <a:pt x="1082403" y="2646756"/>
                </a:lnTo>
                <a:lnTo>
                  <a:pt x="1088623" y="2646756"/>
                </a:lnTo>
                <a:lnTo>
                  <a:pt x="1094844" y="2646756"/>
                </a:lnTo>
                <a:lnTo>
                  <a:pt x="1101065" y="2646756"/>
                </a:lnTo>
                <a:lnTo>
                  <a:pt x="1107286" y="2646756"/>
                </a:lnTo>
                <a:lnTo>
                  <a:pt x="1113507" y="2646756"/>
                </a:lnTo>
                <a:lnTo>
                  <a:pt x="1119728" y="2646756"/>
                </a:lnTo>
                <a:lnTo>
                  <a:pt x="1125949" y="2646756"/>
                </a:lnTo>
                <a:lnTo>
                  <a:pt x="1132169" y="2646756"/>
                </a:lnTo>
                <a:lnTo>
                  <a:pt x="1138390" y="2646756"/>
                </a:lnTo>
                <a:lnTo>
                  <a:pt x="1144611" y="2646756"/>
                </a:lnTo>
                <a:lnTo>
                  <a:pt x="1150832" y="2646756"/>
                </a:lnTo>
                <a:lnTo>
                  <a:pt x="1157053" y="2646756"/>
                </a:lnTo>
                <a:lnTo>
                  <a:pt x="1163274" y="2646756"/>
                </a:lnTo>
                <a:lnTo>
                  <a:pt x="1169494" y="2646756"/>
                </a:lnTo>
                <a:lnTo>
                  <a:pt x="1175715" y="2646756"/>
                </a:lnTo>
                <a:lnTo>
                  <a:pt x="1181936" y="2646756"/>
                </a:lnTo>
                <a:lnTo>
                  <a:pt x="1188157" y="2646756"/>
                </a:lnTo>
                <a:lnTo>
                  <a:pt x="1194378" y="2646756"/>
                </a:lnTo>
                <a:lnTo>
                  <a:pt x="1200599" y="2646756"/>
                </a:lnTo>
                <a:lnTo>
                  <a:pt x="1206820" y="2646756"/>
                </a:lnTo>
                <a:lnTo>
                  <a:pt x="1213040" y="2646756"/>
                </a:lnTo>
                <a:lnTo>
                  <a:pt x="1219261" y="2646756"/>
                </a:lnTo>
                <a:lnTo>
                  <a:pt x="1225482" y="2646756"/>
                </a:lnTo>
                <a:lnTo>
                  <a:pt x="1231703" y="2646756"/>
                </a:lnTo>
                <a:lnTo>
                  <a:pt x="1237924" y="2646756"/>
                </a:lnTo>
                <a:lnTo>
                  <a:pt x="1244145" y="2646756"/>
                </a:lnTo>
                <a:lnTo>
                  <a:pt x="1250366" y="2646756"/>
                </a:lnTo>
                <a:lnTo>
                  <a:pt x="1256586" y="2646756"/>
                </a:lnTo>
                <a:lnTo>
                  <a:pt x="1262807" y="2646756"/>
                </a:lnTo>
                <a:lnTo>
                  <a:pt x="1269028" y="2646756"/>
                </a:lnTo>
                <a:lnTo>
                  <a:pt x="1275249" y="2646756"/>
                </a:lnTo>
                <a:lnTo>
                  <a:pt x="1281470" y="2646756"/>
                </a:lnTo>
                <a:lnTo>
                  <a:pt x="1287691" y="2646756"/>
                </a:lnTo>
                <a:lnTo>
                  <a:pt x="1293911" y="2646756"/>
                </a:lnTo>
                <a:lnTo>
                  <a:pt x="1300132" y="2646756"/>
                </a:lnTo>
                <a:lnTo>
                  <a:pt x="1306353" y="2646756"/>
                </a:lnTo>
                <a:lnTo>
                  <a:pt x="1312574" y="2646756"/>
                </a:lnTo>
                <a:lnTo>
                  <a:pt x="1318795" y="2646756"/>
                </a:lnTo>
                <a:lnTo>
                  <a:pt x="1325016" y="2646756"/>
                </a:lnTo>
                <a:lnTo>
                  <a:pt x="1331237" y="2646756"/>
                </a:lnTo>
                <a:lnTo>
                  <a:pt x="1337457" y="2646756"/>
                </a:lnTo>
                <a:lnTo>
                  <a:pt x="1343678" y="2646756"/>
                </a:lnTo>
                <a:lnTo>
                  <a:pt x="1349899" y="2646756"/>
                </a:lnTo>
                <a:lnTo>
                  <a:pt x="1356120" y="2646756"/>
                </a:lnTo>
                <a:lnTo>
                  <a:pt x="1362341" y="2646756"/>
                </a:lnTo>
                <a:lnTo>
                  <a:pt x="1368562" y="2646756"/>
                </a:lnTo>
                <a:lnTo>
                  <a:pt x="1374783" y="2646756"/>
                </a:lnTo>
                <a:lnTo>
                  <a:pt x="1381003" y="2646756"/>
                </a:lnTo>
                <a:lnTo>
                  <a:pt x="1387224" y="2646756"/>
                </a:lnTo>
                <a:lnTo>
                  <a:pt x="1393445" y="2646756"/>
                </a:lnTo>
                <a:lnTo>
                  <a:pt x="1399666" y="2646756"/>
                </a:lnTo>
                <a:lnTo>
                  <a:pt x="1405887" y="2646756"/>
                </a:lnTo>
                <a:lnTo>
                  <a:pt x="1412108" y="2646756"/>
                </a:lnTo>
                <a:lnTo>
                  <a:pt x="1418328" y="2646756"/>
                </a:lnTo>
                <a:lnTo>
                  <a:pt x="1424549" y="2646756"/>
                </a:lnTo>
                <a:lnTo>
                  <a:pt x="1430770" y="2646756"/>
                </a:lnTo>
                <a:lnTo>
                  <a:pt x="1436991" y="2646756"/>
                </a:lnTo>
                <a:lnTo>
                  <a:pt x="1443212" y="2646756"/>
                </a:lnTo>
                <a:lnTo>
                  <a:pt x="1446322" y="0"/>
                </a:lnTo>
                <a:lnTo>
                  <a:pt x="1449432" y="0"/>
                </a:lnTo>
                <a:lnTo>
                  <a:pt x="1455653" y="0"/>
                </a:lnTo>
                <a:lnTo>
                  <a:pt x="1461874" y="0"/>
                </a:lnTo>
                <a:lnTo>
                  <a:pt x="1468095" y="0"/>
                </a:lnTo>
                <a:lnTo>
                  <a:pt x="1474316" y="0"/>
                </a:lnTo>
                <a:lnTo>
                  <a:pt x="1480536" y="0"/>
                </a:lnTo>
                <a:lnTo>
                  <a:pt x="1486757" y="0"/>
                </a:lnTo>
                <a:lnTo>
                  <a:pt x="1492978" y="0"/>
                </a:lnTo>
                <a:lnTo>
                  <a:pt x="1499199" y="0"/>
                </a:lnTo>
                <a:lnTo>
                  <a:pt x="1505420" y="0"/>
                </a:lnTo>
                <a:lnTo>
                  <a:pt x="1511641" y="0"/>
                </a:lnTo>
                <a:lnTo>
                  <a:pt x="1517861" y="0"/>
                </a:lnTo>
                <a:lnTo>
                  <a:pt x="1524082" y="0"/>
                </a:lnTo>
                <a:lnTo>
                  <a:pt x="1530303" y="0"/>
                </a:lnTo>
                <a:lnTo>
                  <a:pt x="1536524" y="0"/>
                </a:lnTo>
                <a:lnTo>
                  <a:pt x="1542745" y="0"/>
                </a:lnTo>
                <a:lnTo>
                  <a:pt x="1548966" y="0"/>
                </a:lnTo>
                <a:lnTo>
                  <a:pt x="1555187" y="0"/>
                </a:lnTo>
                <a:lnTo>
                  <a:pt x="1561407" y="0"/>
                </a:lnTo>
                <a:lnTo>
                  <a:pt x="1567628" y="0"/>
                </a:lnTo>
                <a:lnTo>
                  <a:pt x="1573849" y="0"/>
                </a:lnTo>
                <a:lnTo>
                  <a:pt x="1580070" y="0"/>
                </a:lnTo>
                <a:lnTo>
                  <a:pt x="1586291" y="0"/>
                </a:lnTo>
                <a:lnTo>
                  <a:pt x="1592512" y="0"/>
                </a:lnTo>
                <a:lnTo>
                  <a:pt x="1598733" y="0"/>
                </a:lnTo>
                <a:lnTo>
                  <a:pt x="1604953" y="0"/>
                </a:lnTo>
                <a:lnTo>
                  <a:pt x="1611174" y="0"/>
                </a:lnTo>
                <a:lnTo>
                  <a:pt x="1617395" y="0"/>
                </a:lnTo>
                <a:lnTo>
                  <a:pt x="1623616" y="0"/>
                </a:lnTo>
                <a:lnTo>
                  <a:pt x="1629837" y="0"/>
                </a:lnTo>
                <a:lnTo>
                  <a:pt x="1636058" y="0"/>
                </a:lnTo>
                <a:lnTo>
                  <a:pt x="1642278" y="0"/>
                </a:lnTo>
                <a:lnTo>
                  <a:pt x="1648499" y="0"/>
                </a:lnTo>
                <a:lnTo>
                  <a:pt x="1654720" y="0"/>
                </a:lnTo>
                <a:lnTo>
                  <a:pt x="1660941" y="0"/>
                </a:lnTo>
                <a:lnTo>
                  <a:pt x="1667162" y="0"/>
                </a:lnTo>
                <a:lnTo>
                  <a:pt x="1673383" y="0"/>
                </a:lnTo>
                <a:lnTo>
                  <a:pt x="1679604" y="0"/>
                </a:lnTo>
                <a:lnTo>
                  <a:pt x="1685824" y="0"/>
                </a:lnTo>
                <a:lnTo>
                  <a:pt x="1692045" y="0"/>
                </a:lnTo>
                <a:lnTo>
                  <a:pt x="1698266" y="0"/>
                </a:lnTo>
                <a:lnTo>
                  <a:pt x="1704487" y="0"/>
                </a:lnTo>
                <a:lnTo>
                  <a:pt x="1710708" y="0"/>
                </a:lnTo>
                <a:lnTo>
                  <a:pt x="1716929" y="0"/>
                </a:lnTo>
                <a:lnTo>
                  <a:pt x="1723150" y="0"/>
                </a:lnTo>
                <a:lnTo>
                  <a:pt x="1729370" y="0"/>
                </a:lnTo>
                <a:lnTo>
                  <a:pt x="1735591" y="0"/>
                </a:lnTo>
                <a:lnTo>
                  <a:pt x="1741812" y="0"/>
                </a:lnTo>
                <a:lnTo>
                  <a:pt x="1748033" y="0"/>
                </a:lnTo>
                <a:lnTo>
                  <a:pt x="1754254" y="0"/>
                </a:lnTo>
                <a:lnTo>
                  <a:pt x="1760475" y="0"/>
                </a:lnTo>
                <a:lnTo>
                  <a:pt x="1766696" y="0"/>
                </a:lnTo>
                <a:lnTo>
                  <a:pt x="1772916" y="0"/>
                </a:lnTo>
                <a:lnTo>
                  <a:pt x="1779137" y="0"/>
                </a:lnTo>
                <a:lnTo>
                  <a:pt x="1785358" y="0"/>
                </a:lnTo>
                <a:lnTo>
                  <a:pt x="1791579" y="0"/>
                </a:lnTo>
                <a:lnTo>
                  <a:pt x="1797800" y="0"/>
                </a:lnTo>
                <a:lnTo>
                  <a:pt x="1804021" y="0"/>
                </a:lnTo>
                <a:lnTo>
                  <a:pt x="1810241" y="0"/>
                </a:lnTo>
                <a:lnTo>
                  <a:pt x="1816462" y="0"/>
                </a:lnTo>
                <a:lnTo>
                  <a:pt x="1822683" y="0"/>
                </a:lnTo>
                <a:lnTo>
                  <a:pt x="1828904" y="0"/>
                </a:lnTo>
                <a:lnTo>
                  <a:pt x="1835125" y="0"/>
                </a:lnTo>
                <a:lnTo>
                  <a:pt x="1841346" y="0"/>
                </a:lnTo>
                <a:lnTo>
                  <a:pt x="1847567" y="0"/>
                </a:lnTo>
                <a:lnTo>
                  <a:pt x="1853787" y="0"/>
                </a:lnTo>
                <a:lnTo>
                  <a:pt x="1860008" y="0"/>
                </a:lnTo>
                <a:lnTo>
                  <a:pt x="1866229" y="0"/>
                </a:lnTo>
                <a:lnTo>
                  <a:pt x="1872450" y="0"/>
                </a:lnTo>
                <a:lnTo>
                  <a:pt x="1878671" y="0"/>
                </a:lnTo>
                <a:lnTo>
                  <a:pt x="1884892" y="0"/>
                </a:lnTo>
                <a:lnTo>
                  <a:pt x="1891113" y="0"/>
                </a:lnTo>
                <a:lnTo>
                  <a:pt x="1897333" y="0"/>
                </a:lnTo>
                <a:lnTo>
                  <a:pt x="1903554" y="0"/>
                </a:lnTo>
                <a:lnTo>
                  <a:pt x="1909775" y="0"/>
                </a:lnTo>
                <a:lnTo>
                  <a:pt x="1915996" y="0"/>
                </a:lnTo>
                <a:lnTo>
                  <a:pt x="1922217" y="0"/>
                </a:lnTo>
                <a:lnTo>
                  <a:pt x="1928438" y="0"/>
                </a:lnTo>
                <a:lnTo>
                  <a:pt x="1934658" y="0"/>
                </a:lnTo>
                <a:lnTo>
                  <a:pt x="1940879" y="0"/>
                </a:lnTo>
                <a:lnTo>
                  <a:pt x="1947100" y="0"/>
                </a:lnTo>
                <a:lnTo>
                  <a:pt x="1953321" y="0"/>
                </a:lnTo>
                <a:lnTo>
                  <a:pt x="1959542" y="0"/>
                </a:lnTo>
                <a:lnTo>
                  <a:pt x="1965763" y="0"/>
                </a:lnTo>
                <a:lnTo>
                  <a:pt x="1971984" y="0"/>
                </a:lnTo>
                <a:lnTo>
                  <a:pt x="1978204" y="0"/>
                </a:lnTo>
                <a:lnTo>
                  <a:pt x="1984425" y="0"/>
                </a:lnTo>
                <a:lnTo>
                  <a:pt x="1990646" y="0"/>
                </a:lnTo>
                <a:lnTo>
                  <a:pt x="1996867" y="0"/>
                </a:lnTo>
                <a:lnTo>
                  <a:pt x="2003088" y="0"/>
                </a:lnTo>
                <a:lnTo>
                  <a:pt x="2009309" y="0"/>
                </a:lnTo>
                <a:lnTo>
                  <a:pt x="2015530" y="0"/>
                </a:lnTo>
                <a:lnTo>
                  <a:pt x="2021750" y="0"/>
                </a:lnTo>
                <a:lnTo>
                  <a:pt x="2027971" y="0"/>
                </a:lnTo>
                <a:lnTo>
                  <a:pt x="2034192" y="0"/>
                </a:lnTo>
                <a:lnTo>
                  <a:pt x="2040413" y="0"/>
                </a:lnTo>
                <a:lnTo>
                  <a:pt x="2046634" y="0"/>
                </a:lnTo>
                <a:lnTo>
                  <a:pt x="2052855" y="0"/>
                </a:lnTo>
                <a:lnTo>
                  <a:pt x="2059075" y="0"/>
                </a:lnTo>
                <a:lnTo>
                  <a:pt x="2065296" y="0"/>
                </a:lnTo>
                <a:lnTo>
                  <a:pt x="2071517" y="0"/>
                </a:lnTo>
                <a:lnTo>
                  <a:pt x="2077738" y="0"/>
                </a:lnTo>
                <a:lnTo>
                  <a:pt x="2083959" y="0"/>
                </a:lnTo>
                <a:lnTo>
                  <a:pt x="2090180" y="0"/>
                </a:lnTo>
                <a:lnTo>
                  <a:pt x="2096401" y="0"/>
                </a:lnTo>
                <a:lnTo>
                  <a:pt x="2102621" y="0"/>
                </a:lnTo>
                <a:lnTo>
                  <a:pt x="2108842" y="0"/>
                </a:lnTo>
                <a:lnTo>
                  <a:pt x="2115063" y="0"/>
                </a:lnTo>
                <a:lnTo>
                  <a:pt x="2121284" y="0"/>
                </a:lnTo>
                <a:lnTo>
                  <a:pt x="2127505" y="0"/>
                </a:lnTo>
                <a:lnTo>
                  <a:pt x="2133726" y="0"/>
                </a:lnTo>
                <a:lnTo>
                  <a:pt x="2139947" y="0"/>
                </a:lnTo>
                <a:lnTo>
                  <a:pt x="2146167" y="0"/>
                </a:lnTo>
                <a:lnTo>
                  <a:pt x="2152388" y="0"/>
                </a:lnTo>
                <a:lnTo>
                  <a:pt x="2158609" y="0"/>
                </a:lnTo>
                <a:lnTo>
                  <a:pt x="2164830" y="0"/>
                </a:lnTo>
                <a:lnTo>
                  <a:pt x="2171051" y="0"/>
                </a:lnTo>
                <a:lnTo>
                  <a:pt x="2177272" y="0"/>
                </a:lnTo>
                <a:lnTo>
                  <a:pt x="2183492" y="0"/>
                </a:lnTo>
                <a:lnTo>
                  <a:pt x="2189713" y="0"/>
                </a:lnTo>
                <a:lnTo>
                  <a:pt x="2195934" y="0"/>
                </a:lnTo>
                <a:lnTo>
                  <a:pt x="2202155" y="0"/>
                </a:lnTo>
                <a:lnTo>
                  <a:pt x="2208376" y="0"/>
                </a:lnTo>
                <a:lnTo>
                  <a:pt x="2214597" y="0"/>
                </a:lnTo>
                <a:lnTo>
                  <a:pt x="2220818" y="0"/>
                </a:lnTo>
                <a:lnTo>
                  <a:pt x="2227038" y="0"/>
                </a:lnTo>
                <a:lnTo>
                  <a:pt x="2233259" y="0"/>
                </a:lnTo>
                <a:lnTo>
                  <a:pt x="2239480" y="0"/>
                </a:lnTo>
                <a:lnTo>
                  <a:pt x="2245701" y="0"/>
                </a:lnTo>
                <a:lnTo>
                  <a:pt x="2251922" y="0"/>
                </a:lnTo>
                <a:lnTo>
                  <a:pt x="2258143" y="0"/>
                </a:lnTo>
                <a:lnTo>
                  <a:pt x="2264364" y="0"/>
                </a:lnTo>
                <a:lnTo>
                  <a:pt x="2270584" y="0"/>
                </a:lnTo>
                <a:lnTo>
                  <a:pt x="2276805" y="0"/>
                </a:lnTo>
                <a:lnTo>
                  <a:pt x="2283026" y="0"/>
                </a:lnTo>
                <a:lnTo>
                  <a:pt x="2289247" y="0"/>
                </a:lnTo>
                <a:lnTo>
                  <a:pt x="2295468" y="0"/>
                </a:lnTo>
                <a:lnTo>
                  <a:pt x="2301689" y="0"/>
                </a:lnTo>
                <a:lnTo>
                  <a:pt x="2307909" y="0"/>
                </a:lnTo>
                <a:lnTo>
                  <a:pt x="2314130" y="0"/>
                </a:lnTo>
                <a:lnTo>
                  <a:pt x="2320351" y="0"/>
                </a:lnTo>
                <a:lnTo>
                  <a:pt x="2326572" y="0"/>
                </a:lnTo>
                <a:lnTo>
                  <a:pt x="2332793" y="0"/>
                </a:lnTo>
                <a:lnTo>
                  <a:pt x="2339014" y="0"/>
                </a:lnTo>
                <a:lnTo>
                  <a:pt x="2345235" y="0"/>
                </a:lnTo>
                <a:lnTo>
                  <a:pt x="2351455" y="0"/>
                </a:lnTo>
                <a:lnTo>
                  <a:pt x="2357676" y="0"/>
                </a:lnTo>
                <a:lnTo>
                  <a:pt x="2363897" y="0"/>
                </a:lnTo>
                <a:lnTo>
                  <a:pt x="2370118" y="0"/>
                </a:lnTo>
                <a:lnTo>
                  <a:pt x="2376339" y="0"/>
                </a:lnTo>
                <a:lnTo>
                  <a:pt x="2382560" y="0"/>
                </a:lnTo>
                <a:lnTo>
                  <a:pt x="2388781" y="0"/>
                </a:lnTo>
                <a:lnTo>
                  <a:pt x="2395001" y="0"/>
                </a:lnTo>
                <a:lnTo>
                  <a:pt x="2401222" y="0"/>
                </a:lnTo>
                <a:lnTo>
                  <a:pt x="2407443" y="0"/>
                </a:lnTo>
                <a:lnTo>
                  <a:pt x="2413664" y="0"/>
                </a:lnTo>
                <a:lnTo>
                  <a:pt x="2419885" y="0"/>
                </a:lnTo>
                <a:lnTo>
                  <a:pt x="2426106" y="0"/>
                </a:lnTo>
                <a:lnTo>
                  <a:pt x="2432326" y="0"/>
                </a:lnTo>
                <a:lnTo>
                  <a:pt x="2438547" y="0"/>
                </a:lnTo>
                <a:lnTo>
                  <a:pt x="2444768" y="0"/>
                </a:lnTo>
                <a:lnTo>
                  <a:pt x="2450989" y="0"/>
                </a:lnTo>
                <a:lnTo>
                  <a:pt x="2457210" y="0"/>
                </a:lnTo>
                <a:lnTo>
                  <a:pt x="2463431" y="0"/>
                </a:lnTo>
                <a:lnTo>
                  <a:pt x="2469652" y="0"/>
                </a:lnTo>
                <a:lnTo>
                  <a:pt x="2475872" y="0"/>
                </a:lnTo>
                <a:lnTo>
                  <a:pt x="2482093" y="0"/>
                </a:lnTo>
                <a:lnTo>
                  <a:pt x="2488314" y="0"/>
                </a:lnTo>
                <a:lnTo>
                  <a:pt x="2494535" y="0"/>
                </a:lnTo>
                <a:lnTo>
                  <a:pt x="2500756" y="0"/>
                </a:lnTo>
                <a:lnTo>
                  <a:pt x="2506977" y="0"/>
                </a:lnTo>
                <a:lnTo>
                  <a:pt x="2513198" y="0"/>
                </a:lnTo>
                <a:lnTo>
                  <a:pt x="2519418" y="0"/>
                </a:lnTo>
                <a:lnTo>
                  <a:pt x="2525639" y="0"/>
                </a:lnTo>
                <a:lnTo>
                  <a:pt x="2531860" y="0"/>
                </a:lnTo>
                <a:lnTo>
                  <a:pt x="2538081" y="0"/>
                </a:lnTo>
                <a:lnTo>
                  <a:pt x="2544302" y="0"/>
                </a:lnTo>
                <a:lnTo>
                  <a:pt x="2550523" y="0"/>
                </a:lnTo>
                <a:lnTo>
                  <a:pt x="2556743" y="0"/>
                </a:lnTo>
                <a:lnTo>
                  <a:pt x="2562964" y="0"/>
                </a:lnTo>
                <a:lnTo>
                  <a:pt x="2569185" y="0"/>
                </a:lnTo>
                <a:lnTo>
                  <a:pt x="2575406" y="0"/>
                </a:lnTo>
                <a:lnTo>
                  <a:pt x="2581627" y="0"/>
                </a:lnTo>
                <a:lnTo>
                  <a:pt x="2587848" y="0"/>
                </a:lnTo>
                <a:lnTo>
                  <a:pt x="2594069" y="0"/>
                </a:lnTo>
                <a:lnTo>
                  <a:pt x="2600289" y="0"/>
                </a:lnTo>
                <a:lnTo>
                  <a:pt x="2606510" y="0"/>
                </a:lnTo>
                <a:lnTo>
                  <a:pt x="2612731" y="0"/>
                </a:lnTo>
                <a:lnTo>
                  <a:pt x="2618952" y="0"/>
                </a:lnTo>
                <a:lnTo>
                  <a:pt x="2625173" y="0"/>
                </a:lnTo>
                <a:lnTo>
                  <a:pt x="2631394" y="0"/>
                </a:lnTo>
                <a:lnTo>
                  <a:pt x="2637615" y="0"/>
                </a:lnTo>
                <a:lnTo>
                  <a:pt x="2643835" y="0"/>
                </a:lnTo>
                <a:lnTo>
                  <a:pt x="2650056" y="0"/>
                </a:lnTo>
                <a:lnTo>
                  <a:pt x="2656277" y="0"/>
                </a:lnTo>
                <a:lnTo>
                  <a:pt x="2662498" y="0"/>
                </a:lnTo>
                <a:lnTo>
                  <a:pt x="2668719" y="0"/>
                </a:lnTo>
                <a:lnTo>
                  <a:pt x="2674940" y="0"/>
                </a:lnTo>
                <a:lnTo>
                  <a:pt x="2681160" y="0"/>
                </a:lnTo>
                <a:lnTo>
                  <a:pt x="2687381" y="0"/>
                </a:lnTo>
                <a:lnTo>
                  <a:pt x="2693602" y="0"/>
                </a:lnTo>
                <a:lnTo>
                  <a:pt x="2699823" y="0"/>
                </a:lnTo>
                <a:lnTo>
                  <a:pt x="2706044" y="0"/>
                </a:lnTo>
                <a:lnTo>
                  <a:pt x="2712265" y="0"/>
                </a:lnTo>
                <a:lnTo>
                  <a:pt x="2718486" y="0"/>
                </a:lnTo>
                <a:lnTo>
                  <a:pt x="2724706" y="0"/>
                </a:lnTo>
                <a:lnTo>
                  <a:pt x="2730927" y="0"/>
                </a:lnTo>
                <a:lnTo>
                  <a:pt x="2737148" y="0"/>
                </a:lnTo>
                <a:lnTo>
                  <a:pt x="2743369" y="0"/>
                </a:lnTo>
                <a:lnTo>
                  <a:pt x="2749590" y="0"/>
                </a:lnTo>
                <a:lnTo>
                  <a:pt x="2755811" y="0"/>
                </a:lnTo>
                <a:lnTo>
                  <a:pt x="2762032" y="0"/>
                </a:lnTo>
                <a:lnTo>
                  <a:pt x="2768252" y="0"/>
                </a:lnTo>
                <a:lnTo>
                  <a:pt x="2774473" y="0"/>
                </a:lnTo>
                <a:lnTo>
                  <a:pt x="2780694" y="0"/>
                </a:lnTo>
                <a:lnTo>
                  <a:pt x="2786915" y="0"/>
                </a:lnTo>
                <a:lnTo>
                  <a:pt x="2793136" y="0"/>
                </a:lnTo>
                <a:lnTo>
                  <a:pt x="2799357" y="0"/>
                </a:lnTo>
                <a:lnTo>
                  <a:pt x="2805578" y="0"/>
                </a:lnTo>
                <a:lnTo>
                  <a:pt x="2811798" y="0"/>
                </a:lnTo>
                <a:lnTo>
                  <a:pt x="2818019" y="0"/>
                </a:lnTo>
                <a:lnTo>
                  <a:pt x="2824240" y="0"/>
                </a:lnTo>
                <a:lnTo>
                  <a:pt x="2830461" y="0"/>
                </a:lnTo>
                <a:lnTo>
                  <a:pt x="2836682" y="0"/>
                </a:lnTo>
                <a:lnTo>
                  <a:pt x="2842903" y="0"/>
                </a:lnTo>
                <a:lnTo>
                  <a:pt x="2849123" y="0"/>
                </a:lnTo>
                <a:lnTo>
                  <a:pt x="2855344" y="0"/>
                </a:lnTo>
                <a:lnTo>
                  <a:pt x="2861565" y="0"/>
                </a:lnTo>
                <a:lnTo>
                  <a:pt x="2867786" y="0"/>
                </a:lnTo>
                <a:lnTo>
                  <a:pt x="2874007" y="0"/>
                </a:lnTo>
                <a:lnTo>
                  <a:pt x="2880228" y="0"/>
                </a:lnTo>
                <a:lnTo>
                  <a:pt x="2886449" y="0"/>
                </a:lnTo>
                <a:lnTo>
                  <a:pt x="2892669" y="0"/>
                </a:lnTo>
              </a:path>
            </a:pathLst>
          </a:custGeom>
          <a:ln w="24890">
            <a:solidFill>
              <a:srgbClr val="007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784842" y="3568953"/>
            <a:ext cx="1472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Função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heaviside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5401" y="5843727"/>
            <a:ext cx="14973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Conhecida </a:t>
            </a:r>
            <a:r>
              <a:rPr sz="1600" dirty="0">
                <a:latin typeface="Calibri"/>
                <a:cs typeface="Calibri"/>
              </a:rPr>
              <a:t>também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como </a:t>
            </a:r>
            <a:r>
              <a:rPr sz="1600" b="1" i="1" dirty="0">
                <a:latin typeface="Calibri"/>
                <a:cs typeface="Calibri"/>
              </a:rPr>
              <a:t>função</a:t>
            </a:r>
            <a:r>
              <a:rPr sz="1600" b="1" i="1" spc="-5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heaviside.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984501" y="6188773"/>
            <a:ext cx="600710" cy="76200"/>
          </a:xfrm>
          <a:custGeom>
            <a:avLst/>
            <a:gdLst/>
            <a:ahLst/>
            <a:cxnLst/>
            <a:rect l="l" t="t" r="r" b="b"/>
            <a:pathLst>
              <a:path w="600710" h="76200">
                <a:moveTo>
                  <a:pt x="599925" y="34315"/>
                </a:moveTo>
                <a:lnTo>
                  <a:pt x="537083" y="34315"/>
                </a:lnTo>
                <a:lnTo>
                  <a:pt x="537337" y="40665"/>
                </a:lnTo>
                <a:lnTo>
                  <a:pt x="524589" y="41244"/>
                </a:lnTo>
                <a:lnTo>
                  <a:pt x="526161" y="76123"/>
                </a:lnTo>
                <a:lnTo>
                  <a:pt x="600583" y="34607"/>
                </a:lnTo>
                <a:lnTo>
                  <a:pt x="599925" y="34315"/>
                </a:lnTo>
                <a:close/>
              </a:path>
              <a:path w="600710" h="76200">
                <a:moveTo>
                  <a:pt x="524303" y="34896"/>
                </a:moveTo>
                <a:lnTo>
                  <a:pt x="0" y="58724"/>
                </a:lnTo>
                <a:lnTo>
                  <a:pt x="254" y="65074"/>
                </a:lnTo>
                <a:lnTo>
                  <a:pt x="524589" y="41244"/>
                </a:lnTo>
                <a:lnTo>
                  <a:pt x="524303" y="34896"/>
                </a:lnTo>
                <a:close/>
              </a:path>
              <a:path w="600710" h="76200">
                <a:moveTo>
                  <a:pt x="537083" y="34315"/>
                </a:moveTo>
                <a:lnTo>
                  <a:pt x="524303" y="34896"/>
                </a:lnTo>
                <a:lnTo>
                  <a:pt x="524589" y="41244"/>
                </a:lnTo>
                <a:lnTo>
                  <a:pt x="537337" y="40665"/>
                </a:lnTo>
                <a:lnTo>
                  <a:pt x="537083" y="34315"/>
                </a:lnTo>
                <a:close/>
              </a:path>
              <a:path w="600710" h="76200">
                <a:moveTo>
                  <a:pt x="522731" y="0"/>
                </a:moveTo>
                <a:lnTo>
                  <a:pt x="524303" y="34896"/>
                </a:lnTo>
                <a:lnTo>
                  <a:pt x="537083" y="34315"/>
                </a:lnTo>
                <a:lnTo>
                  <a:pt x="599925" y="34315"/>
                </a:lnTo>
                <a:lnTo>
                  <a:pt x="522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26909F9E-5B26-781B-8326-F640D9AC5BC2}"/>
                  </a:ext>
                </a:extLst>
              </p:cNvPr>
              <p:cNvSpPr txBox="1"/>
              <p:nvPr/>
            </p:nvSpPr>
            <p:spPr>
              <a:xfrm>
                <a:off x="1808987" y="1676400"/>
                <a:ext cx="6403804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Clase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Clase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26909F9E-5B26-781B-8326-F640D9AC5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987" y="1676400"/>
                <a:ext cx="6403804" cy="9592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21269B2B-BFF7-CDD8-D2B2-CCA7C6F3D9C9}"/>
                  </a:ext>
                </a:extLst>
              </p:cNvPr>
              <p:cNvSpPr txBox="1"/>
              <p:nvPr/>
            </p:nvSpPr>
            <p:spPr>
              <a:xfrm>
                <a:off x="2556815" y="5659650"/>
                <a:ext cx="4411079" cy="1179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Indeterminado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21269B2B-BFF7-CDD8-D2B2-CCA7C6F3D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815" y="5659650"/>
                <a:ext cx="4411079" cy="11791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10" dirty="0">
                <a:latin typeface="Calibri Light"/>
                <a:cs typeface="Calibri Light"/>
              </a:rPr>
              <a:t> rígido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274" y="1295400"/>
            <a:ext cx="8020050" cy="1986954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6700" marR="30480" indent="-228600">
              <a:lnSpc>
                <a:spcPct val="70000"/>
              </a:lnSpc>
              <a:spcBef>
                <a:spcPts val="1040"/>
              </a:spcBef>
              <a:buFont typeface="Arial"/>
              <a:buChar char="•"/>
              <a:tabLst>
                <a:tab pos="266700" algn="l"/>
                <a:tab pos="4767580" algn="l"/>
                <a:tab pos="5095240" algn="l"/>
              </a:tabLst>
            </a:pPr>
            <a:r>
              <a:rPr sz="2600" dirty="0">
                <a:latin typeface="Calibri"/>
                <a:cs typeface="Calibri"/>
              </a:rPr>
              <a:t>Agora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hipótese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ℎ</a:t>
            </a:r>
            <a:r>
              <a:rPr sz="2850" spc="-37" baseline="-16081" dirty="0">
                <a:latin typeface="Cambria Math"/>
                <a:cs typeface="Cambria Math"/>
              </a:rPr>
              <a:t>𝒂</a:t>
            </a:r>
            <a:r>
              <a:rPr lang="pt-BR" sz="2850" spc="-37" dirty="0">
                <a:latin typeface="Cambria Math"/>
                <a:cs typeface="Cambria Math"/>
              </a:rPr>
              <a:t>(</a:t>
            </a:r>
            <a:r>
              <a:rPr sz="2600" spc="-50" dirty="0">
                <a:latin typeface="Cambria Math"/>
                <a:cs typeface="Cambria Math"/>
              </a:rPr>
              <a:t>𝒙</a:t>
            </a:r>
            <a:r>
              <a:rPr lang="pt-BR" sz="2600" spc="-5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forma </a:t>
            </a:r>
            <a:r>
              <a:rPr sz="2600" dirty="0">
                <a:latin typeface="Calibri"/>
                <a:cs typeface="Calibri"/>
              </a:rPr>
              <a:t>matemática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definida,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pensar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 </a:t>
            </a:r>
            <a:r>
              <a:rPr sz="2600" dirty="0">
                <a:latin typeface="Calibri"/>
                <a:cs typeface="Calibri"/>
              </a:rPr>
              <a:t>escolher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𝒂</a:t>
            </a:r>
            <a:r>
              <a:rPr sz="2600" spc="-1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minimizem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de </a:t>
            </a:r>
            <a:r>
              <a:rPr sz="2600" b="1" i="1" spc="-10" dirty="0">
                <a:latin typeface="Calibri"/>
                <a:cs typeface="Calibri"/>
              </a:rPr>
              <a:t>classificação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marR="55943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fizemos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duas </a:t>
            </a:r>
            <a:r>
              <a:rPr sz="2600" spc="-10" dirty="0">
                <a:latin typeface="Calibri"/>
                <a:cs typeface="Calibri"/>
              </a:rPr>
              <a:t>maneiras: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3429000"/>
            <a:ext cx="7027545" cy="11271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527685" marR="5080" indent="-515620">
              <a:lnSpc>
                <a:spcPct val="70100"/>
              </a:lnSpc>
              <a:spcBef>
                <a:spcPts val="885"/>
              </a:spcBef>
              <a:buAutoNum type="romanLcPeriod"/>
              <a:tabLst>
                <a:tab pos="527685" algn="l"/>
                <a:tab pos="528320" algn="l"/>
              </a:tabLst>
            </a:pP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fechada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(através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equação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normal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fazendo</a:t>
            </a:r>
            <a:r>
              <a:rPr sz="2200" spc="-50" dirty="0">
                <a:latin typeface="Calibri"/>
                <a:cs typeface="Calibri"/>
              </a:rPr>
              <a:t> a </a:t>
            </a:r>
            <a:r>
              <a:rPr sz="2200" spc="-10" dirty="0">
                <a:latin typeface="Calibri"/>
                <a:cs typeface="Calibri"/>
              </a:rPr>
              <a:t>derivada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parcial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relação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aos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igual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zero</a:t>
            </a:r>
            <a:r>
              <a:rPr sz="2200" spc="-50" dirty="0">
                <a:latin typeface="Calibri"/>
                <a:cs typeface="Calibri"/>
              </a:rPr>
              <a:t> e </a:t>
            </a:r>
            <a:r>
              <a:rPr sz="2200" spc="-10" dirty="0">
                <a:latin typeface="Calibri"/>
                <a:cs typeface="Calibri"/>
              </a:rPr>
              <a:t>resolvendo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equação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pesos;</a:t>
            </a:r>
            <a:endParaRPr sz="2200" dirty="0">
              <a:latin typeface="Calibri"/>
              <a:cs typeface="Calibri"/>
            </a:endParaRPr>
          </a:p>
          <a:p>
            <a:pPr marL="527685" indent="-515620">
              <a:lnSpc>
                <a:spcPts val="2340"/>
              </a:lnSpc>
              <a:buAutoNum type="romanLcPeriod"/>
              <a:tabLst>
                <a:tab pos="527685" algn="l"/>
                <a:tab pos="528320" algn="l"/>
              </a:tabLst>
            </a:pPr>
            <a:r>
              <a:rPr sz="2200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através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gradiente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descendente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274" y="4572000"/>
            <a:ext cx="7792720" cy="227754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6700">
              <a:lnSpc>
                <a:spcPts val="2650"/>
              </a:lnSpc>
              <a:spcBef>
                <a:spcPts val="100"/>
              </a:spcBef>
            </a:pPr>
            <a:r>
              <a:rPr sz="2600" spc="-10" dirty="0">
                <a:latin typeface="Calibri"/>
                <a:cs typeface="Calibri"/>
              </a:rPr>
              <a:t>Entretanto,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limiar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rígido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nenhuma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das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possível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spc="-10" dirty="0" err="1">
                <a:latin typeface="Calibri"/>
                <a:cs typeface="Calibri"/>
              </a:rPr>
              <a:t>gradiente</a:t>
            </a:r>
            <a:r>
              <a:rPr lang="pt-BR" sz="2600" b="1" i="1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ser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igual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zero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em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todos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os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pontos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do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espaço</a:t>
            </a:r>
            <a:r>
              <a:rPr lang="pt-BR" sz="2600" spc="-4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de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pesos exceto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no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ponto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onde</a:t>
            </a:r>
            <a:r>
              <a:rPr lang="pt-BR" sz="2600" spc="-55" dirty="0">
                <a:latin typeface="Calibri"/>
                <a:cs typeface="Calibri"/>
              </a:rPr>
              <a:t> </a:t>
            </a:r>
            <a:r>
              <a:rPr lang="pt-BR" sz="2600" spc="60" dirty="0">
                <a:latin typeface="Cambria Math"/>
                <a:cs typeface="Cambria Math"/>
              </a:rPr>
              <a:t>𝒙</a:t>
            </a:r>
            <a:r>
              <a:rPr lang="pt-BR" sz="2850" spc="89" baseline="27777" dirty="0">
                <a:latin typeface="Cambria Math"/>
                <a:cs typeface="Cambria Math"/>
              </a:rPr>
              <a:t>𝑇</a:t>
            </a:r>
            <a:r>
              <a:rPr lang="pt-BR" sz="2600" spc="60" dirty="0">
                <a:latin typeface="Cambria Math"/>
                <a:cs typeface="Cambria Math"/>
              </a:rPr>
              <a:t>𝒂</a:t>
            </a:r>
            <a:r>
              <a:rPr lang="pt-BR" sz="2600" spc="114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=</a:t>
            </a:r>
            <a:r>
              <a:rPr lang="pt-BR" sz="2600" spc="130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0</a:t>
            </a:r>
            <a:r>
              <a:rPr lang="pt-BR" sz="2600" dirty="0">
                <a:latin typeface="Calibri"/>
                <a:cs typeface="Calibri"/>
              </a:rPr>
              <a:t>,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mesmo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assim,</a:t>
            </a:r>
            <a:r>
              <a:rPr lang="pt-BR" sz="2600" spc="-30" dirty="0">
                <a:latin typeface="Calibri"/>
                <a:cs typeface="Calibri"/>
              </a:rPr>
              <a:t> </a:t>
            </a:r>
            <a:r>
              <a:rPr lang="pt-BR" sz="2600" spc="-50" dirty="0">
                <a:latin typeface="Calibri"/>
                <a:cs typeface="Calibri"/>
              </a:rPr>
              <a:t>o</a:t>
            </a:r>
            <a:endParaRPr lang="pt-BR" sz="2600" dirty="0">
              <a:latin typeface="Calibri"/>
              <a:cs typeface="Calibri"/>
            </a:endParaRPr>
          </a:p>
          <a:p>
            <a:pPr marL="266700">
              <a:lnSpc>
                <a:spcPts val="2650"/>
              </a:lnSpc>
            </a:pPr>
            <a:r>
              <a:rPr lang="pt-BR" sz="2600" b="1" i="1" dirty="0">
                <a:latin typeface="Calibri"/>
                <a:cs typeface="Calibri"/>
              </a:rPr>
              <a:t>gradiente</a:t>
            </a:r>
            <a:r>
              <a:rPr lang="pt-BR" sz="2600" b="1" i="1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4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indeterminado</a:t>
            </a:r>
            <a:r>
              <a:rPr lang="pt-BR" sz="2600" spc="-6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nesse</a:t>
            </a:r>
            <a:r>
              <a:rPr lang="pt-BR" sz="2600" spc="-60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ponto.</a:t>
            </a:r>
            <a:endParaRPr lang="pt-BR" sz="26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66700" algn="l"/>
              </a:tabLst>
            </a:pPr>
            <a:r>
              <a:rPr lang="pt-BR" sz="2600" b="1" spc="-10" dirty="0">
                <a:solidFill>
                  <a:srgbClr val="FF0000"/>
                </a:solidFill>
                <a:latin typeface="Calibri"/>
                <a:cs typeface="Calibri"/>
              </a:rPr>
              <a:t>Portanto,</a:t>
            </a:r>
            <a:r>
              <a:rPr lang="pt-BR" sz="26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600" b="1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lang="pt-BR" sz="26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600" b="1" dirty="0">
                <a:solidFill>
                  <a:srgbClr val="FF0000"/>
                </a:solidFill>
                <a:latin typeface="Calibri"/>
                <a:cs typeface="Calibri"/>
              </a:rPr>
              <a:t>que podemos</a:t>
            </a:r>
            <a:r>
              <a:rPr lang="pt-BR" sz="26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600" b="1" spc="-10" dirty="0">
                <a:solidFill>
                  <a:srgbClr val="FF0000"/>
                </a:solidFill>
                <a:latin typeface="Calibri"/>
                <a:cs typeface="Calibri"/>
              </a:rPr>
              <a:t>fazer?</a:t>
            </a:r>
            <a:endParaRPr lang="pt-BR" sz="2600" dirty="0">
              <a:latin typeface="Calibri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385918" y="2470547"/>
          <a:ext cx="2702560" cy="2471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57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186" y="5013776"/>
            <a:ext cx="93368" cy="8107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0710198" y="5012347"/>
            <a:ext cx="52705" cy="82550"/>
          </a:xfrm>
          <a:custGeom>
            <a:avLst/>
            <a:gdLst/>
            <a:ahLst/>
            <a:cxnLst/>
            <a:rect l="l" t="t" r="r" b="b"/>
            <a:pathLst>
              <a:path w="52704" h="82550">
                <a:moveTo>
                  <a:pt x="30677" y="0"/>
                </a:moveTo>
                <a:lnTo>
                  <a:pt x="20451" y="0"/>
                </a:lnTo>
                <a:lnTo>
                  <a:pt x="15571" y="1581"/>
                </a:lnTo>
                <a:lnTo>
                  <a:pt x="11736" y="4737"/>
                </a:lnTo>
                <a:lnTo>
                  <a:pt x="7843" y="7899"/>
                </a:lnTo>
                <a:lnTo>
                  <a:pt x="4938" y="12393"/>
                </a:lnTo>
                <a:lnTo>
                  <a:pt x="987" y="24036"/>
                </a:lnTo>
                <a:lnTo>
                  <a:pt x="0" y="31726"/>
                </a:lnTo>
                <a:lnTo>
                  <a:pt x="0" y="41277"/>
                </a:lnTo>
                <a:lnTo>
                  <a:pt x="12433" y="79711"/>
                </a:lnTo>
                <a:lnTo>
                  <a:pt x="18534" y="82501"/>
                </a:lnTo>
                <a:lnTo>
                  <a:pt x="32246" y="82501"/>
                </a:lnTo>
                <a:lnTo>
                  <a:pt x="37126" y="80915"/>
                </a:lnTo>
                <a:lnTo>
                  <a:pt x="44912" y="74555"/>
                </a:lnTo>
                <a:lnTo>
                  <a:pt x="45047" y="74346"/>
                </a:lnTo>
                <a:lnTo>
                  <a:pt x="21787" y="74346"/>
                </a:lnTo>
                <a:lnTo>
                  <a:pt x="17949" y="72143"/>
                </a:lnTo>
                <a:lnTo>
                  <a:pt x="10225" y="41277"/>
                </a:lnTo>
                <a:lnTo>
                  <a:pt x="10502" y="33267"/>
                </a:lnTo>
                <a:lnTo>
                  <a:pt x="21671" y="8213"/>
                </a:lnTo>
                <a:lnTo>
                  <a:pt x="44565" y="8213"/>
                </a:lnTo>
                <a:lnTo>
                  <a:pt x="43692" y="6876"/>
                </a:lnTo>
                <a:lnTo>
                  <a:pt x="41019" y="4359"/>
                </a:lnTo>
                <a:lnTo>
                  <a:pt x="34454" y="871"/>
                </a:lnTo>
                <a:lnTo>
                  <a:pt x="30677" y="0"/>
                </a:lnTo>
                <a:close/>
              </a:path>
              <a:path w="52704" h="82550">
                <a:moveTo>
                  <a:pt x="44565" y="8213"/>
                </a:moveTo>
                <a:lnTo>
                  <a:pt x="30851" y="8213"/>
                </a:lnTo>
                <a:lnTo>
                  <a:pt x="34744" y="10399"/>
                </a:lnTo>
                <a:lnTo>
                  <a:pt x="37823" y="14770"/>
                </a:lnTo>
                <a:lnTo>
                  <a:pt x="42472" y="41277"/>
                </a:lnTo>
                <a:lnTo>
                  <a:pt x="42178" y="50372"/>
                </a:lnTo>
                <a:lnTo>
                  <a:pt x="30909" y="74346"/>
                </a:lnTo>
                <a:lnTo>
                  <a:pt x="45047" y="74346"/>
                </a:lnTo>
                <a:lnTo>
                  <a:pt x="47817" y="70056"/>
                </a:lnTo>
                <a:lnTo>
                  <a:pt x="49949" y="63599"/>
                </a:lnTo>
                <a:lnTo>
                  <a:pt x="51710" y="58407"/>
                </a:lnTo>
                <a:lnTo>
                  <a:pt x="52697" y="50757"/>
                </a:lnTo>
                <a:lnTo>
                  <a:pt x="52581" y="32110"/>
                </a:lnTo>
                <a:lnTo>
                  <a:pt x="52058" y="26901"/>
                </a:lnTo>
                <a:lnTo>
                  <a:pt x="49618" y="17461"/>
                </a:lnTo>
                <a:lnTo>
                  <a:pt x="47991" y="13456"/>
                </a:lnTo>
                <a:lnTo>
                  <a:pt x="44565" y="8213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554468" y="5013776"/>
            <a:ext cx="53975" cy="81280"/>
          </a:xfrm>
          <a:custGeom>
            <a:avLst/>
            <a:gdLst/>
            <a:ahLst/>
            <a:cxnLst/>
            <a:rect l="l" t="t" r="r" b="b"/>
            <a:pathLst>
              <a:path w="53975" h="81279">
                <a:moveTo>
                  <a:pt x="49792" y="0"/>
                </a:moveTo>
                <a:lnTo>
                  <a:pt x="9586" y="0"/>
                </a:lnTo>
                <a:lnTo>
                  <a:pt x="1801" y="41503"/>
                </a:lnTo>
                <a:lnTo>
                  <a:pt x="11097" y="42712"/>
                </a:lnTo>
                <a:lnTo>
                  <a:pt x="12549" y="40399"/>
                </a:lnTo>
                <a:lnTo>
                  <a:pt x="14583" y="38516"/>
                </a:lnTo>
                <a:lnTo>
                  <a:pt x="19754" y="35615"/>
                </a:lnTo>
                <a:lnTo>
                  <a:pt x="22601" y="34888"/>
                </a:lnTo>
                <a:lnTo>
                  <a:pt x="30967" y="34888"/>
                </a:lnTo>
                <a:lnTo>
                  <a:pt x="35093" y="36522"/>
                </a:lnTo>
                <a:lnTo>
                  <a:pt x="41484" y="43061"/>
                </a:lnTo>
                <a:lnTo>
                  <a:pt x="43053" y="47525"/>
                </a:lnTo>
                <a:lnTo>
                  <a:pt x="43053" y="59140"/>
                </a:lnTo>
                <a:lnTo>
                  <a:pt x="41368" y="63912"/>
                </a:lnTo>
                <a:lnTo>
                  <a:pt x="34802" y="71114"/>
                </a:lnTo>
                <a:lnTo>
                  <a:pt x="30735" y="72916"/>
                </a:lnTo>
                <a:lnTo>
                  <a:pt x="22020" y="72916"/>
                </a:lnTo>
                <a:lnTo>
                  <a:pt x="18592" y="71637"/>
                </a:lnTo>
                <a:lnTo>
                  <a:pt x="13014" y="66534"/>
                </a:lnTo>
                <a:lnTo>
                  <a:pt x="11213" y="62720"/>
                </a:lnTo>
                <a:lnTo>
                  <a:pt x="10458" y="57651"/>
                </a:lnTo>
                <a:lnTo>
                  <a:pt x="0" y="58529"/>
                </a:lnTo>
                <a:lnTo>
                  <a:pt x="697" y="65330"/>
                </a:lnTo>
                <a:lnTo>
                  <a:pt x="3311" y="70783"/>
                </a:lnTo>
                <a:lnTo>
                  <a:pt x="12607" y="79014"/>
                </a:lnTo>
                <a:lnTo>
                  <a:pt x="18650" y="81072"/>
                </a:lnTo>
                <a:lnTo>
                  <a:pt x="34918" y="81072"/>
                </a:lnTo>
                <a:lnTo>
                  <a:pt x="42007" y="77805"/>
                </a:lnTo>
                <a:lnTo>
                  <a:pt x="51419" y="65935"/>
                </a:lnTo>
                <a:lnTo>
                  <a:pt x="53569" y="59616"/>
                </a:lnTo>
                <a:lnTo>
                  <a:pt x="53569" y="44625"/>
                </a:lnTo>
                <a:lnTo>
                  <a:pt x="51129" y="38341"/>
                </a:lnTo>
                <a:lnTo>
                  <a:pt x="41426" y="28570"/>
                </a:lnTo>
                <a:lnTo>
                  <a:pt x="35499" y="26123"/>
                </a:lnTo>
                <a:lnTo>
                  <a:pt x="23124" y="26123"/>
                </a:lnTo>
                <a:lnTo>
                  <a:pt x="18011" y="27814"/>
                </a:lnTo>
                <a:lnTo>
                  <a:pt x="13188" y="31197"/>
                </a:lnTo>
                <a:lnTo>
                  <a:pt x="17546" y="9480"/>
                </a:lnTo>
                <a:lnTo>
                  <a:pt x="49792" y="9480"/>
                </a:lnTo>
                <a:lnTo>
                  <a:pt x="4979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09908" y="5184623"/>
            <a:ext cx="52069" cy="59055"/>
          </a:xfrm>
          <a:custGeom>
            <a:avLst/>
            <a:gdLst/>
            <a:ahLst/>
            <a:cxnLst/>
            <a:rect l="l" t="t" r="r" b="b"/>
            <a:pathLst>
              <a:path w="52070" h="59054">
                <a:moveTo>
                  <a:pt x="50025" y="0"/>
                </a:moveTo>
                <a:lnTo>
                  <a:pt x="2207" y="0"/>
                </a:lnTo>
                <a:lnTo>
                  <a:pt x="2207" y="8045"/>
                </a:lnTo>
                <a:lnTo>
                  <a:pt x="29283" y="8045"/>
                </a:lnTo>
                <a:lnTo>
                  <a:pt x="37242" y="7719"/>
                </a:lnTo>
                <a:lnTo>
                  <a:pt x="0" y="50484"/>
                </a:lnTo>
                <a:lnTo>
                  <a:pt x="0" y="58530"/>
                </a:lnTo>
                <a:lnTo>
                  <a:pt x="51768" y="58530"/>
                </a:lnTo>
                <a:lnTo>
                  <a:pt x="51768" y="49988"/>
                </a:lnTo>
                <a:lnTo>
                  <a:pt x="20858" y="49988"/>
                </a:lnTo>
                <a:lnTo>
                  <a:pt x="16675" y="50153"/>
                </a:lnTo>
                <a:lnTo>
                  <a:pt x="12259" y="50484"/>
                </a:lnTo>
                <a:lnTo>
                  <a:pt x="18360" y="43705"/>
                </a:lnTo>
                <a:lnTo>
                  <a:pt x="50025" y="6556"/>
                </a:lnTo>
                <a:lnTo>
                  <a:pt x="5002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291812" y="4905535"/>
            <a:ext cx="52705" cy="82550"/>
          </a:xfrm>
          <a:custGeom>
            <a:avLst/>
            <a:gdLst/>
            <a:ahLst/>
            <a:cxnLst/>
            <a:rect l="l" t="t" r="r" b="b"/>
            <a:pathLst>
              <a:path w="52704" h="82550">
                <a:moveTo>
                  <a:pt x="30665" y="0"/>
                </a:moveTo>
                <a:lnTo>
                  <a:pt x="20451" y="0"/>
                </a:lnTo>
                <a:lnTo>
                  <a:pt x="15576" y="1581"/>
                </a:lnTo>
                <a:lnTo>
                  <a:pt x="7832" y="7899"/>
                </a:lnTo>
                <a:lnTo>
                  <a:pt x="4909" y="12393"/>
                </a:lnTo>
                <a:lnTo>
                  <a:pt x="981" y="24036"/>
                </a:lnTo>
                <a:lnTo>
                  <a:pt x="0" y="31726"/>
                </a:lnTo>
                <a:lnTo>
                  <a:pt x="0" y="41277"/>
                </a:lnTo>
                <a:lnTo>
                  <a:pt x="12427" y="79711"/>
                </a:lnTo>
                <a:lnTo>
                  <a:pt x="18545" y="82501"/>
                </a:lnTo>
                <a:lnTo>
                  <a:pt x="32240" y="82501"/>
                </a:lnTo>
                <a:lnTo>
                  <a:pt x="37138" y="80915"/>
                </a:lnTo>
                <a:lnTo>
                  <a:pt x="44883" y="74555"/>
                </a:lnTo>
                <a:lnTo>
                  <a:pt x="45018" y="74346"/>
                </a:lnTo>
                <a:lnTo>
                  <a:pt x="21776" y="74346"/>
                </a:lnTo>
                <a:lnTo>
                  <a:pt x="17943" y="72143"/>
                </a:lnTo>
                <a:lnTo>
                  <a:pt x="10190" y="41277"/>
                </a:lnTo>
                <a:lnTo>
                  <a:pt x="10470" y="33267"/>
                </a:lnTo>
                <a:lnTo>
                  <a:pt x="21665" y="8213"/>
                </a:lnTo>
                <a:lnTo>
                  <a:pt x="44564" y="8213"/>
                </a:lnTo>
                <a:lnTo>
                  <a:pt x="43697" y="6876"/>
                </a:lnTo>
                <a:lnTo>
                  <a:pt x="41002" y="4359"/>
                </a:lnTo>
                <a:lnTo>
                  <a:pt x="34465" y="871"/>
                </a:lnTo>
                <a:lnTo>
                  <a:pt x="30665" y="0"/>
                </a:lnTo>
                <a:close/>
              </a:path>
              <a:path w="52704" h="82550">
                <a:moveTo>
                  <a:pt x="44564" y="8213"/>
                </a:moveTo>
                <a:lnTo>
                  <a:pt x="30845" y="8213"/>
                </a:lnTo>
                <a:lnTo>
                  <a:pt x="34709" y="10399"/>
                </a:lnTo>
                <a:lnTo>
                  <a:pt x="37818" y="14770"/>
                </a:lnTo>
                <a:lnTo>
                  <a:pt x="42472" y="41277"/>
                </a:lnTo>
                <a:lnTo>
                  <a:pt x="42181" y="50372"/>
                </a:lnTo>
                <a:lnTo>
                  <a:pt x="30886" y="74346"/>
                </a:lnTo>
                <a:lnTo>
                  <a:pt x="45018" y="74346"/>
                </a:lnTo>
                <a:lnTo>
                  <a:pt x="47794" y="70056"/>
                </a:lnTo>
                <a:lnTo>
                  <a:pt x="51686" y="58407"/>
                </a:lnTo>
                <a:lnTo>
                  <a:pt x="52663" y="50757"/>
                </a:lnTo>
                <a:lnTo>
                  <a:pt x="52552" y="32110"/>
                </a:lnTo>
                <a:lnTo>
                  <a:pt x="52052" y="26901"/>
                </a:lnTo>
                <a:lnTo>
                  <a:pt x="49630" y="17461"/>
                </a:lnTo>
                <a:lnTo>
                  <a:pt x="47962" y="13456"/>
                </a:lnTo>
                <a:lnTo>
                  <a:pt x="44564" y="8213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9058147" y="3630390"/>
            <a:ext cx="284480" cy="161925"/>
            <a:chOff x="9058147" y="3630390"/>
            <a:chExt cx="284480" cy="16192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1587" y="3669569"/>
              <a:ext cx="150441" cy="8248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8147" y="3630390"/>
              <a:ext cx="105876" cy="161597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9299412" y="2433638"/>
            <a:ext cx="29845" cy="81280"/>
          </a:xfrm>
          <a:custGeom>
            <a:avLst/>
            <a:gdLst/>
            <a:ahLst/>
            <a:cxnLst/>
            <a:rect l="l" t="t" r="r" b="b"/>
            <a:pathLst>
              <a:path w="29845" h="81280">
                <a:moveTo>
                  <a:pt x="29747" y="0"/>
                </a:moveTo>
                <a:lnTo>
                  <a:pt x="23356" y="0"/>
                </a:lnTo>
                <a:lnTo>
                  <a:pt x="21631" y="3487"/>
                </a:lnTo>
                <a:lnTo>
                  <a:pt x="18691" y="7091"/>
                </a:lnTo>
                <a:lnTo>
                  <a:pt x="10394" y="14474"/>
                </a:lnTo>
                <a:lnTo>
                  <a:pt x="5548" y="17671"/>
                </a:lnTo>
                <a:lnTo>
                  <a:pt x="0" y="20228"/>
                </a:lnTo>
                <a:lnTo>
                  <a:pt x="0" y="29819"/>
                </a:lnTo>
                <a:lnTo>
                  <a:pt x="19829" y="17903"/>
                </a:lnTo>
                <a:lnTo>
                  <a:pt x="19829" y="81089"/>
                </a:lnTo>
                <a:lnTo>
                  <a:pt x="29747" y="81089"/>
                </a:lnTo>
                <a:lnTo>
                  <a:pt x="29747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387371" y="2472003"/>
            <a:ext cx="2701925" cy="2472055"/>
          </a:xfrm>
          <a:custGeom>
            <a:avLst/>
            <a:gdLst/>
            <a:ahLst/>
            <a:cxnLst/>
            <a:rect l="l" t="t" r="r" b="b"/>
            <a:pathLst>
              <a:path w="2701925" h="2472054">
                <a:moveTo>
                  <a:pt x="0" y="2471949"/>
                </a:moveTo>
                <a:lnTo>
                  <a:pt x="5810" y="2471949"/>
                </a:lnTo>
                <a:lnTo>
                  <a:pt x="11620" y="2471949"/>
                </a:lnTo>
                <a:lnTo>
                  <a:pt x="17430" y="2471949"/>
                </a:lnTo>
                <a:lnTo>
                  <a:pt x="23240" y="2471949"/>
                </a:lnTo>
                <a:lnTo>
                  <a:pt x="29050" y="2471949"/>
                </a:lnTo>
                <a:lnTo>
                  <a:pt x="34860" y="2471949"/>
                </a:lnTo>
                <a:lnTo>
                  <a:pt x="40670" y="2471949"/>
                </a:lnTo>
                <a:lnTo>
                  <a:pt x="46481" y="2471949"/>
                </a:lnTo>
                <a:lnTo>
                  <a:pt x="52291" y="2471949"/>
                </a:lnTo>
                <a:lnTo>
                  <a:pt x="58101" y="2471949"/>
                </a:lnTo>
                <a:lnTo>
                  <a:pt x="63911" y="2471949"/>
                </a:lnTo>
                <a:lnTo>
                  <a:pt x="69721" y="2471949"/>
                </a:lnTo>
                <a:lnTo>
                  <a:pt x="75531" y="2471949"/>
                </a:lnTo>
                <a:lnTo>
                  <a:pt x="81341" y="2471949"/>
                </a:lnTo>
                <a:lnTo>
                  <a:pt x="87151" y="2471949"/>
                </a:lnTo>
                <a:lnTo>
                  <a:pt x="92962" y="2471949"/>
                </a:lnTo>
                <a:lnTo>
                  <a:pt x="98772" y="2471949"/>
                </a:lnTo>
                <a:lnTo>
                  <a:pt x="104582" y="2471949"/>
                </a:lnTo>
                <a:lnTo>
                  <a:pt x="110392" y="2471949"/>
                </a:lnTo>
                <a:lnTo>
                  <a:pt x="116202" y="2471949"/>
                </a:lnTo>
                <a:lnTo>
                  <a:pt x="122012" y="2471949"/>
                </a:lnTo>
                <a:lnTo>
                  <a:pt x="127822" y="2471949"/>
                </a:lnTo>
                <a:lnTo>
                  <a:pt x="133632" y="2471949"/>
                </a:lnTo>
                <a:lnTo>
                  <a:pt x="139443" y="2471949"/>
                </a:lnTo>
                <a:lnTo>
                  <a:pt x="145253" y="2471949"/>
                </a:lnTo>
                <a:lnTo>
                  <a:pt x="151063" y="2471949"/>
                </a:lnTo>
                <a:lnTo>
                  <a:pt x="156873" y="2471949"/>
                </a:lnTo>
                <a:lnTo>
                  <a:pt x="162683" y="2471949"/>
                </a:lnTo>
                <a:lnTo>
                  <a:pt x="168493" y="2471949"/>
                </a:lnTo>
                <a:lnTo>
                  <a:pt x="174303" y="2471949"/>
                </a:lnTo>
                <a:lnTo>
                  <a:pt x="180113" y="2471949"/>
                </a:lnTo>
                <a:lnTo>
                  <a:pt x="185924" y="2471949"/>
                </a:lnTo>
                <a:lnTo>
                  <a:pt x="191734" y="2471949"/>
                </a:lnTo>
                <a:lnTo>
                  <a:pt x="197544" y="2471949"/>
                </a:lnTo>
                <a:lnTo>
                  <a:pt x="203354" y="2471949"/>
                </a:lnTo>
                <a:lnTo>
                  <a:pt x="209164" y="2471949"/>
                </a:lnTo>
                <a:lnTo>
                  <a:pt x="214974" y="2471949"/>
                </a:lnTo>
                <a:lnTo>
                  <a:pt x="220784" y="2471949"/>
                </a:lnTo>
                <a:lnTo>
                  <a:pt x="226594" y="2471949"/>
                </a:lnTo>
                <a:lnTo>
                  <a:pt x="232405" y="2471949"/>
                </a:lnTo>
                <a:lnTo>
                  <a:pt x="238191" y="2471949"/>
                </a:lnTo>
                <a:lnTo>
                  <a:pt x="244002" y="2471949"/>
                </a:lnTo>
                <a:lnTo>
                  <a:pt x="249812" y="2471949"/>
                </a:lnTo>
                <a:lnTo>
                  <a:pt x="255622" y="2471949"/>
                </a:lnTo>
                <a:lnTo>
                  <a:pt x="261432" y="2471949"/>
                </a:lnTo>
                <a:lnTo>
                  <a:pt x="267242" y="2471949"/>
                </a:lnTo>
                <a:lnTo>
                  <a:pt x="273052" y="2471949"/>
                </a:lnTo>
                <a:lnTo>
                  <a:pt x="278862" y="2471949"/>
                </a:lnTo>
                <a:lnTo>
                  <a:pt x="284673" y="2471949"/>
                </a:lnTo>
                <a:lnTo>
                  <a:pt x="290483" y="2471949"/>
                </a:lnTo>
                <a:lnTo>
                  <a:pt x="296293" y="2471949"/>
                </a:lnTo>
                <a:lnTo>
                  <a:pt x="302103" y="2471949"/>
                </a:lnTo>
                <a:lnTo>
                  <a:pt x="307913" y="2471949"/>
                </a:lnTo>
                <a:lnTo>
                  <a:pt x="313723" y="2471949"/>
                </a:lnTo>
                <a:lnTo>
                  <a:pt x="319533" y="2471949"/>
                </a:lnTo>
                <a:lnTo>
                  <a:pt x="325343" y="2471949"/>
                </a:lnTo>
                <a:lnTo>
                  <a:pt x="331154" y="2471949"/>
                </a:lnTo>
                <a:lnTo>
                  <a:pt x="336964" y="2471949"/>
                </a:lnTo>
                <a:lnTo>
                  <a:pt x="342774" y="2471949"/>
                </a:lnTo>
                <a:lnTo>
                  <a:pt x="348584" y="2471949"/>
                </a:lnTo>
                <a:lnTo>
                  <a:pt x="354394" y="2471949"/>
                </a:lnTo>
                <a:lnTo>
                  <a:pt x="360204" y="2471949"/>
                </a:lnTo>
                <a:lnTo>
                  <a:pt x="366014" y="2471949"/>
                </a:lnTo>
                <a:lnTo>
                  <a:pt x="371824" y="2471949"/>
                </a:lnTo>
                <a:lnTo>
                  <a:pt x="377635" y="2471949"/>
                </a:lnTo>
                <a:lnTo>
                  <a:pt x="383445" y="2471949"/>
                </a:lnTo>
                <a:lnTo>
                  <a:pt x="389255" y="2471949"/>
                </a:lnTo>
                <a:lnTo>
                  <a:pt x="395065" y="2471949"/>
                </a:lnTo>
                <a:lnTo>
                  <a:pt x="400875" y="2471949"/>
                </a:lnTo>
                <a:lnTo>
                  <a:pt x="406685" y="2471949"/>
                </a:lnTo>
                <a:lnTo>
                  <a:pt x="412495" y="2471949"/>
                </a:lnTo>
                <a:lnTo>
                  <a:pt x="418305" y="2471949"/>
                </a:lnTo>
                <a:lnTo>
                  <a:pt x="424116" y="2471949"/>
                </a:lnTo>
                <a:lnTo>
                  <a:pt x="429926" y="2471949"/>
                </a:lnTo>
                <a:lnTo>
                  <a:pt x="435736" y="2471949"/>
                </a:lnTo>
                <a:lnTo>
                  <a:pt x="441546" y="2471949"/>
                </a:lnTo>
                <a:lnTo>
                  <a:pt x="447356" y="2471949"/>
                </a:lnTo>
                <a:lnTo>
                  <a:pt x="453166" y="2471949"/>
                </a:lnTo>
                <a:lnTo>
                  <a:pt x="458976" y="2471949"/>
                </a:lnTo>
                <a:lnTo>
                  <a:pt x="464786" y="2471949"/>
                </a:lnTo>
                <a:lnTo>
                  <a:pt x="470597" y="2471949"/>
                </a:lnTo>
                <a:lnTo>
                  <a:pt x="476407" y="2471949"/>
                </a:lnTo>
                <a:lnTo>
                  <a:pt x="482217" y="2471949"/>
                </a:lnTo>
                <a:lnTo>
                  <a:pt x="488027" y="2471949"/>
                </a:lnTo>
                <a:lnTo>
                  <a:pt x="493837" y="2471949"/>
                </a:lnTo>
                <a:lnTo>
                  <a:pt x="499647" y="2471949"/>
                </a:lnTo>
                <a:lnTo>
                  <a:pt x="505457" y="2471949"/>
                </a:lnTo>
                <a:lnTo>
                  <a:pt x="511267" y="2471949"/>
                </a:lnTo>
                <a:lnTo>
                  <a:pt x="517078" y="2471949"/>
                </a:lnTo>
                <a:lnTo>
                  <a:pt x="522888" y="2471949"/>
                </a:lnTo>
                <a:lnTo>
                  <a:pt x="528698" y="2471949"/>
                </a:lnTo>
                <a:lnTo>
                  <a:pt x="534508" y="2471949"/>
                </a:lnTo>
                <a:lnTo>
                  <a:pt x="540318" y="2471949"/>
                </a:lnTo>
                <a:lnTo>
                  <a:pt x="546128" y="2471949"/>
                </a:lnTo>
                <a:lnTo>
                  <a:pt x="551938" y="2471949"/>
                </a:lnTo>
                <a:lnTo>
                  <a:pt x="557749" y="2471949"/>
                </a:lnTo>
                <a:lnTo>
                  <a:pt x="563559" y="2471949"/>
                </a:lnTo>
                <a:lnTo>
                  <a:pt x="569369" y="2471949"/>
                </a:lnTo>
                <a:lnTo>
                  <a:pt x="575179" y="2471949"/>
                </a:lnTo>
                <a:lnTo>
                  <a:pt x="580989" y="2471949"/>
                </a:lnTo>
                <a:lnTo>
                  <a:pt x="586799" y="2471949"/>
                </a:lnTo>
                <a:lnTo>
                  <a:pt x="592609" y="2471949"/>
                </a:lnTo>
                <a:lnTo>
                  <a:pt x="598419" y="2471949"/>
                </a:lnTo>
                <a:lnTo>
                  <a:pt x="604230" y="2471949"/>
                </a:lnTo>
                <a:lnTo>
                  <a:pt x="610040" y="2471949"/>
                </a:lnTo>
                <a:lnTo>
                  <a:pt x="615850" y="2471949"/>
                </a:lnTo>
                <a:lnTo>
                  <a:pt x="621660" y="2471949"/>
                </a:lnTo>
                <a:lnTo>
                  <a:pt x="627470" y="2471949"/>
                </a:lnTo>
                <a:lnTo>
                  <a:pt x="633280" y="2471949"/>
                </a:lnTo>
                <a:lnTo>
                  <a:pt x="639090" y="2471949"/>
                </a:lnTo>
                <a:lnTo>
                  <a:pt x="644900" y="2471949"/>
                </a:lnTo>
                <a:lnTo>
                  <a:pt x="650711" y="2471949"/>
                </a:lnTo>
                <a:lnTo>
                  <a:pt x="656521" y="2471949"/>
                </a:lnTo>
                <a:lnTo>
                  <a:pt x="662331" y="2471949"/>
                </a:lnTo>
                <a:lnTo>
                  <a:pt x="668141" y="2471949"/>
                </a:lnTo>
                <a:lnTo>
                  <a:pt x="673951" y="2471949"/>
                </a:lnTo>
                <a:lnTo>
                  <a:pt x="679761" y="2471949"/>
                </a:lnTo>
                <a:lnTo>
                  <a:pt x="685571" y="2471949"/>
                </a:lnTo>
                <a:lnTo>
                  <a:pt x="691381" y="2471949"/>
                </a:lnTo>
                <a:lnTo>
                  <a:pt x="697192" y="2471949"/>
                </a:lnTo>
                <a:lnTo>
                  <a:pt x="703002" y="2471949"/>
                </a:lnTo>
                <a:lnTo>
                  <a:pt x="708812" y="2471949"/>
                </a:lnTo>
                <a:lnTo>
                  <a:pt x="714622" y="2471949"/>
                </a:lnTo>
                <a:lnTo>
                  <a:pt x="720432" y="2471949"/>
                </a:lnTo>
                <a:lnTo>
                  <a:pt x="726242" y="2471949"/>
                </a:lnTo>
                <a:lnTo>
                  <a:pt x="732052" y="2471949"/>
                </a:lnTo>
                <a:lnTo>
                  <a:pt x="737862" y="2471949"/>
                </a:lnTo>
                <a:lnTo>
                  <a:pt x="743673" y="2471949"/>
                </a:lnTo>
                <a:lnTo>
                  <a:pt x="749483" y="2471949"/>
                </a:lnTo>
                <a:lnTo>
                  <a:pt x="755293" y="2471949"/>
                </a:lnTo>
                <a:lnTo>
                  <a:pt x="761103" y="2471949"/>
                </a:lnTo>
                <a:lnTo>
                  <a:pt x="766913" y="2471949"/>
                </a:lnTo>
                <a:lnTo>
                  <a:pt x="772723" y="2471949"/>
                </a:lnTo>
                <a:lnTo>
                  <a:pt x="778533" y="2471949"/>
                </a:lnTo>
                <a:lnTo>
                  <a:pt x="784343" y="2471949"/>
                </a:lnTo>
                <a:lnTo>
                  <a:pt x="790154" y="2471949"/>
                </a:lnTo>
                <a:lnTo>
                  <a:pt x="795964" y="2471949"/>
                </a:lnTo>
                <a:lnTo>
                  <a:pt x="801774" y="2471949"/>
                </a:lnTo>
                <a:lnTo>
                  <a:pt x="807584" y="2471949"/>
                </a:lnTo>
                <a:lnTo>
                  <a:pt x="813394" y="2471949"/>
                </a:lnTo>
                <a:lnTo>
                  <a:pt x="819204" y="2471949"/>
                </a:lnTo>
                <a:lnTo>
                  <a:pt x="825014" y="2471949"/>
                </a:lnTo>
                <a:lnTo>
                  <a:pt x="830824" y="2471949"/>
                </a:lnTo>
                <a:lnTo>
                  <a:pt x="836635" y="2471949"/>
                </a:lnTo>
                <a:lnTo>
                  <a:pt x="842445" y="2471949"/>
                </a:lnTo>
                <a:lnTo>
                  <a:pt x="848255" y="2471949"/>
                </a:lnTo>
                <a:lnTo>
                  <a:pt x="854065" y="2471949"/>
                </a:lnTo>
                <a:lnTo>
                  <a:pt x="859875" y="2471949"/>
                </a:lnTo>
                <a:lnTo>
                  <a:pt x="865685" y="2471949"/>
                </a:lnTo>
                <a:lnTo>
                  <a:pt x="871495" y="2471949"/>
                </a:lnTo>
                <a:lnTo>
                  <a:pt x="877306" y="2471949"/>
                </a:lnTo>
                <a:lnTo>
                  <a:pt x="883116" y="2471949"/>
                </a:lnTo>
                <a:lnTo>
                  <a:pt x="888926" y="2471949"/>
                </a:lnTo>
                <a:lnTo>
                  <a:pt x="894736" y="2471949"/>
                </a:lnTo>
                <a:lnTo>
                  <a:pt x="900546" y="2471949"/>
                </a:lnTo>
                <a:lnTo>
                  <a:pt x="906356" y="2471949"/>
                </a:lnTo>
                <a:lnTo>
                  <a:pt x="912166" y="2471949"/>
                </a:lnTo>
                <a:lnTo>
                  <a:pt x="917976" y="2471949"/>
                </a:lnTo>
                <a:lnTo>
                  <a:pt x="923787" y="2471949"/>
                </a:lnTo>
                <a:lnTo>
                  <a:pt x="929597" y="2471949"/>
                </a:lnTo>
                <a:lnTo>
                  <a:pt x="935407" y="2471949"/>
                </a:lnTo>
                <a:lnTo>
                  <a:pt x="941217" y="2471949"/>
                </a:lnTo>
                <a:lnTo>
                  <a:pt x="947027" y="2471949"/>
                </a:lnTo>
                <a:lnTo>
                  <a:pt x="952837" y="2471949"/>
                </a:lnTo>
                <a:lnTo>
                  <a:pt x="958647" y="2471949"/>
                </a:lnTo>
                <a:lnTo>
                  <a:pt x="964457" y="2471949"/>
                </a:lnTo>
                <a:lnTo>
                  <a:pt x="970268" y="2471949"/>
                </a:lnTo>
                <a:lnTo>
                  <a:pt x="976078" y="2471949"/>
                </a:lnTo>
                <a:lnTo>
                  <a:pt x="981888" y="2471949"/>
                </a:lnTo>
                <a:lnTo>
                  <a:pt x="987698" y="2471949"/>
                </a:lnTo>
                <a:lnTo>
                  <a:pt x="993508" y="2471949"/>
                </a:lnTo>
                <a:lnTo>
                  <a:pt x="999318" y="2471949"/>
                </a:lnTo>
                <a:lnTo>
                  <a:pt x="1005128" y="2471949"/>
                </a:lnTo>
                <a:lnTo>
                  <a:pt x="1010938" y="2471949"/>
                </a:lnTo>
                <a:lnTo>
                  <a:pt x="1016749" y="2471949"/>
                </a:lnTo>
                <a:lnTo>
                  <a:pt x="1022559" y="2471949"/>
                </a:lnTo>
                <a:lnTo>
                  <a:pt x="1028369" y="2471949"/>
                </a:lnTo>
                <a:lnTo>
                  <a:pt x="1034179" y="2471949"/>
                </a:lnTo>
                <a:lnTo>
                  <a:pt x="1039989" y="2471949"/>
                </a:lnTo>
                <a:lnTo>
                  <a:pt x="1045799" y="2471949"/>
                </a:lnTo>
                <a:lnTo>
                  <a:pt x="1051609" y="2471949"/>
                </a:lnTo>
                <a:lnTo>
                  <a:pt x="1057419" y="2471949"/>
                </a:lnTo>
                <a:lnTo>
                  <a:pt x="1063230" y="2471949"/>
                </a:lnTo>
                <a:lnTo>
                  <a:pt x="1069040" y="2471949"/>
                </a:lnTo>
                <a:lnTo>
                  <a:pt x="1074850" y="2471949"/>
                </a:lnTo>
                <a:lnTo>
                  <a:pt x="1080660" y="2471949"/>
                </a:lnTo>
                <a:lnTo>
                  <a:pt x="1086470" y="2471949"/>
                </a:lnTo>
                <a:lnTo>
                  <a:pt x="1092280" y="2471949"/>
                </a:lnTo>
                <a:lnTo>
                  <a:pt x="1098090" y="2471949"/>
                </a:lnTo>
                <a:lnTo>
                  <a:pt x="1103900" y="2471949"/>
                </a:lnTo>
                <a:lnTo>
                  <a:pt x="1109711" y="2471949"/>
                </a:lnTo>
                <a:lnTo>
                  <a:pt x="1115521" y="2471949"/>
                </a:lnTo>
                <a:lnTo>
                  <a:pt x="1121331" y="2471949"/>
                </a:lnTo>
                <a:lnTo>
                  <a:pt x="1127141" y="2471949"/>
                </a:lnTo>
                <a:lnTo>
                  <a:pt x="1132951" y="2471949"/>
                </a:lnTo>
                <a:lnTo>
                  <a:pt x="1138761" y="2471949"/>
                </a:lnTo>
                <a:lnTo>
                  <a:pt x="1144571" y="2471949"/>
                </a:lnTo>
                <a:lnTo>
                  <a:pt x="1150382" y="2471949"/>
                </a:lnTo>
                <a:lnTo>
                  <a:pt x="1156192" y="2471949"/>
                </a:lnTo>
                <a:lnTo>
                  <a:pt x="1162002" y="2471949"/>
                </a:lnTo>
                <a:lnTo>
                  <a:pt x="1167812" y="2471949"/>
                </a:lnTo>
                <a:lnTo>
                  <a:pt x="1173622" y="2471949"/>
                </a:lnTo>
                <a:lnTo>
                  <a:pt x="1179432" y="2471949"/>
                </a:lnTo>
                <a:lnTo>
                  <a:pt x="1185242" y="2471949"/>
                </a:lnTo>
                <a:lnTo>
                  <a:pt x="1191052" y="2471949"/>
                </a:lnTo>
                <a:lnTo>
                  <a:pt x="1196863" y="2471949"/>
                </a:lnTo>
                <a:lnTo>
                  <a:pt x="1202673" y="2471949"/>
                </a:lnTo>
                <a:lnTo>
                  <a:pt x="1208483" y="2471949"/>
                </a:lnTo>
                <a:lnTo>
                  <a:pt x="1214293" y="2471949"/>
                </a:lnTo>
                <a:lnTo>
                  <a:pt x="1220103" y="2471949"/>
                </a:lnTo>
                <a:lnTo>
                  <a:pt x="1225913" y="2471949"/>
                </a:lnTo>
                <a:lnTo>
                  <a:pt x="1231723" y="2471949"/>
                </a:lnTo>
                <a:lnTo>
                  <a:pt x="1237533" y="2471949"/>
                </a:lnTo>
                <a:lnTo>
                  <a:pt x="1243344" y="2471949"/>
                </a:lnTo>
                <a:lnTo>
                  <a:pt x="1249154" y="2471949"/>
                </a:lnTo>
                <a:lnTo>
                  <a:pt x="1254964" y="2471949"/>
                </a:lnTo>
                <a:lnTo>
                  <a:pt x="1260774" y="2471949"/>
                </a:lnTo>
                <a:lnTo>
                  <a:pt x="1266584" y="2471949"/>
                </a:lnTo>
                <a:lnTo>
                  <a:pt x="1272394" y="2471949"/>
                </a:lnTo>
                <a:lnTo>
                  <a:pt x="1278204" y="2471949"/>
                </a:lnTo>
                <a:lnTo>
                  <a:pt x="1284014" y="2471949"/>
                </a:lnTo>
                <a:lnTo>
                  <a:pt x="1289825" y="2471949"/>
                </a:lnTo>
                <a:lnTo>
                  <a:pt x="1295635" y="2471949"/>
                </a:lnTo>
                <a:lnTo>
                  <a:pt x="1301445" y="2471949"/>
                </a:lnTo>
                <a:lnTo>
                  <a:pt x="1307255" y="2471949"/>
                </a:lnTo>
                <a:lnTo>
                  <a:pt x="1313065" y="2471949"/>
                </a:lnTo>
                <a:lnTo>
                  <a:pt x="1318875" y="2471949"/>
                </a:lnTo>
                <a:lnTo>
                  <a:pt x="1324685" y="2471949"/>
                </a:lnTo>
                <a:lnTo>
                  <a:pt x="1330495" y="2471949"/>
                </a:lnTo>
                <a:lnTo>
                  <a:pt x="1336306" y="2471949"/>
                </a:lnTo>
                <a:lnTo>
                  <a:pt x="1342116" y="2471949"/>
                </a:lnTo>
                <a:lnTo>
                  <a:pt x="1347926" y="2471949"/>
                </a:lnTo>
                <a:lnTo>
                  <a:pt x="1350830" y="0"/>
                </a:lnTo>
                <a:lnTo>
                  <a:pt x="1353735" y="0"/>
                </a:lnTo>
                <a:lnTo>
                  <a:pt x="1359545" y="0"/>
                </a:lnTo>
                <a:lnTo>
                  <a:pt x="1365356" y="0"/>
                </a:lnTo>
                <a:lnTo>
                  <a:pt x="1371166" y="0"/>
                </a:lnTo>
                <a:lnTo>
                  <a:pt x="1376976" y="0"/>
                </a:lnTo>
                <a:lnTo>
                  <a:pt x="1382786" y="0"/>
                </a:lnTo>
                <a:lnTo>
                  <a:pt x="1388596" y="0"/>
                </a:lnTo>
                <a:lnTo>
                  <a:pt x="1394406" y="0"/>
                </a:lnTo>
                <a:lnTo>
                  <a:pt x="1400216" y="0"/>
                </a:lnTo>
                <a:lnTo>
                  <a:pt x="1406027" y="0"/>
                </a:lnTo>
                <a:lnTo>
                  <a:pt x="1411837" y="0"/>
                </a:lnTo>
                <a:lnTo>
                  <a:pt x="1417647" y="0"/>
                </a:lnTo>
                <a:lnTo>
                  <a:pt x="1423457" y="0"/>
                </a:lnTo>
                <a:lnTo>
                  <a:pt x="1429267" y="0"/>
                </a:lnTo>
                <a:lnTo>
                  <a:pt x="1435077" y="0"/>
                </a:lnTo>
                <a:lnTo>
                  <a:pt x="1440887" y="0"/>
                </a:lnTo>
                <a:lnTo>
                  <a:pt x="1446697" y="0"/>
                </a:lnTo>
                <a:lnTo>
                  <a:pt x="1452508" y="0"/>
                </a:lnTo>
                <a:lnTo>
                  <a:pt x="1458318" y="0"/>
                </a:lnTo>
                <a:lnTo>
                  <a:pt x="1464128" y="0"/>
                </a:lnTo>
                <a:lnTo>
                  <a:pt x="1469938" y="0"/>
                </a:lnTo>
                <a:lnTo>
                  <a:pt x="1475748" y="0"/>
                </a:lnTo>
                <a:lnTo>
                  <a:pt x="1481558" y="0"/>
                </a:lnTo>
                <a:lnTo>
                  <a:pt x="1487368" y="0"/>
                </a:lnTo>
                <a:lnTo>
                  <a:pt x="1493178" y="0"/>
                </a:lnTo>
                <a:lnTo>
                  <a:pt x="1498989" y="0"/>
                </a:lnTo>
                <a:lnTo>
                  <a:pt x="1504799" y="0"/>
                </a:lnTo>
                <a:lnTo>
                  <a:pt x="1510609" y="0"/>
                </a:lnTo>
                <a:lnTo>
                  <a:pt x="1516419" y="0"/>
                </a:lnTo>
                <a:lnTo>
                  <a:pt x="1522229" y="0"/>
                </a:lnTo>
                <a:lnTo>
                  <a:pt x="1528039" y="0"/>
                </a:lnTo>
                <a:lnTo>
                  <a:pt x="1533849" y="0"/>
                </a:lnTo>
                <a:lnTo>
                  <a:pt x="1539659" y="0"/>
                </a:lnTo>
                <a:lnTo>
                  <a:pt x="1545470" y="0"/>
                </a:lnTo>
                <a:lnTo>
                  <a:pt x="1551280" y="0"/>
                </a:lnTo>
                <a:lnTo>
                  <a:pt x="1557090" y="0"/>
                </a:lnTo>
                <a:lnTo>
                  <a:pt x="1562900" y="0"/>
                </a:lnTo>
                <a:lnTo>
                  <a:pt x="1568710" y="0"/>
                </a:lnTo>
                <a:lnTo>
                  <a:pt x="1574520" y="0"/>
                </a:lnTo>
                <a:lnTo>
                  <a:pt x="1580330" y="0"/>
                </a:lnTo>
                <a:lnTo>
                  <a:pt x="1586140" y="0"/>
                </a:lnTo>
                <a:lnTo>
                  <a:pt x="1591951" y="0"/>
                </a:lnTo>
                <a:lnTo>
                  <a:pt x="1597761" y="0"/>
                </a:lnTo>
                <a:lnTo>
                  <a:pt x="1603571" y="0"/>
                </a:lnTo>
                <a:lnTo>
                  <a:pt x="1609381" y="0"/>
                </a:lnTo>
                <a:lnTo>
                  <a:pt x="1615191" y="0"/>
                </a:lnTo>
                <a:lnTo>
                  <a:pt x="1621001" y="0"/>
                </a:lnTo>
                <a:lnTo>
                  <a:pt x="1626811" y="0"/>
                </a:lnTo>
                <a:lnTo>
                  <a:pt x="1632621" y="0"/>
                </a:lnTo>
                <a:lnTo>
                  <a:pt x="1638432" y="0"/>
                </a:lnTo>
                <a:lnTo>
                  <a:pt x="1644242" y="0"/>
                </a:lnTo>
                <a:lnTo>
                  <a:pt x="1650052" y="0"/>
                </a:lnTo>
                <a:lnTo>
                  <a:pt x="1655862" y="0"/>
                </a:lnTo>
                <a:lnTo>
                  <a:pt x="1661672" y="0"/>
                </a:lnTo>
                <a:lnTo>
                  <a:pt x="1667482" y="0"/>
                </a:lnTo>
                <a:lnTo>
                  <a:pt x="1673292" y="0"/>
                </a:lnTo>
                <a:lnTo>
                  <a:pt x="1679103" y="0"/>
                </a:lnTo>
                <a:lnTo>
                  <a:pt x="1684913" y="0"/>
                </a:lnTo>
                <a:lnTo>
                  <a:pt x="1690723" y="0"/>
                </a:lnTo>
                <a:lnTo>
                  <a:pt x="1696533" y="0"/>
                </a:lnTo>
                <a:lnTo>
                  <a:pt x="1702343" y="0"/>
                </a:lnTo>
                <a:lnTo>
                  <a:pt x="1708153" y="0"/>
                </a:lnTo>
                <a:lnTo>
                  <a:pt x="1713963" y="0"/>
                </a:lnTo>
                <a:lnTo>
                  <a:pt x="1719773" y="0"/>
                </a:lnTo>
                <a:lnTo>
                  <a:pt x="1725584" y="0"/>
                </a:lnTo>
                <a:lnTo>
                  <a:pt x="1731394" y="0"/>
                </a:lnTo>
                <a:lnTo>
                  <a:pt x="1737204" y="0"/>
                </a:lnTo>
                <a:lnTo>
                  <a:pt x="1743014" y="0"/>
                </a:lnTo>
                <a:lnTo>
                  <a:pt x="1748824" y="0"/>
                </a:lnTo>
                <a:lnTo>
                  <a:pt x="1754634" y="0"/>
                </a:lnTo>
                <a:lnTo>
                  <a:pt x="1760444" y="0"/>
                </a:lnTo>
                <a:lnTo>
                  <a:pt x="1766254" y="0"/>
                </a:lnTo>
                <a:lnTo>
                  <a:pt x="1772065" y="0"/>
                </a:lnTo>
                <a:lnTo>
                  <a:pt x="1777875" y="0"/>
                </a:lnTo>
                <a:lnTo>
                  <a:pt x="1783685" y="0"/>
                </a:lnTo>
                <a:lnTo>
                  <a:pt x="1789495" y="0"/>
                </a:lnTo>
                <a:lnTo>
                  <a:pt x="1795305" y="0"/>
                </a:lnTo>
                <a:lnTo>
                  <a:pt x="1801115" y="0"/>
                </a:lnTo>
                <a:lnTo>
                  <a:pt x="1806925" y="0"/>
                </a:lnTo>
                <a:lnTo>
                  <a:pt x="1812735" y="0"/>
                </a:lnTo>
                <a:lnTo>
                  <a:pt x="1818546" y="0"/>
                </a:lnTo>
                <a:lnTo>
                  <a:pt x="1824356" y="0"/>
                </a:lnTo>
                <a:lnTo>
                  <a:pt x="1830166" y="0"/>
                </a:lnTo>
                <a:lnTo>
                  <a:pt x="1835976" y="0"/>
                </a:lnTo>
                <a:lnTo>
                  <a:pt x="1841786" y="0"/>
                </a:lnTo>
                <a:lnTo>
                  <a:pt x="1847596" y="0"/>
                </a:lnTo>
                <a:lnTo>
                  <a:pt x="1853406" y="0"/>
                </a:lnTo>
                <a:lnTo>
                  <a:pt x="1859216" y="0"/>
                </a:lnTo>
                <a:lnTo>
                  <a:pt x="1865027" y="0"/>
                </a:lnTo>
                <a:lnTo>
                  <a:pt x="1870837" y="0"/>
                </a:lnTo>
                <a:lnTo>
                  <a:pt x="1876647" y="0"/>
                </a:lnTo>
                <a:lnTo>
                  <a:pt x="1882457" y="0"/>
                </a:lnTo>
                <a:lnTo>
                  <a:pt x="1888267" y="0"/>
                </a:lnTo>
                <a:lnTo>
                  <a:pt x="1894077" y="0"/>
                </a:lnTo>
                <a:lnTo>
                  <a:pt x="1899887" y="0"/>
                </a:lnTo>
                <a:lnTo>
                  <a:pt x="1905697" y="0"/>
                </a:lnTo>
                <a:lnTo>
                  <a:pt x="1911508" y="0"/>
                </a:lnTo>
                <a:lnTo>
                  <a:pt x="1917318" y="0"/>
                </a:lnTo>
                <a:lnTo>
                  <a:pt x="1923128" y="0"/>
                </a:lnTo>
                <a:lnTo>
                  <a:pt x="1928938" y="0"/>
                </a:lnTo>
                <a:lnTo>
                  <a:pt x="1934748" y="0"/>
                </a:lnTo>
                <a:lnTo>
                  <a:pt x="1940558" y="0"/>
                </a:lnTo>
                <a:lnTo>
                  <a:pt x="1946368" y="0"/>
                </a:lnTo>
                <a:lnTo>
                  <a:pt x="1952179" y="0"/>
                </a:lnTo>
                <a:lnTo>
                  <a:pt x="1957989" y="0"/>
                </a:lnTo>
                <a:lnTo>
                  <a:pt x="1963799" y="0"/>
                </a:lnTo>
                <a:lnTo>
                  <a:pt x="1969609" y="0"/>
                </a:lnTo>
                <a:lnTo>
                  <a:pt x="1975419" y="0"/>
                </a:lnTo>
                <a:lnTo>
                  <a:pt x="1981229" y="0"/>
                </a:lnTo>
                <a:lnTo>
                  <a:pt x="1987039" y="0"/>
                </a:lnTo>
                <a:lnTo>
                  <a:pt x="1992849" y="0"/>
                </a:lnTo>
                <a:lnTo>
                  <a:pt x="1998660" y="0"/>
                </a:lnTo>
                <a:lnTo>
                  <a:pt x="2004470" y="0"/>
                </a:lnTo>
                <a:lnTo>
                  <a:pt x="2010280" y="0"/>
                </a:lnTo>
                <a:lnTo>
                  <a:pt x="2016090" y="0"/>
                </a:lnTo>
                <a:lnTo>
                  <a:pt x="2021900" y="0"/>
                </a:lnTo>
                <a:lnTo>
                  <a:pt x="2027710" y="0"/>
                </a:lnTo>
                <a:lnTo>
                  <a:pt x="2033520" y="0"/>
                </a:lnTo>
                <a:lnTo>
                  <a:pt x="2039330" y="0"/>
                </a:lnTo>
                <a:lnTo>
                  <a:pt x="2045141" y="0"/>
                </a:lnTo>
                <a:lnTo>
                  <a:pt x="2050951" y="0"/>
                </a:lnTo>
                <a:lnTo>
                  <a:pt x="2056761" y="0"/>
                </a:lnTo>
                <a:lnTo>
                  <a:pt x="2062571" y="0"/>
                </a:lnTo>
                <a:lnTo>
                  <a:pt x="2068381" y="0"/>
                </a:lnTo>
                <a:lnTo>
                  <a:pt x="2074191" y="0"/>
                </a:lnTo>
                <a:lnTo>
                  <a:pt x="2080001" y="0"/>
                </a:lnTo>
                <a:lnTo>
                  <a:pt x="2085811" y="0"/>
                </a:lnTo>
                <a:lnTo>
                  <a:pt x="2091622" y="0"/>
                </a:lnTo>
                <a:lnTo>
                  <a:pt x="2097432" y="0"/>
                </a:lnTo>
                <a:lnTo>
                  <a:pt x="2103242" y="0"/>
                </a:lnTo>
                <a:lnTo>
                  <a:pt x="2109052" y="0"/>
                </a:lnTo>
                <a:lnTo>
                  <a:pt x="2114862" y="0"/>
                </a:lnTo>
                <a:lnTo>
                  <a:pt x="2120672" y="0"/>
                </a:lnTo>
                <a:lnTo>
                  <a:pt x="2126482" y="0"/>
                </a:lnTo>
                <a:lnTo>
                  <a:pt x="2132292" y="0"/>
                </a:lnTo>
                <a:lnTo>
                  <a:pt x="2138103" y="0"/>
                </a:lnTo>
                <a:lnTo>
                  <a:pt x="2143913" y="0"/>
                </a:lnTo>
                <a:lnTo>
                  <a:pt x="2149723" y="0"/>
                </a:lnTo>
                <a:lnTo>
                  <a:pt x="2155533" y="0"/>
                </a:lnTo>
                <a:lnTo>
                  <a:pt x="2161343" y="0"/>
                </a:lnTo>
                <a:lnTo>
                  <a:pt x="2167153" y="0"/>
                </a:lnTo>
                <a:lnTo>
                  <a:pt x="2172963" y="0"/>
                </a:lnTo>
                <a:lnTo>
                  <a:pt x="2178773" y="0"/>
                </a:lnTo>
                <a:lnTo>
                  <a:pt x="2184584" y="0"/>
                </a:lnTo>
                <a:lnTo>
                  <a:pt x="2190394" y="0"/>
                </a:lnTo>
                <a:lnTo>
                  <a:pt x="2196204" y="0"/>
                </a:lnTo>
                <a:lnTo>
                  <a:pt x="2202014" y="0"/>
                </a:lnTo>
                <a:lnTo>
                  <a:pt x="2207824" y="0"/>
                </a:lnTo>
                <a:lnTo>
                  <a:pt x="2213634" y="0"/>
                </a:lnTo>
                <a:lnTo>
                  <a:pt x="2219444" y="0"/>
                </a:lnTo>
                <a:lnTo>
                  <a:pt x="2225254" y="0"/>
                </a:lnTo>
                <a:lnTo>
                  <a:pt x="2231065" y="0"/>
                </a:lnTo>
                <a:lnTo>
                  <a:pt x="2236875" y="0"/>
                </a:lnTo>
                <a:lnTo>
                  <a:pt x="2242685" y="0"/>
                </a:lnTo>
                <a:lnTo>
                  <a:pt x="2248495" y="0"/>
                </a:lnTo>
                <a:lnTo>
                  <a:pt x="2254305" y="0"/>
                </a:lnTo>
                <a:lnTo>
                  <a:pt x="2260115" y="0"/>
                </a:lnTo>
                <a:lnTo>
                  <a:pt x="2265925" y="0"/>
                </a:lnTo>
                <a:lnTo>
                  <a:pt x="2271736" y="0"/>
                </a:lnTo>
                <a:lnTo>
                  <a:pt x="2277546" y="0"/>
                </a:lnTo>
                <a:lnTo>
                  <a:pt x="2283356" y="0"/>
                </a:lnTo>
                <a:lnTo>
                  <a:pt x="2289166" y="0"/>
                </a:lnTo>
                <a:lnTo>
                  <a:pt x="2294976" y="0"/>
                </a:lnTo>
                <a:lnTo>
                  <a:pt x="2300786" y="0"/>
                </a:lnTo>
                <a:lnTo>
                  <a:pt x="2306596" y="0"/>
                </a:lnTo>
                <a:lnTo>
                  <a:pt x="2312406" y="0"/>
                </a:lnTo>
                <a:lnTo>
                  <a:pt x="2318217" y="0"/>
                </a:lnTo>
                <a:lnTo>
                  <a:pt x="2324027" y="0"/>
                </a:lnTo>
                <a:lnTo>
                  <a:pt x="2329837" y="0"/>
                </a:lnTo>
                <a:lnTo>
                  <a:pt x="2335647" y="0"/>
                </a:lnTo>
                <a:lnTo>
                  <a:pt x="2341457" y="0"/>
                </a:lnTo>
                <a:lnTo>
                  <a:pt x="2347267" y="0"/>
                </a:lnTo>
                <a:lnTo>
                  <a:pt x="2353077" y="0"/>
                </a:lnTo>
                <a:lnTo>
                  <a:pt x="2358887" y="0"/>
                </a:lnTo>
                <a:lnTo>
                  <a:pt x="2364698" y="0"/>
                </a:lnTo>
                <a:lnTo>
                  <a:pt x="2370508" y="0"/>
                </a:lnTo>
                <a:lnTo>
                  <a:pt x="2376318" y="0"/>
                </a:lnTo>
                <a:lnTo>
                  <a:pt x="2382128" y="0"/>
                </a:lnTo>
                <a:lnTo>
                  <a:pt x="2387938" y="0"/>
                </a:lnTo>
                <a:lnTo>
                  <a:pt x="2393748" y="0"/>
                </a:lnTo>
                <a:lnTo>
                  <a:pt x="2399558" y="0"/>
                </a:lnTo>
                <a:lnTo>
                  <a:pt x="2405368" y="0"/>
                </a:lnTo>
                <a:lnTo>
                  <a:pt x="2411179" y="0"/>
                </a:lnTo>
                <a:lnTo>
                  <a:pt x="2416989" y="0"/>
                </a:lnTo>
                <a:lnTo>
                  <a:pt x="2422799" y="0"/>
                </a:lnTo>
                <a:lnTo>
                  <a:pt x="2428609" y="0"/>
                </a:lnTo>
                <a:lnTo>
                  <a:pt x="2434419" y="0"/>
                </a:lnTo>
                <a:lnTo>
                  <a:pt x="2440229" y="0"/>
                </a:lnTo>
                <a:lnTo>
                  <a:pt x="2446039" y="0"/>
                </a:lnTo>
                <a:lnTo>
                  <a:pt x="2451849" y="0"/>
                </a:lnTo>
                <a:lnTo>
                  <a:pt x="2457660" y="0"/>
                </a:lnTo>
                <a:lnTo>
                  <a:pt x="2463470" y="0"/>
                </a:lnTo>
                <a:lnTo>
                  <a:pt x="2469280" y="0"/>
                </a:lnTo>
                <a:lnTo>
                  <a:pt x="2475090" y="0"/>
                </a:lnTo>
                <a:lnTo>
                  <a:pt x="2480900" y="0"/>
                </a:lnTo>
                <a:lnTo>
                  <a:pt x="2486710" y="0"/>
                </a:lnTo>
                <a:lnTo>
                  <a:pt x="2492520" y="0"/>
                </a:lnTo>
                <a:lnTo>
                  <a:pt x="2498330" y="0"/>
                </a:lnTo>
                <a:lnTo>
                  <a:pt x="2504141" y="0"/>
                </a:lnTo>
                <a:lnTo>
                  <a:pt x="2509951" y="0"/>
                </a:lnTo>
                <a:lnTo>
                  <a:pt x="2515761" y="0"/>
                </a:lnTo>
                <a:lnTo>
                  <a:pt x="2521571" y="0"/>
                </a:lnTo>
                <a:lnTo>
                  <a:pt x="2527381" y="0"/>
                </a:lnTo>
                <a:lnTo>
                  <a:pt x="2533191" y="0"/>
                </a:lnTo>
                <a:lnTo>
                  <a:pt x="2539001" y="0"/>
                </a:lnTo>
                <a:lnTo>
                  <a:pt x="2544812" y="0"/>
                </a:lnTo>
                <a:lnTo>
                  <a:pt x="2550622" y="0"/>
                </a:lnTo>
                <a:lnTo>
                  <a:pt x="2556432" y="0"/>
                </a:lnTo>
                <a:lnTo>
                  <a:pt x="2562242" y="0"/>
                </a:lnTo>
                <a:lnTo>
                  <a:pt x="2568052" y="0"/>
                </a:lnTo>
                <a:lnTo>
                  <a:pt x="2573862" y="0"/>
                </a:lnTo>
                <a:lnTo>
                  <a:pt x="2579672" y="0"/>
                </a:lnTo>
                <a:lnTo>
                  <a:pt x="2585482" y="0"/>
                </a:lnTo>
                <a:lnTo>
                  <a:pt x="2591293" y="0"/>
                </a:lnTo>
                <a:lnTo>
                  <a:pt x="2597103" y="0"/>
                </a:lnTo>
                <a:lnTo>
                  <a:pt x="2602913" y="0"/>
                </a:lnTo>
                <a:lnTo>
                  <a:pt x="2608723" y="0"/>
                </a:lnTo>
                <a:lnTo>
                  <a:pt x="2614533" y="0"/>
                </a:lnTo>
                <a:lnTo>
                  <a:pt x="2620343" y="0"/>
                </a:lnTo>
                <a:lnTo>
                  <a:pt x="2626153" y="0"/>
                </a:lnTo>
                <a:lnTo>
                  <a:pt x="2631963" y="0"/>
                </a:lnTo>
                <a:lnTo>
                  <a:pt x="2637774" y="0"/>
                </a:lnTo>
                <a:lnTo>
                  <a:pt x="2643584" y="0"/>
                </a:lnTo>
                <a:lnTo>
                  <a:pt x="2649394" y="0"/>
                </a:lnTo>
                <a:lnTo>
                  <a:pt x="2655204" y="0"/>
                </a:lnTo>
                <a:lnTo>
                  <a:pt x="2661014" y="0"/>
                </a:lnTo>
                <a:lnTo>
                  <a:pt x="2666824" y="0"/>
                </a:lnTo>
                <a:lnTo>
                  <a:pt x="2672634" y="0"/>
                </a:lnTo>
                <a:lnTo>
                  <a:pt x="2678444" y="0"/>
                </a:lnTo>
                <a:lnTo>
                  <a:pt x="2684255" y="0"/>
                </a:lnTo>
                <a:lnTo>
                  <a:pt x="2690065" y="0"/>
                </a:lnTo>
                <a:lnTo>
                  <a:pt x="2695875" y="0"/>
                </a:lnTo>
                <a:lnTo>
                  <a:pt x="2701685" y="0"/>
                </a:lnTo>
              </a:path>
            </a:pathLst>
          </a:custGeom>
          <a:ln w="23246">
            <a:solidFill>
              <a:srgbClr val="007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946640" y="2144394"/>
            <a:ext cx="1472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Função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heaviside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10" dirty="0">
                <a:latin typeface="Calibri Light"/>
                <a:cs typeface="Calibri Light"/>
              </a:rPr>
              <a:t> rígido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2856357"/>
            <a:ext cx="6910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seguinte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732352"/>
            <a:ext cx="10751185" cy="282194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965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essencialmente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idêntica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regressão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quando </a:t>
            </a:r>
            <a:r>
              <a:rPr sz="2400" dirty="0">
                <a:latin typeface="Calibri"/>
                <a:cs typeface="Calibri"/>
              </a:rPr>
              <a:t>utilizamos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descendente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estocástico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66230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chamada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perceptron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razões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que </a:t>
            </a:r>
            <a:r>
              <a:rPr sz="2400" dirty="0">
                <a:latin typeface="Calibri"/>
                <a:cs typeface="Calibri"/>
              </a:rPr>
              <a:t>discutiremos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breve.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aprendizagem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aplicada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exemplo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por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vez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escolhendo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b="1" i="1" dirty="0">
                <a:latin typeface="Calibri"/>
                <a:cs typeface="Calibri"/>
              </a:rPr>
              <a:t>aleatóriamente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fizemos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gradiente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descendente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estocástico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39497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10201275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estamos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considerando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classificadores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spc="-10" dirty="0">
                <a:latin typeface="Calibri"/>
                <a:cs typeface="Calibri"/>
              </a:rPr>
              <a:t>comportamento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diferente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comportamento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regressão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linear,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veremos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seguir.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705483"/>
            <a:ext cx="10866755" cy="1139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possível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abordagem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decisão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014"/>
              </a:lnSpc>
            </a:pPr>
            <a:r>
              <a:rPr sz="2400" b="1" i="1" dirty="0">
                <a:latin typeface="Calibri"/>
                <a:cs typeface="Calibri"/>
              </a:rPr>
              <a:t>rígido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intuitiva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atualização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014"/>
              </a:lnSpc>
            </a:pP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dado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exista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uma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discriminante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adequada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não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se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210"/>
              </a:lnSpc>
            </a:pPr>
            <a:r>
              <a:rPr sz="2400" b="1" i="1" spc="-10" dirty="0" err="1">
                <a:latin typeface="Calibri"/>
                <a:cs typeface="Calibri"/>
              </a:rPr>
              <a:t>sobreponham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75242" y="2991738"/>
            <a:ext cx="1343660" cy="67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335" marR="5080" indent="-128270" algn="ctr">
              <a:spcBef>
                <a:spcPts val="105"/>
              </a:spcBef>
            </a:pPr>
            <a:r>
              <a:rPr lang="pt-BR" sz="1400" dirty="0">
                <a:latin typeface="Calibri"/>
                <a:cs typeface="Calibri"/>
              </a:rPr>
              <a:t>Os</a:t>
            </a:r>
            <a:r>
              <a:rPr lang="pt-BR" sz="1400" spc="-10" dirty="0">
                <a:latin typeface="Calibri"/>
                <a:cs typeface="Calibri"/>
              </a:rPr>
              <a:t> </a:t>
            </a:r>
            <a:r>
              <a:rPr lang="pt-BR" sz="1400" dirty="0">
                <a:latin typeface="Calibri"/>
                <a:cs typeface="Calibri"/>
              </a:rPr>
              <a:t>pesos</a:t>
            </a:r>
            <a:r>
              <a:rPr lang="pt-BR" sz="1400" spc="-10" dirty="0">
                <a:latin typeface="Calibri"/>
                <a:cs typeface="Calibri"/>
              </a:rPr>
              <a:t> </a:t>
            </a:r>
            <a:r>
              <a:rPr lang="pt-BR" sz="1400" spc="-25" dirty="0">
                <a:latin typeface="Calibri"/>
                <a:cs typeface="Calibri"/>
              </a:rPr>
              <a:t>são</a:t>
            </a:r>
            <a:endParaRPr lang="pt-BR" sz="1400" dirty="0">
              <a:latin typeface="Calibri"/>
              <a:cs typeface="Calibri"/>
            </a:endParaRPr>
          </a:p>
          <a:p>
            <a:pPr marL="140335" marR="5080" indent="-128270" algn="ctr">
              <a:lnSpc>
                <a:spcPct val="100000"/>
              </a:lnSpc>
              <a:spcBef>
                <a:spcPts val="105"/>
              </a:spcBef>
            </a:pPr>
            <a:r>
              <a:rPr sz="1400" dirty="0" err="1">
                <a:latin typeface="Calibri"/>
                <a:cs typeface="Calibri"/>
              </a:rPr>
              <a:t>atualizados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cada </a:t>
            </a:r>
            <a:r>
              <a:rPr sz="1400" dirty="0">
                <a:latin typeface="Calibri"/>
                <a:cs typeface="Calibri"/>
              </a:rPr>
              <a:t>novo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exemplo.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96200" y="3123057"/>
            <a:ext cx="1407795" cy="208915"/>
          </a:xfrm>
          <a:custGeom>
            <a:avLst/>
            <a:gdLst/>
            <a:ahLst/>
            <a:cxnLst/>
            <a:rect l="l" t="t" r="r" b="b"/>
            <a:pathLst>
              <a:path w="1407795" h="208914">
                <a:moveTo>
                  <a:pt x="70866" y="133222"/>
                </a:moveTo>
                <a:lnTo>
                  <a:pt x="0" y="180593"/>
                </a:lnTo>
                <a:lnTo>
                  <a:pt x="80391" y="208787"/>
                </a:lnTo>
                <a:lnTo>
                  <a:pt x="76228" y="175767"/>
                </a:lnTo>
                <a:lnTo>
                  <a:pt x="63373" y="175767"/>
                </a:lnTo>
                <a:lnTo>
                  <a:pt x="62610" y="169417"/>
                </a:lnTo>
                <a:lnTo>
                  <a:pt x="75227" y="167827"/>
                </a:lnTo>
                <a:lnTo>
                  <a:pt x="70866" y="133222"/>
                </a:lnTo>
                <a:close/>
              </a:path>
              <a:path w="1407795" h="208914">
                <a:moveTo>
                  <a:pt x="75227" y="167827"/>
                </a:moveTo>
                <a:lnTo>
                  <a:pt x="62610" y="169417"/>
                </a:lnTo>
                <a:lnTo>
                  <a:pt x="63373" y="175767"/>
                </a:lnTo>
                <a:lnTo>
                  <a:pt x="76027" y="174171"/>
                </a:lnTo>
                <a:lnTo>
                  <a:pt x="75227" y="167827"/>
                </a:lnTo>
                <a:close/>
              </a:path>
              <a:path w="1407795" h="208914">
                <a:moveTo>
                  <a:pt x="76027" y="174171"/>
                </a:moveTo>
                <a:lnTo>
                  <a:pt x="63373" y="175767"/>
                </a:lnTo>
                <a:lnTo>
                  <a:pt x="76228" y="175767"/>
                </a:lnTo>
                <a:lnTo>
                  <a:pt x="76027" y="174171"/>
                </a:lnTo>
                <a:close/>
              </a:path>
              <a:path w="1407795" h="208914">
                <a:moveTo>
                  <a:pt x="1406398" y="0"/>
                </a:moveTo>
                <a:lnTo>
                  <a:pt x="75227" y="167827"/>
                </a:lnTo>
                <a:lnTo>
                  <a:pt x="76027" y="174171"/>
                </a:lnTo>
                <a:lnTo>
                  <a:pt x="1407286" y="6222"/>
                </a:lnTo>
                <a:lnTo>
                  <a:pt x="140639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7BF429E-05A5-A246-04AC-3FAA51695946}"/>
                  </a:ext>
                </a:extLst>
              </p:cNvPr>
              <p:cNvSpPr txBox="1"/>
              <p:nvPr/>
            </p:nvSpPr>
            <p:spPr>
              <a:xfrm>
                <a:off x="3937636" y="3213577"/>
                <a:ext cx="4825359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7BF429E-05A5-A246-04AC-3FAA51695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636" y="3213577"/>
                <a:ext cx="4825359" cy="55271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9274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10" dirty="0">
                <a:latin typeface="Calibri Light"/>
                <a:cs typeface="Calibri Light"/>
              </a:rPr>
              <a:t> rígido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/>
              <p:cNvSpPr txBox="1"/>
              <p:nvPr/>
            </p:nvSpPr>
            <p:spPr>
              <a:xfrm>
                <a:off x="781368" y="1306906"/>
                <a:ext cx="10629265" cy="5258299"/>
              </a:xfrm>
              <a:prstGeom prst="rect">
                <a:avLst/>
              </a:prstGeom>
            </p:spPr>
            <p:txBody>
              <a:bodyPr vert="horz" wrap="square" lIns="0" tIns="80645" rIns="0" bIns="0" rtlCol="0">
                <a:spAutoFit/>
              </a:bodyPr>
              <a:lstStyle/>
              <a:p>
                <a:pPr marL="355600" indent="-228600">
                  <a:lnSpc>
                    <a:spcPct val="100000"/>
                  </a:lnSpc>
                  <a:spcBef>
                    <a:spcPts val="635"/>
                  </a:spcBef>
                  <a:buFont typeface="Arial"/>
                  <a:buChar char="•"/>
                  <a:tabLst>
                    <a:tab pos="3556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Observem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equação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atualizaçao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dos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pesos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123189" algn="ctr">
                  <a:lnSpc>
                    <a:spcPct val="100000"/>
                  </a:lnSpc>
                  <a:spcBef>
                    <a:spcPts val="530"/>
                  </a:spcBef>
                  <a:tabLst>
                    <a:tab pos="1906270" algn="l"/>
                    <a:tab pos="2259965" algn="l"/>
                    <a:tab pos="2608580" algn="l"/>
                    <a:tab pos="3486785" algn="l"/>
                    <a:tab pos="3839210" algn="l"/>
                    <a:tab pos="4504690" algn="l"/>
                    <a:tab pos="4857115" algn="l"/>
                    <a:tab pos="512826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800" i="1" spc="13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i="1" spc="14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800" i="1" spc="-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ar-AE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𝛼</m:t>
                      </m:r>
                      <m:d>
                        <m:dPr>
                          <m:ctrlPr>
                            <a:rPr lang="ar-AE" sz="2800" i="1" spc="-3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 dirty="0">
                              <a:latin typeface="Cambria Math" panose="02040503050406030204" pitchFamily="18" charset="0"/>
                              <a:cs typeface="Cambria Math"/>
                            </a:rPr>
                            <m:t>	</m:t>
                          </m:r>
                          <m:r>
                            <a:rPr lang="ar-AE" sz="2800" i="1" spc="-50" dirty="0">
                              <a:latin typeface="Cambria Math" panose="02040503050406030204" pitchFamily="18" charset="0"/>
                              <a:cs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ar-AE" sz="2800" b="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ar-AE" sz="2800" i="1" spc="-5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𝑖</m:t>
                              </m:r>
                            </m:e>
                          </m:d>
                          <m:r>
                            <a:rPr lang="ar-AE" sz="2800" i="1" dirty="0">
                              <a:latin typeface="Cambria Math" panose="02040503050406030204" pitchFamily="18" charset="0"/>
                              <a:cs typeface="Cambria Math"/>
                            </a:rPr>
                            <m:t>	</m:t>
                          </m:r>
                          <m:r>
                            <a:rPr lang="ar-AE" sz="2800" i="1" dirty="0">
                              <a:latin typeface="Cambria Math" panose="02040503050406030204" pitchFamily="18" charset="0"/>
                              <a:cs typeface="Cambria Math"/>
                            </a:rPr>
                            <m:t>− </m:t>
                          </m:r>
                          <m:r>
                            <a:rPr lang="ar-AE" sz="2800" i="1" spc="-25" dirty="0">
                              <a:latin typeface="Cambria Math" panose="02040503050406030204" pitchFamily="18" charset="0"/>
                              <a:cs typeface="Cambria Math"/>
                            </a:rPr>
                            <m:t>h</m:t>
                          </m:r>
                          <m:r>
                            <a:rPr lang="ar-AE" sz="3075" i="1" spc="-37" baseline="-16260" dirty="0">
                              <a:latin typeface="Cambria Math" panose="02040503050406030204" pitchFamily="18" charset="0"/>
                              <a:cs typeface="Cambria Math"/>
                            </a:rPr>
                            <m:t>𝒂</m:t>
                          </m:r>
                          <m:r>
                            <a:rPr lang="ar-AE" sz="3075" i="1" dirty="0">
                              <a:latin typeface="Cambria Math" panose="02040503050406030204" pitchFamily="18" charset="0"/>
                              <a:cs typeface="Cambria Math"/>
                            </a:rPr>
                            <m:t>	</m:t>
                          </m:r>
                          <m:d>
                            <m:dPr>
                              <m:ctrlPr>
                                <a:rPr lang="ar-AE" sz="3075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3200" i="1" spc="-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r>
                                <a:rPr lang="ar-AE" sz="3200" i="1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	</m:t>
                              </m:r>
                              <m:d>
                                <m:dPr>
                                  <m:ctrlPr>
                                    <a:rPr lang="pt-BR" sz="3200" b="0" i="1" spc="-50" dirty="0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ar-AE" sz="3200" i="1" spc="-5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ar-AE" sz="2800" i="1" spc="-50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ar-AE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8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ar-AE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8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ar-AE" sz="2800" i="1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ar-AE" sz="2800" i="1" spc="-50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</m:oMath>
                  </m:oMathPara>
                </a14:m>
                <a:endParaRPr lang="ar-AE" sz="2800" dirty="0">
                  <a:latin typeface="Cambria Math"/>
                  <a:cs typeface="Cambria Math"/>
                </a:endParaRPr>
              </a:p>
              <a:p>
                <a:pPr marL="355600" marR="923290" indent="-228600">
                  <a:lnSpc>
                    <a:spcPts val="3010"/>
                  </a:lnSpc>
                  <a:spcBef>
                    <a:spcPts val="1710"/>
                  </a:spcBef>
                  <a:buFont typeface="Arial"/>
                  <a:buChar char="•"/>
                  <a:tabLst>
                    <a:tab pos="355600" algn="l"/>
                    <a:tab pos="9256395" algn="l"/>
                    <a:tab pos="960882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Ambos,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valor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desejado,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𝑦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hipótese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𝒂</a:t>
                </a:r>
                <a:r>
                  <a:rPr lang="pt-BR" sz="3075" spc="-37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50" dirty="0">
                    <a:latin typeface="Calibri"/>
                    <a:cs typeface="Calibri"/>
                  </a:rPr>
                  <a:t>, </a:t>
                </a:r>
                <a:r>
                  <a:rPr lang="pt-BR" sz="2800" dirty="0">
                    <a:latin typeface="Calibri"/>
                    <a:cs typeface="Calibri"/>
                  </a:rPr>
                  <a:t>assumem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valores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0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1,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portanto,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existem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3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possibilidades: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881380" lvl="1" indent="-297815">
                  <a:lnSpc>
                    <a:spcPct val="100000"/>
                  </a:lnSpc>
                  <a:spcBef>
                    <a:spcPts val="204"/>
                  </a:spcBef>
                  <a:buFont typeface="Wingdings"/>
                  <a:buChar char=""/>
                  <a:tabLst>
                    <a:tab pos="881380" algn="l"/>
                    <a:tab pos="882015" algn="l"/>
                    <a:tab pos="564007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saída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estiver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correta,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i.e.,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𝑦</a:t>
                </a:r>
                <a:r>
                  <a:rPr lang="pt-BR" sz="2400" spc="15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:r>
                  <a:rPr lang="pt-BR" sz="2400" spc="100" dirty="0">
                    <a:latin typeface="Cambria Math"/>
                    <a:cs typeface="Cambria Math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ℎ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𝒂</a:t>
                </a:r>
                <a:r>
                  <a:rPr lang="pt-BR" sz="2625" spc="-37" dirty="0">
                    <a:latin typeface="Cambria Math"/>
                    <a:cs typeface="Cambria Math"/>
                  </a:rPr>
                  <a:t>(</a:t>
                </a:r>
                <a:r>
                  <a:rPr lang="pt-BR" sz="2400" dirty="0">
                    <a:latin typeface="Cambria Math"/>
                    <a:cs typeface="Cambria Math"/>
                  </a:rPr>
                  <a:t>𝒙)</a:t>
                </a:r>
                <a:r>
                  <a:rPr lang="pt-BR" sz="2400" spc="4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então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não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são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atualizados.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812800" lvl="1" indent="-229235">
                  <a:lnSpc>
                    <a:spcPts val="2735"/>
                  </a:lnSpc>
                  <a:spcBef>
                    <a:spcPts val="219"/>
                  </a:spcBef>
                  <a:buFont typeface="Wingdings"/>
                  <a:buChar char=""/>
                  <a:tabLst>
                    <a:tab pos="813435" algn="l"/>
                    <a:tab pos="3147695" algn="l"/>
                    <a:tab pos="353504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𝑦</a:t>
                </a:r>
                <a:r>
                  <a:rPr lang="pt-BR" sz="2400" spc="18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1 </a:t>
                </a:r>
                <a:r>
                  <a:rPr lang="pt-BR" sz="2400" dirty="0">
                    <a:latin typeface="Calibri"/>
                    <a:cs typeface="Calibri"/>
                  </a:rPr>
                  <a:t>, mas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ℎ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𝒂</a:t>
                </a:r>
                <a:r>
                  <a:rPr lang="pt-BR" sz="2625" spc="-37" dirty="0">
                    <a:latin typeface="Cambria Math"/>
                    <a:cs typeface="Cambria Math"/>
                  </a:rPr>
                  <a:t>(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400" dirty="0">
                    <a:latin typeface="Cambria Math"/>
                    <a:cs typeface="Cambria Math"/>
                  </a:rPr>
                  <a:t>	=</a:t>
                </a:r>
                <a:r>
                  <a:rPr lang="pt-BR" sz="2400" spc="12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então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𝑎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𝑘</a:t>
                </a:r>
                <a:r>
                  <a:rPr lang="pt-BR" sz="2625" spc="434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tem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seu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aumentado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quando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812800">
                  <a:lnSpc>
                    <a:spcPts val="2735"/>
                  </a:lnSpc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𝑘</a:t>
                </a:r>
                <a:r>
                  <a:rPr lang="pt-BR" sz="2625" spc="434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positivo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diminuído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quando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𝑘</a:t>
                </a:r>
                <a:r>
                  <a:rPr lang="pt-BR" sz="2625" spc="442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negativo.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1270000" lvl="2" indent="-229235">
                  <a:lnSpc>
                    <a:spcPts val="2275"/>
                  </a:lnSpc>
                  <a:spcBef>
                    <a:spcPts val="330"/>
                  </a:spcBef>
                  <a:buFont typeface="Courier New"/>
                  <a:buChar char="o"/>
                  <a:tabLst>
                    <a:tab pos="12706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Isso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faz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sentido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pois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nós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queremos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aumentar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do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produto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escalar</a:t>
                </a:r>
                <a:r>
                  <a:rPr lang="pt-BR" sz="2000" spc="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𝒙</a:t>
                </a:r>
                <a:r>
                  <a:rPr lang="pt-BR" sz="2175" baseline="28735" dirty="0">
                    <a:latin typeface="Cambria Math"/>
                    <a:cs typeface="Cambria Math"/>
                  </a:rPr>
                  <a:t>𝑻</a:t>
                </a:r>
                <a:r>
                  <a:rPr lang="pt-BR" sz="2000" dirty="0">
                    <a:latin typeface="Cambria Math"/>
                    <a:cs typeface="Cambria Math"/>
                  </a:rPr>
                  <a:t>𝒂</a:t>
                </a:r>
                <a:r>
                  <a:rPr lang="pt-BR" sz="2000" dirty="0">
                    <a:latin typeface="Calibri"/>
                    <a:cs typeface="Calibri"/>
                  </a:rPr>
                  <a:t>,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ou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seja,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1270000">
                  <a:lnSpc>
                    <a:spcPts val="2275"/>
                  </a:lnSpc>
                  <a:tabLst>
                    <a:tab pos="4354830" algn="l"/>
                  </a:tabLst>
                </a:pPr>
                <a:r>
                  <a:rPr lang="pt-BR" sz="2000" dirty="0">
                    <a:latin typeface="Cambria Math"/>
                    <a:cs typeface="Cambria Math"/>
                  </a:rPr>
                  <a:t>𝑔(𝒙)</a:t>
                </a:r>
                <a:r>
                  <a:rPr lang="pt-BR" sz="2000" dirty="0">
                    <a:latin typeface="Calibri"/>
                    <a:cs typeface="Calibri"/>
                  </a:rPr>
                  <a:t>,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tal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forma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𝒂</a:t>
                </a:r>
                <a:r>
                  <a:rPr lang="pt-BR" sz="2175" spc="179" dirty="0">
                    <a:latin typeface="Cambria Math"/>
                    <a:cs typeface="Cambria Math"/>
                  </a:rPr>
                  <a:t>(</a:t>
                </a:r>
                <a:r>
                  <a:rPr lang="pt-BR" sz="20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000" dirty="0">
                    <a:latin typeface="Cambria Math"/>
                    <a:cs typeface="Cambria Math"/>
                  </a:rPr>
                  <a:t>	</a:t>
                </a:r>
                <a:r>
                  <a:rPr lang="pt-BR" sz="2000" dirty="0">
                    <a:latin typeface="Calibri"/>
                    <a:cs typeface="Calibri"/>
                  </a:rPr>
                  <a:t>tenha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como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saída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1.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812800" marR="135255" lvl="1" indent="-228600">
                  <a:lnSpc>
                    <a:spcPts val="2590"/>
                  </a:lnSpc>
                  <a:spcBef>
                    <a:spcPts val="515"/>
                  </a:spcBef>
                  <a:buFont typeface="Wingdings"/>
                  <a:buChar char=""/>
                  <a:tabLst>
                    <a:tab pos="813435" algn="l"/>
                    <a:tab pos="3147695" algn="l"/>
                    <a:tab pos="353504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𝑦</a:t>
                </a:r>
                <a:r>
                  <a:rPr lang="pt-BR" sz="2400" spc="18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=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 </a:t>
                </a:r>
                <a:r>
                  <a:rPr lang="pt-BR" sz="2400" dirty="0">
                    <a:latin typeface="Calibri"/>
                    <a:cs typeface="Calibri"/>
                  </a:rPr>
                  <a:t>, mas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ℎ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𝒂</a:t>
                </a:r>
                <a:r>
                  <a:rPr lang="pt-BR" sz="2625" spc="-37" dirty="0">
                    <a:latin typeface="Cambria Math"/>
                    <a:cs typeface="Cambria Math"/>
                  </a:rPr>
                  <a:t>(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400" dirty="0">
                    <a:latin typeface="Cambria Math"/>
                    <a:cs typeface="Cambria Math"/>
                  </a:rPr>
                  <a:t>	=</a:t>
                </a:r>
                <a:r>
                  <a:rPr lang="pt-BR" sz="2400" spc="12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1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então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peso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𝑎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𝑘</a:t>
                </a:r>
                <a:r>
                  <a:rPr lang="pt-BR" sz="2625" spc="442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tem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seu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diminuido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quando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o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𝑘</a:t>
                </a:r>
                <a:r>
                  <a:rPr lang="pt-BR" sz="2625" spc="427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positivo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aumentado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quando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𝑥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𝑘</a:t>
                </a:r>
                <a:r>
                  <a:rPr lang="pt-BR" sz="2625" spc="442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negativo.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1270000" marR="43180" lvl="2" indent="-228600">
                  <a:lnSpc>
                    <a:spcPts val="2150"/>
                  </a:lnSpc>
                  <a:spcBef>
                    <a:spcPts val="585"/>
                  </a:spcBef>
                  <a:buFont typeface="Courier New"/>
                  <a:buChar char="o"/>
                  <a:tabLst>
                    <a:tab pos="1270635" algn="l"/>
                    <a:tab pos="371919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Isso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faz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sentido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pois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nós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queremos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diminuir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produto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escalar</a:t>
                </a:r>
                <a:r>
                  <a:rPr lang="pt-BR" sz="2000" spc="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𝒙</a:t>
                </a:r>
                <a:r>
                  <a:rPr lang="pt-BR" sz="2175" baseline="28735" dirty="0">
                    <a:latin typeface="Cambria Math"/>
                    <a:cs typeface="Cambria Math"/>
                  </a:rPr>
                  <a:t>𝑻</a:t>
                </a:r>
                <a:r>
                  <a:rPr lang="pt-BR" sz="2000" dirty="0">
                    <a:latin typeface="Cambria Math"/>
                    <a:cs typeface="Cambria Math"/>
                  </a:rPr>
                  <a:t>𝒂</a:t>
                </a:r>
                <a:r>
                  <a:rPr lang="pt-BR" sz="2000" dirty="0">
                    <a:latin typeface="Calibri"/>
                    <a:cs typeface="Calibri"/>
                  </a:rPr>
                  <a:t>,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ou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seja,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mbria Math"/>
                    <a:cs typeface="Cambria Math"/>
                  </a:rPr>
                  <a:t>𝑔(𝒙)</a:t>
                </a:r>
                <a:r>
                  <a:rPr lang="pt-BR" sz="2000" spc="-10" dirty="0">
                    <a:latin typeface="Calibri"/>
                    <a:cs typeface="Calibri"/>
                  </a:rPr>
                  <a:t>,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tal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forma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que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ℎ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𝒂</a:t>
                </a:r>
                <a:r>
                  <a:rPr lang="pt-BR" sz="2175" spc="179" baseline="-15325" dirty="0">
                    <a:latin typeface="Cambria Math"/>
                    <a:cs typeface="Cambria Math"/>
                  </a:rPr>
                  <a:t> </a:t>
                </a:r>
                <a:r>
                  <a:rPr lang="pt-BR" sz="2175" spc="179" dirty="0">
                    <a:latin typeface="Cambria Math"/>
                    <a:cs typeface="Cambria Math"/>
                  </a:rPr>
                  <a:t>(</a:t>
                </a:r>
                <a:r>
                  <a:rPr lang="pt-BR" sz="2000" spc="-50" dirty="0">
                    <a:latin typeface="Cambria Math"/>
                    <a:cs typeface="Cambria Math"/>
                  </a:rPr>
                  <a:t>𝒙) </a:t>
                </a:r>
                <a:r>
                  <a:rPr lang="pt-BR" sz="2000" dirty="0">
                    <a:latin typeface="Calibri"/>
                    <a:cs typeface="Calibri"/>
                  </a:rPr>
                  <a:t>tenha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como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saída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0.</a:t>
                </a:r>
                <a:endParaRPr sz="20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68" y="1306906"/>
                <a:ext cx="10629265" cy="5258299"/>
              </a:xfrm>
              <a:prstGeom prst="rect">
                <a:avLst/>
              </a:prstGeom>
              <a:blipFill>
                <a:blip r:embed="rId2"/>
                <a:stretch>
                  <a:fillRect l="-688" t="-348" r="-1376" b="-27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10" dirty="0">
                <a:latin typeface="Calibri Light"/>
                <a:cs typeface="Calibri Light"/>
              </a:rPr>
              <a:t> rígido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32305"/>
            <a:ext cx="11015980" cy="465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regra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perceptron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separador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perfeito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345"/>
              </a:lnSpc>
            </a:pPr>
            <a:r>
              <a:rPr sz="2400" spc="-10" dirty="0">
                <a:latin typeface="Calibri"/>
                <a:cs typeface="Calibri"/>
              </a:rPr>
              <a:t>quando: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 são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suficientemente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separadas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outras,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seja,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 </a:t>
            </a:r>
            <a:r>
              <a:rPr sz="2000" spc="-10" dirty="0">
                <a:latin typeface="Calibri"/>
                <a:cs typeface="Calibri"/>
              </a:rPr>
              <a:t>sobrepõem.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85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Existe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função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discriminante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adequada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para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problema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seja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hiperplano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229235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Separador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perfeito: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exemplos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perfeitamente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classificados.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prática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comum.</a:t>
            </a:r>
            <a:endParaRPr sz="2400" dirty="0">
              <a:latin typeface="Calibri"/>
              <a:cs typeface="Calibri"/>
            </a:endParaRPr>
          </a:p>
          <a:p>
            <a:pPr marL="241300" marR="67881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Nesse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b="1" i="1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perceptron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falha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convergir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uma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perfeita.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geral,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converge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estável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fixos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passo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aprendizagem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𝛼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decresce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acordo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iterações,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regra</a:t>
            </a:r>
            <a:r>
              <a:rPr sz="2400" spc="-25" dirty="0">
                <a:latin typeface="Calibri"/>
                <a:cs typeface="Calibri"/>
              </a:rPr>
              <a:t> tem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convergir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solução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mínimo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são </a:t>
            </a:r>
            <a:r>
              <a:rPr sz="2400" dirty="0">
                <a:latin typeface="Calibri"/>
                <a:cs typeface="Calibri"/>
              </a:rPr>
              <a:t>apresentados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aleatória.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também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early-</a:t>
            </a:r>
            <a:r>
              <a:rPr sz="2400" b="1" i="1" dirty="0">
                <a:latin typeface="Calibri"/>
                <a:cs typeface="Calibri"/>
              </a:rPr>
              <a:t>stopping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pesos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resultaram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menor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erro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validação.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decisão</a:t>
            </a:r>
            <a:r>
              <a:rPr sz="4400" b="0" spc="-10" dirty="0">
                <a:latin typeface="Calibri Light"/>
                <a:cs typeface="Calibri Light"/>
              </a:rPr>
              <a:t> rígido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712" y="1634045"/>
            <a:ext cx="7566659" cy="297908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289560" indent="-228600">
              <a:lnSpc>
                <a:spcPct val="701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Outro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classificadores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de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rígido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falta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informação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sobre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confiança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sobre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uma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classificação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próximos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 </a:t>
            </a:r>
            <a:r>
              <a:rPr sz="2400" b="1" i="1" dirty="0">
                <a:latin typeface="Calibri"/>
                <a:cs typeface="Calibri"/>
              </a:rPr>
              <a:t>fronteira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enquanto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outros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bem </a:t>
            </a:r>
            <a:r>
              <a:rPr sz="2400" dirty="0">
                <a:latin typeface="Calibri"/>
                <a:cs typeface="Calibri"/>
              </a:rPr>
              <a:t>distantes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dela.</a:t>
            </a:r>
            <a:endParaRPr sz="2400" dirty="0">
              <a:latin typeface="Calibri"/>
              <a:cs typeface="Calibri"/>
            </a:endParaRPr>
          </a:p>
          <a:p>
            <a:pPr marL="241300" marR="9969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classificador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rígido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faria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previsão </a:t>
            </a:r>
            <a:r>
              <a:rPr sz="2400" b="1" i="1" spc="-10" dirty="0">
                <a:latin typeface="Calibri"/>
                <a:cs typeface="Calibri"/>
              </a:rPr>
              <a:t>completamente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confiante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pontos </a:t>
            </a:r>
            <a:r>
              <a:rPr sz="2400" dirty="0">
                <a:latin typeface="Calibri"/>
                <a:cs typeface="Calibri"/>
              </a:rPr>
              <a:t>azuis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triângulos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vermelhos,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mesmo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 err="1">
                <a:latin typeface="Calibri"/>
                <a:cs typeface="Calibri"/>
              </a:rPr>
              <a:t>eles</a:t>
            </a:r>
            <a:r>
              <a:rPr lang="pt-BR" sz="2400" spc="-2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possuindo</a:t>
            </a:r>
            <a:r>
              <a:rPr lang="pt-BR" sz="2400" spc="-6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valores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bem</a:t>
            </a:r>
            <a:r>
              <a:rPr lang="pt-BR" sz="2400" spc="-6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diferentes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de</a:t>
            </a:r>
            <a:r>
              <a:rPr lang="pt-BR" sz="2400" spc="-85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mbria Math"/>
                <a:cs typeface="Cambria Math"/>
              </a:rPr>
              <a:t>𝑔(𝒙)</a:t>
            </a:r>
            <a:r>
              <a:rPr lang="pt-BR" sz="2400" spc="-10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712" y="4584289"/>
            <a:ext cx="758637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situações,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precisamos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 err="1">
                <a:latin typeface="Calibri"/>
                <a:cs typeface="Calibri"/>
              </a:rPr>
              <a:t>previsões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spc="-20" dirty="0" err="1">
                <a:latin typeface="Calibri"/>
                <a:cs typeface="Calibri"/>
              </a:rPr>
              <a:t>mais</a:t>
            </a:r>
            <a:r>
              <a:rPr lang="pt-BR" sz="2400" b="1" i="1" spc="-20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graduadas</a:t>
            </a:r>
            <a:r>
              <a:rPr lang="pt-BR" sz="2400" dirty="0">
                <a:latin typeface="Calibri"/>
                <a:cs typeface="Calibri"/>
              </a:rPr>
              <a:t>,</a:t>
            </a:r>
            <a:r>
              <a:rPr lang="pt-BR" sz="2400" spc="-8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que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indiquem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incertezas</a:t>
            </a:r>
            <a:r>
              <a:rPr lang="pt-BR" sz="2400" spc="-6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quanto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à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</a:rPr>
              <a:t>classificação.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12" y="5327091"/>
            <a:ext cx="7436484" cy="14160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problemas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limiar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rígido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podem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ser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resolvidos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com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sua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suavização</a:t>
            </a:r>
            <a:r>
              <a:rPr sz="2400" b="1" i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através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sua </a:t>
            </a:r>
            <a:r>
              <a:rPr sz="2400" dirty="0">
                <a:latin typeface="Calibri"/>
                <a:cs typeface="Calibri"/>
              </a:rPr>
              <a:t>aproximação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contínua,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diferenciável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assuma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valores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reais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dentro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intervalo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0 a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7090" y="1422653"/>
            <a:ext cx="3542157" cy="305092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47371" y="4523181"/>
            <a:ext cx="3618866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Os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pontos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distantes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fronteira</a:t>
            </a:r>
            <a:r>
              <a:rPr sz="1600" b="1" i="1" spc="-30" dirty="0">
                <a:latin typeface="Calibri"/>
                <a:cs typeface="Calibri"/>
              </a:rPr>
              <a:t> </a:t>
            </a:r>
            <a:r>
              <a:rPr sz="1600" b="1" i="1" spc="-25" dirty="0">
                <a:latin typeface="Calibri"/>
                <a:cs typeface="Calibri"/>
              </a:rPr>
              <a:t>de </a:t>
            </a:r>
            <a:r>
              <a:rPr sz="1600" b="1" i="1" dirty="0">
                <a:latin typeface="Calibri"/>
                <a:cs typeface="Calibri"/>
              </a:rPr>
              <a:t>decisão</a:t>
            </a:r>
            <a:r>
              <a:rPr sz="1600" b="1" i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têm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valores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absolutos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𝑔</a:t>
            </a:r>
            <a:r>
              <a:rPr lang="pt-BR" sz="1600" spc="254" dirty="0">
                <a:latin typeface="Cambria Math"/>
                <a:cs typeface="Cambria Math"/>
              </a:rPr>
              <a:t>(</a:t>
            </a:r>
            <a:r>
              <a:rPr sz="1600" spc="-50" dirty="0">
                <a:latin typeface="Cambria Math"/>
                <a:cs typeface="Cambria Math"/>
              </a:rPr>
              <a:t>𝒙</a:t>
            </a:r>
            <a:r>
              <a:rPr lang="pt-BR" sz="1600" spc="-50" dirty="0">
                <a:latin typeface="Cambria Math"/>
                <a:cs typeface="Cambria Math"/>
              </a:rPr>
              <a:t>)</a:t>
            </a:r>
            <a:r>
              <a:rPr sz="1600" spc="-50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bem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maiores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pontos próximos,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quais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têm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valores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𝑔</a:t>
            </a:r>
            <a:r>
              <a:rPr lang="pt-BR" sz="1600" spc="-20" dirty="0">
                <a:latin typeface="Cambria Math"/>
                <a:cs typeface="Cambria Math"/>
              </a:rPr>
              <a:t>(</a:t>
            </a:r>
            <a:r>
              <a:rPr sz="1600" spc="-20" dirty="0">
                <a:latin typeface="Cambria Math"/>
                <a:cs typeface="Cambria Math"/>
              </a:rPr>
              <a:t>𝒙</a:t>
            </a:r>
            <a:r>
              <a:rPr lang="pt-BR" sz="1600" spc="-20" dirty="0">
                <a:latin typeface="Cambria Math"/>
                <a:cs typeface="Cambria Math"/>
              </a:rPr>
              <a:t>)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muito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próximos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0.</a:t>
            </a:r>
            <a:endParaRPr sz="1600" dirty="0">
              <a:latin typeface="Calibri"/>
              <a:cs typeface="Calibri"/>
            </a:endParaRPr>
          </a:p>
          <a:p>
            <a:pPr marL="299085" marR="10477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Ou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seja,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confiança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deveria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maior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pontos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distantes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fronteira.</a:t>
            </a:r>
            <a:endParaRPr sz="1600" dirty="0">
              <a:latin typeface="Calibri"/>
              <a:cs typeface="Calibri"/>
            </a:endParaRPr>
          </a:p>
          <a:p>
            <a:pPr marL="299085" marR="6604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Porém,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isso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não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é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refletido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saída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do </a:t>
            </a:r>
            <a:r>
              <a:rPr sz="1600" spc="-10" dirty="0">
                <a:latin typeface="Calibri"/>
                <a:cs typeface="Calibri"/>
              </a:rPr>
              <a:t>classificador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limiar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rígido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19277"/>
            <a:ext cx="96710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Classificação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função</a:t>
            </a:r>
            <a:r>
              <a:rPr sz="4400" b="0" spc="-3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2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limiar</a:t>
            </a:r>
            <a:r>
              <a:rPr sz="4400" b="0" spc="-2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logístico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5783" y="1219200"/>
            <a:ext cx="8257540" cy="64770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1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sigmóide</a:t>
            </a:r>
            <a:r>
              <a:rPr sz="2400" dirty="0">
                <a:latin typeface="Calibri"/>
                <a:cs typeface="Calibri"/>
              </a:rPr>
              <a:t>),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mostrada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lado,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é </a:t>
            </a:r>
            <a:r>
              <a:rPr sz="2400" dirty="0">
                <a:latin typeface="Calibri"/>
                <a:cs typeface="Calibri"/>
              </a:rPr>
              <a:t>definida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como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5783" y="2286000"/>
            <a:ext cx="7556500" cy="774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apresenta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propriedades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matemáticas.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Utilizando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temos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5783" y="3641452"/>
            <a:ext cx="620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  <a:tab pos="558165" algn="l"/>
                <a:tab pos="930275" algn="l"/>
              </a:tabLst>
            </a:pP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hiperplano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polinômio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5783" y="4207075"/>
            <a:ext cx="8027034" cy="1279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26084">
              <a:lnSpc>
                <a:spcPct val="70000"/>
              </a:lnSpc>
              <a:spcBef>
                <a:spcPts val="965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será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pode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ser</a:t>
            </a:r>
            <a:r>
              <a:rPr lang="pt-BR" sz="2400" spc="-2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interpretado</a:t>
            </a:r>
            <a:r>
              <a:rPr lang="pt-BR" sz="2400" spc="-5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como</a:t>
            </a:r>
            <a:r>
              <a:rPr lang="pt-BR" sz="2400" spc="-5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a</a:t>
            </a:r>
            <a:r>
              <a:rPr lang="pt-BR" sz="2400" spc="-55" dirty="0">
                <a:latin typeface="Calibri"/>
                <a:cs typeface="Calibri"/>
              </a:rPr>
              <a:t> </a:t>
            </a:r>
            <a:r>
              <a:rPr lang="pt-BR" sz="2400" b="1" i="1" dirty="0">
                <a:latin typeface="Calibri"/>
                <a:cs typeface="Calibri"/>
              </a:rPr>
              <a:t>probabilidade</a:t>
            </a:r>
            <a:r>
              <a:rPr lang="pt-BR" sz="2400" b="1" i="1" spc="-8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da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classe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mbria Math"/>
                <a:cs typeface="Cambria Math"/>
              </a:rPr>
              <a:t>𝐶</a:t>
            </a:r>
            <a:r>
              <a:rPr lang="pt-BR" sz="2625" baseline="-15873" dirty="0">
                <a:latin typeface="Cambria Math"/>
                <a:cs typeface="Cambria Math"/>
              </a:rPr>
              <a:t>2</a:t>
            </a:r>
            <a:r>
              <a:rPr lang="pt-BR" sz="2625" spc="330" baseline="-15873" dirty="0">
                <a:latin typeface="Cambria Math"/>
                <a:cs typeface="Cambria Math"/>
              </a:rPr>
              <a:t> </a:t>
            </a:r>
            <a:r>
              <a:rPr lang="pt-BR" sz="2400" dirty="0">
                <a:latin typeface="Calibri"/>
                <a:cs typeface="Calibri"/>
              </a:rPr>
              <a:t>(i.e.,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b="1" i="1" spc="-10" dirty="0">
                <a:latin typeface="Calibri"/>
                <a:cs typeface="Calibri"/>
              </a:rPr>
              <a:t>classe </a:t>
            </a:r>
            <a:r>
              <a:rPr lang="pt-BR" sz="2400" b="1" i="1" dirty="0">
                <a:latin typeface="Calibri"/>
                <a:cs typeface="Calibri"/>
              </a:rPr>
              <a:t>positiva</a:t>
            </a:r>
            <a:r>
              <a:rPr lang="pt-BR" sz="2400" dirty="0">
                <a:latin typeface="Calibri"/>
                <a:cs typeface="Calibri"/>
              </a:rPr>
              <a:t>)</a:t>
            </a:r>
            <a:r>
              <a:rPr lang="pt-BR" sz="2400" spc="-6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dado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um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exemplo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e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o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vetor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de</a:t>
            </a:r>
            <a:r>
              <a:rPr lang="pt-BR" sz="2400" spc="-2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pesos,</a:t>
            </a:r>
            <a:r>
              <a:rPr lang="pt-BR" sz="2400" spc="-20" dirty="0">
                <a:latin typeface="Calibri"/>
                <a:cs typeface="Calibri"/>
              </a:rPr>
              <a:t> </a:t>
            </a:r>
            <a:r>
              <a:rPr lang="pt-BR" sz="2400" spc="-25" dirty="0">
                <a:latin typeface="Cambria Math"/>
                <a:cs typeface="Cambria Math"/>
              </a:rPr>
              <a:t>𝒂</a:t>
            </a:r>
            <a:r>
              <a:rPr lang="pt-BR" sz="2400" spc="-25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  <a:p>
            <a:pPr marL="495300" indent="-229235">
              <a:lnSpc>
                <a:spcPts val="1814"/>
              </a:lnSpc>
              <a:buFont typeface="Wingdings"/>
              <a:buChar char=""/>
              <a:tabLst>
                <a:tab pos="495934" algn="l"/>
              </a:tabLst>
            </a:pPr>
            <a:r>
              <a:rPr lang="pt-BR" sz="2000" dirty="0">
                <a:latin typeface="Calibri"/>
                <a:cs typeface="Calibri"/>
              </a:rPr>
              <a:t>Por</a:t>
            </a:r>
            <a:r>
              <a:rPr lang="pt-BR" sz="2000" spc="-55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exemplo,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qual</a:t>
            </a:r>
            <a:r>
              <a:rPr lang="pt-BR" sz="2000" spc="-4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é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probabilidade</a:t>
            </a:r>
            <a:r>
              <a:rPr lang="pt-BR" sz="2000" spc="-3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da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classe</a:t>
            </a:r>
            <a:r>
              <a:rPr lang="pt-BR" sz="2000" spc="-1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spam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(classe</a:t>
            </a:r>
            <a:r>
              <a:rPr lang="pt-BR" sz="2000" spc="-1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+)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dado</a:t>
            </a:r>
            <a:r>
              <a:rPr lang="pt-BR" sz="2000" spc="-45" dirty="0">
                <a:latin typeface="Calibri"/>
                <a:cs typeface="Calibri"/>
              </a:rPr>
              <a:t> </a:t>
            </a:r>
            <a:r>
              <a:rPr lang="pt-BR" sz="2000" spc="-25" dirty="0">
                <a:latin typeface="Calibri"/>
                <a:cs typeface="Calibri"/>
              </a:rPr>
              <a:t>um</a:t>
            </a:r>
            <a:endParaRPr lang="pt-BR" sz="2000" dirty="0">
              <a:latin typeface="Calibri"/>
              <a:cs typeface="Calibri"/>
            </a:endParaRPr>
          </a:p>
          <a:p>
            <a:pPr marL="495300">
              <a:lnSpc>
                <a:spcPts val="2039"/>
              </a:lnSpc>
            </a:pPr>
            <a:r>
              <a:rPr lang="pt-BR" sz="2000" dirty="0" err="1">
                <a:latin typeface="Calibri"/>
                <a:cs typeface="Calibri"/>
              </a:rPr>
              <a:t>email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(i.e.,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vetor</a:t>
            </a:r>
            <a:r>
              <a:rPr lang="pt-BR" sz="2000" spc="-2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de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atributos)</a:t>
            </a:r>
            <a:r>
              <a:rPr lang="pt-BR" sz="2000" spc="-1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e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os</a:t>
            </a:r>
            <a:r>
              <a:rPr lang="pt-BR" sz="2000" spc="-25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pesos</a:t>
            </a:r>
            <a:r>
              <a:rPr lang="pt-BR" sz="2000" spc="-30" dirty="0">
                <a:latin typeface="Calibri"/>
                <a:cs typeface="Calibri"/>
              </a:rPr>
              <a:t> </a:t>
            </a:r>
            <a:r>
              <a:rPr lang="pt-BR" sz="2000" dirty="0">
                <a:latin typeface="Calibri"/>
                <a:cs typeface="Calibri"/>
              </a:rPr>
              <a:t>do</a:t>
            </a:r>
            <a:r>
              <a:rPr lang="pt-BR" sz="2000" spc="-40" dirty="0">
                <a:latin typeface="Calibri"/>
                <a:cs typeface="Calibri"/>
              </a:rPr>
              <a:t> </a:t>
            </a:r>
            <a:r>
              <a:rPr lang="pt-BR" sz="2000" spc="-10" dirty="0">
                <a:latin typeface="Calibri"/>
                <a:cs typeface="Calibri"/>
              </a:rPr>
              <a:t>modelo?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05783" y="5583074"/>
            <a:ext cx="8209915" cy="1198726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66700" marR="3048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66700" algn="l"/>
                <a:tab pos="3778250" algn="l"/>
                <a:tab pos="408177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hipótese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ℎ</a:t>
            </a:r>
            <a:r>
              <a:rPr sz="2625" spc="-37" baseline="-15873" dirty="0">
                <a:latin typeface="Cambria Math"/>
                <a:cs typeface="Cambria Math"/>
              </a:rPr>
              <a:t>𝒂</a:t>
            </a:r>
            <a:r>
              <a:rPr lang="pt-BR" sz="2625" spc="-37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fronteira</a:t>
            </a:r>
            <a:r>
              <a:rPr sz="24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decisão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suave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confere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probabilidade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0.5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em </a:t>
            </a:r>
            <a:r>
              <a:rPr sz="2400" dirty="0">
                <a:latin typeface="Calibri"/>
                <a:cs typeface="Calibri"/>
              </a:rPr>
              <a:t>cima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fronteira</a:t>
            </a:r>
            <a:r>
              <a:rPr sz="2400" b="1" i="1" spc="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decisão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aproxima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conforme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distancia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fronteira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decisão.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183123" y="1293520"/>
            <a:ext cx="2955290" cy="2682875"/>
            <a:chOff x="9183123" y="1293520"/>
            <a:chExt cx="2955290" cy="2682875"/>
          </a:xfrm>
        </p:grpSpPr>
        <p:sp>
          <p:nvSpPr>
            <p:cNvPr id="32" name="object 32"/>
            <p:cNvSpPr/>
            <p:nvPr/>
          </p:nvSpPr>
          <p:spPr>
            <a:xfrm>
              <a:off x="9500097" y="1452261"/>
              <a:ext cx="2601595" cy="2379980"/>
            </a:xfrm>
            <a:custGeom>
              <a:avLst/>
              <a:gdLst/>
              <a:ahLst/>
              <a:cxnLst/>
              <a:rect l="l" t="t" r="r" b="b"/>
              <a:pathLst>
                <a:path w="2601595" h="2379979">
                  <a:moveTo>
                    <a:pt x="487702" y="2379943"/>
                  </a:moveTo>
                  <a:lnTo>
                    <a:pt x="487701" y="0"/>
                  </a:lnTo>
                </a:path>
                <a:path w="2601595" h="2379979">
                  <a:moveTo>
                    <a:pt x="1300612" y="2379943"/>
                  </a:moveTo>
                  <a:lnTo>
                    <a:pt x="1300612" y="0"/>
                  </a:lnTo>
                </a:path>
                <a:path w="2601595" h="2379979">
                  <a:moveTo>
                    <a:pt x="2113467" y="2379943"/>
                  </a:moveTo>
                  <a:lnTo>
                    <a:pt x="2113467" y="0"/>
                  </a:lnTo>
                </a:path>
                <a:path w="2601595" h="2379979">
                  <a:moveTo>
                    <a:pt x="2601202" y="2379943"/>
                  </a:moveTo>
                  <a:lnTo>
                    <a:pt x="0" y="2379943"/>
                  </a:lnTo>
                </a:path>
                <a:path w="2601595" h="2379979">
                  <a:moveTo>
                    <a:pt x="2601202" y="1189985"/>
                  </a:moveTo>
                  <a:lnTo>
                    <a:pt x="0" y="1189985"/>
                  </a:lnTo>
                </a:path>
                <a:path w="2601595" h="2379979">
                  <a:moveTo>
                    <a:pt x="2601202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08084" y="1450873"/>
              <a:ext cx="2694940" cy="2423795"/>
            </a:xfrm>
            <a:custGeom>
              <a:avLst/>
              <a:gdLst/>
              <a:ahLst/>
              <a:cxnLst/>
              <a:rect l="l" t="t" r="r" b="b"/>
              <a:pathLst>
                <a:path w="2694940" h="2423795">
                  <a:moveTo>
                    <a:pt x="50711" y="2393213"/>
                  </a:moveTo>
                  <a:lnTo>
                    <a:pt x="42913" y="2352256"/>
                  </a:lnTo>
                  <a:lnTo>
                    <a:pt x="40894" y="2349868"/>
                  </a:lnTo>
                  <a:lnTo>
                    <a:pt x="40894" y="2384094"/>
                  </a:lnTo>
                  <a:lnTo>
                    <a:pt x="40614" y="2392845"/>
                  </a:lnTo>
                  <a:lnTo>
                    <a:pt x="29743" y="2415933"/>
                  </a:lnTo>
                  <a:lnTo>
                    <a:pt x="20967" y="2415933"/>
                  </a:lnTo>
                  <a:lnTo>
                    <a:pt x="9817" y="2384094"/>
                  </a:lnTo>
                  <a:lnTo>
                    <a:pt x="10083" y="2376373"/>
                  </a:lnTo>
                  <a:lnTo>
                    <a:pt x="20866" y="2352256"/>
                  </a:lnTo>
                  <a:lnTo>
                    <a:pt x="29705" y="2352256"/>
                  </a:lnTo>
                  <a:lnTo>
                    <a:pt x="40894" y="2384094"/>
                  </a:lnTo>
                  <a:lnTo>
                    <a:pt x="40894" y="2349868"/>
                  </a:lnTo>
                  <a:lnTo>
                    <a:pt x="39484" y="2348547"/>
                  </a:lnTo>
                  <a:lnTo>
                    <a:pt x="33185" y="2345194"/>
                  </a:lnTo>
                  <a:lnTo>
                    <a:pt x="29527" y="2344356"/>
                  </a:lnTo>
                  <a:lnTo>
                    <a:pt x="19697" y="2344356"/>
                  </a:lnTo>
                  <a:lnTo>
                    <a:pt x="0" y="2374900"/>
                  </a:lnTo>
                  <a:lnTo>
                    <a:pt x="0" y="2384094"/>
                  </a:lnTo>
                  <a:lnTo>
                    <a:pt x="11976" y="2421090"/>
                  </a:lnTo>
                  <a:lnTo>
                    <a:pt x="17856" y="2423782"/>
                  </a:lnTo>
                  <a:lnTo>
                    <a:pt x="31051" y="2423782"/>
                  </a:lnTo>
                  <a:lnTo>
                    <a:pt x="35763" y="2422258"/>
                  </a:lnTo>
                  <a:lnTo>
                    <a:pt x="43218" y="2416137"/>
                  </a:lnTo>
                  <a:lnTo>
                    <a:pt x="43345" y="2415933"/>
                  </a:lnTo>
                  <a:lnTo>
                    <a:pt x="46024" y="2411793"/>
                  </a:lnTo>
                  <a:lnTo>
                    <a:pt x="49771" y="2400579"/>
                  </a:lnTo>
                  <a:lnTo>
                    <a:pt x="50711" y="2393213"/>
                  </a:lnTo>
                  <a:close/>
                </a:path>
                <a:path w="2694940" h="2423795">
                  <a:moveTo>
                    <a:pt x="2694609" y="12"/>
                  </a:moveTo>
                  <a:lnTo>
                    <a:pt x="2693212" y="0"/>
                  </a:lnTo>
                  <a:lnTo>
                    <a:pt x="2691815" y="0"/>
                  </a:lnTo>
                  <a:lnTo>
                    <a:pt x="2691815" y="2794"/>
                  </a:lnTo>
                  <a:lnTo>
                    <a:pt x="2691815" y="1189977"/>
                  </a:lnTo>
                  <a:lnTo>
                    <a:pt x="2665793" y="1189977"/>
                  </a:lnTo>
                  <a:lnTo>
                    <a:pt x="2665793" y="1192784"/>
                  </a:lnTo>
                  <a:lnTo>
                    <a:pt x="2691815" y="1192784"/>
                  </a:lnTo>
                  <a:lnTo>
                    <a:pt x="2691815" y="2379929"/>
                  </a:lnTo>
                  <a:lnTo>
                    <a:pt x="2665806" y="2379929"/>
                  </a:lnTo>
                  <a:lnTo>
                    <a:pt x="2206879" y="2379929"/>
                  </a:lnTo>
                  <a:lnTo>
                    <a:pt x="2206879" y="2353907"/>
                  </a:lnTo>
                  <a:lnTo>
                    <a:pt x="2204072" y="2353907"/>
                  </a:lnTo>
                  <a:lnTo>
                    <a:pt x="2204072" y="2379929"/>
                  </a:lnTo>
                  <a:lnTo>
                    <a:pt x="1394015" y="2379929"/>
                  </a:lnTo>
                  <a:lnTo>
                    <a:pt x="1394015" y="2353907"/>
                  </a:lnTo>
                  <a:lnTo>
                    <a:pt x="1391221" y="2353907"/>
                  </a:lnTo>
                  <a:lnTo>
                    <a:pt x="1391221" y="2379929"/>
                  </a:lnTo>
                  <a:lnTo>
                    <a:pt x="581113" y="2379929"/>
                  </a:lnTo>
                  <a:lnTo>
                    <a:pt x="581113" y="2353907"/>
                  </a:lnTo>
                  <a:lnTo>
                    <a:pt x="578307" y="2353907"/>
                  </a:lnTo>
                  <a:lnTo>
                    <a:pt x="578307" y="2379929"/>
                  </a:lnTo>
                  <a:lnTo>
                    <a:pt x="119418" y="2379929"/>
                  </a:lnTo>
                  <a:lnTo>
                    <a:pt x="93408" y="2379929"/>
                  </a:lnTo>
                  <a:lnTo>
                    <a:pt x="93408" y="1192784"/>
                  </a:lnTo>
                  <a:lnTo>
                    <a:pt x="119418" y="1192784"/>
                  </a:lnTo>
                  <a:lnTo>
                    <a:pt x="119418" y="1189977"/>
                  </a:lnTo>
                  <a:lnTo>
                    <a:pt x="93408" y="1189977"/>
                  </a:lnTo>
                  <a:lnTo>
                    <a:pt x="93408" y="2794"/>
                  </a:lnTo>
                  <a:lnTo>
                    <a:pt x="119418" y="2794"/>
                  </a:lnTo>
                  <a:lnTo>
                    <a:pt x="578307" y="2794"/>
                  </a:lnTo>
                  <a:lnTo>
                    <a:pt x="578307" y="28816"/>
                  </a:lnTo>
                  <a:lnTo>
                    <a:pt x="581101" y="28816"/>
                  </a:lnTo>
                  <a:lnTo>
                    <a:pt x="581101" y="2794"/>
                  </a:lnTo>
                  <a:lnTo>
                    <a:pt x="1391221" y="2794"/>
                  </a:lnTo>
                  <a:lnTo>
                    <a:pt x="1391221" y="28816"/>
                  </a:lnTo>
                  <a:lnTo>
                    <a:pt x="1394015" y="28816"/>
                  </a:lnTo>
                  <a:lnTo>
                    <a:pt x="1394015" y="2794"/>
                  </a:lnTo>
                  <a:lnTo>
                    <a:pt x="2204072" y="2794"/>
                  </a:lnTo>
                  <a:lnTo>
                    <a:pt x="2204072" y="28816"/>
                  </a:lnTo>
                  <a:lnTo>
                    <a:pt x="2206879" y="28816"/>
                  </a:lnTo>
                  <a:lnTo>
                    <a:pt x="2206879" y="2794"/>
                  </a:lnTo>
                  <a:lnTo>
                    <a:pt x="2665793" y="2794"/>
                  </a:lnTo>
                  <a:lnTo>
                    <a:pt x="2691815" y="2794"/>
                  </a:lnTo>
                  <a:lnTo>
                    <a:pt x="2691815" y="0"/>
                  </a:lnTo>
                  <a:lnTo>
                    <a:pt x="2665793" y="0"/>
                  </a:lnTo>
                  <a:lnTo>
                    <a:pt x="119418" y="0"/>
                  </a:lnTo>
                  <a:lnTo>
                    <a:pt x="92011" y="0"/>
                  </a:lnTo>
                  <a:lnTo>
                    <a:pt x="90614" y="12"/>
                  </a:lnTo>
                  <a:lnTo>
                    <a:pt x="90614" y="2381326"/>
                  </a:lnTo>
                  <a:lnTo>
                    <a:pt x="92011" y="2381326"/>
                  </a:lnTo>
                  <a:lnTo>
                    <a:pt x="92011" y="2382736"/>
                  </a:lnTo>
                  <a:lnTo>
                    <a:pt x="119418" y="2382736"/>
                  </a:lnTo>
                  <a:lnTo>
                    <a:pt x="2665806" y="2382736"/>
                  </a:lnTo>
                  <a:lnTo>
                    <a:pt x="2693212" y="2382736"/>
                  </a:lnTo>
                  <a:lnTo>
                    <a:pt x="2694584" y="2382736"/>
                  </a:lnTo>
                  <a:lnTo>
                    <a:pt x="2694584" y="2381326"/>
                  </a:lnTo>
                  <a:lnTo>
                    <a:pt x="2694609" y="1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1598" y="2605254"/>
              <a:ext cx="144843" cy="7941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415410" y="1428495"/>
              <a:ext cx="29209" cy="65405"/>
            </a:xfrm>
            <a:custGeom>
              <a:avLst/>
              <a:gdLst/>
              <a:ahLst/>
              <a:cxnLst/>
              <a:rect l="l" t="t" r="r" b="b"/>
              <a:pathLst>
                <a:path w="29209" h="65405">
                  <a:moveTo>
                    <a:pt x="28640" y="4066"/>
                  </a:moveTo>
                  <a:lnTo>
                    <a:pt x="19092" y="4066"/>
                  </a:lnTo>
                  <a:lnTo>
                    <a:pt x="19092" y="64900"/>
                  </a:lnTo>
                  <a:lnTo>
                    <a:pt x="28640" y="64900"/>
                  </a:lnTo>
                  <a:lnTo>
                    <a:pt x="28640" y="4066"/>
                  </a:lnTo>
                  <a:close/>
                </a:path>
                <a:path w="29209" h="65405">
                  <a:moveTo>
                    <a:pt x="28640" y="0"/>
                  </a:moveTo>
                  <a:lnTo>
                    <a:pt x="10859" y="0"/>
                  </a:lnTo>
                  <a:lnTo>
                    <a:pt x="10007" y="764"/>
                  </a:lnTo>
                  <a:lnTo>
                    <a:pt x="5342" y="3842"/>
                  </a:lnTo>
                  <a:lnTo>
                    <a:pt x="0" y="6360"/>
                  </a:lnTo>
                  <a:lnTo>
                    <a:pt x="0" y="15538"/>
                  </a:lnTo>
                  <a:lnTo>
                    <a:pt x="2970" y="14475"/>
                  </a:lnTo>
                  <a:lnTo>
                    <a:pt x="6321" y="12796"/>
                  </a:lnTo>
                  <a:lnTo>
                    <a:pt x="13783" y="8431"/>
                  </a:lnTo>
                  <a:lnTo>
                    <a:pt x="16798" y="6248"/>
                  </a:lnTo>
                  <a:lnTo>
                    <a:pt x="19092" y="4066"/>
                  </a:lnTo>
                  <a:lnTo>
                    <a:pt x="28640" y="4066"/>
                  </a:lnTo>
                  <a:lnTo>
                    <a:pt x="2864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3123" y="2567533"/>
              <a:ext cx="101937" cy="15558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500097" y="1453100"/>
              <a:ext cx="2601595" cy="2378710"/>
            </a:xfrm>
            <a:custGeom>
              <a:avLst/>
              <a:gdLst/>
              <a:ahLst/>
              <a:cxnLst/>
              <a:rect l="l" t="t" r="r" b="b"/>
              <a:pathLst>
                <a:path w="2601595" h="2378710">
                  <a:moveTo>
                    <a:pt x="0" y="2378303"/>
                  </a:moveTo>
                  <a:lnTo>
                    <a:pt x="0" y="2378303"/>
                  </a:lnTo>
                  <a:lnTo>
                    <a:pt x="5593" y="2378275"/>
                  </a:lnTo>
                  <a:lnTo>
                    <a:pt x="11187" y="2378247"/>
                  </a:lnTo>
                  <a:lnTo>
                    <a:pt x="16781" y="2378214"/>
                  </a:lnTo>
                  <a:lnTo>
                    <a:pt x="22375" y="2378186"/>
                  </a:lnTo>
                  <a:lnTo>
                    <a:pt x="27969" y="2378152"/>
                  </a:lnTo>
                  <a:lnTo>
                    <a:pt x="33563" y="2378119"/>
                  </a:lnTo>
                  <a:lnTo>
                    <a:pt x="39157" y="2378085"/>
                  </a:lnTo>
                  <a:lnTo>
                    <a:pt x="44751" y="2378051"/>
                  </a:lnTo>
                  <a:lnTo>
                    <a:pt x="50345" y="2378012"/>
                  </a:lnTo>
                  <a:lnTo>
                    <a:pt x="55939" y="2377973"/>
                  </a:lnTo>
                  <a:lnTo>
                    <a:pt x="61533" y="2377934"/>
                  </a:lnTo>
                  <a:lnTo>
                    <a:pt x="67127" y="2377895"/>
                  </a:lnTo>
                  <a:lnTo>
                    <a:pt x="72721" y="2377856"/>
                  </a:lnTo>
                  <a:lnTo>
                    <a:pt x="78315" y="2377811"/>
                  </a:lnTo>
                  <a:lnTo>
                    <a:pt x="83909" y="2377766"/>
                  </a:lnTo>
                  <a:lnTo>
                    <a:pt x="89502" y="2377716"/>
                  </a:lnTo>
                  <a:lnTo>
                    <a:pt x="95096" y="2377671"/>
                  </a:lnTo>
                  <a:lnTo>
                    <a:pt x="100690" y="2377620"/>
                  </a:lnTo>
                  <a:lnTo>
                    <a:pt x="106284" y="2377564"/>
                  </a:lnTo>
                  <a:lnTo>
                    <a:pt x="111878" y="2377514"/>
                  </a:lnTo>
                  <a:lnTo>
                    <a:pt x="117472" y="2377458"/>
                  </a:lnTo>
                  <a:lnTo>
                    <a:pt x="123066" y="2377402"/>
                  </a:lnTo>
                  <a:lnTo>
                    <a:pt x="128660" y="2377341"/>
                  </a:lnTo>
                  <a:lnTo>
                    <a:pt x="134254" y="2377279"/>
                  </a:lnTo>
                  <a:lnTo>
                    <a:pt x="139848" y="2377218"/>
                  </a:lnTo>
                  <a:lnTo>
                    <a:pt x="145442" y="2377150"/>
                  </a:lnTo>
                  <a:lnTo>
                    <a:pt x="151036" y="2377083"/>
                  </a:lnTo>
                  <a:lnTo>
                    <a:pt x="156630" y="2377010"/>
                  </a:lnTo>
                  <a:lnTo>
                    <a:pt x="162224" y="2376938"/>
                  </a:lnTo>
                  <a:lnTo>
                    <a:pt x="167818" y="2376859"/>
                  </a:lnTo>
                  <a:lnTo>
                    <a:pt x="173411" y="2376781"/>
                  </a:lnTo>
                  <a:lnTo>
                    <a:pt x="179005" y="2376703"/>
                  </a:lnTo>
                  <a:lnTo>
                    <a:pt x="184599" y="2376619"/>
                  </a:lnTo>
                  <a:lnTo>
                    <a:pt x="190193" y="2376529"/>
                  </a:lnTo>
                  <a:lnTo>
                    <a:pt x="195787" y="2376440"/>
                  </a:lnTo>
                  <a:lnTo>
                    <a:pt x="201381" y="2376350"/>
                  </a:lnTo>
                  <a:lnTo>
                    <a:pt x="206997" y="2376255"/>
                  </a:lnTo>
                  <a:lnTo>
                    <a:pt x="212591" y="2376154"/>
                  </a:lnTo>
                  <a:lnTo>
                    <a:pt x="218185" y="2376048"/>
                  </a:lnTo>
                  <a:lnTo>
                    <a:pt x="223779" y="2375942"/>
                  </a:lnTo>
                  <a:lnTo>
                    <a:pt x="229373" y="2375835"/>
                  </a:lnTo>
                  <a:lnTo>
                    <a:pt x="234967" y="2375718"/>
                  </a:lnTo>
                  <a:lnTo>
                    <a:pt x="240561" y="2375600"/>
                  </a:lnTo>
                  <a:lnTo>
                    <a:pt x="246155" y="2375477"/>
                  </a:lnTo>
                  <a:lnTo>
                    <a:pt x="251749" y="2375354"/>
                  </a:lnTo>
                  <a:lnTo>
                    <a:pt x="257343" y="2375220"/>
                  </a:lnTo>
                  <a:lnTo>
                    <a:pt x="262937" y="2375085"/>
                  </a:lnTo>
                  <a:lnTo>
                    <a:pt x="268531" y="2374945"/>
                  </a:lnTo>
                  <a:lnTo>
                    <a:pt x="274125" y="2374800"/>
                  </a:lnTo>
                  <a:lnTo>
                    <a:pt x="279719" y="2374649"/>
                  </a:lnTo>
                  <a:lnTo>
                    <a:pt x="285313" y="2374492"/>
                  </a:lnTo>
                  <a:lnTo>
                    <a:pt x="290907" y="2374335"/>
                  </a:lnTo>
                  <a:lnTo>
                    <a:pt x="296500" y="2374167"/>
                  </a:lnTo>
                  <a:lnTo>
                    <a:pt x="302094" y="2373994"/>
                  </a:lnTo>
                  <a:lnTo>
                    <a:pt x="307688" y="2373815"/>
                  </a:lnTo>
                  <a:lnTo>
                    <a:pt x="313282" y="2373630"/>
                  </a:lnTo>
                  <a:lnTo>
                    <a:pt x="318876" y="2373440"/>
                  </a:lnTo>
                  <a:lnTo>
                    <a:pt x="324470" y="2373244"/>
                  </a:lnTo>
                  <a:lnTo>
                    <a:pt x="330064" y="2373037"/>
                  </a:lnTo>
                  <a:lnTo>
                    <a:pt x="335658" y="2372824"/>
                  </a:lnTo>
                  <a:lnTo>
                    <a:pt x="341252" y="2372606"/>
                  </a:lnTo>
                  <a:lnTo>
                    <a:pt x="346846" y="2372382"/>
                  </a:lnTo>
                  <a:lnTo>
                    <a:pt x="352440" y="2372147"/>
                  </a:lnTo>
                  <a:lnTo>
                    <a:pt x="358034" y="2371901"/>
                  </a:lnTo>
                  <a:lnTo>
                    <a:pt x="363628" y="2371649"/>
                  </a:lnTo>
                  <a:lnTo>
                    <a:pt x="369222" y="2371392"/>
                  </a:lnTo>
                  <a:lnTo>
                    <a:pt x="374816" y="2371123"/>
                  </a:lnTo>
                  <a:lnTo>
                    <a:pt x="380409" y="2370843"/>
                  </a:lnTo>
                  <a:lnTo>
                    <a:pt x="386003" y="2370558"/>
                  </a:lnTo>
                  <a:lnTo>
                    <a:pt x="391597" y="2370255"/>
                  </a:lnTo>
                  <a:lnTo>
                    <a:pt x="397191" y="2369948"/>
                  </a:lnTo>
                  <a:lnTo>
                    <a:pt x="402785" y="2369629"/>
                  </a:lnTo>
                  <a:lnTo>
                    <a:pt x="408379" y="2369298"/>
                  </a:lnTo>
                  <a:lnTo>
                    <a:pt x="413973" y="2368957"/>
                  </a:lnTo>
                  <a:lnTo>
                    <a:pt x="419567" y="2368604"/>
                  </a:lnTo>
                  <a:lnTo>
                    <a:pt x="425161" y="2368241"/>
                  </a:lnTo>
                  <a:lnTo>
                    <a:pt x="430755" y="2367860"/>
                  </a:lnTo>
                  <a:lnTo>
                    <a:pt x="436349" y="2367468"/>
                  </a:lnTo>
                  <a:lnTo>
                    <a:pt x="441943" y="2367065"/>
                  </a:lnTo>
                  <a:lnTo>
                    <a:pt x="447537" y="2366646"/>
                  </a:lnTo>
                  <a:lnTo>
                    <a:pt x="453131" y="2366209"/>
                  </a:lnTo>
                  <a:lnTo>
                    <a:pt x="458725" y="2365761"/>
                  </a:lnTo>
                  <a:lnTo>
                    <a:pt x="464319" y="2365297"/>
                  </a:lnTo>
                  <a:lnTo>
                    <a:pt x="469912" y="2364816"/>
                  </a:lnTo>
                  <a:lnTo>
                    <a:pt x="475506" y="2364323"/>
                  </a:lnTo>
                  <a:lnTo>
                    <a:pt x="481100" y="2363808"/>
                  </a:lnTo>
                  <a:lnTo>
                    <a:pt x="486694" y="2363277"/>
                  </a:lnTo>
                  <a:lnTo>
                    <a:pt x="492288" y="2362723"/>
                  </a:lnTo>
                  <a:lnTo>
                    <a:pt x="497882" y="2362157"/>
                  </a:lnTo>
                  <a:lnTo>
                    <a:pt x="503476" y="2361564"/>
                  </a:lnTo>
                  <a:lnTo>
                    <a:pt x="509070" y="2360960"/>
                  </a:lnTo>
                  <a:lnTo>
                    <a:pt x="514664" y="2360327"/>
                  </a:lnTo>
                  <a:lnTo>
                    <a:pt x="520258" y="2359672"/>
                  </a:lnTo>
                  <a:lnTo>
                    <a:pt x="525852" y="2359001"/>
                  </a:lnTo>
                  <a:lnTo>
                    <a:pt x="531446" y="2358301"/>
                  </a:lnTo>
                  <a:lnTo>
                    <a:pt x="537040" y="2357579"/>
                  </a:lnTo>
                  <a:lnTo>
                    <a:pt x="542634" y="2356835"/>
                  </a:lnTo>
                  <a:lnTo>
                    <a:pt x="548228" y="2356063"/>
                  </a:lnTo>
                  <a:lnTo>
                    <a:pt x="553821" y="2355262"/>
                  </a:lnTo>
                  <a:lnTo>
                    <a:pt x="559415" y="2354440"/>
                  </a:lnTo>
                  <a:lnTo>
                    <a:pt x="565009" y="2353583"/>
                  </a:lnTo>
                  <a:lnTo>
                    <a:pt x="570603" y="2352699"/>
                  </a:lnTo>
                  <a:lnTo>
                    <a:pt x="576197" y="2351787"/>
                  </a:lnTo>
                  <a:lnTo>
                    <a:pt x="581791" y="2350841"/>
                  </a:lnTo>
                  <a:lnTo>
                    <a:pt x="587385" y="2349867"/>
                  </a:lnTo>
                  <a:lnTo>
                    <a:pt x="592979" y="2348854"/>
                  </a:lnTo>
                  <a:lnTo>
                    <a:pt x="598573" y="2347813"/>
                  </a:lnTo>
                  <a:lnTo>
                    <a:pt x="604167" y="2346733"/>
                  </a:lnTo>
                  <a:lnTo>
                    <a:pt x="604167" y="2346728"/>
                  </a:lnTo>
                  <a:lnTo>
                    <a:pt x="609761" y="2345614"/>
                  </a:lnTo>
                  <a:lnTo>
                    <a:pt x="615355" y="2344456"/>
                  </a:lnTo>
                  <a:lnTo>
                    <a:pt x="620949" y="2343263"/>
                  </a:lnTo>
                  <a:lnTo>
                    <a:pt x="626543" y="2342027"/>
                  </a:lnTo>
                  <a:lnTo>
                    <a:pt x="632137" y="2340751"/>
                  </a:lnTo>
                  <a:lnTo>
                    <a:pt x="637731" y="2339430"/>
                  </a:lnTo>
                  <a:lnTo>
                    <a:pt x="643324" y="2338064"/>
                  </a:lnTo>
                  <a:lnTo>
                    <a:pt x="648918" y="2336654"/>
                  </a:lnTo>
                  <a:lnTo>
                    <a:pt x="654512" y="2335199"/>
                  </a:lnTo>
                  <a:lnTo>
                    <a:pt x="660106" y="2333688"/>
                  </a:lnTo>
                  <a:lnTo>
                    <a:pt x="665700" y="2332132"/>
                  </a:lnTo>
                  <a:lnTo>
                    <a:pt x="671294" y="2330520"/>
                  </a:lnTo>
                  <a:lnTo>
                    <a:pt x="676888" y="2328858"/>
                  </a:lnTo>
                  <a:lnTo>
                    <a:pt x="682482" y="2327134"/>
                  </a:lnTo>
                  <a:lnTo>
                    <a:pt x="688076" y="2325355"/>
                  </a:lnTo>
                  <a:lnTo>
                    <a:pt x="693670" y="2323519"/>
                  </a:lnTo>
                  <a:lnTo>
                    <a:pt x="699264" y="2321622"/>
                  </a:lnTo>
                  <a:lnTo>
                    <a:pt x="704858" y="2319657"/>
                  </a:lnTo>
                  <a:lnTo>
                    <a:pt x="710452" y="2317631"/>
                  </a:lnTo>
                  <a:lnTo>
                    <a:pt x="716046" y="2315538"/>
                  </a:lnTo>
                  <a:lnTo>
                    <a:pt x="721640" y="2313373"/>
                  </a:lnTo>
                  <a:lnTo>
                    <a:pt x="727233" y="2311140"/>
                  </a:lnTo>
                  <a:lnTo>
                    <a:pt x="732827" y="2308828"/>
                  </a:lnTo>
                  <a:lnTo>
                    <a:pt x="738421" y="2306444"/>
                  </a:lnTo>
                  <a:lnTo>
                    <a:pt x="744015" y="2303982"/>
                  </a:lnTo>
                  <a:lnTo>
                    <a:pt x="749609" y="2301435"/>
                  </a:lnTo>
                  <a:lnTo>
                    <a:pt x="755203" y="2298810"/>
                  </a:lnTo>
                  <a:lnTo>
                    <a:pt x="760797" y="2296096"/>
                  </a:lnTo>
                  <a:lnTo>
                    <a:pt x="766391" y="2293298"/>
                  </a:lnTo>
                  <a:lnTo>
                    <a:pt x="771985" y="2290404"/>
                  </a:lnTo>
                  <a:lnTo>
                    <a:pt x="777579" y="2287422"/>
                  </a:lnTo>
                  <a:lnTo>
                    <a:pt x="783173" y="2284338"/>
                  </a:lnTo>
                  <a:lnTo>
                    <a:pt x="788767" y="2281153"/>
                  </a:lnTo>
                  <a:lnTo>
                    <a:pt x="794361" y="2277874"/>
                  </a:lnTo>
                  <a:lnTo>
                    <a:pt x="799955" y="2274482"/>
                  </a:lnTo>
                  <a:lnTo>
                    <a:pt x="805549" y="2270990"/>
                  </a:lnTo>
                  <a:lnTo>
                    <a:pt x="811142" y="2267380"/>
                  </a:lnTo>
                  <a:lnTo>
                    <a:pt x="816736" y="2263659"/>
                  </a:lnTo>
                  <a:lnTo>
                    <a:pt x="822330" y="2259820"/>
                  </a:lnTo>
                  <a:lnTo>
                    <a:pt x="827924" y="2255863"/>
                  </a:lnTo>
                  <a:lnTo>
                    <a:pt x="833518" y="2251777"/>
                  </a:lnTo>
                  <a:lnTo>
                    <a:pt x="839112" y="2247569"/>
                  </a:lnTo>
                  <a:lnTo>
                    <a:pt x="844706" y="2243226"/>
                  </a:lnTo>
                  <a:lnTo>
                    <a:pt x="850300" y="2238749"/>
                  </a:lnTo>
                  <a:lnTo>
                    <a:pt x="855894" y="2234137"/>
                  </a:lnTo>
                  <a:lnTo>
                    <a:pt x="861488" y="2229380"/>
                  </a:lnTo>
                  <a:lnTo>
                    <a:pt x="867082" y="2224478"/>
                  </a:lnTo>
                  <a:lnTo>
                    <a:pt x="872676" y="2219430"/>
                  </a:lnTo>
                  <a:lnTo>
                    <a:pt x="878270" y="2214230"/>
                  </a:lnTo>
                  <a:lnTo>
                    <a:pt x="883864" y="2208869"/>
                  </a:lnTo>
                  <a:lnTo>
                    <a:pt x="889458" y="2203351"/>
                  </a:lnTo>
                  <a:lnTo>
                    <a:pt x="895052" y="2197665"/>
                  </a:lnTo>
                  <a:lnTo>
                    <a:pt x="900645" y="2191816"/>
                  </a:lnTo>
                  <a:lnTo>
                    <a:pt x="906239" y="2185789"/>
                  </a:lnTo>
                  <a:lnTo>
                    <a:pt x="911833" y="2179588"/>
                  </a:lnTo>
                  <a:lnTo>
                    <a:pt x="917427" y="2173208"/>
                  </a:lnTo>
                  <a:lnTo>
                    <a:pt x="923021" y="2166649"/>
                  </a:lnTo>
                  <a:lnTo>
                    <a:pt x="923021" y="2166643"/>
                  </a:lnTo>
                  <a:lnTo>
                    <a:pt x="928615" y="2159894"/>
                  </a:lnTo>
                  <a:lnTo>
                    <a:pt x="934209" y="2152949"/>
                  </a:lnTo>
                  <a:lnTo>
                    <a:pt x="939803" y="2145807"/>
                  </a:lnTo>
                  <a:lnTo>
                    <a:pt x="945397" y="2138465"/>
                  </a:lnTo>
                  <a:lnTo>
                    <a:pt x="950991" y="2130926"/>
                  </a:lnTo>
                  <a:lnTo>
                    <a:pt x="956585" y="2123147"/>
                  </a:lnTo>
                  <a:lnTo>
                    <a:pt x="962179" y="2115200"/>
                  </a:lnTo>
                  <a:lnTo>
                    <a:pt x="967773" y="2107029"/>
                  </a:lnTo>
                  <a:lnTo>
                    <a:pt x="973367" y="2098634"/>
                  </a:lnTo>
                  <a:lnTo>
                    <a:pt x="978961" y="2090016"/>
                  </a:lnTo>
                  <a:lnTo>
                    <a:pt x="984554" y="2081117"/>
                  </a:lnTo>
                  <a:lnTo>
                    <a:pt x="990148" y="2072051"/>
                  </a:lnTo>
                  <a:lnTo>
                    <a:pt x="995742" y="2062705"/>
                  </a:lnTo>
                  <a:lnTo>
                    <a:pt x="1001336" y="2053191"/>
                  </a:lnTo>
                  <a:lnTo>
                    <a:pt x="1006930" y="2043397"/>
                  </a:lnTo>
                  <a:lnTo>
                    <a:pt x="1012524" y="2033323"/>
                  </a:lnTo>
                  <a:lnTo>
                    <a:pt x="1018118" y="2023026"/>
                  </a:lnTo>
                  <a:lnTo>
                    <a:pt x="1023712" y="2012504"/>
                  </a:lnTo>
                  <a:lnTo>
                    <a:pt x="1029306" y="2001703"/>
                  </a:lnTo>
                  <a:lnTo>
                    <a:pt x="1034900" y="1990622"/>
                  </a:lnTo>
                  <a:lnTo>
                    <a:pt x="1040494" y="1979317"/>
                  </a:lnTo>
                  <a:lnTo>
                    <a:pt x="1046088" y="1967732"/>
                  </a:lnTo>
                  <a:lnTo>
                    <a:pt x="1051682" y="1955923"/>
                  </a:lnTo>
                  <a:lnTo>
                    <a:pt x="1057276" y="1943779"/>
                  </a:lnTo>
                  <a:lnTo>
                    <a:pt x="1062869" y="1931411"/>
                  </a:lnTo>
                  <a:lnTo>
                    <a:pt x="1068463" y="1918763"/>
                  </a:lnTo>
                  <a:lnTo>
                    <a:pt x="1074057" y="1905891"/>
                  </a:lnTo>
                  <a:lnTo>
                    <a:pt x="1079651" y="1892683"/>
                  </a:lnTo>
                  <a:lnTo>
                    <a:pt x="1085245" y="1879251"/>
                  </a:lnTo>
                  <a:lnTo>
                    <a:pt x="1090839" y="1865540"/>
                  </a:lnTo>
                  <a:lnTo>
                    <a:pt x="1096433" y="1851549"/>
                  </a:lnTo>
                  <a:lnTo>
                    <a:pt x="1102027" y="1837277"/>
                  </a:lnTo>
                  <a:lnTo>
                    <a:pt x="1107621" y="1822727"/>
                  </a:lnTo>
                  <a:lnTo>
                    <a:pt x="1113215" y="1807952"/>
                  </a:lnTo>
                  <a:lnTo>
                    <a:pt x="1118809" y="1792841"/>
                  </a:lnTo>
                  <a:lnTo>
                    <a:pt x="1124403" y="1777507"/>
                  </a:lnTo>
                  <a:lnTo>
                    <a:pt x="1129997" y="1761948"/>
                  </a:lnTo>
                  <a:lnTo>
                    <a:pt x="1135591" y="1746054"/>
                  </a:lnTo>
                  <a:lnTo>
                    <a:pt x="1141185" y="1729936"/>
                  </a:lnTo>
                  <a:lnTo>
                    <a:pt x="1146778" y="1713595"/>
                  </a:lnTo>
                  <a:lnTo>
                    <a:pt x="1152372" y="1696973"/>
                  </a:lnTo>
                  <a:lnTo>
                    <a:pt x="1157966" y="1680072"/>
                  </a:lnTo>
                  <a:lnTo>
                    <a:pt x="1163560" y="1663002"/>
                  </a:lnTo>
                  <a:lnTo>
                    <a:pt x="1169154" y="1645653"/>
                  </a:lnTo>
                  <a:lnTo>
                    <a:pt x="1174748" y="1628080"/>
                  </a:lnTo>
                  <a:lnTo>
                    <a:pt x="1180342" y="1610283"/>
                  </a:lnTo>
                  <a:lnTo>
                    <a:pt x="1185936" y="1592262"/>
                  </a:lnTo>
                  <a:lnTo>
                    <a:pt x="1191530" y="1574018"/>
                  </a:lnTo>
                  <a:lnTo>
                    <a:pt x="1197124" y="1555605"/>
                  </a:lnTo>
                  <a:lnTo>
                    <a:pt x="1202718" y="1536969"/>
                  </a:lnTo>
                  <a:lnTo>
                    <a:pt x="1208312" y="1518165"/>
                  </a:lnTo>
                  <a:lnTo>
                    <a:pt x="1213906" y="1499136"/>
                  </a:lnTo>
                  <a:lnTo>
                    <a:pt x="1219500" y="1479996"/>
                  </a:lnTo>
                  <a:lnTo>
                    <a:pt x="1225094" y="1460632"/>
                  </a:lnTo>
                  <a:lnTo>
                    <a:pt x="1230687" y="1441157"/>
                  </a:lnTo>
                  <a:lnTo>
                    <a:pt x="1236281" y="1421569"/>
                  </a:lnTo>
                  <a:lnTo>
                    <a:pt x="1241875" y="1401813"/>
                  </a:lnTo>
                  <a:lnTo>
                    <a:pt x="1247469" y="1381946"/>
                  </a:lnTo>
                  <a:lnTo>
                    <a:pt x="1247469" y="1381890"/>
                  </a:lnTo>
                  <a:lnTo>
                    <a:pt x="1253063" y="1361910"/>
                  </a:lnTo>
                  <a:lnTo>
                    <a:pt x="1258657" y="1341819"/>
                  </a:lnTo>
                  <a:lnTo>
                    <a:pt x="1264251" y="1321671"/>
                  </a:lnTo>
                  <a:lnTo>
                    <a:pt x="1269845" y="1301412"/>
                  </a:lnTo>
                  <a:lnTo>
                    <a:pt x="1275439" y="1281096"/>
                  </a:lnTo>
                  <a:lnTo>
                    <a:pt x="1281033" y="1260725"/>
                  </a:lnTo>
                  <a:lnTo>
                    <a:pt x="1286627" y="1240298"/>
                  </a:lnTo>
                  <a:lnTo>
                    <a:pt x="1292221" y="1219871"/>
                  </a:lnTo>
                  <a:lnTo>
                    <a:pt x="1297815" y="1199387"/>
                  </a:lnTo>
                  <a:lnTo>
                    <a:pt x="1303409" y="1178904"/>
                  </a:lnTo>
                  <a:lnTo>
                    <a:pt x="1309002" y="1158421"/>
                  </a:lnTo>
                  <a:lnTo>
                    <a:pt x="1314596" y="1137994"/>
                  </a:lnTo>
                  <a:lnTo>
                    <a:pt x="1320190" y="1117566"/>
                  </a:lnTo>
                  <a:lnTo>
                    <a:pt x="1325784" y="1097195"/>
                  </a:lnTo>
                  <a:lnTo>
                    <a:pt x="1331378" y="1076880"/>
                  </a:lnTo>
                  <a:lnTo>
                    <a:pt x="1336972" y="1056620"/>
                  </a:lnTo>
                  <a:lnTo>
                    <a:pt x="1342566" y="1036473"/>
                  </a:lnTo>
                  <a:lnTo>
                    <a:pt x="1348160" y="1016382"/>
                  </a:lnTo>
                  <a:lnTo>
                    <a:pt x="1353754" y="996346"/>
                  </a:lnTo>
                  <a:lnTo>
                    <a:pt x="1359348" y="976478"/>
                  </a:lnTo>
                  <a:lnTo>
                    <a:pt x="1364942" y="956723"/>
                  </a:lnTo>
                  <a:lnTo>
                    <a:pt x="1370536" y="937135"/>
                  </a:lnTo>
                  <a:lnTo>
                    <a:pt x="1376130" y="917603"/>
                  </a:lnTo>
                  <a:lnTo>
                    <a:pt x="1381724" y="898295"/>
                  </a:lnTo>
                  <a:lnTo>
                    <a:pt x="1387317" y="879155"/>
                  </a:lnTo>
                  <a:lnTo>
                    <a:pt x="1392911" y="860127"/>
                  </a:lnTo>
                  <a:lnTo>
                    <a:pt x="1398505" y="841323"/>
                  </a:lnTo>
                  <a:lnTo>
                    <a:pt x="1404099" y="822686"/>
                  </a:lnTo>
                  <a:lnTo>
                    <a:pt x="1409693" y="804274"/>
                  </a:lnTo>
                  <a:lnTo>
                    <a:pt x="1415287" y="786029"/>
                  </a:lnTo>
                  <a:lnTo>
                    <a:pt x="1420881" y="768008"/>
                  </a:lnTo>
                  <a:lnTo>
                    <a:pt x="1426475" y="750212"/>
                  </a:lnTo>
                  <a:lnTo>
                    <a:pt x="1432069" y="732639"/>
                  </a:lnTo>
                  <a:lnTo>
                    <a:pt x="1437663" y="715289"/>
                  </a:lnTo>
                  <a:lnTo>
                    <a:pt x="1443257" y="698220"/>
                  </a:lnTo>
                  <a:lnTo>
                    <a:pt x="1448851" y="681319"/>
                  </a:lnTo>
                  <a:lnTo>
                    <a:pt x="1454445" y="664697"/>
                  </a:lnTo>
                  <a:lnTo>
                    <a:pt x="1460039" y="648355"/>
                  </a:lnTo>
                  <a:lnTo>
                    <a:pt x="1465633" y="632237"/>
                  </a:lnTo>
                  <a:lnTo>
                    <a:pt x="1471226" y="616343"/>
                  </a:lnTo>
                  <a:lnTo>
                    <a:pt x="1476820" y="600785"/>
                  </a:lnTo>
                  <a:lnTo>
                    <a:pt x="1482414" y="585450"/>
                  </a:lnTo>
                  <a:lnTo>
                    <a:pt x="1488008" y="570340"/>
                  </a:lnTo>
                  <a:lnTo>
                    <a:pt x="1493602" y="555565"/>
                  </a:lnTo>
                  <a:lnTo>
                    <a:pt x="1499196" y="541014"/>
                  </a:lnTo>
                  <a:lnTo>
                    <a:pt x="1504790" y="526743"/>
                  </a:lnTo>
                  <a:lnTo>
                    <a:pt x="1510384" y="512752"/>
                  </a:lnTo>
                  <a:lnTo>
                    <a:pt x="1515978" y="499040"/>
                  </a:lnTo>
                  <a:lnTo>
                    <a:pt x="1521572" y="485609"/>
                  </a:lnTo>
                  <a:lnTo>
                    <a:pt x="1527166" y="472401"/>
                  </a:lnTo>
                  <a:lnTo>
                    <a:pt x="1532760" y="459529"/>
                  </a:lnTo>
                  <a:lnTo>
                    <a:pt x="1538354" y="446881"/>
                  </a:lnTo>
                  <a:lnTo>
                    <a:pt x="1543948" y="434512"/>
                  </a:lnTo>
                  <a:lnTo>
                    <a:pt x="1549541" y="422368"/>
                  </a:lnTo>
                  <a:lnTo>
                    <a:pt x="1555135" y="410559"/>
                  </a:lnTo>
                  <a:lnTo>
                    <a:pt x="1560729" y="398975"/>
                  </a:lnTo>
                  <a:lnTo>
                    <a:pt x="1566323" y="387670"/>
                  </a:lnTo>
                  <a:lnTo>
                    <a:pt x="1571917" y="376589"/>
                  </a:lnTo>
                  <a:lnTo>
                    <a:pt x="1577511" y="365787"/>
                  </a:lnTo>
                  <a:lnTo>
                    <a:pt x="1583105" y="355266"/>
                  </a:lnTo>
                  <a:lnTo>
                    <a:pt x="1588699" y="344968"/>
                  </a:lnTo>
                  <a:lnTo>
                    <a:pt x="1594293" y="334895"/>
                  </a:lnTo>
                  <a:lnTo>
                    <a:pt x="1599887" y="325101"/>
                  </a:lnTo>
                  <a:lnTo>
                    <a:pt x="1605481" y="315531"/>
                  </a:lnTo>
                  <a:lnTo>
                    <a:pt x="1611075" y="306240"/>
                  </a:lnTo>
                  <a:lnTo>
                    <a:pt x="1616669" y="297174"/>
                  </a:lnTo>
                  <a:lnTo>
                    <a:pt x="1622263" y="288276"/>
                  </a:lnTo>
                  <a:lnTo>
                    <a:pt x="1627857" y="279657"/>
                  </a:lnTo>
                  <a:lnTo>
                    <a:pt x="1633450" y="271262"/>
                  </a:lnTo>
                  <a:lnTo>
                    <a:pt x="1639044" y="263091"/>
                  </a:lnTo>
                  <a:lnTo>
                    <a:pt x="1644638" y="255144"/>
                  </a:lnTo>
                  <a:lnTo>
                    <a:pt x="1650232" y="247365"/>
                  </a:lnTo>
                  <a:lnTo>
                    <a:pt x="1655826" y="239810"/>
                  </a:lnTo>
                  <a:lnTo>
                    <a:pt x="1661420" y="232478"/>
                  </a:lnTo>
                  <a:lnTo>
                    <a:pt x="1667014" y="225315"/>
                  </a:lnTo>
                  <a:lnTo>
                    <a:pt x="1672608" y="218375"/>
                  </a:lnTo>
                  <a:lnTo>
                    <a:pt x="1678202" y="211659"/>
                  </a:lnTo>
                  <a:lnTo>
                    <a:pt x="1683796" y="205056"/>
                  </a:lnTo>
                  <a:lnTo>
                    <a:pt x="1689390" y="198676"/>
                  </a:lnTo>
                  <a:lnTo>
                    <a:pt x="1694984" y="192519"/>
                  </a:lnTo>
                  <a:lnTo>
                    <a:pt x="1700578" y="186475"/>
                  </a:lnTo>
                  <a:lnTo>
                    <a:pt x="1706172" y="180599"/>
                  </a:lnTo>
                  <a:lnTo>
                    <a:pt x="1711766" y="174946"/>
                  </a:lnTo>
                  <a:lnTo>
                    <a:pt x="1717359" y="169406"/>
                  </a:lnTo>
                  <a:lnTo>
                    <a:pt x="1722953" y="164033"/>
                  </a:lnTo>
                  <a:lnTo>
                    <a:pt x="1728547" y="158884"/>
                  </a:lnTo>
                  <a:lnTo>
                    <a:pt x="1734141" y="153792"/>
                  </a:lnTo>
                  <a:lnTo>
                    <a:pt x="1739735" y="148923"/>
                  </a:lnTo>
                  <a:lnTo>
                    <a:pt x="1745329" y="144166"/>
                  </a:lnTo>
                  <a:lnTo>
                    <a:pt x="1750923" y="139520"/>
                  </a:lnTo>
                  <a:lnTo>
                    <a:pt x="1756517" y="135043"/>
                  </a:lnTo>
                  <a:lnTo>
                    <a:pt x="1762111" y="130734"/>
                  </a:lnTo>
                  <a:lnTo>
                    <a:pt x="1767705" y="126481"/>
                  </a:lnTo>
                  <a:lnTo>
                    <a:pt x="1773299" y="122451"/>
                  </a:lnTo>
                  <a:lnTo>
                    <a:pt x="1778893" y="118478"/>
                  </a:lnTo>
                  <a:lnTo>
                    <a:pt x="1784487" y="114616"/>
                  </a:lnTo>
                  <a:lnTo>
                    <a:pt x="1790081" y="110922"/>
                  </a:lnTo>
                  <a:lnTo>
                    <a:pt x="1795675" y="107285"/>
                  </a:lnTo>
                  <a:lnTo>
                    <a:pt x="1801269" y="103815"/>
                  </a:lnTo>
                  <a:lnTo>
                    <a:pt x="1806862" y="100401"/>
                  </a:lnTo>
                  <a:lnTo>
                    <a:pt x="1812456" y="97155"/>
                  </a:lnTo>
                  <a:lnTo>
                    <a:pt x="1818050" y="93965"/>
                  </a:lnTo>
                  <a:lnTo>
                    <a:pt x="1823644" y="90887"/>
                  </a:lnTo>
                  <a:lnTo>
                    <a:pt x="1829238" y="87865"/>
                  </a:lnTo>
                  <a:lnTo>
                    <a:pt x="1834832" y="85010"/>
                  </a:lnTo>
                  <a:lnTo>
                    <a:pt x="1840426" y="82212"/>
                  </a:lnTo>
                  <a:lnTo>
                    <a:pt x="1846020" y="79470"/>
                  </a:lnTo>
                  <a:lnTo>
                    <a:pt x="1851614" y="76840"/>
                  </a:lnTo>
                  <a:lnTo>
                    <a:pt x="1857208" y="74321"/>
                  </a:lnTo>
                  <a:lnTo>
                    <a:pt x="1862802" y="71859"/>
                  </a:lnTo>
                  <a:lnTo>
                    <a:pt x="1868396" y="69452"/>
                  </a:lnTo>
                  <a:lnTo>
                    <a:pt x="1873990" y="67158"/>
                  </a:lnTo>
                  <a:lnTo>
                    <a:pt x="1879584" y="64919"/>
                  </a:lnTo>
                  <a:lnTo>
                    <a:pt x="1885178" y="62736"/>
                  </a:lnTo>
                  <a:lnTo>
                    <a:pt x="1890771" y="60666"/>
                  </a:lnTo>
                  <a:lnTo>
                    <a:pt x="1896365" y="58651"/>
                  </a:lnTo>
                  <a:lnTo>
                    <a:pt x="1901959" y="56692"/>
                  </a:lnTo>
                  <a:lnTo>
                    <a:pt x="1907553" y="54789"/>
                  </a:lnTo>
                  <a:lnTo>
                    <a:pt x="1913147" y="52942"/>
                  </a:lnTo>
                  <a:lnTo>
                    <a:pt x="1918741" y="51152"/>
                  </a:lnTo>
                  <a:lnTo>
                    <a:pt x="1924335" y="49417"/>
                  </a:lnTo>
                  <a:lnTo>
                    <a:pt x="1929929" y="47794"/>
                  </a:lnTo>
                  <a:lnTo>
                    <a:pt x="1935523" y="46171"/>
                  </a:lnTo>
                  <a:lnTo>
                    <a:pt x="1941117" y="44604"/>
                  </a:lnTo>
                  <a:lnTo>
                    <a:pt x="1946711" y="43093"/>
                  </a:lnTo>
                  <a:lnTo>
                    <a:pt x="1952305" y="41638"/>
                  </a:lnTo>
                  <a:lnTo>
                    <a:pt x="1957899" y="40238"/>
                  </a:lnTo>
                  <a:lnTo>
                    <a:pt x="1963493" y="38839"/>
                  </a:lnTo>
                  <a:lnTo>
                    <a:pt x="1969087" y="37552"/>
                  </a:lnTo>
                  <a:lnTo>
                    <a:pt x="1974680" y="36265"/>
                  </a:lnTo>
                  <a:lnTo>
                    <a:pt x="1980274" y="35034"/>
                  </a:lnTo>
                  <a:lnTo>
                    <a:pt x="1985868" y="33802"/>
                  </a:lnTo>
                  <a:lnTo>
                    <a:pt x="1991462" y="32683"/>
                  </a:lnTo>
                  <a:lnTo>
                    <a:pt x="1997056" y="31564"/>
                  </a:lnTo>
                  <a:lnTo>
                    <a:pt x="2002650" y="30500"/>
                  </a:lnTo>
                  <a:lnTo>
                    <a:pt x="2008244" y="29437"/>
                  </a:lnTo>
                  <a:lnTo>
                    <a:pt x="2013838" y="28430"/>
                  </a:lnTo>
                  <a:lnTo>
                    <a:pt x="2019432" y="27422"/>
                  </a:lnTo>
                  <a:lnTo>
                    <a:pt x="2025026" y="26471"/>
                  </a:lnTo>
                  <a:lnTo>
                    <a:pt x="2030620" y="25576"/>
                  </a:lnTo>
                  <a:lnTo>
                    <a:pt x="2036214" y="24680"/>
                  </a:lnTo>
                  <a:lnTo>
                    <a:pt x="2041808" y="23841"/>
                  </a:lnTo>
                  <a:lnTo>
                    <a:pt x="2047402" y="23001"/>
                  </a:lnTo>
                  <a:lnTo>
                    <a:pt x="2052996" y="22218"/>
                  </a:lnTo>
                  <a:lnTo>
                    <a:pt x="2058590" y="21434"/>
                  </a:lnTo>
                  <a:lnTo>
                    <a:pt x="2064183" y="20707"/>
                  </a:lnTo>
                  <a:lnTo>
                    <a:pt x="2069777" y="19979"/>
                  </a:lnTo>
                  <a:lnTo>
                    <a:pt x="2075371" y="19307"/>
                  </a:lnTo>
                  <a:lnTo>
                    <a:pt x="2080965" y="18636"/>
                  </a:lnTo>
                  <a:lnTo>
                    <a:pt x="2086559" y="17964"/>
                  </a:lnTo>
                  <a:lnTo>
                    <a:pt x="2092153" y="17349"/>
                  </a:lnTo>
                  <a:lnTo>
                    <a:pt x="2097747" y="16733"/>
                  </a:lnTo>
                  <a:lnTo>
                    <a:pt x="2103341" y="16117"/>
                  </a:lnTo>
                  <a:lnTo>
                    <a:pt x="2108935" y="15558"/>
                  </a:lnTo>
                  <a:lnTo>
                    <a:pt x="2114529" y="14998"/>
                  </a:lnTo>
                  <a:lnTo>
                    <a:pt x="2120123" y="14494"/>
                  </a:lnTo>
                  <a:lnTo>
                    <a:pt x="2125717" y="13991"/>
                  </a:lnTo>
                  <a:lnTo>
                    <a:pt x="2131311" y="13487"/>
                  </a:lnTo>
                  <a:lnTo>
                    <a:pt x="2136905" y="12983"/>
                  </a:lnTo>
                  <a:lnTo>
                    <a:pt x="2142499" y="12536"/>
                  </a:lnTo>
                  <a:lnTo>
                    <a:pt x="2148092" y="12088"/>
                  </a:lnTo>
                  <a:lnTo>
                    <a:pt x="2153686" y="11640"/>
                  </a:lnTo>
                  <a:lnTo>
                    <a:pt x="2159280" y="11248"/>
                  </a:lnTo>
                  <a:lnTo>
                    <a:pt x="2164874" y="10801"/>
                  </a:lnTo>
                  <a:lnTo>
                    <a:pt x="2170468" y="10409"/>
                  </a:lnTo>
                  <a:lnTo>
                    <a:pt x="2176062" y="10073"/>
                  </a:lnTo>
                  <a:lnTo>
                    <a:pt x="2181656" y="9681"/>
                  </a:lnTo>
                  <a:lnTo>
                    <a:pt x="2187250" y="9346"/>
                  </a:lnTo>
                  <a:lnTo>
                    <a:pt x="2192844" y="9010"/>
                  </a:lnTo>
                  <a:lnTo>
                    <a:pt x="2198438" y="8674"/>
                  </a:lnTo>
                  <a:lnTo>
                    <a:pt x="2204032" y="8338"/>
                  </a:lnTo>
                  <a:lnTo>
                    <a:pt x="2209626" y="8003"/>
                  </a:lnTo>
                  <a:lnTo>
                    <a:pt x="2215220" y="7723"/>
                  </a:lnTo>
                  <a:lnTo>
                    <a:pt x="2220814" y="7443"/>
                  </a:lnTo>
                  <a:lnTo>
                    <a:pt x="2226408" y="7163"/>
                  </a:lnTo>
                  <a:lnTo>
                    <a:pt x="2232002" y="6883"/>
                  </a:lnTo>
                  <a:lnTo>
                    <a:pt x="2237595" y="6659"/>
                  </a:lnTo>
                  <a:lnTo>
                    <a:pt x="2243189" y="6380"/>
                  </a:lnTo>
                  <a:lnTo>
                    <a:pt x="2248783" y="6156"/>
                  </a:lnTo>
                  <a:lnTo>
                    <a:pt x="2254377" y="5932"/>
                  </a:lnTo>
                  <a:lnTo>
                    <a:pt x="2259971" y="5708"/>
                  </a:lnTo>
                  <a:lnTo>
                    <a:pt x="2265565" y="5484"/>
                  </a:lnTo>
                  <a:lnTo>
                    <a:pt x="2271159" y="5260"/>
                  </a:lnTo>
                  <a:lnTo>
                    <a:pt x="2276753" y="5036"/>
                  </a:lnTo>
                  <a:lnTo>
                    <a:pt x="2282347" y="4868"/>
                  </a:lnTo>
                  <a:lnTo>
                    <a:pt x="2287941" y="4645"/>
                  </a:lnTo>
                  <a:lnTo>
                    <a:pt x="2293535" y="4477"/>
                  </a:lnTo>
                  <a:lnTo>
                    <a:pt x="2299129" y="4309"/>
                  </a:lnTo>
                  <a:lnTo>
                    <a:pt x="2304723" y="4141"/>
                  </a:lnTo>
                  <a:lnTo>
                    <a:pt x="2310317" y="3973"/>
                  </a:lnTo>
                  <a:lnTo>
                    <a:pt x="2315911" y="3805"/>
                  </a:lnTo>
                  <a:lnTo>
                    <a:pt x="2321504" y="3637"/>
                  </a:lnTo>
                  <a:lnTo>
                    <a:pt x="2327098" y="3469"/>
                  </a:lnTo>
                  <a:lnTo>
                    <a:pt x="2332692" y="3357"/>
                  </a:lnTo>
                  <a:lnTo>
                    <a:pt x="2338286" y="3190"/>
                  </a:lnTo>
                  <a:lnTo>
                    <a:pt x="2343880" y="3078"/>
                  </a:lnTo>
                  <a:lnTo>
                    <a:pt x="2349474" y="2910"/>
                  </a:lnTo>
                  <a:lnTo>
                    <a:pt x="2355068" y="2798"/>
                  </a:lnTo>
                  <a:lnTo>
                    <a:pt x="2360662" y="2686"/>
                  </a:lnTo>
                  <a:lnTo>
                    <a:pt x="2366256" y="2574"/>
                  </a:lnTo>
                  <a:lnTo>
                    <a:pt x="2371850" y="2462"/>
                  </a:lnTo>
                  <a:lnTo>
                    <a:pt x="2377444" y="2350"/>
                  </a:lnTo>
                  <a:lnTo>
                    <a:pt x="2383038" y="2238"/>
                  </a:lnTo>
                  <a:lnTo>
                    <a:pt x="2388632" y="2126"/>
                  </a:lnTo>
                  <a:lnTo>
                    <a:pt x="2394226" y="2014"/>
                  </a:lnTo>
                  <a:lnTo>
                    <a:pt x="2399820" y="1958"/>
                  </a:lnTo>
                  <a:lnTo>
                    <a:pt x="2405414" y="1846"/>
                  </a:lnTo>
                  <a:lnTo>
                    <a:pt x="2411007" y="1734"/>
                  </a:lnTo>
                  <a:lnTo>
                    <a:pt x="2416601" y="1678"/>
                  </a:lnTo>
                  <a:lnTo>
                    <a:pt x="2422195" y="1567"/>
                  </a:lnTo>
                  <a:lnTo>
                    <a:pt x="2427789" y="1511"/>
                  </a:lnTo>
                  <a:lnTo>
                    <a:pt x="2433383" y="1399"/>
                  </a:lnTo>
                  <a:lnTo>
                    <a:pt x="2438977" y="1343"/>
                  </a:lnTo>
                  <a:lnTo>
                    <a:pt x="2444571" y="1287"/>
                  </a:lnTo>
                  <a:lnTo>
                    <a:pt x="2450165" y="1231"/>
                  </a:lnTo>
                  <a:lnTo>
                    <a:pt x="2455759" y="1119"/>
                  </a:lnTo>
                  <a:lnTo>
                    <a:pt x="2461353" y="1063"/>
                  </a:lnTo>
                  <a:lnTo>
                    <a:pt x="2466947" y="1007"/>
                  </a:lnTo>
                  <a:lnTo>
                    <a:pt x="2472541" y="951"/>
                  </a:lnTo>
                  <a:lnTo>
                    <a:pt x="2478135" y="895"/>
                  </a:lnTo>
                  <a:lnTo>
                    <a:pt x="2483729" y="839"/>
                  </a:lnTo>
                  <a:lnTo>
                    <a:pt x="2489323" y="783"/>
                  </a:lnTo>
                  <a:lnTo>
                    <a:pt x="2494916" y="727"/>
                  </a:lnTo>
                  <a:lnTo>
                    <a:pt x="2500510" y="671"/>
                  </a:lnTo>
                  <a:lnTo>
                    <a:pt x="2506104" y="615"/>
                  </a:lnTo>
                  <a:lnTo>
                    <a:pt x="2511698" y="559"/>
                  </a:lnTo>
                  <a:lnTo>
                    <a:pt x="2517292" y="503"/>
                  </a:lnTo>
                  <a:lnTo>
                    <a:pt x="2522886" y="503"/>
                  </a:lnTo>
                  <a:lnTo>
                    <a:pt x="2528480" y="447"/>
                  </a:lnTo>
                  <a:lnTo>
                    <a:pt x="2534074" y="391"/>
                  </a:lnTo>
                  <a:lnTo>
                    <a:pt x="2539668" y="335"/>
                  </a:lnTo>
                  <a:lnTo>
                    <a:pt x="2545262" y="335"/>
                  </a:lnTo>
                  <a:lnTo>
                    <a:pt x="2550856" y="279"/>
                  </a:lnTo>
                  <a:lnTo>
                    <a:pt x="2556450" y="223"/>
                  </a:lnTo>
                  <a:lnTo>
                    <a:pt x="2562044" y="223"/>
                  </a:lnTo>
                  <a:lnTo>
                    <a:pt x="2567638" y="167"/>
                  </a:lnTo>
                  <a:lnTo>
                    <a:pt x="2573232" y="111"/>
                  </a:lnTo>
                  <a:lnTo>
                    <a:pt x="2578826" y="111"/>
                  </a:lnTo>
                  <a:lnTo>
                    <a:pt x="2584419" y="55"/>
                  </a:lnTo>
                  <a:lnTo>
                    <a:pt x="2590013" y="55"/>
                  </a:lnTo>
                  <a:lnTo>
                    <a:pt x="2595607" y="0"/>
                  </a:lnTo>
                  <a:lnTo>
                    <a:pt x="2601201" y="0"/>
                  </a:lnTo>
                </a:path>
              </a:pathLst>
            </a:custGeom>
            <a:ln w="22381">
              <a:solidFill>
                <a:srgbClr val="007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38944" y="1307807"/>
              <a:ext cx="2785110" cy="2654300"/>
            </a:xfrm>
            <a:custGeom>
              <a:avLst/>
              <a:gdLst/>
              <a:ahLst/>
              <a:cxnLst/>
              <a:rect l="l" t="t" r="r" b="b"/>
              <a:pathLst>
                <a:path w="2785109" h="2654300">
                  <a:moveTo>
                    <a:pt x="2324988" y="255181"/>
                  </a:moveTo>
                  <a:lnTo>
                    <a:pt x="2784830" y="255181"/>
                  </a:lnTo>
                  <a:lnTo>
                    <a:pt x="2784830" y="0"/>
                  </a:lnTo>
                  <a:lnTo>
                    <a:pt x="2324988" y="0"/>
                  </a:lnTo>
                  <a:lnTo>
                    <a:pt x="2324988" y="255181"/>
                  </a:lnTo>
                  <a:close/>
                </a:path>
                <a:path w="2785109" h="2654300">
                  <a:moveTo>
                    <a:pt x="0" y="2654084"/>
                  </a:moveTo>
                  <a:lnTo>
                    <a:pt x="459841" y="2654084"/>
                  </a:lnTo>
                  <a:lnTo>
                    <a:pt x="459841" y="2398903"/>
                  </a:lnTo>
                  <a:lnTo>
                    <a:pt x="0" y="2398903"/>
                  </a:lnTo>
                  <a:lnTo>
                    <a:pt x="0" y="2654084"/>
                  </a:lnTo>
                  <a:close/>
                </a:path>
                <a:path w="2785109" h="2654300">
                  <a:moveTo>
                    <a:pt x="1368044" y="1435392"/>
                  </a:moveTo>
                  <a:lnTo>
                    <a:pt x="1516900" y="1435392"/>
                  </a:lnTo>
                  <a:lnTo>
                    <a:pt x="1516900" y="1234821"/>
                  </a:lnTo>
                  <a:lnTo>
                    <a:pt x="1368044" y="1234821"/>
                  </a:lnTo>
                  <a:lnTo>
                    <a:pt x="1368044" y="1435392"/>
                  </a:lnTo>
                  <a:close/>
                </a:path>
              </a:pathLst>
            </a:custGeom>
            <a:ln w="2857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0922" y="3899430"/>
            <a:ext cx="89838" cy="78054"/>
          </a:xfrm>
          <a:prstGeom prst="rect">
            <a:avLst/>
          </a:prstGeom>
        </p:spPr>
      </p:pic>
      <p:sp>
        <p:nvSpPr>
          <p:cNvPr id="40" name="object 40"/>
          <p:cNvSpPr/>
          <p:nvPr/>
        </p:nvSpPr>
        <p:spPr>
          <a:xfrm>
            <a:off x="10773691" y="3898053"/>
            <a:ext cx="50800" cy="80010"/>
          </a:xfrm>
          <a:custGeom>
            <a:avLst/>
            <a:gdLst/>
            <a:ahLst/>
            <a:cxnLst/>
            <a:rect l="l" t="t" r="r" b="b"/>
            <a:pathLst>
              <a:path w="50800" h="80010">
                <a:moveTo>
                  <a:pt x="29535" y="0"/>
                </a:moveTo>
                <a:lnTo>
                  <a:pt x="19690" y="0"/>
                </a:lnTo>
                <a:lnTo>
                  <a:pt x="15047" y="1522"/>
                </a:lnTo>
                <a:lnTo>
                  <a:pt x="7551" y="7605"/>
                </a:lnTo>
                <a:lnTo>
                  <a:pt x="4754" y="11931"/>
                </a:lnTo>
                <a:lnTo>
                  <a:pt x="950" y="23141"/>
                </a:lnTo>
                <a:lnTo>
                  <a:pt x="0" y="30545"/>
                </a:lnTo>
                <a:lnTo>
                  <a:pt x="0" y="39740"/>
                </a:lnTo>
                <a:lnTo>
                  <a:pt x="11971" y="76744"/>
                </a:lnTo>
                <a:lnTo>
                  <a:pt x="17900" y="79431"/>
                </a:lnTo>
                <a:lnTo>
                  <a:pt x="31046" y="79431"/>
                </a:lnTo>
                <a:lnTo>
                  <a:pt x="35801" y="77903"/>
                </a:lnTo>
                <a:lnTo>
                  <a:pt x="39493" y="74842"/>
                </a:lnTo>
                <a:lnTo>
                  <a:pt x="43241" y="71780"/>
                </a:lnTo>
                <a:lnTo>
                  <a:pt x="43371" y="71579"/>
                </a:lnTo>
                <a:lnTo>
                  <a:pt x="20977" y="71579"/>
                </a:lnTo>
                <a:lnTo>
                  <a:pt x="17281" y="69458"/>
                </a:lnTo>
                <a:lnTo>
                  <a:pt x="9845" y="39740"/>
                </a:lnTo>
                <a:lnTo>
                  <a:pt x="10111" y="32028"/>
                </a:lnTo>
                <a:lnTo>
                  <a:pt x="20865" y="7907"/>
                </a:lnTo>
                <a:lnTo>
                  <a:pt x="42940" y="7907"/>
                </a:lnTo>
                <a:lnTo>
                  <a:pt x="42122" y="6620"/>
                </a:lnTo>
                <a:lnTo>
                  <a:pt x="39493" y="4197"/>
                </a:lnTo>
                <a:lnTo>
                  <a:pt x="33227" y="839"/>
                </a:lnTo>
                <a:lnTo>
                  <a:pt x="29535" y="0"/>
                </a:lnTo>
                <a:close/>
              </a:path>
              <a:path w="50800" h="80010">
                <a:moveTo>
                  <a:pt x="42940" y="7907"/>
                </a:moveTo>
                <a:lnTo>
                  <a:pt x="29703" y="7907"/>
                </a:lnTo>
                <a:lnTo>
                  <a:pt x="33451" y="10012"/>
                </a:lnTo>
                <a:lnTo>
                  <a:pt x="36416" y="14220"/>
                </a:lnTo>
                <a:lnTo>
                  <a:pt x="40891" y="39740"/>
                </a:lnTo>
                <a:lnTo>
                  <a:pt x="40617" y="48497"/>
                </a:lnTo>
                <a:lnTo>
                  <a:pt x="29759" y="71579"/>
                </a:lnTo>
                <a:lnTo>
                  <a:pt x="43371" y="71579"/>
                </a:lnTo>
                <a:lnTo>
                  <a:pt x="46038" y="67449"/>
                </a:lnTo>
                <a:lnTo>
                  <a:pt x="48140" y="61232"/>
                </a:lnTo>
                <a:lnTo>
                  <a:pt x="49786" y="56233"/>
                </a:lnTo>
                <a:lnTo>
                  <a:pt x="50737" y="48868"/>
                </a:lnTo>
                <a:lnTo>
                  <a:pt x="50625" y="30915"/>
                </a:lnTo>
                <a:lnTo>
                  <a:pt x="50121" y="25900"/>
                </a:lnTo>
                <a:lnTo>
                  <a:pt x="48946" y="21356"/>
                </a:lnTo>
                <a:lnTo>
                  <a:pt x="47828" y="16811"/>
                </a:lnTo>
                <a:lnTo>
                  <a:pt x="46205" y="12955"/>
                </a:lnTo>
                <a:lnTo>
                  <a:pt x="44118" y="9760"/>
                </a:lnTo>
                <a:lnTo>
                  <a:pt x="42940" y="790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586602" y="3899430"/>
            <a:ext cx="52069" cy="78105"/>
          </a:xfrm>
          <a:custGeom>
            <a:avLst/>
            <a:gdLst/>
            <a:ahLst/>
            <a:cxnLst/>
            <a:rect l="l" t="t" r="r" b="b"/>
            <a:pathLst>
              <a:path w="52070" h="78104">
                <a:moveTo>
                  <a:pt x="47884" y="0"/>
                </a:moveTo>
                <a:lnTo>
                  <a:pt x="9229" y="0"/>
                </a:lnTo>
                <a:lnTo>
                  <a:pt x="1678" y="39959"/>
                </a:lnTo>
                <a:lnTo>
                  <a:pt x="10628" y="41123"/>
                </a:lnTo>
                <a:lnTo>
                  <a:pt x="12026" y="38895"/>
                </a:lnTo>
                <a:lnTo>
                  <a:pt x="13984" y="37082"/>
                </a:lnTo>
                <a:lnTo>
                  <a:pt x="18963" y="34289"/>
                </a:lnTo>
                <a:lnTo>
                  <a:pt x="21704" y="33590"/>
                </a:lnTo>
                <a:lnTo>
                  <a:pt x="29759" y="33590"/>
                </a:lnTo>
                <a:lnTo>
                  <a:pt x="33731" y="35162"/>
                </a:lnTo>
                <a:lnTo>
                  <a:pt x="39884" y="41458"/>
                </a:lnTo>
                <a:lnTo>
                  <a:pt x="41395" y="45757"/>
                </a:lnTo>
                <a:lnTo>
                  <a:pt x="41395" y="56938"/>
                </a:lnTo>
                <a:lnTo>
                  <a:pt x="39828" y="61533"/>
                </a:lnTo>
                <a:lnTo>
                  <a:pt x="33451" y="68467"/>
                </a:lnTo>
                <a:lnTo>
                  <a:pt x="29535" y="70202"/>
                </a:lnTo>
                <a:lnTo>
                  <a:pt x="21145" y="70202"/>
                </a:lnTo>
                <a:lnTo>
                  <a:pt x="17900" y="68971"/>
                </a:lnTo>
                <a:lnTo>
                  <a:pt x="12474" y="64057"/>
                </a:lnTo>
                <a:lnTo>
                  <a:pt x="10740" y="60386"/>
                </a:lnTo>
                <a:lnTo>
                  <a:pt x="10013" y="55506"/>
                </a:lnTo>
                <a:lnTo>
                  <a:pt x="0" y="56351"/>
                </a:lnTo>
                <a:lnTo>
                  <a:pt x="615" y="62899"/>
                </a:lnTo>
                <a:lnTo>
                  <a:pt x="3188" y="68148"/>
                </a:lnTo>
                <a:lnTo>
                  <a:pt x="12138" y="76073"/>
                </a:lnTo>
                <a:lnTo>
                  <a:pt x="17900" y="78054"/>
                </a:lnTo>
                <a:lnTo>
                  <a:pt x="33563" y="78054"/>
                </a:lnTo>
                <a:lnTo>
                  <a:pt x="40388" y="74909"/>
                </a:lnTo>
                <a:lnTo>
                  <a:pt x="49506" y="63481"/>
                </a:lnTo>
                <a:lnTo>
                  <a:pt x="51520" y="57397"/>
                </a:lnTo>
                <a:lnTo>
                  <a:pt x="51520" y="42964"/>
                </a:lnTo>
                <a:lnTo>
                  <a:pt x="49170" y="36914"/>
                </a:lnTo>
                <a:lnTo>
                  <a:pt x="39884" y="27506"/>
                </a:lnTo>
                <a:lnTo>
                  <a:pt x="34122" y="25150"/>
                </a:lnTo>
                <a:lnTo>
                  <a:pt x="22207" y="25150"/>
                </a:lnTo>
                <a:lnTo>
                  <a:pt x="17341" y="26779"/>
                </a:lnTo>
                <a:lnTo>
                  <a:pt x="12642" y="30036"/>
                </a:lnTo>
                <a:lnTo>
                  <a:pt x="16837" y="9127"/>
                </a:lnTo>
                <a:lnTo>
                  <a:pt x="47884" y="9127"/>
                </a:lnTo>
                <a:lnTo>
                  <a:pt x="47884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73412" y="4063917"/>
            <a:ext cx="50165" cy="56515"/>
          </a:xfrm>
          <a:custGeom>
            <a:avLst/>
            <a:gdLst/>
            <a:ahLst/>
            <a:cxnLst/>
            <a:rect l="l" t="t" r="r" b="b"/>
            <a:pathLst>
              <a:path w="50165" h="56514">
                <a:moveTo>
                  <a:pt x="48163" y="0"/>
                </a:moveTo>
                <a:lnTo>
                  <a:pt x="2125" y="0"/>
                </a:lnTo>
                <a:lnTo>
                  <a:pt x="2125" y="7745"/>
                </a:lnTo>
                <a:lnTo>
                  <a:pt x="28193" y="7745"/>
                </a:lnTo>
                <a:lnTo>
                  <a:pt x="35857" y="7432"/>
                </a:lnTo>
                <a:lnTo>
                  <a:pt x="0" y="48605"/>
                </a:lnTo>
                <a:lnTo>
                  <a:pt x="0" y="56352"/>
                </a:lnTo>
                <a:lnTo>
                  <a:pt x="49841" y="56352"/>
                </a:lnTo>
                <a:lnTo>
                  <a:pt x="49841" y="48127"/>
                </a:lnTo>
                <a:lnTo>
                  <a:pt x="20082" y="48127"/>
                </a:lnTo>
                <a:lnTo>
                  <a:pt x="16054" y="48287"/>
                </a:lnTo>
                <a:lnTo>
                  <a:pt x="11803" y="48605"/>
                </a:lnTo>
                <a:lnTo>
                  <a:pt x="17676" y="42079"/>
                </a:lnTo>
                <a:lnTo>
                  <a:pt x="48163" y="6312"/>
                </a:lnTo>
                <a:lnTo>
                  <a:pt x="4816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580749" y="4373879"/>
            <a:ext cx="38735" cy="166370"/>
          </a:xfrm>
          <a:custGeom>
            <a:avLst/>
            <a:gdLst/>
            <a:ahLst/>
            <a:cxnLst/>
            <a:rect l="l" t="t" r="r" b="b"/>
            <a:pathLst>
              <a:path w="38734" h="166370">
                <a:moveTo>
                  <a:pt x="38735" y="0"/>
                </a:moveTo>
                <a:lnTo>
                  <a:pt x="0" y="0"/>
                </a:lnTo>
                <a:lnTo>
                  <a:pt x="0" y="6350"/>
                </a:lnTo>
                <a:lnTo>
                  <a:pt x="24384" y="6350"/>
                </a:lnTo>
                <a:lnTo>
                  <a:pt x="24384" y="158750"/>
                </a:lnTo>
                <a:lnTo>
                  <a:pt x="0" y="158750"/>
                </a:lnTo>
                <a:lnTo>
                  <a:pt x="0" y="166370"/>
                </a:lnTo>
                <a:lnTo>
                  <a:pt x="38735" y="166370"/>
                </a:lnTo>
                <a:lnTo>
                  <a:pt x="38735" y="158750"/>
                </a:lnTo>
                <a:lnTo>
                  <a:pt x="38735" y="6350"/>
                </a:lnTo>
                <a:lnTo>
                  <a:pt x="387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1299571" y="4373879"/>
            <a:ext cx="39370" cy="166370"/>
          </a:xfrm>
          <a:custGeom>
            <a:avLst/>
            <a:gdLst/>
            <a:ahLst/>
            <a:cxnLst/>
            <a:rect l="l" t="t" r="r" b="b"/>
            <a:pathLst>
              <a:path w="39370" h="166370">
                <a:moveTo>
                  <a:pt x="38862" y="0"/>
                </a:moveTo>
                <a:lnTo>
                  <a:pt x="0" y="0"/>
                </a:lnTo>
                <a:lnTo>
                  <a:pt x="0" y="6350"/>
                </a:lnTo>
                <a:lnTo>
                  <a:pt x="0" y="158750"/>
                </a:lnTo>
                <a:lnTo>
                  <a:pt x="0" y="166370"/>
                </a:lnTo>
                <a:lnTo>
                  <a:pt x="38862" y="166370"/>
                </a:lnTo>
                <a:lnTo>
                  <a:pt x="38862" y="158750"/>
                </a:lnTo>
                <a:lnTo>
                  <a:pt x="14478" y="158750"/>
                </a:lnTo>
                <a:lnTo>
                  <a:pt x="14478" y="6350"/>
                </a:lnTo>
                <a:lnTo>
                  <a:pt x="38862" y="6350"/>
                </a:lnTo>
                <a:lnTo>
                  <a:pt x="38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140443" y="4100829"/>
            <a:ext cx="2863850" cy="179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053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função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logística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realiza</a:t>
            </a:r>
            <a:r>
              <a:rPr sz="1400" spc="-25" dirty="0">
                <a:latin typeface="Calibri"/>
                <a:cs typeface="Calibri"/>
              </a:rPr>
              <a:t> um</a:t>
            </a:r>
            <a:endParaRPr sz="1400">
              <a:latin typeface="Calibri"/>
              <a:cs typeface="Calibri"/>
            </a:endParaRPr>
          </a:p>
          <a:p>
            <a:pPr marL="429259" algn="ctr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Calibri"/>
                <a:cs typeface="Calibri"/>
              </a:rPr>
              <a:t>mapeamento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mbria Math"/>
                <a:cs typeface="Cambria Math"/>
              </a:rPr>
              <a:t>ℝ</a:t>
            </a:r>
            <a:r>
              <a:rPr sz="1400" spc="5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→</a:t>
            </a:r>
            <a:r>
              <a:rPr sz="1400" spc="114" dirty="0">
                <a:latin typeface="Cambria Math"/>
                <a:cs typeface="Cambria Math"/>
              </a:rPr>
              <a:t>  </a:t>
            </a:r>
            <a:r>
              <a:rPr sz="1400" dirty="0">
                <a:latin typeface="Cambria Math"/>
                <a:cs typeface="Cambria Math"/>
              </a:rPr>
              <a:t>0,1</a:t>
            </a:r>
            <a:r>
              <a:rPr sz="1400" spc="135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50">
              <a:latin typeface="Calibri"/>
              <a:cs typeface="Calibri"/>
            </a:endParaRPr>
          </a:p>
          <a:p>
            <a:pPr marL="12700" marR="5080" indent="1905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Quanto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longe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fronteira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spc="-25" dirty="0">
                <a:latin typeface="Calibri"/>
                <a:cs typeface="Calibri"/>
              </a:rPr>
              <a:t>de </a:t>
            </a:r>
            <a:r>
              <a:rPr sz="1400" b="1" i="1" dirty="0">
                <a:latin typeface="Calibri"/>
                <a:cs typeface="Calibri"/>
              </a:rPr>
              <a:t>decisão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10" dirty="0">
                <a:latin typeface="Calibri"/>
                <a:cs typeface="Calibri"/>
              </a:rPr>
              <a:t> próximo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saída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função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hipótese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será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0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e, </a:t>
            </a:r>
            <a:r>
              <a:rPr sz="1400" spc="-10" dirty="0">
                <a:latin typeface="Calibri"/>
                <a:cs typeface="Calibri"/>
              </a:rPr>
              <a:t>portanto,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certeza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teremos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sobre </a:t>
            </a:r>
            <a:r>
              <a:rPr sz="1400" dirty="0">
                <a:latin typeface="Calibri"/>
                <a:cs typeface="Calibri"/>
              </a:rPr>
              <a:t>uma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classificação.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95026" y="6571615"/>
            <a:ext cx="219455" cy="165163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9106916" y="6085738"/>
            <a:ext cx="2931160" cy="66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resumo,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quanto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longe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da </a:t>
            </a:r>
            <a:r>
              <a:rPr sz="1400" spc="-10" dirty="0">
                <a:latin typeface="Calibri"/>
                <a:cs typeface="Calibri"/>
              </a:rPr>
              <a:t>fronteira,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será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valor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absoluto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400" dirty="0">
                <a:latin typeface="Cambria Math"/>
                <a:cs typeface="Cambria Math"/>
              </a:rPr>
              <a:t>𝑔</a:t>
            </a:r>
            <a:r>
              <a:rPr sz="1400" spc="305" dirty="0">
                <a:latin typeface="Cambria Math"/>
                <a:cs typeface="Cambria Math"/>
              </a:rPr>
              <a:t> </a:t>
            </a:r>
            <a:r>
              <a:rPr sz="1400" dirty="0">
                <a:latin typeface="Cambria Math"/>
                <a:cs typeface="Cambria Math"/>
              </a:rPr>
              <a:t>𝒙</a:t>
            </a:r>
            <a:r>
              <a:rPr sz="1400" spc="254" dirty="0">
                <a:latin typeface="Cambria Math"/>
                <a:cs typeface="Cambria Math"/>
              </a:rPr>
              <a:t> </a:t>
            </a:r>
            <a:r>
              <a:rPr sz="1400" spc="-5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729976" y="870330"/>
            <a:ext cx="1346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muita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certeza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quanto </a:t>
            </a:r>
            <a:r>
              <a:rPr sz="1200" dirty="0">
                <a:latin typeface="Calibri"/>
                <a:cs typeface="Calibri"/>
              </a:rPr>
              <a:t>à </a:t>
            </a:r>
            <a:r>
              <a:rPr sz="1200" spc="-10" dirty="0">
                <a:latin typeface="Calibri"/>
                <a:cs typeface="Calibri"/>
              </a:rPr>
              <a:t>classificação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419338" y="3535807"/>
            <a:ext cx="86804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muita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certeza </a:t>
            </a:r>
            <a:r>
              <a:rPr sz="1200" dirty="0">
                <a:latin typeface="Calibri"/>
                <a:cs typeface="Calibri"/>
              </a:rPr>
              <a:t>quanto</a:t>
            </a:r>
            <a:r>
              <a:rPr sz="1200" spc="-50" dirty="0">
                <a:latin typeface="Calibri"/>
                <a:cs typeface="Calibri"/>
              </a:rPr>
              <a:t> à </a:t>
            </a:r>
            <a:r>
              <a:rPr sz="1200" spc="-10" dirty="0">
                <a:latin typeface="Calibri"/>
                <a:cs typeface="Calibri"/>
              </a:rPr>
              <a:t>classificação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989198" y="2314702"/>
            <a:ext cx="810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marR="226060" indent="533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incerto </a:t>
            </a:r>
            <a:r>
              <a:rPr sz="1200" dirty="0">
                <a:latin typeface="Calibri"/>
                <a:cs typeface="Calibri"/>
              </a:rPr>
              <a:t>quanto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à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897618" y="2680461"/>
            <a:ext cx="901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classificação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F581ABC7-DB74-15BE-9BB1-4A15541D0FED}"/>
                  </a:ext>
                </a:extLst>
              </p:cNvPr>
              <p:cNvSpPr txBox="1"/>
              <p:nvPr/>
            </p:nvSpPr>
            <p:spPr>
              <a:xfrm>
                <a:off x="3290196" y="1645675"/>
                <a:ext cx="3511026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𝐿𝑜𝑔𝑖𝑠𝑡𝑖𝑐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F581ABC7-DB74-15BE-9BB1-4A15541D0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196" y="1645675"/>
                <a:ext cx="3511026" cy="5833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69B6309-99B8-BE0B-B5F1-05BB26A5AE03}"/>
                  </a:ext>
                </a:extLst>
              </p:cNvPr>
              <p:cNvSpPr txBox="1"/>
              <p:nvPr/>
            </p:nvSpPr>
            <p:spPr>
              <a:xfrm>
                <a:off x="2455320" y="3048000"/>
                <a:ext cx="5180777" cy="5884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𝐿𝑜𝑔𝑖𝑠𝑡𝑖𝑐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∈ 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53" name="CaixaDeTexto 52">
                <a:extLst>
                  <a:ext uri="{FF2B5EF4-FFF2-40B4-BE49-F238E27FC236}">
                    <a16:creationId xmlns:a16="http://schemas.microsoft.com/office/drawing/2014/main" id="{469B6309-99B8-BE0B-B5F1-05BB26A5A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320" y="3048000"/>
                <a:ext cx="5180777" cy="5884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logística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805" y="1451610"/>
            <a:ext cx="10994390" cy="395477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66700" marR="395605" indent="-228600" algn="just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limiar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regressor logístico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723900" marR="130175" lvl="1" indent="-228600" algn="just">
              <a:lnSpc>
                <a:spcPct val="80000"/>
              </a:lnSpc>
              <a:spcBef>
                <a:spcPts val="525"/>
              </a:spcBef>
              <a:buFont typeface="Wingdings"/>
              <a:buChar char=""/>
              <a:tabLst>
                <a:tab pos="724535" algn="l"/>
              </a:tabLst>
            </a:pPr>
            <a:r>
              <a:rPr sz="2200" dirty="0">
                <a:latin typeface="Calibri"/>
                <a:cs typeface="Calibri"/>
              </a:rPr>
              <a:t>É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chamado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regressor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assumir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infinitos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dentro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intervalo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 </a:t>
            </a:r>
            <a:r>
              <a:rPr sz="2200" spc="-25" dirty="0">
                <a:latin typeface="Calibri"/>
                <a:cs typeface="Calibri"/>
              </a:rPr>
              <a:t>1.</a:t>
            </a:r>
            <a:endParaRPr sz="2200" dirty="0">
              <a:latin typeface="Calibri"/>
              <a:cs typeface="Calibri"/>
            </a:endParaRPr>
          </a:p>
          <a:p>
            <a:pPr marL="266700" marR="250825" indent="-228600" algn="just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regressor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binária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isso, </a:t>
            </a:r>
            <a:r>
              <a:rPr sz="2600" dirty="0">
                <a:latin typeface="Calibri"/>
                <a:cs typeface="Calibri"/>
              </a:rPr>
              <a:t>precisamos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quantizar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saída.</a:t>
            </a:r>
            <a:endParaRPr sz="2600" dirty="0">
              <a:latin typeface="Calibri"/>
              <a:cs typeface="Calibri"/>
            </a:endParaRPr>
          </a:p>
          <a:p>
            <a:pPr marL="723900" lvl="1" indent="-229235" algn="just">
              <a:lnSpc>
                <a:spcPts val="2635"/>
              </a:lnSpc>
              <a:buFont typeface="Wingdings"/>
              <a:buChar char=""/>
              <a:tabLst>
                <a:tab pos="724535" algn="l"/>
              </a:tabLst>
            </a:pPr>
            <a:r>
              <a:rPr sz="2200" dirty="0">
                <a:latin typeface="Calibri"/>
                <a:cs typeface="Calibri"/>
              </a:rPr>
              <a:t>Se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quantiza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saída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hipótese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ℎ</a:t>
            </a:r>
            <a:r>
              <a:rPr sz="2400" baseline="-15625" dirty="0">
                <a:latin typeface="Cambria Math"/>
                <a:cs typeface="Cambria Math"/>
              </a:rPr>
              <a:t>𝒂</a:t>
            </a:r>
            <a:r>
              <a:rPr lang="pt-BR" sz="2400" spc="165" dirty="0">
                <a:latin typeface="Cambria Math"/>
                <a:cs typeface="Cambria Math"/>
              </a:rPr>
              <a:t>(</a:t>
            </a:r>
            <a:r>
              <a:rPr sz="2200" dirty="0">
                <a:latin typeface="Cambria Math"/>
                <a:cs typeface="Cambria Math"/>
              </a:rPr>
              <a:t>𝒙</a:t>
            </a:r>
            <a:r>
              <a:rPr lang="pt-BR" sz="2200" dirty="0">
                <a:latin typeface="Cambria Math"/>
                <a:cs typeface="Cambria Math"/>
              </a:rPr>
              <a:t>)</a:t>
            </a:r>
            <a:r>
              <a:rPr sz="2200" spc="36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1.</a:t>
            </a:r>
            <a:endParaRPr sz="2200" dirty="0">
              <a:latin typeface="Calibri"/>
              <a:cs typeface="Calibri"/>
            </a:endParaRPr>
          </a:p>
          <a:p>
            <a:pPr marL="266700" marR="30480" indent="-228600" algn="just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probabilidade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estimada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igual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50%,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prediz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pertence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positiva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rotulada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1, </a:t>
            </a:r>
            <a:r>
              <a:rPr sz="2600" dirty="0">
                <a:latin typeface="Calibri"/>
                <a:cs typeface="Calibri"/>
              </a:rPr>
              <a:t>caso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contrário,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prediz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pertence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negativa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rotulada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0.</a:t>
            </a:r>
            <a:endParaRPr sz="2600" dirty="0">
              <a:latin typeface="Calibri"/>
              <a:cs typeface="Calibri"/>
            </a:endParaRPr>
          </a:p>
          <a:p>
            <a:pPr marL="266700" indent="-228600" algn="just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quantizada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regressor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F7D6737-6EF1-039C-2EB4-B3CB1ACE17EC}"/>
                  </a:ext>
                </a:extLst>
              </p:cNvPr>
              <p:cNvSpPr txBox="1"/>
              <p:nvPr/>
            </p:nvSpPr>
            <p:spPr>
              <a:xfrm>
                <a:off x="2123809" y="5791200"/>
                <a:ext cx="9102620" cy="9611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𝐶𝑙𝑎𝑠𝑠𝑒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classe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Negativa</m:t>
                                  </m:r>
                                </m:e>
                              </m:d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classe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Positiva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F7D6737-6EF1-039C-2EB4-B3CB1ACE1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809" y="5791200"/>
                <a:ext cx="9102620" cy="961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logística</a:t>
            </a:r>
            <a:endParaRPr sz="4400" dirty="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746124" y="1371600"/>
                <a:ext cx="8291736" cy="149015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  <a:tab pos="2759075" algn="l"/>
                    <a:tab pos="3123565" algn="l"/>
                    <a:tab pos="6983730" algn="l"/>
                    <a:tab pos="734822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Notem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i="1" spc="-10" dirty="0" err="1">
                    <a:latin typeface="Calibri"/>
                    <a:cs typeface="Calibri"/>
                  </a:rPr>
                  <a:t>Logistic</a:t>
                </a:r>
                <a:r>
                  <a:rPr lang="pt-BR" sz="2400" i="1" dirty="0">
                    <a:latin typeface="Calibri"/>
                    <a:cs typeface="Calibri"/>
                  </a:rPr>
                  <a:t>	</a:t>
                </a:r>
                <a:r>
                  <a:rPr lang="pt-BR" sz="2400" dirty="0">
                    <a:latin typeface="Calibri"/>
                    <a:cs typeface="Calibri"/>
                  </a:rPr>
                  <a:t>(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𝑧)</a:t>
                </a:r>
                <a:r>
                  <a:rPr lang="pt-BR" sz="2400" dirty="0">
                    <a:latin typeface="Cambria Math"/>
                    <a:cs typeface="Cambria Math"/>
                  </a:rPr>
                  <a:t>	&lt;</a:t>
                </a:r>
                <a:r>
                  <a:rPr lang="pt-BR" sz="2400" spc="114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0.5</a:t>
                </a:r>
                <a:r>
                  <a:rPr lang="pt-BR" sz="2400" spc="-1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quando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𝑧</a:t>
                </a:r>
                <a:r>
                  <a:rPr lang="pt-BR" sz="2400" spc="17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&lt;</a:t>
                </a:r>
                <a:r>
                  <a:rPr lang="pt-BR" sz="2400" spc="13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</a:t>
                </a:r>
                <a:r>
                  <a:rPr lang="pt-BR" sz="2400" spc="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i="1" spc="-10" dirty="0" err="1">
                    <a:latin typeface="Calibri"/>
                    <a:cs typeface="Calibri"/>
                  </a:rPr>
                  <a:t>Logistic</a:t>
                </a:r>
                <a:r>
                  <a:rPr lang="pt-BR" sz="2400" i="1" dirty="0">
                    <a:latin typeface="Calibri"/>
                    <a:cs typeface="Calibri"/>
                  </a:rPr>
                  <a:t>	</a:t>
                </a:r>
                <a:r>
                  <a:rPr lang="pt-BR" sz="2400" dirty="0">
                    <a:latin typeface="Calibri"/>
                    <a:cs typeface="Calibri"/>
                  </a:rPr>
                  <a:t>(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𝑧)</a:t>
                </a:r>
                <a:r>
                  <a:rPr lang="pt-BR" sz="2400" dirty="0">
                    <a:latin typeface="Cambria Math"/>
                    <a:cs typeface="Cambria Math"/>
                  </a:rPr>
                  <a:t>	≥ </a:t>
                </a:r>
                <a:r>
                  <a:rPr lang="pt-BR" sz="2400" spc="-25" dirty="0">
                    <a:latin typeface="Calibri"/>
                    <a:cs typeface="Calibri"/>
                  </a:rPr>
                  <a:t>0.5 </a:t>
                </a:r>
                <a:r>
                  <a:rPr lang="pt-BR" sz="2400" dirty="0">
                    <a:latin typeface="Calibri"/>
                    <a:cs typeface="Calibri"/>
                  </a:rPr>
                  <a:t>quando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𝑧</a:t>
                </a:r>
                <a:r>
                  <a:rPr lang="pt-BR" sz="2400" spc="16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≥</a:t>
                </a:r>
                <a:r>
                  <a:rPr lang="pt-BR" sz="2400" spc="114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0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portanto,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modelo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regressão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logística </a:t>
                </a:r>
                <a:r>
                  <a:rPr lang="pt-BR" sz="2400" spc="-10" dirty="0">
                    <a:latin typeface="Calibri"/>
                    <a:cs typeface="Calibri"/>
                  </a:rPr>
                  <a:t>prediz a classe positiva,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𝐶</m:t>
                        </m:r>
                      </m:e>
                      <m:sub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2</m:t>
                        </m:r>
                      </m:sub>
                    </m:sSub>
                    <m:r>
                      <a:rPr lang="pt-BR" sz="2400" b="0" i="1" spc="-10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</m:oMath>
                </a14:m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1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400" b="0" i="0" spc="-10" dirty="0" smtClean="0">
                            <a:latin typeface="Cambria Math" panose="02040503050406030204" pitchFamily="18" charset="0"/>
                            <a:cs typeface="Calibri"/>
                          </a:rPr>
                          <m:t>i</m:t>
                        </m:r>
                        <m:r>
                          <a:rPr lang="pt-BR" sz="2400" b="0" i="0" spc="-10" dirty="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pt-BR" sz="2400" b="0" i="0" spc="-10" dirty="0" smtClean="0">
                            <a:latin typeface="Cambria Math" panose="02040503050406030204" pitchFamily="18" charset="0"/>
                            <a:cs typeface="Calibri"/>
                          </a:rPr>
                          <m:t>e</m:t>
                        </m:r>
                        <m:r>
                          <a:rPr lang="pt-BR" sz="2400" b="0" i="0" spc="-10" dirty="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  <m:r>
                          <a:rPr lang="pt-BR" sz="2400" b="1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,   </m:t>
                        </m:r>
                        <m:acc>
                          <m:accPr>
                            <m:chr m:val="̂"/>
                            <m:ctrlPr>
                              <a:rPr lang="pt-BR" sz="240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400" b="0" i="1" spc="-10" dirty="0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  <m:r>
                          <a:rPr lang="pt-BR" sz="24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a:rPr lang="pt-BR" sz="24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se </a:t>
                </a:r>
                <a14:m>
                  <m:oMath xmlns:m="http://schemas.openxmlformats.org/officeDocument/2006/math">
                    <m:r>
                      <a:rPr lang="pt-BR" sz="2400" b="0" i="1" spc="-10" smtClean="0"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4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≥</m:t>
                    </m:r>
                    <m:r>
                      <a:rPr lang="pt-BR" sz="2400" b="0" i="1" spc="-1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r>
                  <a:rPr lang="pt-BR" sz="2400" b="1" spc="-1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e</a:t>
                </a:r>
                <a14:m>
                  <m:oMath xmlns:m="http://schemas.openxmlformats.org/officeDocument/2006/math">
                    <m:r>
                      <a:rPr lang="pt-BR" sz="2400" b="0" i="0" spc="-10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sSub>
                      <m:sSubPr>
                        <m:ctrlPr>
                          <a:rPr lang="pt-BR" sz="24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𝐶</m:t>
                        </m:r>
                      </m:e>
                      <m:sub>
                        <m:r>
                          <a:rPr lang="pt-BR" sz="2400" b="0" i="1" spc="-10" dirty="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400" b="0" i="0" spc="-10" smtClean="0">
                            <a:latin typeface="Cambria Math" panose="02040503050406030204" pitchFamily="18" charset="0"/>
                            <a:cs typeface="Calibri"/>
                          </a:rPr>
                          <m:t>i</m:t>
                        </m:r>
                        <m:r>
                          <a:rPr lang="pt-BR" sz="2400" b="0" i="0" spc="-1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pt-BR" sz="2400" b="0" i="0" spc="-10" smtClean="0">
                            <a:latin typeface="Cambria Math" panose="02040503050406030204" pitchFamily="18" charset="0"/>
                            <a:cs typeface="Calibri"/>
                          </a:rPr>
                          <m:t>e</m:t>
                        </m:r>
                        <m:r>
                          <a:rPr lang="pt-BR" sz="2400" b="0" i="0" spc="-10" smtClean="0">
                            <a:latin typeface="Cambria Math" panose="02040503050406030204" pitchFamily="18" charset="0"/>
                            <a:cs typeface="Calibri"/>
                          </a:rPr>
                          <m:t>.</m:t>
                        </m:r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4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e>
                    </m:d>
                  </m:oMath>
                </a14:m>
                <a:r>
                  <a:rPr lang="pt-BR" sz="2400" b="1" spc="-10" dirty="0">
                    <a:latin typeface="Calibri"/>
                    <a:cs typeface="Calibri"/>
                  </a:rPr>
                  <a:t> </a:t>
                </a:r>
                <a:r>
                  <a:rPr lang="pt-BR" sz="2400" i="1" spc="-10" dirty="0">
                    <a:latin typeface="Calibri"/>
                    <a:cs typeface="Calibri"/>
                  </a:rPr>
                  <a:t>se </a:t>
                </a:r>
                <a:r>
                  <a:rPr lang="pt-BR" sz="2400" b="1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-10" smtClean="0">
                        <a:latin typeface="Cambria Math" panose="02040503050406030204" pitchFamily="18" charset="0"/>
                        <a:cs typeface="Calibri"/>
                      </a:rPr>
                      <m:t>𝑔</m:t>
                    </m:r>
                    <m:d>
                      <m:dPr>
                        <m:ctrlPr>
                          <a:rPr lang="pt-BR" sz="24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</m:e>
                    </m:d>
                    <m:r>
                      <a:rPr lang="pt-BR" sz="2400" b="0" i="1" spc="-10" smtClean="0">
                        <a:latin typeface="Cambria Math" panose="02040503050406030204" pitchFamily="18" charset="0"/>
                        <a:cs typeface="Calibri"/>
                      </a:rPr>
                      <m:t>&lt;</m:t>
                    </m:r>
                    <m:r>
                      <a:rPr lang="pt-BR" sz="2400" b="0" i="1" spc="-10" smtClean="0">
                        <a:latin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r>
                  <a:rPr lang="pt-BR" sz="2400" b="1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   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24" y="1371600"/>
                <a:ext cx="8291736" cy="1490152"/>
              </a:xfrm>
              <a:prstGeom prst="rect">
                <a:avLst/>
              </a:prstGeom>
              <a:blipFill>
                <a:blip r:embed="rId2"/>
                <a:stretch>
                  <a:fillRect l="-1910" t="-6148" r="-1102" b="-1188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746124" y="2895600"/>
            <a:ext cx="8107680" cy="309168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41300" marR="5080" indent="-228600">
              <a:lnSpc>
                <a:spcPts val="2310"/>
              </a:lnSpc>
              <a:spcBef>
                <a:spcPts val="6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regressão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funciona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usando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combinação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linear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dos </a:t>
            </a:r>
            <a:r>
              <a:rPr sz="2400" b="1" i="1" dirty="0">
                <a:latin typeface="Calibri"/>
                <a:cs typeface="Calibri"/>
              </a:rPr>
              <a:t>atributos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hiperplano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polinômio),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várias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fontes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possam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ditar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saída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modelo.</a:t>
            </a:r>
            <a:endParaRPr sz="2400" dirty="0">
              <a:latin typeface="Calibri"/>
              <a:cs typeface="Calibri"/>
            </a:endParaRPr>
          </a:p>
          <a:p>
            <a:pPr marL="241300" marR="266700" indent="-228600">
              <a:lnSpc>
                <a:spcPts val="23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parâmetros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do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modelo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associados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10" dirty="0">
                <a:latin typeface="Calibri"/>
                <a:cs typeface="Calibri"/>
              </a:rPr>
              <a:t> vários </a:t>
            </a:r>
            <a:r>
              <a:rPr sz="2400" b="1" i="1" dirty="0">
                <a:latin typeface="Calibri"/>
                <a:cs typeface="Calibri"/>
              </a:rPr>
              <a:t>atributos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representam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importância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relativa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20" dirty="0">
                <a:solidFill>
                  <a:srgbClr val="00AF50"/>
                </a:solidFill>
                <a:latin typeface="Calibri"/>
                <a:cs typeface="Calibri"/>
              </a:rPr>
              <a:t>cada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atributo</a:t>
            </a:r>
            <a:r>
              <a:rPr sz="24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 err="1">
                <a:solidFill>
                  <a:srgbClr val="00AF50"/>
                </a:solidFill>
                <a:latin typeface="Calibri"/>
                <a:cs typeface="Calibri"/>
              </a:rPr>
              <a:t>resultado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lang="pt-BR" sz="2400" spc="-10" dirty="0">
              <a:latin typeface="Calibri"/>
              <a:cs typeface="Calibri"/>
            </a:endParaRPr>
          </a:p>
          <a:p>
            <a:pPr marL="241300" marR="266700" indent="-228600">
              <a:lnSpc>
                <a:spcPts val="23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lang="pt-BR" sz="2400" dirty="0">
                <a:latin typeface="Calibri"/>
                <a:cs typeface="Calibri"/>
              </a:rPr>
              <a:t>Mesmo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sendo</a:t>
            </a:r>
            <a:r>
              <a:rPr lang="pt-BR" sz="2400" spc="-2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uma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técnica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bastante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simples,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a</a:t>
            </a:r>
            <a:r>
              <a:rPr lang="pt-BR" sz="2400" spc="-65" dirty="0">
                <a:latin typeface="Calibri"/>
                <a:cs typeface="Calibri"/>
              </a:rPr>
              <a:t> </a:t>
            </a:r>
            <a:r>
              <a:rPr lang="pt-BR" sz="2400" b="1" i="1" spc="-10" dirty="0">
                <a:latin typeface="Calibri"/>
                <a:cs typeface="Calibri"/>
              </a:rPr>
              <a:t>regressão</a:t>
            </a:r>
            <a:endParaRPr lang="pt-BR" sz="2400" dirty="0">
              <a:latin typeface="Calibri"/>
              <a:cs typeface="Calibri"/>
            </a:endParaRPr>
          </a:p>
          <a:p>
            <a:pPr marL="241300" marR="5080">
              <a:lnSpc>
                <a:spcPts val="2300"/>
              </a:lnSpc>
              <a:spcBef>
                <a:spcPts val="660"/>
              </a:spcBef>
            </a:pPr>
            <a:r>
              <a:rPr lang="pt-BR" sz="2400" b="1" i="1" dirty="0">
                <a:latin typeface="Calibri"/>
                <a:cs typeface="Calibri"/>
              </a:rPr>
              <a:t>logística</a:t>
            </a:r>
            <a:r>
              <a:rPr lang="pt-BR" sz="2400" b="1" i="1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é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muito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utilizada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em</a:t>
            </a:r>
            <a:r>
              <a:rPr lang="pt-BR" sz="2400" spc="-2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várias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aplicações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do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mundo</a:t>
            </a:r>
            <a:r>
              <a:rPr lang="pt-BR" sz="2400" spc="-25" dirty="0">
                <a:latin typeface="Calibri"/>
                <a:cs typeface="Calibri"/>
              </a:rPr>
              <a:t> </a:t>
            </a:r>
            <a:r>
              <a:rPr lang="pt-BR" sz="2400" spc="-20" dirty="0">
                <a:latin typeface="Calibri"/>
                <a:cs typeface="Calibri"/>
              </a:rPr>
              <a:t>real </a:t>
            </a:r>
            <a:r>
              <a:rPr lang="pt-BR" sz="2400" dirty="0">
                <a:latin typeface="Calibri"/>
                <a:cs typeface="Calibri"/>
              </a:rPr>
              <a:t>em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áreas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como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medicina,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marketing,</a:t>
            </a:r>
            <a:r>
              <a:rPr lang="pt-BR" sz="2400" spc="-6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análise</a:t>
            </a:r>
            <a:r>
              <a:rPr lang="pt-BR" sz="2400" spc="-2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de</a:t>
            </a:r>
            <a:r>
              <a:rPr lang="pt-BR" sz="2400" spc="-2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crédito,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spc="-20" dirty="0">
                <a:latin typeface="Calibri"/>
                <a:cs typeface="Calibri"/>
              </a:rPr>
              <a:t>etc.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124" y="6019800"/>
            <a:ext cx="7912100" cy="751488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indent="-342900">
              <a:lnSpc>
                <a:spcPts val="2595"/>
              </a:lnSpc>
              <a:spcBef>
                <a:spcPts val="44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400" dirty="0" err="1">
                <a:latin typeface="Calibri"/>
                <a:cs typeface="Calibri"/>
              </a:rPr>
              <a:t>Além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teoria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trás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regressão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foi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lang="pt-BR" sz="2400" spc="-50" dirty="0">
                <a:latin typeface="Calibri"/>
                <a:cs typeface="Calibri"/>
              </a:rPr>
              <a:t> a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redes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neurais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157172" y="2313812"/>
            <a:ext cx="2888615" cy="2412365"/>
            <a:chOff x="9157172" y="2313812"/>
            <a:chExt cx="2888615" cy="2412365"/>
          </a:xfrm>
        </p:grpSpPr>
        <p:sp>
          <p:nvSpPr>
            <p:cNvPr id="13" name="object 13"/>
            <p:cNvSpPr/>
            <p:nvPr/>
          </p:nvSpPr>
          <p:spPr>
            <a:xfrm>
              <a:off x="9469720" y="2337312"/>
              <a:ext cx="2565400" cy="2346960"/>
            </a:xfrm>
            <a:custGeom>
              <a:avLst/>
              <a:gdLst/>
              <a:ahLst/>
              <a:cxnLst/>
              <a:rect l="l" t="t" r="r" b="b"/>
              <a:pathLst>
                <a:path w="2565400" h="2346960">
                  <a:moveTo>
                    <a:pt x="480893" y="2346692"/>
                  </a:moveTo>
                  <a:lnTo>
                    <a:pt x="480892" y="0"/>
                  </a:lnTo>
                </a:path>
                <a:path w="2565400" h="2346960">
                  <a:moveTo>
                    <a:pt x="1282455" y="2346692"/>
                  </a:moveTo>
                  <a:lnTo>
                    <a:pt x="1282454" y="0"/>
                  </a:lnTo>
                </a:path>
                <a:path w="2565400" h="2346960">
                  <a:moveTo>
                    <a:pt x="2083961" y="2346692"/>
                  </a:moveTo>
                  <a:lnTo>
                    <a:pt x="2083961" y="0"/>
                  </a:lnTo>
                </a:path>
                <a:path w="2565400" h="2346960">
                  <a:moveTo>
                    <a:pt x="2564887" y="2346692"/>
                  </a:moveTo>
                  <a:lnTo>
                    <a:pt x="0" y="2346692"/>
                  </a:lnTo>
                </a:path>
                <a:path w="2565400" h="2346960">
                  <a:moveTo>
                    <a:pt x="2564887" y="1173360"/>
                  </a:moveTo>
                  <a:lnTo>
                    <a:pt x="0" y="1173359"/>
                  </a:lnTo>
                </a:path>
                <a:path w="2565400" h="2346960">
                  <a:moveTo>
                    <a:pt x="2564887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79001" y="2335936"/>
              <a:ext cx="2657475" cy="2390140"/>
            </a:xfrm>
            <a:custGeom>
              <a:avLst/>
              <a:gdLst/>
              <a:ahLst/>
              <a:cxnLst/>
              <a:rect l="l" t="t" r="r" b="b"/>
              <a:pathLst>
                <a:path w="2657475" h="2390140">
                  <a:moveTo>
                    <a:pt x="49987" y="2359787"/>
                  </a:moveTo>
                  <a:lnTo>
                    <a:pt x="42303" y="2319401"/>
                  </a:lnTo>
                  <a:lnTo>
                    <a:pt x="40309" y="2317038"/>
                  </a:lnTo>
                  <a:lnTo>
                    <a:pt x="40309" y="2350795"/>
                  </a:lnTo>
                  <a:lnTo>
                    <a:pt x="40043" y="2359418"/>
                  </a:lnTo>
                  <a:lnTo>
                    <a:pt x="29311" y="2382177"/>
                  </a:lnTo>
                  <a:lnTo>
                    <a:pt x="20662" y="2382177"/>
                  </a:lnTo>
                  <a:lnTo>
                    <a:pt x="9664" y="2350795"/>
                  </a:lnTo>
                  <a:lnTo>
                    <a:pt x="9931" y="2343188"/>
                  </a:lnTo>
                  <a:lnTo>
                    <a:pt x="20561" y="2319401"/>
                  </a:lnTo>
                  <a:lnTo>
                    <a:pt x="29273" y="2319401"/>
                  </a:lnTo>
                  <a:lnTo>
                    <a:pt x="40309" y="2350795"/>
                  </a:lnTo>
                  <a:lnTo>
                    <a:pt x="40309" y="2317038"/>
                  </a:lnTo>
                  <a:lnTo>
                    <a:pt x="38925" y="2315743"/>
                  </a:lnTo>
                  <a:lnTo>
                    <a:pt x="32715" y="2312428"/>
                  </a:lnTo>
                  <a:lnTo>
                    <a:pt x="29108" y="2311603"/>
                  </a:lnTo>
                  <a:lnTo>
                    <a:pt x="19405" y="2311603"/>
                  </a:lnTo>
                  <a:lnTo>
                    <a:pt x="0" y="2341727"/>
                  </a:lnTo>
                  <a:lnTo>
                    <a:pt x="0" y="2350795"/>
                  </a:lnTo>
                  <a:lnTo>
                    <a:pt x="11798" y="2387282"/>
                  </a:lnTo>
                  <a:lnTo>
                    <a:pt x="17602" y="2389924"/>
                  </a:lnTo>
                  <a:lnTo>
                    <a:pt x="30607" y="2389924"/>
                  </a:lnTo>
                  <a:lnTo>
                    <a:pt x="35255" y="2388412"/>
                  </a:lnTo>
                  <a:lnTo>
                    <a:pt x="42608" y="2382380"/>
                  </a:lnTo>
                  <a:lnTo>
                    <a:pt x="42735" y="2382177"/>
                  </a:lnTo>
                  <a:lnTo>
                    <a:pt x="45364" y="2378113"/>
                  </a:lnTo>
                  <a:lnTo>
                    <a:pt x="49060" y="2367051"/>
                  </a:lnTo>
                  <a:lnTo>
                    <a:pt x="49987" y="2359787"/>
                  </a:lnTo>
                  <a:close/>
                </a:path>
                <a:path w="2657475" h="2390140">
                  <a:moveTo>
                    <a:pt x="2656979" y="25"/>
                  </a:moveTo>
                  <a:lnTo>
                    <a:pt x="2655595" y="0"/>
                  </a:lnTo>
                  <a:lnTo>
                    <a:pt x="2654223" y="0"/>
                  </a:lnTo>
                  <a:lnTo>
                    <a:pt x="2654223" y="2755"/>
                  </a:lnTo>
                  <a:lnTo>
                    <a:pt x="2654223" y="1173365"/>
                  </a:lnTo>
                  <a:lnTo>
                    <a:pt x="2628569" y="1173365"/>
                  </a:lnTo>
                  <a:lnTo>
                    <a:pt x="2628569" y="1176121"/>
                  </a:lnTo>
                  <a:lnTo>
                    <a:pt x="2654223" y="1176121"/>
                  </a:lnTo>
                  <a:lnTo>
                    <a:pt x="2654223" y="2346693"/>
                  </a:lnTo>
                  <a:lnTo>
                    <a:pt x="2628569" y="2346693"/>
                  </a:lnTo>
                  <a:lnTo>
                    <a:pt x="2176056" y="2346693"/>
                  </a:lnTo>
                  <a:lnTo>
                    <a:pt x="2176056" y="2321026"/>
                  </a:lnTo>
                  <a:lnTo>
                    <a:pt x="2173300" y="2321026"/>
                  </a:lnTo>
                  <a:lnTo>
                    <a:pt x="2173300" y="2346693"/>
                  </a:lnTo>
                  <a:lnTo>
                    <a:pt x="1374546" y="2346693"/>
                  </a:lnTo>
                  <a:lnTo>
                    <a:pt x="1374546" y="2321026"/>
                  </a:lnTo>
                  <a:lnTo>
                    <a:pt x="1371790" y="2321026"/>
                  </a:lnTo>
                  <a:lnTo>
                    <a:pt x="1371790" y="2346693"/>
                  </a:lnTo>
                  <a:lnTo>
                    <a:pt x="572985" y="2346693"/>
                  </a:lnTo>
                  <a:lnTo>
                    <a:pt x="572985" y="2321026"/>
                  </a:lnTo>
                  <a:lnTo>
                    <a:pt x="570230" y="2321026"/>
                  </a:lnTo>
                  <a:lnTo>
                    <a:pt x="570230" y="2346693"/>
                  </a:lnTo>
                  <a:lnTo>
                    <a:pt x="117741" y="2346693"/>
                  </a:lnTo>
                  <a:lnTo>
                    <a:pt x="92087" y="2346693"/>
                  </a:lnTo>
                  <a:lnTo>
                    <a:pt x="92087" y="1176121"/>
                  </a:lnTo>
                  <a:lnTo>
                    <a:pt x="117741" y="1176121"/>
                  </a:lnTo>
                  <a:lnTo>
                    <a:pt x="117741" y="1173365"/>
                  </a:lnTo>
                  <a:lnTo>
                    <a:pt x="92087" y="1173365"/>
                  </a:lnTo>
                  <a:lnTo>
                    <a:pt x="92087" y="2755"/>
                  </a:lnTo>
                  <a:lnTo>
                    <a:pt x="117741" y="2755"/>
                  </a:lnTo>
                  <a:lnTo>
                    <a:pt x="570230" y="2755"/>
                  </a:lnTo>
                  <a:lnTo>
                    <a:pt x="570230" y="28422"/>
                  </a:lnTo>
                  <a:lnTo>
                    <a:pt x="572985" y="28422"/>
                  </a:lnTo>
                  <a:lnTo>
                    <a:pt x="572985" y="2755"/>
                  </a:lnTo>
                  <a:lnTo>
                    <a:pt x="1371790" y="2755"/>
                  </a:lnTo>
                  <a:lnTo>
                    <a:pt x="1371790" y="28422"/>
                  </a:lnTo>
                  <a:lnTo>
                    <a:pt x="1374546" y="28422"/>
                  </a:lnTo>
                  <a:lnTo>
                    <a:pt x="1374546" y="2755"/>
                  </a:lnTo>
                  <a:lnTo>
                    <a:pt x="2173300" y="2755"/>
                  </a:lnTo>
                  <a:lnTo>
                    <a:pt x="2173300" y="28422"/>
                  </a:lnTo>
                  <a:lnTo>
                    <a:pt x="2176056" y="28422"/>
                  </a:lnTo>
                  <a:lnTo>
                    <a:pt x="2176056" y="2755"/>
                  </a:lnTo>
                  <a:lnTo>
                    <a:pt x="2628569" y="2755"/>
                  </a:lnTo>
                  <a:lnTo>
                    <a:pt x="2654223" y="2755"/>
                  </a:lnTo>
                  <a:lnTo>
                    <a:pt x="2654223" y="0"/>
                  </a:lnTo>
                  <a:lnTo>
                    <a:pt x="2628569" y="0"/>
                  </a:lnTo>
                  <a:lnTo>
                    <a:pt x="117741" y="0"/>
                  </a:lnTo>
                  <a:lnTo>
                    <a:pt x="90716" y="0"/>
                  </a:lnTo>
                  <a:lnTo>
                    <a:pt x="89331" y="25"/>
                  </a:lnTo>
                  <a:lnTo>
                    <a:pt x="89331" y="2348065"/>
                  </a:lnTo>
                  <a:lnTo>
                    <a:pt x="90716" y="2348065"/>
                  </a:lnTo>
                  <a:lnTo>
                    <a:pt x="90716" y="2349449"/>
                  </a:lnTo>
                  <a:lnTo>
                    <a:pt x="117741" y="2349449"/>
                  </a:lnTo>
                  <a:lnTo>
                    <a:pt x="2628569" y="2349449"/>
                  </a:lnTo>
                  <a:lnTo>
                    <a:pt x="2655595" y="2349449"/>
                  </a:lnTo>
                  <a:lnTo>
                    <a:pt x="2656954" y="2349449"/>
                  </a:lnTo>
                  <a:lnTo>
                    <a:pt x="2656954" y="2348065"/>
                  </a:lnTo>
                  <a:lnTo>
                    <a:pt x="2656979" y="25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3854" y="3474196"/>
              <a:ext cx="142821" cy="783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386216" y="2313812"/>
              <a:ext cx="28575" cy="64135"/>
            </a:xfrm>
            <a:custGeom>
              <a:avLst/>
              <a:gdLst/>
              <a:ahLst/>
              <a:cxnLst/>
              <a:rect l="l" t="t" r="r" b="b"/>
              <a:pathLst>
                <a:path w="28575" h="64135">
                  <a:moveTo>
                    <a:pt x="28241" y="4075"/>
                  </a:moveTo>
                  <a:lnTo>
                    <a:pt x="18825" y="4075"/>
                  </a:lnTo>
                  <a:lnTo>
                    <a:pt x="18825" y="64059"/>
                  </a:lnTo>
                  <a:lnTo>
                    <a:pt x="28241" y="64059"/>
                  </a:lnTo>
                  <a:lnTo>
                    <a:pt x="28241" y="4075"/>
                  </a:lnTo>
                  <a:close/>
                </a:path>
                <a:path w="28575" h="64135">
                  <a:moveTo>
                    <a:pt x="28241" y="0"/>
                  </a:moveTo>
                  <a:lnTo>
                    <a:pt x="10781" y="0"/>
                  </a:lnTo>
                  <a:lnTo>
                    <a:pt x="9867" y="819"/>
                  </a:lnTo>
                  <a:lnTo>
                    <a:pt x="5267" y="3854"/>
                  </a:lnTo>
                  <a:lnTo>
                    <a:pt x="0" y="6337"/>
                  </a:lnTo>
                  <a:lnTo>
                    <a:pt x="0" y="15387"/>
                  </a:lnTo>
                  <a:lnTo>
                    <a:pt x="2928" y="14339"/>
                  </a:lnTo>
                  <a:lnTo>
                    <a:pt x="6232" y="12683"/>
                  </a:lnTo>
                  <a:lnTo>
                    <a:pt x="13591" y="8379"/>
                  </a:lnTo>
                  <a:lnTo>
                    <a:pt x="16564" y="6227"/>
                  </a:lnTo>
                  <a:lnTo>
                    <a:pt x="18825" y="4075"/>
                  </a:lnTo>
                  <a:lnTo>
                    <a:pt x="28241" y="4075"/>
                  </a:lnTo>
                  <a:lnTo>
                    <a:pt x="28241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57172" y="3437002"/>
              <a:ext cx="100514" cy="1534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469721" y="2338140"/>
              <a:ext cx="2565400" cy="2345690"/>
            </a:xfrm>
            <a:custGeom>
              <a:avLst/>
              <a:gdLst/>
              <a:ahLst/>
              <a:cxnLst/>
              <a:rect l="l" t="t" r="r" b="b"/>
              <a:pathLst>
                <a:path w="2565400" h="2345690">
                  <a:moveTo>
                    <a:pt x="0" y="2345075"/>
                  </a:moveTo>
                  <a:lnTo>
                    <a:pt x="0" y="2345075"/>
                  </a:lnTo>
                  <a:lnTo>
                    <a:pt x="5515" y="2345047"/>
                  </a:lnTo>
                  <a:lnTo>
                    <a:pt x="11031" y="2345020"/>
                  </a:lnTo>
                  <a:lnTo>
                    <a:pt x="16547" y="2344986"/>
                  </a:lnTo>
                  <a:lnTo>
                    <a:pt x="22063" y="2344959"/>
                  </a:lnTo>
                  <a:lnTo>
                    <a:pt x="27579" y="2344926"/>
                  </a:lnTo>
                  <a:lnTo>
                    <a:pt x="33095" y="2344893"/>
                  </a:lnTo>
                  <a:lnTo>
                    <a:pt x="38610" y="2344859"/>
                  </a:lnTo>
                  <a:lnTo>
                    <a:pt x="44126" y="2344826"/>
                  </a:lnTo>
                  <a:lnTo>
                    <a:pt x="49642" y="2344788"/>
                  </a:lnTo>
                  <a:lnTo>
                    <a:pt x="55158" y="2344749"/>
                  </a:lnTo>
                  <a:lnTo>
                    <a:pt x="60674" y="2344711"/>
                  </a:lnTo>
                  <a:lnTo>
                    <a:pt x="66190" y="2344672"/>
                  </a:lnTo>
                  <a:lnTo>
                    <a:pt x="71705" y="2344633"/>
                  </a:lnTo>
                  <a:lnTo>
                    <a:pt x="77221" y="2344589"/>
                  </a:lnTo>
                  <a:lnTo>
                    <a:pt x="82737" y="2344545"/>
                  </a:lnTo>
                  <a:lnTo>
                    <a:pt x="88253" y="2344495"/>
                  </a:lnTo>
                  <a:lnTo>
                    <a:pt x="93769" y="2344451"/>
                  </a:lnTo>
                  <a:lnTo>
                    <a:pt x="99285" y="2344401"/>
                  </a:lnTo>
                  <a:lnTo>
                    <a:pt x="104800" y="2344346"/>
                  </a:lnTo>
                  <a:lnTo>
                    <a:pt x="110316" y="2344297"/>
                  </a:lnTo>
                  <a:lnTo>
                    <a:pt x="115832" y="2344241"/>
                  </a:lnTo>
                  <a:lnTo>
                    <a:pt x="121348" y="2344186"/>
                  </a:lnTo>
                  <a:lnTo>
                    <a:pt x="126864" y="2344126"/>
                  </a:lnTo>
                  <a:lnTo>
                    <a:pt x="132380" y="2344065"/>
                  </a:lnTo>
                  <a:lnTo>
                    <a:pt x="137895" y="2344004"/>
                  </a:lnTo>
                  <a:lnTo>
                    <a:pt x="143411" y="2343938"/>
                  </a:lnTo>
                  <a:lnTo>
                    <a:pt x="148927" y="2343872"/>
                  </a:lnTo>
                  <a:lnTo>
                    <a:pt x="154443" y="2343800"/>
                  </a:lnTo>
                  <a:lnTo>
                    <a:pt x="159959" y="2343728"/>
                  </a:lnTo>
                  <a:lnTo>
                    <a:pt x="165475" y="2343651"/>
                  </a:lnTo>
                  <a:lnTo>
                    <a:pt x="170991" y="2343574"/>
                  </a:lnTo>
                  <a:lnTo>
                    <a:pt x="176506" y="2343496"/>
                  </a:lnTo>
                  <a:lnTo>
                    <a:pt x="182022" y="2343414"/>
                  </a:lnTo>
                  <a:lnTo>
                    <a:pt x="187538" y="2343325"/>
                  </a:lnTo>
                  <a:lnTo>
                    <a:pt x="193054" y="2343237"/>
                  </a:lnTo>
                  <a:lnTo>
                    <a:pt x="198570" y="2343149"/>
                  </a:lnTo>
                  <a:lnTo>
                    <a:pt x="204108" y="2343055"/>
                  </a:lnTo>
                  <a:lnTo>
                    <a:pt x="209623" y="2342956"/>
                  </a:lnTo>
                  <a:lnTo>
                    <a:pt x="215139" y="2342851"/>
                  </a:lnTo>
                  <a:lnTo>
                    <a:pt x="220655" y="2342746"/>
                  </a:lnTo>
                  <a:lnTo>
                    <a:pt x="226171" y="2342641"/>
                  </a:lnTo>
                  <a:lnTo>
                    <a:pt x="231687" y="2342525"/>
                  </a:lnTo>
                  <a:lnTo>
                    <a:pt x="237203" y="2342409"/>
                  </a:lnTo>
                  <a:lnTo>
                    <a:pt x="242718" y="2342288"/>
                  </a:lnTo>
                  <a:lnTo>
                    <a:pt x="248234" y="2342167"/>
                  </a:lnTo>
                  <a:lnTo>
                    <a:pt x="253750" y="2342034"/>
                  </a:lnTo>
                  <a:lnTo>
                    <a:pt x="259266" y="2341902"/>
                  </a:lnTo>
                  <a:lnTo>
                    <a:pt x="264782" y="2341764"/>
                  </a:lnTo>
                  <a:lnTo>
                    <a:pt x="270298" y="2341620"/>
                  </a:lnTo>
                  <a:lnTo>
                    <a:pt x="275814" y="2341471"/>
                  </a:lnTo>
                  <a:lnTo>
                    <a:pt x="281329" y="2341317"/>
                  </a:lnTo>
                  <a:lnTo>
                    <a:pt x="286845" y="2341162"/>
                  </a:lnTo>
                  <a:lnTo>
                    <a:pt x="292361" y="2340997"/>
                  </a:lnTo>
                  <a:lnTo>
                    <a:pt x="297877" y="2340826"/>
                  </a:lnTo>
                  <a:lnTo>
                    <a:pt x="303393" y="2340649"/>
                  </a:lnTo>
                  <a:lnTo>
                    <a:pt x="308909" y="2340467"/>
                  </a:lnTo>
                  <a:lnTo>
                    <a:pt x="314424" y="2340279"/>
                  </a:lnTo>
                  <a:lnTo>
                    <a:pt x="319940" y="2340086"/>
                  </a:lnTo>
                  <a:lnTo>
                    <a:pt x="325456" y="2339882"/>
                  </a:lnTo>
                  <a:lnTo>
                    <a:pt x="330972" y="2339672"/>
                  </a:lnTo>
                  <a:lnTo>
                    <a:pt x="336488" y="2339457"/>
                  </a:lnTo>
                  <a:lnTo>
                    <a:pt x="342004" y="2339236"/>
                  </a:lnTo>
                  <a:lnTo>
                    <a:pt x="347519" y="2339005"/>
                  </a:lnTo>
                  <a:lnTo>
                    <a:pt x="353035" y="2338762"/>
                  </a:lnTo>
                  <a:lnTo>
                    <a:pt x="358551" y="2338513"/>
                  </a:lnTo>
                  <a:lnTo>
                    <a:pt x="364067" y="2338260"/>
                  </a:lnTo>
                  <a:lnTo>
                    <a:pt x="369583" y="2337995"/>
                  </a:lnTo>
                  <a:lnTo>
                    <a:pt x="375099" y="2337719"/>
                  </a:lnTo>
                  <a:lnTo>
                    <a:pt x="380614" y="2337437"/>
                  </a:lnTo>
                  <a:lnTo>
                    <a:pt x="386130" y="2337139"/>
                  </a:lnTo>
                  <a:lnTo>
                    <a:pt x="391646" y="2336836"/>
                  </a:lnTo>
                  <a:lnTo>
                    <a:pt x="397162" y="2336521"/>
                  </a:lnTo>
                  <a:lnTo>
                    <a:pt x="402678" y="2336196"/>
                  </a:lnTo>
                  <a:lnTo>
                    <a:pt x="408194" y="2335859"/>
                  </a:lnTo>
                  <a:lnTo>
                    <a:pt x="413709" y="2335511"/>
                  </a:lnTo>
                  <a:lnTo>
                    <a:pt x="419225" y="2335153"/>
                  </a:lnTo>
                  <a:lnTo>
                    <a:pt x="424741" y="2334778"/>
                  </a:lnTo>
                  <a:lnTo>
                    <a:pt x="430257" y="2334391"/>
                  </a:lnTo>
                  <a:lnTo>
                    <a:pt x="435773" y="2333994"/>
                  </a:lnTo>
                  <a:lnTo>
                    <a:pt x="441289" y="2333580"/>
                  </a:lnTo>
                  <a:lnTo>
                    <a:pt x="446805" y="2333150"/>
                  </a:lnTo>
                  <a:lnTo>
                    <a:pt x="452320" y="2332708"/>
                  </a:lnTo>
                  <a:lnTo>
                    <a:pt x="457836" y="2332250"/>
                  </a:lnTo>
                  <a:lnTo>
                    <a:pt x="463352" y="2331776"/>
                  </a:lnTo>
                  <a:lnTo>
                    <a:pt x="468868" y="2331290"/>
                  </a:lnTo>
                  <a:lnTo>
                    <a:pt x="474384" y="2330782"/>
                  </a:lnTo>
                  <a:lnTo>
                    <a:pt x="479900" y="2330258"/>
                  </a:lnTo>
                  <a:lnTo>
                    <a:pt x="485415" y="2329712"/>
                  </a:lnTo>
                  <a:lnTo>
                    <a:pt x="490931" y="2329154"/>
                  </a:lnTo>
                  <a:lnTo>
                    <a:pt x="496447" y="2328569"/>
                  </a:lnTo>
                  <a:lnTo>
                    <a:pt x="501963" y="2327973"/>
                  </a:lnTo>
                  <a:lnTo>
                    <a:pt x="507479" y="2327350"/>
                  </a:lnTo>
                  <a:lnTo>
                    <a:pt x="512995" y="2326704"/>
                  </a:lnTo>
                  <a:lnTo>
                    <a:pt x="518510" y="2326042"/>
                  </a:lnTo>
                  <a:lnTo>
                    <a:pt x="524026" y="2325352"/>
                  </a:lnTo>
                  <a:lnTo>
                    <a:pt x="529542" y="2324640"/>
                  </a:lnTo>
                  <a:lnTo>
                    <a:pt x="535058" y="2323906"/>
                  </a:lnTo>
                  <a:lnTo>
                    <a:pt x="540574" y="2323145"/>
                  </a:lnTo>
                  <a:lnTo>
                    <a:pt x="546090" y="2322356"/>
                  </a:lnTo>
                  <a:lnTo>
                    <a:pt x="551605" y="2321545"/>
                  </a:lnTo>
                  <a:lnTo>
                    <a:pt x="557121" y="2320700"/>
                  </a:lnTo>
                  <a:lnTo>
                    <a:pt x="562637" y="2319828"/>
                  </a:lnTo>
                  <a:lnTo>
                    <a:pt x="568153" y="2318929"/>
                  </a:lnTo>
                  <a:lnTo>
                    <a:pt x="573669" y="2317996"/>
                  </a:lnTo>
                  <a:lnTo>
                    <a:pt x="579185" y="2317036"/>
                  </a:lnTo>
                  <a:lnTo>
                    <a:pt x="584700" y="2316037"/>
                  </a:lnTo>
                  <a:lnTo>
                    <a:pt x="590216" y="2315011"/>
                  </a:lnTo>
                  <a:lnTo>
                    <a:pt x="595732" y="2313946"/>
                  </a:lnTo>
                  <a:lnTo>
                    <a:pt x="595732" y="2313940"/>
                  </a:lnTo>
                  <a:lnTo>
                    <a:pt x="601248" y="2312842"/>
                  </a:lnTo>
                  <a:lnTo>
                    <a:pt x="606764" y="2311700"/>
                  </a:lnTo>
                  <a:lnTo>
                    <a:pt x="612280" y="2310525"/>
                  </a:lnTo>
                  <a:lnTo>
                    <a:pt x="617796" y="2309305"/>
                  </a:lnTo>
                  <a:lnTo>
                    <a:pt x="623311" y="2308047"/>
                  </a:lnTo>
                  <a:lnTo>
                    <a:pt x="628827" y="2306745"/>
                  </a:lnTo>
                  <a:lnTo>
                    <a:pt x="634343" y="2305398"/>
                  </a:lnTo>
                  <a:lnTo>
                    <a:pt x="639859" y="2304007"/>
                  </a:lnTo>
                  <a:lnTo>
                    <a:pt x="645375" y="2302573"/>
                  </a:lnTo>
                  <a:lnTo>
                    <a:pt x="650891" y="2301083"/>
                  </a:lnTo>
                  <a:lnTo>
                    <a:pt x="656406" y="2299549"/>
                  </a:lnTo>
                  <a:lnTo>
                    <a:pt x="661922" y="2297959"/>
                  </a:lnTo>
                  <a:lnTo>
                    <a:pt x="667438" y="2296320"/>
                  </a:lnTo>
                  <a:lnTo>
                    <a:pt x="672954" y="2294621"/>
                  </a:lnTo>
                  <a:lnTo>
                    <a:pt x="678470" y="2292866"/>
                  </a:lnTo>
                  <a:lnTo>
                    <a:pt x="683986" y="2291056"/>
                  </a:lnTo>
                  <a:lnTo>
                    <a:pt x="689501" y="2289185"/>
                  </a:lnTo>
                  <a:lnTo>
                    <a:pt x="695017" y="2287248"/>
                  </a:lnTo>
                  <a:lnTo>
                    <a:pt x="700533" y="2285251"/>
                  </a:lnTo>
                  <a:lnTo>
                    <a:pt x="706049" y="2283187"/>
                  </a:lnTo>
                  <a:lnTo>
                    <a:pt x="711565" y="2281051"/>
                  </a:lnTo>
                  <a:lnTo>
                    <a:pt x="717081" y="2278849"/>
                  </a:lnTo>
                  <a:lnTo>
                    <a:pt x="722596" y="2276570"/>
                  </a:lnTo>
                  <a:lnTo>
                    <a:pt x="728112" y="2274220"/>
                  </a:lnTo>
                  <a:lnTo>
                    <a:pt x="733628" y="2271791"/>
                  </a:lnTo>
                  <a:lnTo>
                    <a:pt x="739144" y="2269281"/>
                  </a:lnTo>
                  <a:lnTo>
                    <a:pt x="744660" y="2266693"/>
                  </a:lnTo>
                  <a:lnTo>
                    <a:pt x="750176" y="2264016"/>
                  </a:lnTo>
                  <a:lnTo>
                    <a:pt x="755691" y="2261257"/>
                  </a:lnTo>
                  <a:lnTo>
                    <a:pt x="761207" y="2258404"/>
                  </a:lnTo>
                  <a:lnTo>
                    <a:pt x="766723" y="2255463"/>
                  </a:lnTo>
                  <a:lnTo>
                    <a:pt x="772239" y="2252422"/>
                  </a:lnTo>
                  <a:lnTo>
                    <a:pt x="777755" y="2249282"/>
                  </a:lnTo>
                  <a:lnTo>
                    <a:pt x="783271" y="2246049"/>
                  </a:lnTo>
                  <a:lnTo>
                    <a:pt x="788787" y="2242704"/>
                  </a:lnTo>
                  <a:lnTo>
                    <a:pt x="794302" y="2239261"/>
                  </a:lnTo>
                  <a:lnTo>
                    <a:pt x="799818" y="2235702"/>
                  </a:lnTo>
                  <a:lnTo>
                    <a:pt x="805334" y="2232032"/>
                  </a:lnTo>
                  <a:lnTo>
                    <a:pt x="810850" y="2228246"/>
                  </a:lnTo>
                  <a:lnTo>
                    <a:pt x="816366" y="2224345"/>
                  </a:lnTo>
                  <a:lnTo>
                    <a:pt x="821882" y="2220317"/>
                  </a:lnTo>
                  <a:lnTo>
                    <a:pt x="827397" y="2216167"/>
                  </a:lnTo>
                  <a:lnTo>
                    <a:pt x="832913" y="2211885"/>
                  </a:lnTo>
                  <a:lnTo>
                    <a:pt x="838429" y="2207470"/>
                  </a:lnTo>
                  <a:lnTo>
                    <a:pt x="843945" y="2202923"/>
                  </a:lnTo>
                  <a:lnTo>
                    <a:pt x="849461" y="2198232"/>
                  </a:lnTo>
                  <a:lnTo>
                    <a:pt x="854977" y="2193398"/>
                  </a:lnTo>
                  <a:lnTo>
                    <a:pt x="860492" y="2188421"/>
                  </a:lnTo>
                  <a:lnTo>
                    <a:pt x="866008" y="2183294"/>
                  </a:lnTo>
                  <a:lnTo>
                    <a:pt x="871524" y="2178008"/>
                  </a:lnTo>
                  <a:lnTo>
                    <a:pt x="877040" y="2172567"/>
                  </a:lnTo>
                  <a:lnTo>
                    <a:pt x="882556" y="2166960"/>
                  </a:lnTo>
                  <a:lnTo>
                    <a:pt x="888072" y="2161193"/>
                  </a:lnTo>
                  <a:lnTo>
                    <a:pt x="893587" y="2155250"/>
                  </a:lnTo>
                  <a:lnTo>
                    <a:pt x="899103" y="2149136"/>
                  </a:lnTo>
                  <a:lnTo>
                    <a:pt x="904619" y="2142845"/>
                  </a:lnTo>
                  <a:lnTo>
                    <a:pt x="910135" y="2136378"/>
                  </a:lnTo>
                  <a:lnTo>
                    <a:pt x="910135" y="2136372"/>
                  </a:lnTo>
                  <a:lnTo>
                    <a:pt x="915651" y="2129717"/>
                  </a:lnTo>
                  <a:lnTo>
                    <a:pt x="921167" y="2122869"/>
                  </a:lnTo>
                  <a:lnTo>
                    <a:pt x="926682" y="2115827"/>
                  </a:lnTo>
                  <a:lnTo>
                    <a:pt x="932198" y="2108587"/>
                  </a:lnTo>
                  <a:lnTo>
                    <a:pt x="937714" y="2101154"/>
                  </a:lnTo>
                  <a:lnTo>
                    <a:pt x="943230" y="2093484"/>
                  </a:lnTo>
                  <a:lnTo>
                    <a:pt x="948746" y="2085648"/>
                  </a:lnTo>
                  <a:lnTo>
                    <a:pt x="954262" y="2077591"/>
                  </a:lnTo>
                  <a:lnTo>
                    <a:pt x="959777" y="2069313"/>
                  </a:lnTo>
                  <a:lnTo>
                    <a:pt x="965293" y="2060815"/>
                  </a:lnTo>
                  <a:lnTo>
                    <a:pt x="970809" y="2052041"/>
                  </a:lnTo>
                  <a:lnTo>
                    <a:pt x="976325" y="2043101"/>
                  </a:lnTo>
                  <a:lnTo>
                    <a:pt x="981841" y="2033886"/>
                  </a:lnTo>
                  <a:lnTo>
                    <a:pt x="987357" y="2024505"/>
                  </a:lnTo>
                  <a:lnTo>
                    <a:pt x="992873" y="2014848"/>
                  </a:lnTo>
                  <a:lnTo>
                    <a:pt x="998388" y="2004915"/>
                  </a:lnTo>
                  <a:lnTo>
                    <a:pt x="1003904" y="1994761"/>
                  </a:lnTo>
                  <a:lnTo>
                    <a:pt x="1009420" y="1984386"/>
                  </a:lnTo>
                  <a:lnTo>
                    <a:pt x="1014936" y="1973736"/>
                  </a:lnTo>
                  <a:lnTo>
                    <a:pt x="1020452" y="1962810"/>
                  </a:lnTo>
                  <a:lnTo>
                    <a:pt x="1025968" y="1951663"/>
                  </a:lnTo>
                  <a:lnTo>
                    <a:pt x="1031483" y="1940240"/>
                  </a:lnTo>
                  <a:lnTo>
                    <a:pt x="1036999" y="1928596"/>
                  </a:lnTo>
                  <a:lnTo>
                    <a:pt x="1042515" y="1916622"/>
                  </a:lnTo>
                  <a:lnTo>
                    <a:pt x="1048031" y="1904426"/>
                  </a:lnTo>
                  <a:lnTo>
                    <a:pt x="1053547" y="1891955"/>
                  </a:lnTo>
                  <a:lnTo>
                    <a:pt x="1059063" y="1879263"/>
                  </a:lnTo>
                  <a:lnTo>
                    <a:pt x="1064578" y="1866239"/>
                  </a:lnTo>
                  <a:lnTo>
                    <a:pt x="1070094" y="1852995"/>
                  </a:lnTo>
                  <a:lnTo>
                    <a:pt x="1075610" y="1839475"/>
                  </a:lnTo>
                  <a:lnTo>
                    <a:pt x="1081126" y="1825680"/>
                  </a:lnTo>
                  <a:lnTo>
                    <a:pt x="1086642" y="1811608"/>
                  </a:lnTo>
                  <a:lnTo>
                    <a:pt x="1092158" y="1797260"/>
                  </a:lnTo>
                  <a:lnTo>
                    <a:pt x="1097673" y="1782692"/>
                  </a:lnTo>
                  <a:lnTo>
                    <a:pt x="1103189" y="1767793"/>
                  </a:lnTo>
                  <a:lnTo>
                    <a:pt x="1108705" y="1752672"/>
                  </a:lnTo>
                  <a:lnTo>
                    <a:pt x="1114221" y="1737331"/>
                  </a:lnTo>
                  <a:lnTo>
                    <a:pt x="1119737" y="1721659"/>
                  </a:lnTo>
                  <a:lnTo>
                    <a:pt x="1125253" y="1705767"/>
                  </a:lnTo>
                  <a:lnTo>
                    <a:pt x="1130768" y="1689653"/>
                  </a:lnTo>
                  <a:lnTo>
                    <a:pt x="1136284" y="1673264"/>
                  </a:lnTo>
                  <a:lnTo>
                    <a:pt x="1141800" y="1656598"/>
                  </a:lnTo>
                  <a:lnTo>
                    <a:pt x="1147316" y="1639768"/>
                  </a:lnTo>
                  <a:lnTo>
                    <a:pt x="1152832" y="1622661"/>
                  </a:lnTo>
                  <a:lnTo>
                    <a:pt x="1158348" y="1605333"/>
                  </a:lnTo>
                  <a:lnTo>
                    <a:pt x="1163863" y="1587785"/>
                  </a:lnTo>
                  <a:lnTo>
                    <a:pt x="1169379" y="1570016"/>
                  </a:lnTo>
                  <a:lnTo>
                    <a:pt x="1174895" y="1552026"/>
                  </a:lnTo>
                  <a:lnTo>
                    <a:pt x="1180411" y="1533871"/>
                  </a:lnTo>
                  <a:lnTo>
                    <a:pt x="1185927" y="1515495"/>
                  </a:lnTo>
                  <a:lnTo>
                    <a:pt x="1191443" y="1496953"/>
                  </a:lnTo>
                  <a:lnTo>
                    <a:pt x="1196958" y="1478191"/>
                  </a:lnTo>
                  <a:lnTo>
                    <a:pt x="1202474" y="1459319"/>
                  </a:lnTo>
                  <a:lnTo>
                    <a:pt x="1207990" y="1440225"/>
                  </a:lnTo>
                  <a:lnTo>
                    <a:pt x="1213506" y="1421021"/>
                  </a:lnTo>
                  <a:lnTo>
                    <a:pt x="1219022" y="1401707"/>
                  </a:lnTo>
                  <a:lnTo>
                    <a:pt x="1224538" y="1382228"/>
                  </a:lnTo>
                  <a:lnTo>
                    <a:pt x="1230053" y="1362638"/>
                  </a:lnTo>
                  <a:lnTo>
                    <a:pt x="1230053" y="1362582"/>
                  </a:lnTo>
                  <a:lnTo>
                    <a:pt x="1235569" y="1342882"/>
                  </a:lnTo>
                  <a:lnTo>
                    <a:pt x="1241085" y="1323071"/>
                  </a:lnTo>
                  <a:lnTo>
                    <a:pt x="1246601" y="1303205"/>
                  </a:lnTo>
                  <a:lnTo>
                    <a:pt x="1252117" y="1283229"/>
                  </a:lnTo>
                  <a:lnTo>
                    <a:pt x="1257633" y="1263198"/>
                  </a:lnTo>
                  <a:lnTo>
                    <a:pt x="1263148" y="1243111"/>
                  </a:lnTo>
                  <a:lnTo>
                    <a:pt x="1268664" y="1222969"/>
                  </a:lnTo>
                  <a:lnTo>
                    <a:pt x="1274180" y="1202827"/>
                  </a:lnTo>
                  <a:lnTo>
                    <a:pt x="1279696" y="1182630"/>
                  </a:lnTo>
                  <a:lnTo>
                    <a:pt x="1285212" y="1162433"/>
                  </a:lnTo>
                  <a:lnTo>
                    <a:pt x="1290728" y="1142236"/>
                  </a:lnTo>
                  <a:lnTo>
                    <a:pt x="1296243" y="1122094"/>
                  </a:lnTo>
                  <a:lnTo>
                    <a:pt x="1301759" y="1101952"/>
                  </a:lnTo>
                  <a:lnTo>
                    <a:pt x="1307275" y="1081866"/>
                  </a:lnTo>
                  <a:lnTo>
                    <a:pt x="1312791" y="1061834"/>
                  </a:lnTo>
                  <a:lnTo>
                    <a:pt x="1318307" y="1041858"/>
                  </a:lnTo>
                  <a:lnTo>
                    <a:pt x="1323823" y="1021992"/>
                  </a:lnTo>
                  <a:lnTo>
                    <a:pt x="1329338" y="1002181"/>
                  </a:lnTo>
                  <a:lnTo>
                    <a:pt x="1334854" y="982426"/>
                  </a:lnTo>
                  <a:lnTo>
                    <a:pt x="1340370" y="962836"/>
                  </a:lnTo>
                  <a:lnTo>
                    <a:pt x="1345886" y="943356"/>
                  </a:lnTo>
                  <a:lnTo>
                    <a:pt x="1351402" y="924042"/>
                  </a:lnTo>
                  <a:lnTo>
                    <a:pt x="1356918" y="904783"/>
                  </a:lnTo>
                  <a:lnTo>
                    <a:pt x="1362433" y="885745"/>
                  </a:lnTo>
                  <a:lnTo>
                    <a:pt x="1367949" y="866872"/>
                  </a:lnTo>
                  <a:lnTo>
                    <a:pt x="1373465" y="848110"/>
                  </a:lnTo>
                  <a:lnTo>
                    <a:pt x="1378981" y="829568"/>
                  </a:lnTo>
                  <a:lnTo>
                    <a:pt x="1384497" y="811192"/>
                  </a:lnTo>
                  <a:lnTo>
                    <a:pt x="1390013" y="793037"/>
                  </a:lnTo>
                  <a:lnTo>
                    <a:pt x="1395528" y="775047"/>
                  </a:lnTo>
                  <a:lnTo>
                    <a:pt x="1401044" y="757278"/>
                  </a:lnTo>
                  <a:lnTo>
                    <a:pt x="1406560" y="739730"/>
                  </a:lnTo>
                  <a:lnTo>
                    <a:pt x="1412076" y="722402"/>
                  </a:lnTo>
                  <a:lnTo>
                    <a:pt x="1417592" y="705296"/>
                  </a:lnTo>
                  <a:lnTo>
                    <a:pt x="1423108" y="688465"/>
                  </a:lnTo>
                  <a:lnTo>
                    <a:pt x="1428623" y="671799"/>
                  </a:lnTo>
                  <a:lnTo>
                    <a:pt x="1434139" y="655410"/>
                  </a:lnTo>
                  <a:lnTo>
                    <a:pt x="1439655" y="639297"/>
                  </a:lnTo>
                  <a:lnTo>
                    <a:pt x="1445171" y="623404"/>
                  </a:lnTo>
                  <a:lnTo>
                    <a:pt x="1450687" y="607732"/>
                  </a:lnTo>
                  <a:lnTo>
                    <a:pt x="1456203" y="592391"/>
                  </a:lnTo>
                  <a:lnTo>
                    <a:pt x="1461718" y="577271"/>
                  </a:lnTo>
                  <a:lnTo>
                    <a:pt x="1467234" y="562371"/>
                  </a:lnTo>
                  <a:lnTo>
                    <a:pt x="1472750" y="547803"/>
                  </a:lnTo>
                  <a:lnTo>
                    <a:pt x="1478266" y="533455"/>
                  </a:lnTo>
                  <a:lnTo>
                    <a:pt x="1483782" y="519384"/>
                  </a:lnTo>
                  <a:lnTo>
                    <a:pt x="1489298" y="505588"/>
                  </a:lnTo>
                  <a:lnTo>
                    <a:pt x="1494813" y="492068"/>
                  </a:lnTo>
                  <a:lnTo>
                    <a:pt x="1500329" y="478824"/>
                  </a:lnTo>
                  <a:lnTo>
                    <a:pt x="1505845" y="465801"/>
                  </a:lnTo>
                  <a:lnTo>
                    <a:pt x="1511361" y="453109"/>
                  </a:lnTo>
                  <a:lnTo>
                    <a:pt x="1516877" y="440637"/>
                  </a:lnTo>
                  <a:lnTo>
                    <a:pt x="1522393" y="428442"/>
                  </a:lnTo>
                  <a:lnTo>
                    <a:pt x="1527908" y="416467"/>
                  </a:lnTo>
                  <a:lnTo>
                    <a:pt x="1533424" y="404823"/>
                  </a:lnTo>
                  <a:lnTo>
                    <a:pt x="1538940" y="393400"/>
                  </a:lnTo>
                  <a:lnTo>
                    <a:pt x="1544456" y="382253"/>
                  </a:lnTo>
                  <a:lnTo>
                    <a:pt x="1549972" y="371327"/>
                  </a:lnTo>
                  <a:lnTo>
                    <a:pt x="1555488" y="360677"/>
                  </a:lnTo>
                  <a:lnTo>
                    <a:pt x="1561004" y="350302"/>
                  </a:lnTo>
                  <a:lnTo>
                    <a:pt x="1566519" y="340149"/>
                  </a:lnTo>
                  <a:lnTo>
                    <a:pt x="1572035" y="330216"/>
                  </a:lnTo>
                  <a:lnTo>
                    <a:pt x="1577551" y="320559"/>
                  </a:lnTo>
                  <a:lnTo>
                    <a:pt x="1583067" y="311122"/>
                  </a:lnTo>
                  <a:lnTo>
                    <a:pt x="1588583" y="301962"/>
                  </a:lnTo>
                  <a:lnTo>
                    <a:pt x="1594099" y="293022"/>
                  </a:lnTo>
                  <a:lnTo>
                    <a:pt x="1599614" y="284248"/>
                  </a:lnTo>
                  <a:lnTo>
                    <a:pt x="1605130" y="275750"/>
                  </a:lnTo>
                  <a:lnTo>
                    <a:pt x="1610646" y="267472"/>
                  </a:lnTo>
                  <a:lnTo>
                    <a:pt x="1616162" y="259416"/>
                  </a:lnTo>
                  <a:lnTo>
                    <a:pt x="1621678" y="251580"/>
                  </a:lnTo>
                  <a:lnTo>
                    <a:pt x="1627194" y="243909"/>
                  </a:lnTo>
                  <a:lnTo>
                    <a:pt x="1632709" y="236459"/>
                  </a:lnTo>
                  <a:lnTo>
                    <a:pt x="1638225" y="229230"/>
                  </a:lnTo>
                  <a:lnTo>
                    <a:pt x="1643741" y="222167"/>
                  </a:lnTo>
                  <a:lnTo>
                    <a:pt x="1649257" y="215324"/>
                  </a:lnTo>
                  <a:lnTo>
                    <a:pt x="1654773" y="208702"/>
                  </a:lnTo>
                  <a:lnTo>
                    <a:pt x="1660289" y="202191"/>
                  </a:lnTo>
                  <a:lnTo>
                    <a:pt x="1665804" y="195900"/>
                  </a:lnTo>
                  <a:lnTo>
                    <a:pt x="1671320" y="189830"/>
                  </a:lnTo>
                  <a:lnTo>
                    <a:pt x="1676836" y="183870"/>
                  </a:lnTo>
                  <a:lnTo>
                    <a:pt x="1682352" y="178076"/>
                  </a:lnTo>
                  <a:lnTo>
                    <a:pt x="1687868" y="172502"/>
                  </a:lnTo>
                  <a:lnTo>
                    <a:pt x="1693384" y="167039"/>
                  </a:lnTo>
                  <a:lnTo>
                    <a:pt x="1698899" y="161741"/>
                  </a:lnTo>
                  <a:lnTo>
                    <a:pt x="1704415" y="156664"/>
                  </a:lnTo>
                  <a:lnTo>
                    <a:pt x="1709931" y="151643"/>
                  </a:lnTo>
                  <a:lnTo>
                    <a:pt x="1715447" y="146842"/>
                  </a:lnTo>
                  <a:lnTo>
                    <a:pt x="1720963" y="142151"/>
                  </a:lnTo>
                  <a:lnTo>
                    <a:pt x="1726479" y="137571"/>
                  </a:lnTo>
                  <a:lnTo>
                    <a:pt x="1731994" y="133156"/>
                  </a:lnTo>
                  <a:lnTo>
                    <a:pt x="1737510" y="128907"/>
                  </a:lnTo>
                  <a:lnTo>
                    <a:pt x="1743026" y="124713"/>
                  </a:lnTo>
                  <a:lnTo>
                    <a:pt x="1748542" y="120740"/>
                  </a:lnTo>
                  <a:lnTo>
                    <a:pt x="1754058" y="116822"/>
                  </a:lnTo>
                  <a:lnTo>
                    <a:pt x="1759574" y="113015"/>
                  </a:lnTo>
                  <a:lnTo>
                    <a:pt x="1765089" y="109373"/>
                  </a:lnTo>
                  <a:lnTo>
                    <a:pt x="1770605" y="105786"/>
                  </a:lnTo>
                  <a:lnTo>
                    <a:pt x="1776121" y="102364"/>
                  </a:lnTo>
                  <a:lnTo>
                    <a:pt x="1781637" y="98998"/>
                  </a:lnTo>
                  <a:lnTo>
                    <a:pt x="1787153" y="95797"/>
                  </a:lnTo>
                  <a:lnTo>
                    <a:pt x="1792669" y="92652"/>
                  </a:lnTo>
                  <a:lnTo>
                    <a:pt x="1798185" y="89617"/>
                  </a:lnTo>
                  <a:lnTo>
                    <a:pt x="1803700" y="86637"/>
                  </a:lnTo>
                  <a:lnTo>
                    <a:pt x="1809216" y="83823"/>
                  </a:lnTo>
                  <a:lnTo>
                    <a:pt x="1814732" y="81064"/>
                  </a:lnTo>
                  <a:lnTo>
                    <a:pt x="1820248" y="78360"/>
                  </a:lnTo>
                  <a:lnTo>
                    <a:pt x="1825764" y="75766"/>
                  </a:lnTo>
                  <a:lnTo>
                    <a:pt x="1831280" y="73283"/>
                  </a:lnTo>
                  <a:lnTo>
                    <a:pt x="1836795" y="70855"/>
                  </a:lnTo>
                  <a:lnTo>
                    <a:pt x="1842311" y="68482"/>
                  </a:lnTo>
                  <a:lnTo>
                    <a:pt x="1847827" y="66219"/>
                  </a:lnTo>
                  <a:lnTo>
                    <a:pt x="1853343" y="64012"/>
                  </a:lnTo>
                  <a:lnTo>
                    <a:pt x="1858859" y="61860"/>
                  </a:lnTo>
                  <a:lnTo>
                    <a:pt x="1864375" y="59818"/>
                  </a:lnTo>
                  <a:lnTo>
                    <a:pt x="1869890" y="57831"/>
                  </a:lnTo>
                  <a:lnTo>
                    <a:pt x="1875406" y="55900"/>
                  </a:lnTo>
                  <a:lnTo>
                    <a:pt x="1880922" y="54024"/>
                  </a:lnTo>
                  <a:lnTo>
                    <a:pt x="1886438" y="52203"/>
                  </a:lnTo>
                  <a:lnTo>
                    <a:pt x="1891954" y="50437"/>
                  </a:lnTo>
                  <a:lnTo>
                    <a:pt x="1897470" y="48726"/>
                  </a:lnTo>
                  <a:lnTo>
                    <a:pt x="1902985" y="47126"/>
                  </a:lnTo>
                  <a:lnTo>
                    <a:pt x="1908501" y="45526"/>
                  </a:lnTo>
                  <a:lnTo>
                    <a:pt x="1914017" y="43980"/>
                  </a:lnTo>
                  <a:lnTo>
                    <a:pt x="1919533" y="42491"/>
                  </a:lnTo>
                  <a:lnTo>
                    <a:pt x="1925049" y="41056"/>
                  </a:lnTo>
                  <a:lnTo>
                    <a:pt x="1930565" y="39676"/>
                  </a:lnTo>
                  <a:lnTo>
                    <a:pt x="1936080" y="38297"/>
                  </a:lnTo>
                  <a:lnTo>
                    <a:pt x="1941596" y="37027"/>
                  </a:lnTo>
                  <a:lnTo>
                    <a:pt x="1947112" y="35758"/>
                  </a:lnTo>
                  <a:lnTo>
                    <a:pt x="1952628" y="34544"/>
                  </a:lnTo>
                  <a:lnTo>
                    <a:pt x="1958144" y="33330"/>
                  </a:lnTo>
                  <a:lnTo>
                    <a:pt x="1963660" y="32226"/>
                  </a:lnTo>
                  <a:lnTo>
                    <a:pt x="1969176" y="31123"/>
                  </a:lnTo>
                  <a:lnTo>
                    <a:pt x="1974691" y="30074"/>
                  </a:lnTo>
                  <a:lnTo>
                    <a:pt x="1980207" y="29026"/>
                  </a:lnTo>
                  <a:lnTo>
                    <a:pt x="1985723" y="28033"/>
                  </a:lnTo>
                  <a:lnTo>
                    <a:pt x="1991239" y="27039"/>
                  </a:lnTo>
                  <a:lnTo>
                    <a:pt x="1996755" y="26101"/>
                  </a:lnTo>
                  <a:lnTo>
                    <a:pt x="2002271" y="25218"/>
                  </a:lnTo>
                  <a:lnTo>
                    <a:pt x="2007786" y="24335"/>
                  </a:lnTo>
                  <a:lnTo>
                    <a:pt x="2013302" y="23508"/>
                  </a:lnTo>
                  <a:lnTo>
                    <a:pt x="2018818" y="22680"/>
                  </a:lnTo>
                  <a:lnTo>
                    <a:pt x="2024334" y="21907"/>
                  </a:lnTo>
                  <a:lnTo>
                    <a:pt x="2029850" y="21135"/>
                  </a:lnTo>
                  <a:lnTo>
                    <a:pt x="2035366" y="20417"/>
                  </a:lnTo>
                  <a:lnTo>
                    <a:pt x="2040881" y="19700"/>
                  </a:lnTo>
                  <a:lnTo>
                    <a:pt x="2046397" y="19038"/>
                  </a:lnTo>
                  <a:lnTo>
                    <a:pt x="2051913" y="18375"/>
                  </a:lnTo>
                  <a:lnTo>
                    <a:pt x="2057429" y="17713"/>
                  </a:lnTo>
                  <a:lnTo>
                    <a:pt x="2062945" y="17106"/>
                  </a:lnTo>
                  <a:lnTo>
                    <a:pt x="2068461" y="16499"/>
                  </a:lnTo>
                  <a:lnTo>
                    <a:pt x="2073976" y="15892"/>
                  </a:lnTo>
                  <a:lnTo>
                    <a:pt x="2079492" y="15340"/>
                  </a:lnTo>
                  <a:lnTo>
                    <a:pt x="2085008" y="14789"/>
                  </a:lnTo>
                  <a:lnTo>
                    <a:pt x="2090524" y="14292"/>
                  </a:lnTo>
                  <a:lnTo>
                    <a:pt x="2096040" y="13795"/>
                  </a:lnTo>
                  <a:lnTo>
                    <a:pt x="2101556" y="13299"/>
                  </a:lnTo>
                  <a:lnTo>
                    <a:pt x="2107071" y="12802"/>
                  </a:lnTo>
                  <a:lnTo>
                    <a:pt x="2112587" y="12361"/>
                  </a:lnTo>
                  <a:lnTo>
                    <a:pt x="2118103" y="11919"/>
                  </a:lnTo>
                  <a:lnTo>
                    <a:pt x="2123619" y="11478"/>
                  </a:lnTo>
                  <a:lnTo>
                    <a:pt x="2129135" y="11091"/>
                  </a:lnTo>
                  <a:lnTo>
                    <a:pt x="2134651" y="10650"/>
                  </a:lnTo>
                  <a:lnTo>
                    <a:pt x="2140167" y="10264"/>
                  </a:lnTo>
                  <a:lnTo>
                    <a:pt x="2145682" y="9932"/>
                  </a:lnTo>
                  <a:lnTo>
                    <a:pt x="2151198" y="9546"/>
                  </a:lnTo>
                  <a:lnTo>
                    <a:pt x="2156714" y="9215"/>
                  </a:lnTo>
                  <a:lnTo>
                    <a:pt x="2162230" y="8884"/>
                  </a:lnTo>
                  <a:lnTo>
                    <a:pt x="2167746" y="8553"/>
                  </a:lnTo>
                  <a:lnTo>
                    <a:pt x="2173262" y="8222"/>
                  </a:lnTo>
                  <a:lnTo>
                    <a:pt x="2178777" y="7891"/>
                  </a:lnTo>
                  <a:lnTo>
                    <a:pt x="2184293" y="7615"/>
                  </a:lnTo>
                  <a:lnTo>
                    <a:pt x="2189809" y="7339"/>
                  </a:lnTo>
                  <a:lnTo>
                    <a:pt x="2195325" y="7063"/>
                  </a:lnTo>
                  <a:lnTo>
                    <a:pt x="2200841" y="6787"/>
                  </a:lnTo>
                  <a:lnTo>
                    <a:pt x="2206357" y="6566"/>
                  </a:lnTo>
                  <a:lnTo>
                    <a:pt x="2211872" y="6290"/>
                  </a:lnTo>
                  <a:lnTo>
                    <a:pt x="2217388" y="6070"/>
                  </a:lnTo>
                  <a:lnTo>
                    <a:pt x="2222904" y="5849"/>
                  </a:lnTo>
                  <a:lnTo>
                    <a:pt x="2228420" y="5628"/>
                  </a:lnTo>
                  <a:lnTo>
                    <a:pt x="2233936" y="5407"/>
                  </a:lnTo>
                  <a:lnTo>
                    <a:pt x="2239452" y="5187"/>
                  </a:lnTo>
                  <a:lnTo>
                    <a:pt x="2244967" y="4966"/>
                  </a:lnTo>
                  <a:lnTo>
                    <a:pt x="2250483" y="4800"/>
                  </a:lnTo>
                  <a:lnTo>
                    <a:pt x="2255999" y="4580"/>
                  </a:lnTo>
                  <a:lnTo>
                    <a:pt x="2261515" y="4414"/>
                  </a:lnTo>
                  <a:lnTo>
                    <a:pt x="2267031" y="4249"/>
                  </a:lnTo>
                  <a:lnTo>
                    <a:pt x="2272547" y="4083"/>
                  </a:lnTo>
                  <a:lnTo>
                    <a:pt x="2278062" y="3917"/>
                  </a:lnTo>
                  <a:lnTo>
                    <a:pt x="2283578" y="3752"/>
                  </a:lnTo>
                  <a:lnTo>
                    <a:pt x="2289094" y="3586"/>
                  </a:lnTo>
                  <a:lnTo>
                    <a:pt x="2294610" y="3421"/>
                  </a:lnTo>
                  <a:lnTo>
                    <a:pt x="2300126" y="3310"/>
                  </a:lnTo>
                  <a:lnTo>
                    <a:pt x="2305642" y="3145"/>
                  </a:lnTo>
                  <a:lnTo>
                    <a:pt x="2311158" y="3035"/>
                  </a:lnTo>
                  <a:lnTo>
                    <a:pt x="2316673" y="2869"/>
                  </a:lnTo>
                  <a:lnTo>
                    <a:pt x="2322189" y="2759"/>
                  </a:lnTo>
                  <a:lnTo>
                    <a:pt x="2327705" y="2648"/>
                  </a:lnTo>
                  <a:lnTo>
                    <a:pt x="2333221" y="2538"/>
                  </a:lnTo>
                  <a:lnTo>
                    <a:pt x="2338737" y="2428"/>
                  </a:lnTo>
                  <a:lnTo>
                    <a:pt x="2344253" y="2317"/>
                  </a:lnTo>
                  <a:lnTo>
                    <a:pt x="2349768" y="2207"/>
                  </a:lnTo>
                  <a:lnTo>
                    <a:pt x="2355284" y="2096"/>
                  </a:lnTo>
                  <a:lnTo>
                    <a:pt x="2360800" y="1986"/>
                  </a:lnTo>
                  <a:lnTo>
                    <a:pt x="2366316" y="1931"/>
                  </a:lnTo>
                  <a:lnTo>
                    <a:pt x="2371832" y="1821"/>
                  </a:lnTo>
                  <a:lnTo>
                    <a:pt x="2377348" y="1710"/>
                  </a:lnTo>
                  <a:lnTo>
                    <a:pt x="2382863" y="1655"/>
                  </a:lnTo>
                  <a:lnTo>
                    <a:pt x="2388379" y="1545"/>
                  </a:lnTo>
                  <a:lnTo>
                    <a:pt x="2393895" y="1489"/>
                  </a:lnTo>
                  <a:lnTo>
                    <a:pt x="2399411" y="1379"/>
                  </a:lnTo>
                  <a:lnTo>
                    <a:pt x="2404927" y="1324"/>
                  </a:lnTo>
                  <a:lnTo>
                    <a:pt x="2410443" y="1269"/>
                  </a:lnTo>
                  <a:lnTo>
                    <a:pt x="2415958" y="1214"/>
                  </a:lnTo>
                  <a:lnTo>
                    <a:pt x="2421474" y="1103"/>
                  </a:lnTo>
                  <a:lnTo>
                    <a:pt x="2426990" y="1048"/>
                  </a:lnTo>
                  <a:lnTo>
                    <a:pt x="2432506" y="993"/>
                  </a:lnTo>
                  <a:lnTo>
                    <a:pt x="2438022" y="938"/>
                  </a:lnTo>
                  <a:lnTo>
                    <a:pt x="2443538" y="882"/>
                  </a:lnTo>
                  <a:lnTo>
                    <a:pt x="2449054" y="827"/>
                  </a:lnTo>
                  <a:lnTo>
                    <a:pt x="2454569" y="772"/>
                  </a:lnTo>
                  <a:lnTo>
                    <a:pt x="2460085" y="717"/>
                  </a:lnTo>
                  <a:lnTo>
                    <a:pt x="2465601" y="662"/>
                  </a:lnTo>
                  <a:lnTo>
                    <a:pt x="2471117" y="607"/>
                  </a:lnTo>
                  <a:lnTo>
                    <a:pt x="2476633" y="551"/>
                  </a:lnTo>
                  <a:lnTo>
                    <a:pt x="2482149" y="496"/>
                  </a:lnTo>
                  <a:lnTo>
                    <a:pt x="2487664" y="496"/>
                  </a:lnTo>
                  <a:lnTo>
                    <a:pt x="2493180" y="441"/>
                  </a:lnTo>
                  <a:lnTo>
                    <a:pt x="2498696" y="386"/>
                  </a:lnTo>
                  <a:lnTo>
                    <a:pt x="2504212" y="331"/>
                  </a:lnTo>
                  <a:lnTo>
                    <a:pt x="2509728" y="331"/>
                  </a:lnTo>
                  <a:lnTo>
                    <a:pt x="2515244" y="275"/>
                  </a:lnTo>
                  <a:lnTo>
                    <a:pt x="2520759" y="220"/>
                  </a:lnTo>
                  <a:lnTo>
                    <a:pt x="2526275" y="220"/>
                  </a:lnTo>
                  <a:lnTo>
                    <a:pt x="2531791" y="165"/>
                  </a:lnTo>
                  <a:lnTo>
                    <a:pt x="2537307" y="110"/>
                  </a:lnTo>
                  <a:lnTo>
                    <a:pt x="2542823" y="110"/>
                  </a:lnTo>
                  <a:lnTo>
                    <a:pt x="2548339" y="55"/>
                  </a:lnTo>
                  <a:lnTo>
                    <a:pt x="2553854" y="55"/>
                  </a:lnTo>
                  <a:lnTo>
                    <a:pt x="2559370" y="0"/>
                  </a:lnTo>
                  <a:lnTo>
                    <a:pt x="2564886" y="0"/>
                  </a:lnTo>
                </a:path>
              </a:pathLst>
            </a:custGeom>
            <a:ln w="22068">
              <a:solidFill>
                <a:srgbClr val="007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747502" y="3526409"/>
              <a:ext cx="1285240" cy="166370"/>
            </a:xfrm>
            <a:custGeom>
              <a:avLst/>
              <a:gdLst/>
              <a:ahLst/>
              <a:cxnLst/>
              <a:rect l="l" t="t" r="r" b="b"/>
              <a:pathLst>
                <a:path w="1285240" h="166370">
                  <a:moveTo>
                    <a:pt x="1284858" y="0"/>
                  </a:moveTo>
                  <a:lnTo>
                    <a:pt x="1283767" y="32319"/>
                  </a:lnTo>
                  <a:lnTo>
                    <a:pt x="1280795" y="58721"/>
                  </a:lnTo>
                  <a:lnTo>
                    <a:pt x="1276393" y="76527"/>
                  </a:lnTo>
                  <a:lnTo>
                    <a:pt x="1271016" y="83057"/>
                  </a:lnTo>
                  <a:lnTo>
                    <a:pt x="646811" y="83057"/>
                  </a:lnTo>
                  <a:lnTo>
                    <a:pt x="641379" y="89588"/>
                  </a:lnTo>
                  <a:lnTo>
                    <a:pt x="636984" y="107394"/>
                  </a:lnTo>
                  <a:lnTo>
                    <a:pt x="634041" y="133796"/>
                  </a:lnTo>
                  <a:lnTo>
                    <a:pt x="632968" y="166115"/>
                  </a:lnTo>
                  <a:lnTo>
                    <a:pt x="631874" y="133796"/>
                  </a:lnTo>
                  <a:lnTo>
                    <a:pt x="628888" y="107394"/>
                  </a:lnTo>
                  <a:lnTo>
                    <a:pt x="624449" y="89588"/>
                  </a:lnTo>
                  <a:lnTo>
                    <a:pt x="618998" y="83057"/>
                  </a:lnTo>
                  <a:lnTo>
                    <a:pt x="13843" y="83057"/>
                  </a:lnTo>
                  <a:lnTo>
                    <a:pt x="8465" y="76527"/>
                  </a:lnTo>
                  <a:lnTo>
                    <a:pt x="4064" y="58721"/>
                  </a:lnTo>
                  <a:lnTo>
                    <a:pt x="1091" y="32319"/>
                  </a:lnTo>
                  <a:lnTo>
                    <a:pt x="0" y="0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96294" y="3773424"/>
              <a:ext cx="187325" cy="141096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4391" y="4750290"/>
            <a:ext cx="88584" cy="76963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10725534" y="4748933"/>
            <a:ext cx="50165" cy="78740"/>
          </a:xfrm>
          <a:custGeom>
            <a:avLst/>
            <a:gdLst/>
            <a:ahLst/>
            <a:cxnLst/>
            <a:rect l="l" t="t" r="r" b="b"/>
            <a:pathLst>
              <a:path w="50165" h="78739">
                <a:moveTo>
                  <a:pt x="29123" y="0"/>
                </a:moveTo>
                <a:lnTo>
                  <a:pt x="0" y="30118"/>
                </a:lnTo>
                <a:lnTo>
                  <a:pt x="0" y="39185"/>
                </a:lnTo>
                <a:lnTo>
                  <a:pt x="11803" y="75672"/>
                </a:lnTo>
                <a:lnTo>
                  <a:pt x="30612" y="78321"/>
                </a:lnTo>
                <a:lnTo>
                  <a:pt x="35301" y="76814"/>
                </a:lnTo>
                <a:lnTo>
                  <a:pt x="38941" y="73796"/>
                </a:lnTo>
                <a:lnTo>
                  <a:pt x="42637" y="70777"/>
                </a:lnTo>
                <a:lnTo>
                  <a:pt x="42765" y="70579"/>
                </a:lnTo>
                <a:lnTo>
                  <a:pt x="20684" y="70579"/>
                </a:lnTo>
                <a:lnTo>
                  <a:pt x="17040" y="68487"/>
                </a:lnTo>
                <a:lnTo>
                  <a:pt x="9707" y="39185"/>
                </a:lnTo>
                <a:lnTo>
                  <a:pt x="9970" y="31581"/>
                </a:lnTo>
                <a:lnTo>
                  <a:pt x="20574" y="7797"/>
                </a:lnTo>
                <a:lnTo>
                  <a:pt x="42341" y="7797"/>
                </a:lnTo>
                <a:lnTo>
                  <a:pt x="41534" y="6528"/>
                </a:lnTo>
                <a:lnTo>
                  <a:pt x="38941" y="4138"/>
                </a:lnTo>
                <a:lnTo>
                  <a:pt x="32764" y="827"/>
                </a:lnTo>
                <a:lnTo>
                  <a:pt x="29123" y="0"/>
                </a:lnTo>
                <a:close/>
              </a:path>
              <a:path w="50165" h="78739">
                <a:moveTo>
                  <a:pt x="42341" y="7797"/>
                </a:moveTo>
                <a:lnTo>
                  <a:pt x="29289" y="7797"/>
                </a:lnTo>
                <a:lnTo>
                  <a:pt x="32984" y="9872"/>
                </a:lnTo>
                <a:lnTo>
                  <a:pt x="35908" y="14022"/>
                </a:lnTo>
                <a:lnTo>
                  <a:pt x="40320" y="39185"/>
                </a:lnTo>
                <a:lnTo>
                  <a:pt x="40050" y="47820"/>
                </a:lnTo>
                <a:lnTo>
                  <a:pt x="29344" y="70579"/>
                </a:lnTo>
                <a:lnTo>
                  <a:pt x="42765" y="70579"/>
                </a:lnTo>
                <a:lnTo>
                  <a:pt x="45395" y="66506"/>
                </a:lnTo>
                <a:lnTo>
                  <a:pt x="47468" y="60376"/>
                </a:lnTo>
                <a:lnTo>
                  <a:pt x="49090" y="55448"/>
                </a:lnTo>
                <a:lnTo>
                  <a:pt x="50028" y="48185"/>
                </a:lnTo>
                <a:lnTo>
                  <a:pt x="49918" y="30483"/>
                </a:lnTo>
                <a:lnTo>
                  <a:pt x="49421" y="25538"/>
                </a:lnTo>
                <a:lnTo>
                  <a:pt x="48263" y="21057"/>
                </a:lnTo>
                <a:lnTo>
                  <a:pt x="47160" y="16577"/>
                </a:lnTo>
                <a:lnTo>
                  <a:pt x="45560" y="12774"/>
                </a:lnTo>
                <a:lnTo>
                  <a:pt x="43502" y="9623"/>
                </a:lnTo>
                <a:lnTo>
                  <a:pt x="42341" y="7797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527096" y="4750290"/>
            <a:ext cx="50800" cy="77470"/>
          </a:xfrm>
          <a:custGeom>
            <a:avLst/>
            <a:gdLst/>
            <a:ahLst/>
            <a:cxnLst/>
            <a:rect l="l" t="t" r="r" b="b"/>
            <a:pathLst>
              <a:path w="50800" h="77470">
                <a:moveTo>
                  <a:pt x="47215" y="0"/>
                </a:moveTo>
                <a:lnTo>
                  <a:pt x="9101" y="0"/>
                </a:lnTo>
                <a:lnTo>
                  <a:pt x="1654" y="39400"/>
                </a:lnTo>
                <a:lnTo>
                  <a:pt x="10480" y="40548"/>
                </a:lnTo>
                <a:lnTo>
                  <a:pt x="11859" y="38352"/>
                </a:lnTo>
                <a:lnTo>
                  <a:pt x="13789" y="36564"/>
                </a:lnTo>
                <a:lnTo>
                  <a:pt x="18698" y="33810"/>
                </a:lnTo>
                <a:lnTo>
                  <a:pt x="21401" y="33120"/>
                </a:lnTo>
                <a:lnTo>
                  <a:pt x="29344" y="33120"/>
                </a:lnTo>
                <a:lnTo>
                  <a:pt x="33260" y="34671"/>
                </a:lnTo>
                <a:lnTo>
                  <a:pt x="39327" y="40879"/>
                </a:lnTo>
                <a:lnTo>
                  <a:pt x="40817" y="45117"/>
                </a:lnTo>
                <a:lnTo>
                  <a:pt x="40817" y="56143"/>
                </a:lnTo>
                <a:lnTo>
                  <a:pt x="39272" y="60673"/>
                </a:lnTo>
                <a:lnTo>
                  <a:pt x="32984" y="67511"/>
                </a:lnTo>
                <a:lnTo>
                  <a:pt x="29123" y="69221"/>
                </a:lnTo>
                <a:lnTo>
                  <a:pt x="20849" y="69221"/>
                </a:lnTo>
                <a:lnTo>
                  <a:pt x="17650" y="68007"/>
                </a:lnTo>
                <a:lnTo>
                  <a:pt x="12300" y="63162"/>
                </a:lnTo>
                <a:lnTo>
                  <a:pt x="10590" y="59542"/>
                </a:lnTo>
                <a:lnTo>
                  <a:pt x="9873" y="54730"/>
                </a:lnTo>
                <a:lnTo>
                  <a:pt x="0" y="55563"/>
                </a:lnTo>
                <a:lnTo>
                  <a:pt x="33095" y="76963"/>
                </a:lnTo>
                <a:lnTo>
                  <a:pt x="39824" y="73862"/>
                </a:lnTo>
                <a:lnTo>
                  <a:pt x="48815" y="62594"/>
                </a:lnTo>
                <a:lnTo>
                  <a:pt x="50800" y="56595"/>
                </a:lnTo>
                <a:lnTo>
                  <a:pt x="50800" y="42364"/>
                </a:lnTo>
                <a:lnTo>
                  <a:pt x="48484" y="36398"/>
                </a:lnTo>
                <a:lnTo>
                  <a:pt x="39327" y="27122"/>
                </a:lnTo>
                <a:lnTo>
                  <a:pt x="33646" y="24799"/>
                </a:lnTo>
                <a:lnTo>
                  <a:pt x="21897" y="24799"/>
                </a:lnTo>
                <a:lnTo>
                  <a:pt x="17099" y="26405"/>
                </a:lnTo>
                <a:lnTo>
                  <a:pt x="12465" y="29616"/>
                </a:lnTo>
                <a:lnTo>
                  <a:pt x="16602" y="9000"/>
                </a:lnTo>
                <a:lnTo>
                  <a:pt x="47215" y="9000"/>
                </a:lnTo>
                <a:lnTo>
                  <a:pt x="47215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10705718" y="4912479"/>
            <a:ext cx="172720" cy="225425"/>
            <a:chOff x="10705718" y="4912479"/>
            <a:chExt cx="172720" cy="225425"/>
          </a:xfrm>
        </p:grpSpPr>
        <p:sp>
          <p:nvSpPr>
            <p:cNvPr id="25" name="object 25"/>
            <p:cNvSpPr/>
            <p:nvPr/>
          </p:nvSpPr>
          <p:spPr>
            <a:xfrm>
              <a:off x="10725258" y="4912479"/>
              <a:ext cx="49530" cy="55880"/>
            </a:xfrm>
            <a:custGeom>
              <a:avLst/>
              <a:gdLst/>
              <a:ahLst/>
              <a:cxnLst/>
              <a:rect l="l" t="t" r="r" b="b"/>
              <a:pathLst>
                <a:path w="49529" h="55879">
                  <a:moveTo>
                    <a:pt x="47491" y="0"/>
                  </a:moveTo>
                  <a:lnTo>
                    <a:pt x="2096" y="0"/>
                  </a:lnTo>
                  <a:lnTo>
                    <a:pt x="2096" y="7637"/>
                  </a:lnTo>
                  <a:lnTo>
                    <a:pt x="27799" y="7637"/>
                  </a:lnTo>
                  <a:lnTo>
                    <a:pt x="35356" y="7328"/>
                  </a:lnTo>
                  <a:lnTo>
                    <a:pt x="0" y="47926"/>
                  </a:lnTo>
                  <a:lnTo>
                    <a:pt x="0" y="55565"/>
                  </a:lnTo>
                  <a:lnTo>
                    <a:pt x="49146" y="55565"/>
                  </a:lnTo>
                  <a:lnTo>
                    <a:pt x="49146" y="47455"/>
                  </a:lnTo>
                  <a:lnTo>
                    <a:pt x="19801" y="47455"/>
                  </a:lnTo>
                  <a:lnTo>
                    <a:pt x="15830" y="47612"/>
                  </a:lnTo>
                  <a:lnTo>
                    <a:pt x="11638" y="47926"/>
                  </a:lnTo>
                  <a:lnTo>
                    <a:pt x="17430" y="41491"/>
                  </a:lnTo>
                  <a:lnTo>
                    <a:pt x="47491" y="6224"/>
                  </a:lnTo>
                  <a:lnTo>
                    <a:pt x="47491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05718" y="5007482"/>
              <a:ext cx="172211" cy="129921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10946383" y="1988947"/>
            <a:ext cx="265430" cy="212090"/>
          </a:xfrm>
          <a:custGeom>
            <a:avLst/>
            <a:gdLst/>
            <a:ahLst/>
            <a:cxnLst/>
            <a:rect l="l" t="t" r="r" b="b"/>
            <a:pathLst>
              <a:path w="265429" h="212089">
                <a:moveTo>
                  <a:pt x="197485" y="0"/>
                </a:moveTo>
                <a:lnTo>
                  <a:pt x="194564" y="8636"/>
                </a:lnTo>
                <a:lnTo>
                  <a:pt x="206777" y="13946"/>
                </a:lnTo>
                <a:lnTo>
                  <a:pt x="217312" y="21304"/>
                </a:lnTo>
                <a:lnTo>
                  <a:pt x="238726" y="55429"/>
                </a:lnTo>
                <a:lnTo>
                  <a:pt x="245745" y="104775"/>
                </a:lnTo>
                <a:lnTo>
                  <a:pt x="244959" y="123517"/>
                </a:lnTo>
                <a:lnTo>
                  <a:pt x="233172" y="169290"/>
                </a:lnTo>
                <a:lnTo>
                  <a:pt x="206918" y="197865"/>
                </a:lnTo>
                <a:lnTo>
                  <a:pt x="194818" y="203200"/>
                </a:lnTo>
                <a:lnTo>
                  <a:pt x="197485" y="211708"/>
                </a:lnTo>
                <a:lnTo>
                  <a:pt x="237954" y="187705"/>
                </a:lnTo>
                <a:lnTo>
                  <a:pt x="260683" y="143335"/>
                </a:lnTo>
                <a:lnTo>
                  <a:pt x="265049" y="105917"/>
                </a:lnTo>
                <a:lnTo>
                  <a:pt x="263953" y="86536"/>
                </a:lnTo>
                <a:lnTo>
                  <a:pt x="247523" y="37083"/>
                </a:lnTo>
                <a:lnTo>
                  <a:pt x="212840" y="5544"/>
                </a:lnTo>
                <a:lnTo>
                  <a:pt x="197485" y="0"/>
                </a:lnTo>
                <a:close/>
              </a:path>
              <a:path w="265429" h="212089">
                <a:moveTo>
                  <a:pt x="67564" y="0"/>
                </a:moveTo>
                <a:lnTo>
                  <a:pt x="27219" y="24110"/>
                </a:lnTo>
                <a:lnTo>
                  <a:pt x="4381" y="68595"/>
                </a:lnTo>
                <a:lnTo>
                  <a:pt x="0" y="105917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4" y="211708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218546" y="1918461"/>
            <a:ext cx="927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Calibri"/>
                <a:cs typeface="Calibri"/>
              </a:rPr>
              <a:t>Logistic</a:t>
            </a:r>
            <a:r>
              <a:rPr sz="1800" i="1" spc="305" dirty="0">
                <a:latin typeface="Calibri"/>
                <a:cs typeface="Calibri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743056" y="3722878"/>
            <a:ext cx="1257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44" dirty="0">
                <a:solidFill>
                  <a:srgbClr val="00AF50"/>
                </a:solidFill>
                <a:latin typeface="Cambria Math"/>
                <a:cs typeface="Cambria Math"/>
              </a:rPr>
              <a:t>𝒚</a:t>
            </a:r>
            <a:r>
              <a:rPr sz="1200" spc="-150" dirty="0">
                <a:solidFill>
                  <a:srgbClr val="00AF50"/>
                </a:solidFill>
                <a:latin typeface="Cambria Math"/>
                <a:cs typeface="Cambria Math"/>
              </a:rPr>
              <a:t>ෝ</a:t>
            </a:r>
            <a:r>
              <a:rPr sz="1200" spc="6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200" spc="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𝟏,</a:t>
            </a:r>
            <a:r>
              <a:rPr sz="1200" spc="-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𝐬𝐞</a:t>
            </a:r>
            <a:r>
              <a:rPr sz="12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𝒈</a:t>
            </a:r>
            <a:r>
              <a:rPr sz="1200" spc="2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𝒙</a:t>
            </a:r>
            <a:r>
              <a:rPr sz="1200" spc="140" dirty="0">
                <a:solidFill>
                  <a:srgbClr val="00AF50"/>
                </a:solidFill>
                <a:latin typeface="Cambria Math"/>
                <a:cs typeface="Cambria Math"/>
              </a:rPr>
              <a:t>  </a:t>
            </a: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≥ </a:t>
            </a:r>
            <a:r>
              <a:rPr sz="1200" spc="-25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endParaRPr sz="12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462389" y="3120008"/>
            <a:ext cx="1288415" cy="394335"/>
            <a:chOff x="9462389" y="3120008"/>
            <a:chExt cx="1288415" cy="394335"/>
          </a:xfrm>
        </p:grpSpPr>
        <p:sp>
          <p:nvSpPr>
            <p:cNvPr id="31" name="object 31"/>
            <p:cNvSpPr/>
            <p:nvPr/>
          </p:nvSpPr>
          <p:spPr>
            <a:xfrm>
              <a:off x="9465564" y="3344544"/>
              <a:ext cx="1282065" cy="166370"/>
            </a:xfrm>
            <a:custGeom>
              <a:avLst/>
              <a:gdLst/>
              <a:ahLst/>
              <a:cxnLst/>
              <a:rect l="l" t="t" r="r" b="b"/>
              <a:pathLst>
                <a:path w="1282065" h="166370">
                  <a:moveTo>
                    <a:pt x="0" y="166115"/>
                  </a:moveTo>
                  <a:lnTo>
                    <a:pt x="1091" y="133796"/>
                  </a:lnTo>
                  <a:lnTo>
                    <a:pt x="4063" y="107394"/>
                  </a:lnTo>
                  <a:lnTo>
                    <a:pt x="8465" y="89588"/>
                  </a:lnTo>
                  <a:lnTo>
                    <a:pt x="13842" y="83057"/>
                  </a:lnTo>
                  <a:lnTo>
                    <a:pt x="636651" y="83057"/>
                  </a:lnTo>
                  <a:lnTo>
                    <a:pt x="642028" y="76527"/>
                  </a:lnTo>
                  <a:lnTo>
                    <a:pt x="646429" y="58721"/>
                  </a:lnTo>
                  <a:lnTo>
                    <a:pt x="649402" y="32319"/>
                  </a:lnTo>
                  <a:lnTo>
                    <a:pt x="650493" y="0"/>
                  </a:lnTo>
                  <a:lnTo>
                    <a:pt x="651585" y="32319"/>
                  </a:lnTo>
                  <a:lnTo>
                    <a:pt x="654557" y="58721"/>
                  </a:lnTo>
                  <a:lnTo>
                    <a:pt x="658959" y="76527"/>
                  </a:lnTo>
                  <a:lnTo>
                    <a:pt x="664336" y="83057"/>
                  </a:lnTo>
                  <a:lnTo>
                    <a:pt x="1268094" y="83057"/>
                  </a:lnTo>
                  <a:lnTo>
                    <a:pt x="1273526" y="89588"/>
                  </a:lnTo>
                  <a:lnTo>
                    <a:pt x="1277921" y="107394"/>
                  </a:lnTo>
                  <a:lnTo>
                    <a:pt x="1280864" y="133796"/>
                  </a:lnTo>
                  <a:lnTo>
                    <a:pt x="1281937" y="16611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91572" y="3120008"/>
              <a:ext cx="187325" cy="14122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9538207" y="3069463"/>
            <a:ext cx="1256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44" dirty="0">
                <a:solidFill>
                  <a:srgbClr val="00AF50"/>
                </a:solidFill>
                <a:latin typeface="Cambria Math"/>
                <a:cs typeface="Cambria Math"/>
              </a:rPr>
              <a:t>𝒚</a:t>
            </a:r>
            <a:r>
              <a:rPr sz="1200" spc="-150" dirty="0">
                <a:solidFill>
                  <a:srgbClr val="00AF50"/>
                </a:solidFill>
                <a:latin typeface="Cambria Math"/>
                <a:cs typeface="Cambria Math"/>
              </a:rPr>
              <a:t>ෝ</a:t>
            </a:r>
            <a:r>
              <a:rPr sz="1200" spc="6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1200" spc="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𝟎,</a:t>
            </a:r>
            <a:r>
              <a:rPr sz="1200" spc="-7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𝐬𝐞</a:t>
            </a:r>
            <a:r>
              <a:rPr sz="1200" spc="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𝒈</a:t>
            </a:r>
            <a:r>
              <a:rPr sz="1200" spc="2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00AF50"/>
                </a:solidFill>
                <a:latin typeface="Cambria Math"/>
                <a:cs typeface="Cambria Math"/>
              </a:rPr>
              <a:t>𝒙</a:t>
            </a:r>
            <a:r>
              <a:rPr sz="1200" spc="140" dirty="0">
                <a:solidFill>
                  <a:srgbClr val="00AF50"/>
                </a:solidFill>
                <a:latin typeface="Cambria Math"/>
                <a:cs typeface="Cambria Math"/>
              </a:rPr>
              <a:t>  </a:t>
            </a:r>
            <a:r>
              <a:rPr sz="1200" spc="-50" dirty="0">
                <a:solidFill>
                  <a:srgbClr val="00AF50"/>
                </a:solidFill>
                <a:latin typeface="Cambria Math"/>
                <a:cs typeface="Cambria Math"/>
              </a:rPr>
              <a:t>&lt; </a:t>
            </a:r>
            <a:r>
              <a:rPr sz="1200" spc="-25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248904" y="2877947"/>
            <a:ext cx="1184910" cy="323850"/>
          </a:xfrm>
          <a:custGeom>
            <a:avLst/>
            <a:gdLst/>
            <a:ahLst/>
            <a:cxnLst/>
            <a:rect l="l" t="t" r="r" b="b"/>
            <a:pathLst>
              <a:path w="1184909" h="323850">
                <a:moveTo>
                  <a:pt x="1110268" y="289474"/>
                </a:moveTo>
                <a:lnTo>
                  <a:pt x="1101598" y="323341"/>
                </a:lnTo>
                <a:lnTo>
                  <a:pt x="1184910" y="305180"/>
                </a:lnTo>
                <a:lnTo>
                  <a:pt x="1170389" y="292607"/>
                </a:lnTo>
                <a:lnTo>
                  <a:pt x="1122552" y="292607"/>
                </a:lnTo>
                <a:lnTo>
                  <a:pt x="1110268" y="289474"/>
                </a:lnTo>
                <a:close/>
              </a:path>
              <a:path w="1184909" h="323850">
                <a:moveTo>
                  <a:pt x="1111835" y="283355"/>
                </a:moveTo>
                <a:lnTo>
                  <a:pt x="1110268" y="289474"/>
                </a:lnTo>
                <a:lnTo>
                  <a:pt x="1122552" y="292607"/>
                </a:lnTo>
                <a:lnTo>
                  <a:pt x="1124203" y="286512"/>
                </a:lnTo>
                <a:lnTo>
                  <a:pt x="1111835" y="283355"/>
                </a:lnTo>
                <a:close/>
              </a:path>
              <a:path w="1184909" h="323850">
                <a:moveTo>
                  <a:pt x="1120521" y="249427"/>
                </a:moveTo>
                <a:lnTo>
                  <a:pt x="1111835" y="283355"/>
                </a:lnTo>
                <a:lnTo>
                  <a:pt x="1124203" y="286512"/>
                </a:lnTo>
                <a:lnTo>
                  <a:pt x="1122552" y="292607"/>
                </a:lnTo>
                <a:lnTo>
                  <a:pt x="1170389" y="292607"/>
                </a:lnTo>
                <a:lnTo>
                  <a:pt x="1120521" y="249427"/>
                </a:lnTo>
                <a:close/>
              </a:path>
              <a:path w="1184909" h="323850">
                <a:moveTo>
                  <a:pt x="1524" y="0"/>
                </a:moveTo>
                <a:lnTo>
                  <a:pt x="0" y="6223"/>
                </a:lnTo>
                <a:lnTo>
                  <a:pt x="1110268" y="289474"/>
                </a:lnTo>
                <a:lnTo>
                  <a:pt x="1111835" y="283355"/>
                </a:lnTo>
                <a:lnTo>
                  <a:pt x="15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114281" y="5315839"/>
            <a:ext cx="27628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Exemplos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classificar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críticas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filmes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26830" y="5529173"/>
            <a:ext cx="313563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como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positivas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negativas,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probabilidade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paciente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desenvolver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doença, </a:t>
            </a:r>
            <a:r>
              <a:rPr sz="1400" dirty="0">
                <a:latin typeface="Calibri"/>
                <a:cs typeface="Calibri"/>
              </a:rPr>
              <a:t>detecção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spam,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classificar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transações </a:t>
            </a:r>
            <a:r>
              <a:rPr sz="1400" dirty="0">
                <a:latin typeface="Calibri"/>
                <a:cs typeface="Calibri"/>
              </a:rPr>
              <a:t>bancárias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fraudulentas </a:t>
            </a:r>
            <a:r>
              <a:rPr sz="1400" dirty="0">
                <a:latin typeface="Calibri"/>
                <a:cs typeface="Calibri"/>
              </a:rPr>
              <a:t>ou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não,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593705" y="4959222"/>
            <a:ext cx="252729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mbria Math"/>
                <a:cs typeface="Cambria Math"/>
              </a:rPr>
              <a:t>𝑔</a:t>
            </a:r>
            <a:r>
              <a:rPr sz="1100" spc="229" dirty="0">
                <a:latin typeface="Cambria Math"/>
                <a:cs typeface="Cambria Math"/>
              </a:rPr>
              <a:t> </a:t>
            </a:r>
            <a:r>
              <a:rPr sz="1100" spc="-50" dirty="0">
                <a:latin typeface="Cambria Math"/>
                <a:cs typeface="Cambria Math"/>
              </a:rPr>
              <a:t>𝒙</a:t>
            </a:r>
            <a:endParaRPr sz="11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Propriedades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logística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2"/>
              <p:cNvSpPr txBox="1"/>
              <p:nvPr/>
            </p:nvSpPr>
            <p:spPr>
              <a:xfrm>
                <a:off x="708647" y="1658444"/>
                <a:ext cx="8419465" cy="4751301"/>
              </a:xfrm>
              <a:prstGeom prst="rect">
                <a:avLst/>
              </a:prstGeom>
            </p:spPr>
            <p:txBody>
              <a:bodyPr vert="horz" wrap="square" lIns="0" tIns="93980" rIns="0" bIns="0" rtlCol="0">
                <a:spAutoFit/>
              </a:bodyPr>
              <a:lstStyle/>
              <a:p>
                <a:pPr marL="355600" marR="429895" indent="-228600">
                  <a:lnSpc>
                    <a:spcPts val="2690"/>
                  </a:lnSpc>
                  <a:spcBef>
                    <a:spcPts val="740"/>
                  </a:spcBef>
                  <a:buFont typeface="Arial"/>
                  <a:buChar char="•"/>
                  <a:tabLst>
                    <a:tab pos="355600" algn="l"/>
                    <a:tab pos="4612640" algn="l"/>
                    <a:tab pos="5063490" algn="l"/>
                    <a:tab pos="6668770" algn="l"/>
                    <a:tab pos="7020559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Os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valores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função</a:t>
                </a:r>
                <a:r>
                  <a:rPr lang="pt-BR" sz="2800" b="1" i="1" spc="-8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hipótese</a:t>
                </a:r>
                <a:r>
                  <a:rPr lang="pt-BR" sz="2800" i="1" dirty="0">
                    <a:latin typeface="Calibri"/>
                    <a:cs typeface="Calibri"/>
                  </a:rPr>
                  <a:t>,</a:t>
                </a:r>
                <a:r>
                  <a:rPr lang="pt-BR" sz="2800" i="1" spc="-7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𝒂</a:t>
                </a:r>
                <a:r>
                  <a:rPr lang="pt-BR" sz="3075" spc="-37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, </a:t>
                </a:r>
                <a:r>
                  <a:rPr lang="pt-BR" sz="2800" spc="-20" dirty="0">
                    <a:latin typeface="Calibri"/>
                    <a:cs typeface="Calibri"/>
                  </a:rPr>
                  <a:t>ficam </a:t>
                </a:r>
                <a:r>
                  <a:rPr lang="pt-BR" sz="2800" spc="-10" dirty="0">
                    <a:latin typeface="Calibri"/>
                    <a:cs typeface="Calibri"/>
                  </a:rPr>
                  <a:t>restritos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intervalo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0</a:t>
                </a:r>
                <a:r>
                  <a:rPr lang="pt-BR" sz="2800" spc="95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≤</a:t>
                </a:r>
                <a:r>
                  <a:rPr lang="pt-BR" sz="2800" spc="100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𝒂</a:t>
                </a:r>
                <a:r>
                  <a:rPr lang="pt-BR" sz="3075" spc="-37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≤</a:t>
                </a:r>
                <a:r>
                  <a:rPr lang="pt-BR" sz="2800" spc="140" dirty="0">
                    <a:latin typeface="Cambria Math"/>
                    <a:cs typeface="Cambria Math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1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55600" marR="173990" indent="-228600">
                  <a:lnSpc>
                    <a:spcPct val="80000"/>
                  </a:lnSpc>
                  <a:spcBef>
                    <a:spcPts val="1019"/>
                  </a:spcBef>
                  <a:buFont typeface="Arial"/>
                  <a:buChar char="•"/>
                  <a:tabLst>
                    <a:tab pos="355600" algn="l"/>
                    <a:tab pos="2437130" algn="l"/>
                    <a:tab pos="287020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3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saída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𝒂</a:t>
                </a:r>
                <a:r>
                  <a:rPr lang="pt-BR" sz="3075" spc="-37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spc="-20" dirty="0">
                    <a:latin typeface="Calibri"/>
                    <a:cs typeface="Calibri"/>
                  </a:rPr>
                  <a:t>representa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probabilidade</a:t>
                </a:r>
                <a:r>
                  <a:rPr lang="pt-BR" sz="28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da</a:t>
                </a:r>
                <a:r>
                  <a:rPr lang="pt-BR" sz="28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classe </a:t>
                </a:r>
                <a:r>
                  <a:rPr lang="pt-BR" sz="2800" b="1" i="1" dirty="0">
                    <a:latin typeface="Calibri"/>
                    <a:cs typeface="Calibri"/>
                  </a:rPr>
                  <a:t>positiva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𝐶</a:t>
                </a:r>
                <a:r>
                  <a:rPr lang="pt-BR" sz="3075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dado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atributos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mbria Math"/>
                    <a:cs typeface="Cambria Math"/>
                  </a:rPr>
                  <a:t>𝒙</a:t>
                </a:r>
                <a:r>
                  <a:rPr lang="pt-BR" sz="2800" spc="-50" dirty="0">
                    <a:latin typeface="Cambria Math"/>
                    <a:cs typeface="Cambria Math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e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20" dirty="0">
                    <a:latin typeface="Calibri"/>
                    <a:cs typeface="Calibri"/>
                  </a:rPr>
                  <a:t>dado </a:t>
                </a:r>
                <a:r>
                  <a:rPr lang="pt-BR" sz="2800" dirty="0">
                    <a:latin typeface="Calibri"/>
                    <a:cs typeface="Calibri"/>
                  </a:rPr>
                  <a:t>vetor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pesos,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𝒂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55600" indent="-228600">
                  <a:lnSpc>
                    <a:spcPts val="3025"/>
                  </a:lnSpc>
                  <a:spcBef>
                    <a:spcPts val="340"/>
                  </a:spcBef>
                  <a:buFont typeface="Arial"/>
                  <a:buChar char="•"/>
                  <a:tabLst>
                    <a:tab pos="355600" algn="l"/>
                    <a:tab pos="2121535" algn="l"/>
                    <a:tab pos="255460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seja,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𝒂</a:t>
                </a:r>
                <a:r>
                  <a:rPr lang="pt-BR" sz="3075" spc="-37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dá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probabilidade</a:t>
                </a:r>
                <a:r>
                  <a:rPr lang="pt-BR" sz="2800" spc="-2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condicional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da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355600">
                  <a:lnSpc>
                    <a:spcPts val="3025"/>
                  </a:lnSpc>
                </a:pPr>
                <a:r>
                  <a:rPr lang="pt-BR" sz="2800" b="1" i="1" dirty="0">
                    <a:latin typeface="Calibri"/>
                    <a:cs typeface="Calibri"/>
                  </a:rPr>
                  <a:t>classe</a:t>
                </a:r>
                <a:r>
                  <a:rPr lang="pt-BR" sz="2800" b="1" i="1" spc="-10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positiva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𝐶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2</a:t>
                </a:r>
                <a:r>
                  <a:rPr lang="pt-BR" sz="2800" spc="-25" dirty="0">
                    <a:latin typeface="Cambria Math"/>
                    <a:cs typeface="Cambria Math"/>
                  </a:rPr>
                  <a:t>:</a:t>
                </a:r>
                <a:endParaRPr lang="pt-BR" sz="2800" dirty="0">
                  <a:latin typeface="Cambria Math"/>
                  <a:cs typeface="Cambria Math"/>
                </a:endParaRPr>
              </a:p>
              <a:p>
                <a:pPr marL="52705" algn="ctr">
                  <a:lnSpc>
                    <a:spcPct val="100000"/>
                  </a:lnSpc>
                  <a:spcBef>
                    <a:spcPts val="325"/>
                  </a:spcBef>
                  <a:tabLst>
                    <a:tab pos="574040" algn="l"/>
                    <a:tab pos="1025525" algn="l"/>
                    <a:tab pos="1765935" algn="l"/>
                    <a:tab pos="23926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3075" i="1" spc="-37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3075" i="1" spc="-37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	= </m:t>
                      </m:r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𝑃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𝐶</m:t>
                      </m:r>
                      <m:r>
                        <a:rPr lang="pt-BR" sz="3075" i="1" spc="-37" baseline="-16260" dirty="0" smtClean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3075" i="1" spc="-37" dirty="0">
                          <a:latin typeface="Cambria Math" panose="02040503050406030204" pitchFamily="18" charset="0"/>
                          <a:cs typeface="Cambria Math"/>
                        </a:rPr>
                        <m:t>|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800" i="1" spc="-25" dirty="0">
                          <a:latin typeface="Cambria Math" panose="02040503050406030204" pitchFamily="18" charset="0"/>
                          <a:cs typeface="Cambria Math"/>
                        </a:rPr>
                        <m:t>;</m:t>
                      </m:r>
                      <m:r>
                        <a:rPr lang="pt-BR" sz="2800" i="1" spc="-14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800" i="1" spc="-25" dirty="0" smtClean="0">
                          <a:latin typeface="Cambria Math" panose="02040503050406030204" pitchFamily="18" charset="0"/>
                          <a:cs typeface="Cambria Math"/>
                        </a:rPr>
                        <m:t>).</m:t>
                      </m:r>
                    </m:oMath>
                  </m:oMathPara>
                </a14:m>
                <a:endParaRPr lang="pt-BR" sz="2800" dirty="0">
                  <a:latin typeface="Calibri"/>
                  <a:cs typeface="Calibri"/>
                </a:endParaRPr>
              </a:p>
              <a:p>
                <a:pPr marL="355600" marR="81280" indent="-355600">
                  <a:lnSpc>
                    <a:spcPts val="3700"/>
                  </a:lnSpc>
                  <a:spcBef>
                    <a:spcPts val="165"/>
                  </a:spcBef>
                  <a:buFont typeface="Arial"/>
                  <a:buChar char="•"/>
                  <a:tabLst>
                    <a:tab pos="355600" algn="l"/>
                    <a:tab pos="3556000" algn="l"/>
                    <a:tab pos="3908425" algn="l"/>
                    <a:tab pos="4732655" algn="l"/>
                    <a:tab pos="5349875" algn="l"/>
                    <a:tab pos="6694170" algn="l"/>
                    <a:tab pos="7046595" algn="l"/>
                  </a:tabLst>
                </a:pPr>
                <a:r>
                  <a:rPr lang="pt-BR" sz="2800" spc="-20" dirty="0">
                    <a:latin typeface="Calibri"/>
                    <a:cs typeface="Calibri"/>
                  </a:rPr>
                  <a:t>Consequentemente,</a:t>
                </a:r>
                <a:r>
                  <a:rPr lang="pt-BR" sz="2800" spc="-1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4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complemento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9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ℎ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𝒂</a:t>
                </a:r>
                <a:r>
                  <a:rPr lang="pt-BR" sz="3075" dirty="0">
                    <a:latin typeface="Cambria Math"/>
                    <a:cs typeface="Cambria Math"/>
                  </a:rPr>
                  <a:t>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𝒙)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2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ou</a:t>
                </a:r>
                <a:r>
                  <a:rPr lang="pt-BR" sz="2800" spc="-10" dirty="0">
                    <a:latin typeface="Calibri"/>
                    <a:cs typeface="Calibri"/>
                  </a:rPr>
                  <a:t> seja,               </a:t>
                </a:r>
                <a14:m>
                  <m:oMath xmlns:m="http://schemas.openxmlformats.org/officeDocument/2006/math">
                    <m:r>
                      <a:rPr lang="pt-BR" sz="2800" b="0" i="0" spc="-10" smtClean="0">
                        <a:latin typeface="Cambria Math" panose="02040503050406030204" pitchFamily="18" charset="0"/>
                        <a:cs typeface="Calibri"/>
                      </a:rPr>
                      <m:t>                            </m:t>
                    </m:r>
                    <m:d>
                      <m:dPr>
                        <m:ctrlPr>
                          <a:rPr lang="ar-AE" sz="280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ar-AE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−</m:t>
                        </m:r>
                        <m:sSub>
                          <m:sSubPr>
                            <m:ctrlP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2800" b="0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h</m:t>
                            </m:r>
                          </m:e>
                          <m:sub>
                            <m:r>
                              <a:rPr lang="pt-BR" sz="2800" b="1" i="1" spc="-10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sub>
                        </m:sSub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pt-BR" sz="28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e>
                    </m:d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𝑃</m:t>
                    </m:r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sSub>
                      <m:sSubPr>
                        <m:ctrlP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𝐶</m:t>
                        </m:r>
                      </m:e>
                      <m:sub>
                        <m:r>
                          <a:rPr lang="pt-BR" sz="2800" b="0" i="1" spc="-10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</m:sSub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|</m:t>
                    </m:r>
                    <m:r>
                      <a:rPr lang="pt-BR" sz="2800" b="1" i="1" spc="-10" smtClean="0">
                        <a:latin typeface="Cambria Math" panose="02040503050406030204" pitchFamily="18" charset="0"/>
                        <a:cs typeface="Calibri"/>
                      </a:rPr>
                      <m:t>𝒙</m:t>
                    </m:r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;</m:t>
                    </m:r>
                    <m:r>
                      <a:rPr lang="pt-BR" sz="2800" b="1" i="1" spc="-10" smtClean="0">
                        <a:latin typeface="Cambria Math" panose="02040503050406030204" pitchFamily="18" charset="0"/>
                        <a:cs typeface="Calibri"/>
                      </a:rPr>
                      <m:t>𝒂</m:t>
                    </m:r>
                    <m:r>
                      <a:rPr lang="pt-BR" sz="2800" b="0" i="1" spc="-1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ar-AE" sz="3075" baseline="-16260" dirty="0">
                    <a:latin typeface="Cambria Math"/>
                    <a:cs typeface="Cambria Math"/>
                  </a:rPr>
                  <a:t>	</a:t>
                </a:r>
                <a:r>
                  <a:rPr lang="ar-AE" sz="2800" dirty="0">
                    <a:latin typeface="Cambria Math"/>
                    <a:cs typeface="Cambria Math"/>
                  </a:rPr>
                  <a:t>	</a:t>
                </a:r>
              </a:p>
              <a:p>
                <a:pPr marL="355600" marR="81280" indent="-355600">
                  <a:lnSpc>
                    <a:spcPts val="3700"/>
                  </a:lnSpc>
                  <a:spcBef>
                    <a:spcPts val="165"/>
                  </a:spcBef>
                  <a:buFont typeface="Arial"/>
                  <a:buChar char="•"/>
                  <a:tabLst>
                    <a:tab pos="355600" algn="l"/>
                    <a:tab pos="3556000" algn="l"/>
                    <a:tab pos="3908425" algn="l"/>
                    <a:tab pos="4732655" algn="l"/>
                    <a:tab pos="5349875" algn="l"/>
                    <a:tab pos="6694170" algn="l"/>
                    <a:tab pos="7046595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probabilidade</a:t>
                </a:r>
                <a:r>
                  <a:rPr lang="pt-BR" sz="2800" spc="-4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condicional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da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classe</a:t>
                </a:r>
                <a:r>
                  <a:rPr lang="pt-BR" sz="2800" b="1" i="1" spc="-75" dirty="0">
                    <a:latin typeface="Calibri"/>
                    <a:cs typeface="Calibri"/>
                  </a:rPr>
                  <a:t> </a:t>
                </a:r>
                <a:r>
                  <a:rPr lang="pt-BR" sz="2800" b="1" i="1" dirty="0">
                    <a:latin typeface="Calibri"/>
                    <a:cs typeface="Calibri"/>
                  </a:rPr>
                  <a:t>negativa</a:t>
                </a:r>
                <a:r>
                  <a:rPr lang="pt-BR" sz="2800" dirty="0">
                    <a:latin typeface="Calibri"/>
                    <a:cs typeface="Calibri"/>
                  </a:rPr>
                  <a:t>,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𝐶</a:t>
                </a:r>
                <a:r>
                  <a:rPr lang="pt-BR" sz="3075" spc="-37" baseline="-16260" dirty="0">
                    <a:latin typeface="Cambria Math"/>
                    <a:cs typeface="Cambria Math"/>
                  </a:rPr>
                  <a:t>1</a:t>
                </a:r>
                <a:r>
                  <a:rPr lang="pt-BR" sz="2800" spc="-25" dirty="0">
                    <a:latin typeface="Calibri"/>
                    <a:cs typeface="Calibri"/>
                  </a:rPr>
                  <a:t>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47" y="1658444"/>
                <a:ext cx="8419465" cy="4751301"/>
              </a:xfrm>
              <a:prstGeom prst="rect">
                <a:avLst/>
              </a:prstGeom>
              <a:blipFill>
                <a:blip r:embed="rId2"/>
                <a:stretch>
                  <a:fillRect l="-2390" t="-3209" r="-15641" b="-20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582685" y="2807174"/>
          <a:ext cx="2509519" cy="2294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7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7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252525"/>
                      </a:solidFill>
                      <a:prstDash val="solid"/>
                    </a:lnL>
                    <a:lnR w="3175">
                      <a:solidFill>
                        <a:srgbClr val="252525"/>
                      </a:solidFill>
                      <a:prstDash val="solid"/>
                    </a:lnR>
                    <a:lnT w="3175">
                      <a:solidFill>
                        <a:srgbClr val="252525"/>
                      </a:solidFill>
                      <a:prstDash val="solid"/>
                    </a:lnT>
                    <a:lnB w="3175">
                      <a:solidFill>
                        <a:srgbClr val="25252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09142" y="5168493"/>
            <a:ext cx="86635" cy="75273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0812219" y="5167165"/>
            <a:ext cx="49530" cy="76835"/>
          </a:xfrm>
          <a:custGeom>
            <a:avLst/>
            <a:gdLst/>
            <a:ahLst/>
            <a:cxnLst/>
            <a:rect l="l" t="t" r="r" b="b"/>
            <a:pathLst>
              <a:path w="49529" h="76835">
                <a:moveTo>
                  <a:pt x="28482" y="0"/>
                </a:moveTo>
                <a:lnTo>
                  <a:pt x="0" y="29457"/>
                </a:lnTo>
                <a:lnTo>
                  <a:pt x="0" y="38324"/>
                </a:lnTo>
                <a:lnTo>
                  <a:pt x="17262" y="76600"/>
                </a:lnTo>
                <a:lnTo>
                  <a:pt x="29939" y="76600"/>
                </a:lnTo>
                <a:lnTo>
                  <a:pt x="34524" y="75127"/>
                </a:lnTo>
                <a:lnTo>
                  <a:pt x="38085" y="72175"/>
                </a:lnTo>
                <a:lnTo>
                  <a:pt x="41699" y="69222"/>
                </a:lnTo>
                <a:lnTo>
                  <a:pt x="41824" y="69028"/>
                </a:lnTo>
                <a:lnTo>
                  <a:pt x="20229" y="69028"/>
                </a:lnTo>
                <a:lnTo>
                  <a:pt x="16665" y="66983"/>
                </a:lnTo>
                <a:lnTo>
                  <a:pt x="13790" y="62886"/>
                </a:lnTo>
                <a:lnTo>
                  <a:pt x="10896" y="58839"/>
                </a:lnTo>
                <a:lnTo>
                  <a:pt x="9494" y="50640"/>
                </a:lnTo>
                <a:lnTo>
                  <a:pt x="16776" y="9412"/>
                </a:lnTo>
                <a:lnTo>
                  <a:pt x="20121" y="7626"/>
                </a:lnTo>
                <a:lnTo>
                  <a:pt x="41409" y="7626"/>
                </a:lnTo>
                <a:lnTo>
                  <a:pt x="40620" y="6384"/>
                </a:lnTo>
                <a:lnTo>
                  <a:pt x="38085" y="4047"/>
                </a:lnTo>
                <a:lnTo>
                  <a:pt x="32043" y="809"/>
                </a:lnTo>
                <a:lnTo>
                  <a:pt x="28482" y="0"/>
                </a:lnTo>
                <a:close/>
              </a:path>
              <a:path w="49529" h="76835">
                <a:moveTo>
                  <a:pt x="41409" y="7626"/>
                </a:moveTo>
                <a:lnTo>
                  <a:pt x="28644" y="7626"/>
                </a:lnTo>
                <a:lnTo>
                  <a:pt x="32259" y="9655"/>
                </a:lnTo>
                <a:lnTo>
                  <a:pt x="35118" y="13713"/>
                </a:lnTo>
                <a:lnTo>
                  <a:pt x="38031" y="17772"/>
                </a:lnTo>
                <a:lnTo>
                  <a:pt x="39433" y="25976"/>
                </a:lnTo>
                <a:lnTo>
                  <a:pt x="39428" y="50640"/>
                </a:lnTo>
                <a:lnTo>
                  <a:pt x="38031" y="58795"/>
                </a:lnTo>
                <a:lnTo>
                  <a:pt x="35099" y="62913"/>
                </a:lnTo>
                <a:lnTo>
                  <a:pt x="32249" y="66988"/>
                </a:lnTo>
                <a:lnTo>
                  <a:pt x="28698" y="69028"/>
                </a:lnTo>
                <a:lnTo>
                  <a:pt x="41824" y="69028"/>
                </a:lnTo>
                <a:lnTo>
                  <a:pt x="44396" y="65045"/>
                </a:lnTo>
                <a:lnTo>
                  <a:pt x="46507" y="58795"/>
                </a:lnTo>
                <a:lnTo>
                  <a:pt x="48010" y="54229"/>
                </a:lnTo>
                <a:lnTo>
                  <a:pt x="48928" y="47127"/>
                </a:lnTo>
                <a:lnTo>
                  <a:pt x="48820" y="29814"/>
                </a:lnTo>
                <a:lnTo>
                  <a:pt x="48334" y="24977"/>
                </a:lnTo>
                <a:lnTo>
                  <a:pt x="47201" y="20595"/>
                </a:lnTo>
                <a:lnTo>
                  <a:pt x="46122" y="16212"/>
                </a:lnTo>
                <a:lnTo>
                  <a:pt x="44558" y="12494"/>
                </a:lnTo>
                <a:lnTo>
                  <a:pt x="42545" y="9412"/>
                </a:lnTo>
                <a:lnTo>
                  <a:pt x="41409" y="7626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596147" y="5168493"/>
            <a:ext cx="50165" cy="75565"/>
          </a:xfrm>
          <a:custGeom>
            <a:avLst/>
            <a:gdLst/>
            <a:ahLst/>
            <a:cxnLst/>
            <a:rect l="l" t="t" r="r" b="b"/>
            <a:pathLst>
              <a:path w="50165" h="75564">
                <a:moveTo>
                  <a:pt x="46176" y="0"/>
                </a:moveTo>
                <a:lnTo>
                  <a:pt x="8900" y="0"/>
                </a:lnTo>
                <a:lnTo>
                  <a:pt x="1618" y="38535"/>
                </a:lnTo>
                <a:lnTo>
                  <a:pt x="10249" y="39657"/>
                </a:lnTo>
                <a:lnTo>
                  <a:pt x="11598" y="37509"/>
                </a:lnTo>
                <a:lnTo>
                  <a:pt x="13486" y="35761"/>
                </a:lnTo>
                <a:lnTo>
                  <a:pt x="18287" y="33067"/>
                </a:lnTo>
                <a:lnTo>
                  <a:pt x="20930" y="32393"/>
                </a:lnTo>
                <a:lnTo>
                  <a:pt x="28698" y="32393"/>
                </a:lnTo>
                <a:lnTo>
                  <a:pt x="32528" y="33909"/>
                </a:lnTo>
                <a:lnTo>
                  <a:pt x="38462" y="39981"/>
                </a:lnTo>
                <a:lnTo>
                  <a:pt x="39919" y="44126"/>
                </a:lnTo>
                <a:lnTo>
                  <a:pt x="39919" y="54909"/>
                </a:lnTo>
                <a:lnTo>
                  <a:pt x="38408" y="59340"/>
                </a:lnTo>
                <a:lnTo>
                  <a:pt x="32259" y="66027"/>
                </a:lnTo>
                <a:lnTo>
                  <a:pt x="28482" y="67701"/>
                </a:lnTo>
                <a:lnTo>
                  <a:pt x="20391" y="67701"/>
                </a:lnTo>
                <a:lnTo>
                  <a:pt x="17262" y="66513"/>
                </a:lnTo>
                <a:lnTo>
                  <a:pt x="12029" y="61775"/>
                </a:lnTo>
                <a:lnTo>
                  <a:pt x="10357" y="58234"/>
                </a:lnTo>
                <a:lnTo>
                  <a:pt x="9656" y="53528"/>
                </a:lnTo>
                <a:lnTo>
                  <a:pt x="0" y="54343"/>
                </a:lnTo>
                <a:lnTo>
                  <a:pt x="32366" y="75273"/>
                </a:lnTo>
                <a:lnTo>
                  <a:pt x="38948" y="72239"/>
                </a:lnTo>
                <a:lnTo>
                  <a:pt x="47741" y="61219"/>
                </a:lnTo>
                <a:lnTo>
                  <a:pt x="49683" y="55352"/>
                </a:lnTo>
                <a:lnTo>
                  <a:pt x="49683" y="41433"/>
                </a:lnTo>
                <a:lnTo>
                  <a:pt x="47417" y="35599"/>
                </a:lnTo>
                <a:lnTo>
                  <a:pt x="38462" y="26526"/>
                </a:lnTo>
                <a:lnTo>
                  <a:pt x="32906" y="24254"/>
                </a:lnTo>
                <a:lnTo>
                  <a:pt x="21416" y="24254"/>
                </a:lnTo>
                <a:lnTo>
                  <a:pt x="16722" y="25825"/>
                </a:lnTo>
                <a:lnTo>
                  <a:pt x="12191" y="28966"/>
                </a:lnTo>
                <a:lnTo>
                  <a:pt x="16237" y="8802"/>
                </a:lnTo>
                <a:lnTo>
                  <a:pt x="46176" y="8802"/>
                </a:lnTo>
                <a:lnTo>
                  <a:pt x="4617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11950" y="5327118"/>
            <a:ext cx="48260" cy="54610"/>
          </a:xfrm>
          <a:custGeom>
            <a:avLst/>
            <a:gdLst/>
            <a:ahLst/>
            <a:cxnLst/>
            <a:rect l="l" t="t" r="r" b="b"/>
            <a:pathLst>
              <a:path w="48259" h="54610">
                <a:moveTo>
                  <a:pt x="46446" y="0"/>
                </a:moveTo>
                <a:lnTo>
                  <a:pt x="2049" y="0"/>
                </a:lnTo>
                <a:lnTo>
                  <a:pt x="2049" y="7469"/>
                </a:lnTo>
                <a:lnTo>
                  <a:pt x="27188" y="7469"/>
                </a:lnTo>
                <a:lnTo>
                  <a:pt x="34578" y="7167"/>
                </a:lnTo>
                <a:lnTo>
                  <a:pt x="0" y="46873"/>
                </a:lnTo>
                <a:lnTo>
                  <a:pt x="0" y="54344"/>
                </a:lnTo>
                <a:lnTo>
                  <a:pt x="48064" y="54344"/>
                </a:lnTo>
                <a:lnTo>
                  <a:pt x="48064" y="46412"/>
                </a:lnTo>
                <a:lnTo>
                  <a:pt x="19366" y="46412"/>
                </a:lnTo>
                <a:lnTo>
                  <a:pt x="15482" y="46566"/>
                </a:lnTo>
                <a:lnTo>
                  <a:pt x="11382" y="46873"/>
                </a:lnTo>
                <a:lnTo>
                  <a:pt x="17046" y="40579"/>
                </a:lnTo>
                <a:lnTo>
                  <a:pt x="46446" y="6087"/>
                </a:lnTo>
                <a:lnTo>
                  <a:pt x="46446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495311" y="5067993"/>
            <a:ext cx="48895" cy="76835"/>
          </a:xfrm>
          <a:custGeom>
            <a:avLst/>
            <a:gdLst/>
            <a:ahLst/>
            <a:cxnLst/>
            <a:rect l="l" t="t" r="r" b="b"/>
            <a:pathLst>
              <a:path w="48895" h="76835">
                <a:moveTo>
                  <a:pt x="28472" y="0"/>
                </a:moveTo>
                <a:lnTo>
                  <a:pt x="0" y="29457"/>
                </a:lnTo>
                <a:lnTo>
                  <a:pt x="0" y="38324"/>
                </a:lnTo>
                <a:lnTo>
                  <a:pt x="17219" y="76600"/>
                </a:lnTo>
                <a:lnTo>
                  <a:pt x="29934" y="76600"/>
                </a:lnTo>
                <a:lnTo>
                  <a:pt x="34481" y="75127"/>
                </a:lnTo>
                <a:lnTo>
                  <a:pt x="41672" y="69222"/>
                </a:lnTo>
                <a:lnTo>
                  <a:pt x="41798" y="69028"/>
                </a:lnTo>
                <a:lnTo>
                  <a:pt x="20218" y="69028"/>
                </a:lnTo>
                <a:lnTo>
                  <a:pt x="16659" y="66983"/>
                </a:lnTo>
                <a:lnTo>
                  <a:pt x="10902" y="58839"/>
                </a:lnTo>
                <a:lnTo>
                  <a:pt x="9461" y="50640"/>
                </a:lnTo>
                <a:lnTo>
                  <a:pt x="9461" y="38324"/>
                </a:lnTo>
                <a:lnTo>
                  <a:pt x="9721" y="30887"/>
                </a:lnTo>
                <a:lnTo>
                  <a:pt x="20116" y="7626"/>
                </a:lnTo>
                <a:lnTo>
                  <a:pt x="41376" y="7626"/>
                </a:lnTo>
                <a:lnTo>
                  <a:pt x="40571" y="6384"/>
                </a:lnTo>
                <a:lnTo>
                  <a:pt x="38068" y="4047"/>
                </a:lnTo>
                <a:lnTo>
                  <a:pt x="32000" y="809"/>
                </a:lnTo>
                <a:lnTo>
                  <a:pt x="28472" y="0"/>
                </a:lnTo>
                <a:close/>
              </a:path>
              <a:path w="48895" h="76835">
                <a:moveTo>
                  <a:pt x="41376" y="7626"/>
                </a:moveTo>
                <a:lnTo>
                  <a:pt x="28639" y="7626"/>
                </a:lnTo>
                <a:lnTo>
                  <a:pt x="32226" y="9655"/>
                </a:lnTo>
                <a:lnTo>
                  <a:pt x="37993" y="17772"/>
                </a:lnTo>
                <a:lnTo>
                  <a:pt x="39433" y="25976"/>
                </a:lnTo>
                <a:lnTo>
                  <a:pt x="39428" y="50640"/>
                </a:lnTo>
                <a:lnTo>
                  <a:pt x="37993" y="58795"/>
                </a:lnTo>
                <a:lnTo>
                  <a:pt x="32217" y="66988"/>
                </a:lnTo>
                <a:lnTo>
                  <a:pt x="28677" y="69028"/>
                </a:lnTo>
                <a:lnTo>
                  <a:pt x="41798" y="69028"/>
                </a:lnTo>
                <a:lnTo>
                  <a:pt x="44375" y="65045"/>
                </a:lnTo>
                <a:lnTo>
                  <a:pt x="47989" y="54229"/>
                </a:lnTo>
                <a:lnTo>
                  <a:pt x="48895" y="47127"/>
                </a:lnTo>
                <a:lnTo>
                  <a:pt x="48792" y="29814"/>
                </a:lnTo>
                <a:lnTo>
                  <a:pt x="48329" y="24977"/>
                </a:lnTo>
                <a:lnTo>
                  <a:pt x="46079" y="16212"/>
                </a:lnTo>
                <a:lnTo>
                  <a:pt x="44531" y="12494"/>
                </a:lnTo>
                <a:lnTo>
                  <a:pt x="41376" y="7626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9278362" y="3884057"/>
            <a:ext cx="264160" cy="150495"/>
            <a:chOff x="9278362" y="3884057"/>
            <a:chExt cx="264160" cy="15049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2256" y="3920433"/>
              <a:ext cx="139679" cy="7658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8362" y="3884057"/>
              <a:ext cx="98302" cy="150038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9502367" y="2785618"/>
            <a:ext cx="27940" cy="62865"/>
          </a:xfrm>
          <a:custGeom>
            <a:avLst/>
            <a:gdLst/>
            <a:ahLst/>
            <a:cxnLst/>
            <a:rect l="l" t="t" r="r" b="b"/>
            <a:pathLst>
              <a:path w="27940" h="62864">
                <a:moveTo>
                  <a:pt x="27619" y="3910"/>
                </a:moveTo>
                <a:lnTo>
                  <a:pt x="18411" y="3910"/>
                </a:lnTo>
                <a:lnTo>
                  <a:pt x="18411" y="62576"/>
                </a:lnTo>
                <a:lnTo>
                  <a:pt x="27619" y="62576"/>
                </a:lnTo>
                <a:lnTo>
                  <a:pt x="27619" y="3910"/>
                </a:lnTo>
                <a:close/>
              </a:path>
              <a:path w="27940" h="62864">
                <a:moveTo>
                  <a:pt x="27619" y="0"/>
                </a:moveTo>
                <a:lnTo>
                  <a:pt x="10460" y="0"/>
                </a:lnTo>
                <a:lnTo>
                  <a:pt x="9650" y="726"/>
                </a:lnTo>
                <a:lnTo>
                  <a:pt x="5151" y="3694"/>
                </a:lnTo>
                <a:lnTo>
                  <a:pt x="0" y="6123"/>
                </a:lnTo>
                <a:lnTo>
                  <a:pt x="0" y="14974"/>
                </a:lnTo>
                <a:lnTo>
                  <a:pt x="2864" y="13949"/>
                </a:lnTo>
                <a:lnTo>
                  <a:pt x="6095" y="12330"/>
                </a:lnTo>
                <a:lnTo>
                  <a:pt x="13292" y="8120"/>
                </a:lnTo>
                <a:lnTo>
                  <a:pt x="16199" y="6015"/>
                </a:lnTo>
                <a:lnTo>
                  <a:pt x="18411" y="3910"/>
                </a:lnTo>
                <a:lnTo>
                  <a:pt x="27619" y="3910"/>
                </a:lnTo>
                <a:lnTo>
                  <a:pt x="2761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584035" y="2809336"/>
            <a:ext cx="2508885" cy="2293620"/>
          </a:xfrm>
          <a:custGeom>
            <a:avLst/>
            <a:gdLst/>
            <a:ahLst/>
            <a:cxnLst/>
            <a:rect l="l" t="t" r="r" b="b"/>
            <a:pathLst>
              <a:path w="2508884" h="2293620">
                <a:moveTo>
                  <a:pt x="0" y="2293555"/>
                </a:moveTo>
                <a:lnTo>
                  <a:pt x="0" y="2293555"/>
                </a:lnTo>
                <a:lnTo>
                  <a:pt x="5394" y="2293528"/>
                </a:lnTo>
                <a:lnTo>
                  <a:pt x="10788" y="2293501"/>
                </a:lnTo>
                <a:lnTo>
                  <a:pt x="16183" y="2293468"/>
                </a:lnTo>
                <a:lnTo>
                  <a:pt x="21577" y="2293441"/>
                </a:lnTo>
                <a:lnTo>
                  <a:pt x="26972" y="2293409"/>
                </a:lnTo>
                <a:lnTo>
                  <a:pt x="32366" y="2293377"/>
                </a:lnTo>
                <a:lnTo>
                  <a:pt x="37761" y="2293344"/>
                </a:lnTo>
                <a:lnTo>
                  <a:pt x="43155" y="2293312"/>
                </a:lnTo>
                <a:lnTo>
                  <a:pt x="48550" y="2293274"/>
                </a:lnTo>
                <a:lnTo>
                  <a:pt x="53944" y="2293236"/>
                </a:lnTo>
                <a:lnTo>
                  <a:pt x="59339" y="2293199"/>
                </a:lnTo>
                <a:lnTo>
                  <a:pt x="64733" y="2293161"/>
                </a:lnTo>
                <a:lnTo>
                  <a:pt x="70128" y="2293123"/>
                </a:lnTo>
                <a:lnTo>
                  <a:pt x="75522" y="2293080"/>
                </a:lnTo>
                <a:lnTo>
                  <a:pt x="80917" y="2293037"/>
                </a:lnTo>
                <a:lnTo>
                  <a:pt x="86311" y="2292988"/>
                </a:lnTo>
                <a:lnTo>
                  <a:pt x="91706" y="2292945"/>
                </a:lnTo>
                <a:lnTo>
                  <a:pt x="97100" y="2292896"/>
                </a:lnTo>
                <a:lnTo>
                  <a:pt x="102495" y="2292842"/>
                </a:lnTo>
                <a:lnTo>
                  <a:pt x="107889" y="2292794"/>
                </a:lnTo>
                <a:lnTo>
                  <a:pt x="113284" y="2292740"/>
                </a:lnTo>
                <a:lnTo>
                  <a:pt x="118678" y="2292686"/>
                </a:lnTo>
                <a:lnTo>
                  <a:pt x="124073" y="2292626"/>
                </a:lnTo>
                <a:lnTo>
                  <a:pt x="129467" y="2292567"/>
                </a:lnTo>
                <a:lnTo>
                  <a:pt x="134862" y="2292508"/>
                </a:lnTo>
                <a:lnTo>
                  <a:pt x="140256" y="2292443"/>
                </a:lnTo>
                <a:lnTo>
                  <a:pt x="145651" y="2292378"/>
                </a:lnTo>
                <a:lnTo>
                  <a:pt x="151045" y="2292308"/>
                </a:lnTo>
                <a:lnTo>
                  <a:pt x="156440" y="2292238"/>
                </a:lnTo>
                <a:lnTo>
                  <a:pt x="161834" y="2292162"/>
                </a:lnTo>
                <a:lnTo>
                  <a:pt x="167229" y="2292087"/>
                </a:lnTo>
                <a:lnTo>
                  <a:pt x="172623" y="2292011"/>
                </a:lnTo>
                <a:lnTo>
                  <a:pt x="178018" y="2291930"/>
                </a:lnTo>
                <a:lnTo>
                  <a:pt x="183412" y="2291844"/>
                </a:lnTo>
                <a:lnTo>
                  <a:pt x="188807" y="2291758"/>
                </a:lnTo>
                <a:lnTo>
                  <a:pt x="194201" y="2291671"/>
                </a:lnTo>
                <a:lnTo>
                  <a:pt x="199617" y="2291579"/>
                </a:lnTo>
                <a:lnTo>
                  <a:pt x="205012" y="2291482"/>
                </a:lnTo>
                <a:lnTo>
                  <a:pt x="210406" y="2291380"/>
                </a:lnTo>
                <a:lnTo>
                  <a:pt x="215801" y="2291277"/>
                </a:lnTo>
                <a:lnTo>
                  <a:pt x="221195" y="2291175"/>
                </a:lnTo>
                <a:lnTo>
                  <a:pt x="226590" y="2291061"/>
                </a:lnTo>
                <a:lnTo>
                  <a:pt x="231984" y="2290948"/>
                </a:lnTo>
                <a:lnTo>
                  <a:pt x="237379" y="2290829"/>
                </a:lnTo>
                <a:lnTo>
                  <a:pt x="242773" y="2290710"/>
                </a:lnTo>
                <a:lnTo>
                  <a:pt x="248168" y="2290581"/>
                </a:lnTo>
                <a:lnTo>
                  <a:pt x="253562" y="2290451"/>
                </a:lnTo>
                <a:lnTo>
                  <a:pt x="258957" y="2290316"/>
                </a:lnTo>
                <a:lnTo>
                  <a:pt x="264351" y="2290176"/>
                </a:lnTo>
                <a:lnTo>
                  <a:pt x="269746" y="2290030"/>
                </a:lnTo>
                <a:lnTo>
                  <a:pt x="275140" y="2289879"/>
                </a:lnTo>
                <a:lnTo>
                  <a:pt x="280535" y="2289728"/>
                </a:lnTo>
                <a:lnTo>
                  <a:pt x="285929" y="2289566"/>
                </a:lnTo>
                <a:lnTo>
                  <a:pt x="291323" y="2289399"/>
                </a:lnTo>
                <a:lnTo>
                  <a:pt x="296718" y="2289226"/>
                </a:lnTo>
                <a:lnTo>
                  <a:pt x="302112" y="2289048"/>
                </a:lnTo>
                <a:lnTo>
                  <a:pt x="307507" y="2288865"/>
                </a:lnTo>
                <a:lnTo>
                  <a:pt x="312901" y="2288676"/>
                </a:lnTo>
                <a:lnTo>
                  <a:pt x="318296" y="2288476"/>
                </a:lnTo>
                <a:lnTo>
                  <a:pt x="323690" y="2288271"/>
                </a:lnTo>
                <a:lnTo>
                  <a:pt x="329085" y="2288061"/>
                </a:lnTo>
                <a:lnTo>
                  <a:pt x="334479" y="2287845"/>
                </a:lnTo>
                <a:lnTo>
                  <a:pt x="339874" y="2287618"/>
                </a:lnTo>
                <a:lnTo>
                  <a:pt x="345268" y="2287380"/>
                </a:lnTo>
                <a:lnTo>
                  <a:pt x="350663" y="2287138"/>
                </a:lnTo>
                <a:lnTo>
                  <a:pt x="356057" y="2286889"/>
                </a:lnTo>
                <a:lnTo>
                  <a:pt x="361452" y="2286630"/>
                </a:lnTo>
                <a:lnTo>
                  <a:pt x="366846" y="2286360"/>
                </a:lnTo>
                <a:lnTo>
                  <a:pt x="372241" y="2286085"/>
                </a:lnTo>
                <a:lnTo>
                  <a:pt x="377635" y="2285794"/>
                </a:lnTo>
                <a:lnTo>
                  <a:pt x="383030" y="2285497"/>
                </a:lnTo>
                <a:lnTo>
                  <a:pt x="388424" y="2285189"/>
                </a:lnTo>
                <a:lnTo>
                  <a:pt x="393819" y="2284871"/>
                </a:lnTo>
                <a:lnTo>
                  <a:pt x="399213" y="2284542"/>
                </a:lnTo>
                <a:lnTo>
                  <a:pt x="404608" y="2284202"/>
                </a:lnTo>
                <a:lnTo>
                  <a:pt x="410002" y="2283851"/>
                </a:lnTo>
                <a:lnTo>
                  <a:pt x="415397" y="2283484"/>
                </a:lnTo>
                <a:lnTo>
                  <a:pt x="420791" y="2283106"/>
                </a:lnTo>
                <a:lnTo>
                  <a:pt x="426186" y="2282717"/>
                </a:lnTo>
                <a:lnTo>
                  <a:pt x="431580" y="2282313"/>
                </a:lnTo>
                <a:lnTo>
                  <a:pt x="436975" y="2281892"/>
                </a:lnTo>
                <a:lnTo>
                  <a:pt x="442369" y="2281460"/>
                </a:lnTo>
                <a:lnTo>
                  <a:pt x="447764" y="2281012"/>
                </a:lnTo>
                <a:lnTo>
                  <a:pt x="453158" y="2280548"/>
                </a:lnTo>
                <a:lnTo>
                  <a:pt x="458553" y="2280073"/>
                </a:lnTo>
                <a:lnTo>
                  <a:pt x="463947" y="2279576"/>
                </a:lnTo>
                <a:lnTo>
                  <a:pt x="469342" y="2279064"/>
                </a:lnTo>
                <a:lnTo>
                  <a:pt x="474736" y="2278529"/>
                </a:lnTo>
                <a:lnTo>
                  <a:pt x="480131" y="2277984"/>
                </a:lnTo>
                <a:lnTo>
                  <a:pt x="485525" y="2277412"/>
                </a:lnTo>
                <a:lnTo>
                  <a:pt x="490920" y="2276829"/>
                </a:lnTo>
                <a:lnTo>
                  <a:pt x="496314" y="2276219"/>
                </a:lnTo>
                <a:lnTo>
                  <a:pt x="501709" y="2275588"/>
                </a:lnTo>
                <a:lnTo>
                  <a:pt x="507103" y="2274940"/>
                </a:lnTo>
                <a:lnTo>
                  <a:pt x="512498" y="2274266"/>
                </a:lnTo>
                <a:lnTo>
                  <a:pt x="517892" y="2273569"/>
                </a:lnTo>
                <a:lnTo>
                  <a:pt x="523287" y="2272852"/>
                </a:lnTo>
                <a:lnTo>
                  <a:pt x="528681" y="2272107"/>
                </a:lnTo>
                <a:lnTo>
                  <a:pt x="534076" y="2271335"/>
                </a:lnTo>
                <a:lnTo>
                  <a:pt x="539470" y="2270542"/>
                </a:lnTo>
                <a:lnTo>
                  <a:pt x="544864" y="2269716"/>
                </a:lnTo>
                <a:lnTo>
                  <a:pt x="550259" y="2268863"/>
                </a:lnTo>
                <a:lnTo>
                  <a:pt x="555653" y="2267983"/>
                </a:lnTo>
                <a:lnTo>
                  <a:pt x="561048" y="2267071"/>
                </a:lnTo>
                <a:lnTo>
                  <a:pt x="566442" y="2266132"/>
                </a:lnTo>
                <a:lnTo>
                  <a:pt x="571837" y="2265155"/>
                </a:lnTo>
                <a:lnTo>
                  <a:pt x="577231" y="2264151"/>
                </a:lnTo>
                <a:lnTo>
                  <a:pt x="582626" y="2263110"/>
                </a:lnTo>
                <a:lnTo>
                  <a:pt x="582626" y="2263104"/>
                </a:lnTo>
                <a:lnTo>
                  <a:pt x="588020" y="2262030"/>
                </a:lnTo>
                <a:lnTo>
                  <a:pt x="593415" y="2260913"/>
                </a:lnTo>
                <a:lnTo>
                  <a:pt x="598809" y="2259764"/>
                </a:lnTo>
                <a:lnTo>
                  <a:pt x="604204" y="2258571"/>
                </a:lnTo>
                <a:lnTo>
                  <a:pt x="609598" y="2257340"/>
                </a:lnTo>
                <a:lnTo>
                  <a:pt x="614993" y="2256067"/>
                </a:lnTo>
                <a:lnTo>
                  <a:pt x="620387" y="2254750"/>
                </a:lnTo>
                <a:lnTo>
                  <a:pt x="625782" y="2253390"/>
                </a:lnTo>
                <a:lnTo>
                  <a:pt x="631176" y="2251986"/>
                </a:lnTo>
                <a:lnTo>
                  <a:pt x="636571" y="2250529"/>
                </a:lnTo>
                <a:lnTo>
                  <a:pt x="641965" y="2249029"/>
                </a:lnTo>
                <a:lnTo>
                  <a:pt x="647360" y="2247474"/>
                </a:lnTo>
                <a:lnTo>
                  <a:pt x="652754" y="2245872"/>
                </a:lnTo>
                <a:lnTo>
                  <a:pt x="658149" y="2244209"/>
                </a:lnTo>
                <a:lnTo>
                  <a:pt x="663543" y="2242493"/>
                </a:lnTo>
                <a:lnTo>
                  <a:pt x="668938" y="2240723"/>
                </a:lnTo>
                <a:lnTo>
                  <a:pt x="674332" y="2238893"/>
                </a:lnTo>
                <a:lnTo>
                  <a:pt x="679727" y="2236999"/>
                </a:lnTo>
                <a:lnTo>
                  <a:pt x="685121" y="2235045"/>
                </a:lnTo>
                <a:lnTo>
                  <a:pt x="690516" y="2233026"/>
                </a:lnTo>
                <a:lnTo>
                  <a:pt x="695910" y="2230938"/>
                </a:lnTo>
                <a:lnTo>
                  <a:pt x="701305" y="2228784"/>
                </a:lnTo>
                <a:lnTo>
                  <a:pt x="706699" y="2226555"/>
                </a:lnTo>
                <a:lnTo>
                  <a:pt x="712094" y="2224256"/>
                </a:lnTo>
                <a:lnTo>
                  <a:pt x="717488" y="2221881"/>
                </a:lnTo>
                <a:lnTo>
                  <a:pt x="722883" y="2219426"/>
                </a:lnTo>
                <a:lnTo>
                  <a:pt x="728277" y="2216895"/>
                </a:lnTo>
                <a:lnTo>
                  <a:pt x="733672" y="2214277"/>
                </a:lnTo>
                <a:lnTo>
                  <a:pt x="739066" y="2211578"/>
                </a:lnTo>
                <a:lnTo>
                  <a:pt x="744461" y="2208788"/>
                </a:lnTo>
                <a:lnTo>
                  <a:pt x="749855" y="2205912"/>
                </a:lnTo>
                <a:lnTo>
                  <a:pt x="755250" y="2202938"/>
                </a:lnTo>
                <a:lnTo>
                  <a:pt x="760644" y="2199867"/>
                </a:lnTo>
                <a:lnTo>
                  <a:pt x="766039" y="2196704"/>
                </a:lnTo>
                <a:lnTo>
                  <a:pt x="771433" y="2193433"/>
                </a:lnTo>
                <a:lnTo>
                  <a:pt x="776828" y="2190066"/>
                </a:lnTo>
                <a:lnTo>
                  <a:pt x="782222" y="2186585"/>
                </a:lnTo>
                <a:lnTo>
                  <a:pt x="787616" y="2182996"/>
                </a:lnTo>
                <a:lnTo>
                  <a:pt x="793011" y="2179293"/>
                </a:lnTo>
                <a:lnTo>
                  <a:pt x="798405" y="2175477"/>
                </a:lnTo>
                <a:lnTo>
                  <a:pt x="803800" y="2171538"/>
                </a:lnTo>
                <a:lnTo>
                  <a:pt x="809194" y="2167479"/>
                </a:lnTo>
                <a:lnTo>
                  <a:pt x="814589" y="2163291"/>
                </a:lnTo>
                <a:lnTo>
                  <a:pt x="819983" y="2158973"/>
                </a:lnTo>
                <a:lnTo>
                  <a:pt x="825378" y="2154526"/>
                </a:lnTo>
                <a:lnTo>
                  <a:pt x="830772" y="2149938"/>
                </a:lnTo>
                <a:lnTo>
                  <a:pt x="836167" y="2145211"/>
                </a:lnTo>
                <a:lnTo>
                  <a:pt x="841561" y="2140342"/>
                </a:lnTo>
                <a:lnTo>
                  <a:pt x="846956" y="2135328"/>
                </a:lnTo>
                <a:lnTo>
                  <a:pt x="852350" y="2130158"/>
                </a:lnTo>
                <a:lnTo>
                  <a:pt x="857745" y="2124837"/>
                </a:lnTo>
                <a:lnTo>
                  <a:pt x="863139" y="2119353"/>
                </a:lnTo>
                <a:lnTo>
                  <a:pt x="868534" y="2113713"/>
                </a:lnTo>
                <a:lnTo>
                  <a:pt x="873928" y="2107900"/>
                </a:lnTo>
                <a:lnTo>
                  <a:pt x="879323" y="2101921"/>
                </a:lnTo>
                <a:lnTo>
                  <a:pt x="884717" y="2095768"/>
                </a:lnTo>
                <a:lnTo>
                  <a:pt x="890112" y="2089442"/>
                </a:lnTo>
                <a:lnTo>
                  <a:pt x="890112" y="2089437"/>
                </a:lnTo>
                <a:lnTo>
                  <a:pt x="895506" y="2082928"/>
                </a:lnTo>
                <a:lnTo>
                  <a:pt x="900901" y="2076230"/>
                </a:lnTo>
                <a:lnTo>
                  <a:pt x="906295" y="2069344"/>
                </a:lnTo>
                <a:lnTo>
                  <a:pt x="911690" y="2062263"/>
                </a:lnTo>
                <a:lnTo>
                  <a:pt x="917084" y="2054993"/>
                </a:lnTo>
                <a:lnTo>
                  <a:pt x="922479" y="2047491"/>
                </a:lnTo>
                <a:lnTo>
                  <a:pt x="927873" y="2039827"/>
                </a:lnTo>
                <a:lnTo>
                  <a:pt x="933268" y="2031947"/>
                </a:lnTo>
                <a:lnTo>
                  <a:pt x="938662" y="2023852"/>
                </a:lnTo>
                <a:lnTo>
                  <a:pt x="944057" y="2015540"/>
                </a:lnTo>
                <a:lnTo>
                  <a:pt x="949451" y="2006959"/>
                </a:lnTo>
                <a:lnTo>
                  <a:pt x="954846" y="1998216"/>
                </a:lnTo>
                <a:lnTo>
                  <a:pt x="960240" y="1989202"/>
                </a:lnTo>
                <a:lnTo>
                  <a:pt x="965635" y="1980027"/>
                </a:lnTo>
                <a:lnTo>
                  <a:pt x="971029" y="1970583"/>
                </a:lnTo>
                <a:lnTo>
                  <a:pt x="976424" y="1960868"/>
                </a:lnTo>
                <a:lnTo>
                  <a:pt x="981818" y="1950937"/>
                </a:lnTo>
                <a:lnTo>
                  <a:pt x="987213" y="1940791"/>
                </a:lnTo>
                <a:lnTo>
                  <a:pt x="992607" y="1930374"/>
                </a:lnTo>
                <a:lnTo>
                  <a:pt x="998001" y="1919688"/>
                </a:lnTo>
                <a:lnTo>
                  <a:pt x="1003396" y="1908786"/>
                </a:lnTo>
                <a:lnTo>
                  <a:pt x="1008790" y="1897614"/>
                </a:lnTo>
                <a:lnTo>
                  <a:pt x="1014185" y="1886226"/>
                </a:lnTo>
                <a:lnTo>
                  <a:pt x="1019579" y="1874514"/>
                </a:lnTo>
                <a:lnTo>
                  <a:pt x="1024974" y="1862587"/>
                </a:lnTo>
                <a:lnTo>
                  <a:pt x="1030368" y="1850389"/>
                </a:lnTo>
                <a:lnTo>
                  <a:pt x="1035763" y="1837976"/>
                </a:lnTo>
                <a:lnTo>
                  <a:pt x="1041157" y="1825239"/>
                </a:lnTo>
                <a:lnTo>
                  <a:pt x="1046552" y="1812286"/>
                </a:lnTo>
                <a:lnTo>
                  <a:pt x="1051946" y="1799063"/>
                </a:lnTo>
                <a:lnTo>
                  <a:pt x="1057341" y="1785570"/>
                </a:lnTo>
                <a:lnTo>
                  <a:pt x="1062735" y="1771808"/>
                </a:lnTo>
                <a:lnTo>
                  <a:pt x="1068130" y="1757776"/>
                </a:lnTo>
                <a:lnTo>
                  <a:pt x="1073524" y="1743527"/>
                </a:lnTo>
                <a:lnTo>
                  <a:pt x="1078919" y="1728955"/>
                </a:lnTo>
                <a:lnTo>
                  <a:pt x="1084313" y="1714167"/>
                </a:lnTo>
                <a:lnTo>
                  <a:pt x="1089708" y="1699163"/>
                </a:lnTo>
                <a:lnTo>
                  <a:pt x="1095102" y="1683835"/>
                </a:lnTo>
                <a:lnTo>
                  <a:pt x="1100497" y="1668292"/>
                </a:lnTo>
                <a:lnTo>
                  <a:pt x="1105891" y="1652532"/>
                </a:lnTo>
                <a:lnTo>
                  <a:pt x="1111286" y="1636503"/>
                </a:lnTo>
                <a:lnTo>
                  <a:pt x="1116680" y="1620204"/>
                </a:lnTo>
                <a:lnTo>
                  <a:pt x="1122075" y="1603743"/>
                </a:lnTo>
                <a:lnTo>
                  <a:pt x="1127469" y="1587012"/>
                </a:lnTo>
                <a:lnTo>
                  <a:pt x="1132864" y="1570065"/>
                </a:lnTo>
                <a:lnTo>
                  <a:pt x="1138258" y="1552902"/>
                </a:lnTo>
                <a:lnTo>
                  <a:pt x="1143653" y="1535524"/>
                </a:lnTo>
                <a:lnTo>
                  <a:pt x="1149047" y="1517929"/>
                </a:lnTo>
                <a:lnTo>
                  <a:pt x="1154442" y="1500173"/>
                </a:lnTo>
                <a:lnTo>
                  <a:pt x="1159836" y="1482200"/>
                </a:lnTo>
                <a:lnTo>
                  <a:pt x="1165231" y="1464066"/>
                </a:lnTo>
                <a:lnTo>
                  <a:pt x="1170625" y="1445716"/>
                </a:lnTo>
                <a:lnTo>
                  <a:pt x="1176020" y="1427258"/>
                </a:lnTo>
                <a:lnTo>
                  <a:pt x="1181414" y="1408584"/>
                </a:lnTo>
                <a:lnTo>
                  <a:pt x="1186808" y="1389802"/>
                </a:lnTo>
                <a:lnTo>
                  <a:pt x="1192203" y="1370913"/>
                </a:lnTo>
                <a:lnTo>
                  <a:pt x="1197597" y="1351861"/>
                </a:lnTo>
                <a:lnTo>
                  <a:pt x="1202992" y="1332701"/>
                </a:lnTo>
                <a:lnTo>
                  <a:pt x="1202992" y="1332647"/>
                </a:lnTo>
                <a:lnTo>
                  <a:pt x="1208386" y="1313380"/>
                </a:lnTo>
                <a:lnTo>
                  <a:pt x="1213781" y="1294004"/>
                </a:lnTo>
                <a:lnTo>
                  <a:pt x="1219175" y="1274575"/>
                </a:lnTo>
                <a:lnTo>
                  <a:pt x="1224570" y="1255037"/>
                </a:lnTo>
                <a:lnTo>
                  <a:pt x="1229964" y="1235446"/>
                </a:lnTo>
                <a:lnTo>
                  <a:pt x="1235359" y="1215800"/>
                </a:lnTo>
                <a:lnTo>
                  <a:pt x="1240753" y="1196101"/>
                </a:lnTo>
                <a:lnTo>
                  <a:pt x="1246148" y="1176402"/>
                </a:lnTo>
                <a:lnTo>
                  <a:pt x="1251542" y="1156648"/>
                </a:lnTo>
                <a:lnTo>
                  <a:pt x="1256937" y="1136895"/>
                </a:lnTo>
                <a:lnTo>
                  <a:pt x="1262331" y="1117142"/>
                </a:lnTo>
                <a:lnTo>
                  <a:pt x="1267726" y="1097442"/>
                </a:lnTo>
                <a:lnTo>
                  <a:pt x="1273120" y="1077743"/>
                </a:lnTo>
                <a:lnTo>
                  <a:pt x="1278515" y="1058098"/>
                </a:lnTo>
                <a:lnTo>
                  <a:pt x="1283909" y="1038506"/>
                </a:lnTo>
                <a:lnTo>
                  <a:pt x="1289304" y="1018969"/>
                </a:lnTo>
                <a:lnTo>
                  <a:pt x="1294698" y="999539"/>
                </a:lnTo>
                <a:lnTo>
                  <a:pt x="1300093" y="980164"/>
                </a:lnTo>
                <a:lnTo>
                  <a:pt x="1305487" y="960842"/>
                </a:lnTo>
                <a:lnTo>
                  <a:pt x="1310882" y="941683"/>
                </a:lnTo>
                <a:lnTo>
                  <a:pt x="1316276" y="922631"/>
                </a:lnTo>
                <a:lnTo>
                  <a:pt x="1321671" y="903741"/>
                </a:lnTo>
                <a:lnTo>
                  <a:pt x="1327065" y="884905"/>
                </a:lnTo>
                <a:lnTo>
                  <a:pt x="1332460" y="866285"/>
                </a:lnTo>
                <a:lnTo>
                  <a:pt x="1337854" y="847827"/>
                </a:lnTo>
                <a:lnTo>
                  <a:pt x="1343249" y="829477"/>
                </a:lnTo>
                <a:lnTo>
                  <a:pt x="1348643" y="811343"/>
                </a:lnTo>
                <a:lnTo>
                  <a:pt x="1354037" y="793371"/>
                </a:lnTo>
                <a:lnTo>
                  <a:pt x="1359432" y="775614"/>
                </a:lnTo>
                <a:lnTo>
                  <a:pt x="1364826" y="758020"/>
                </a:lnTo>
                <a:lnTo>
                  <a:pt x="1370221" y="740641"/>
                </a:lnTo>
                <a:lnTo>
                  <a:pt x="1375615" y="723478"/>
                </a:lnTo>
                <a:lnTo>
                  <a:pt x="1381010" y="706532"/>
                </a:lnTo>
                <a:lnTo>
                  <a:pt x="1386404" y="689801"/>
                </a:lnTo>
                <a:lnTo>
                  <a:pt x="1391799" y="673340"/>
                </a:lnTo>
                <a:lnTo>
                  <a:pt x="1397193" y="657040"/>
                </a:lnTo>
                <a:lnTo>
                  <a:pt x="1402588" y="641011"/>
                </a:lnTo>
                <a:lnTo>
                  <a:pt x="1407982" y="625252"/>
                </a:lnTo>
                <a:lnTo>
                  <a:pt x="1413377" y="609708"/>
                </a:lnTo>
                <a:lnTo>
                  <a:pt x="1418771" y="594380"/>
                </a:lnTo>
                <a:lnTo>
                  <a:pt x="1424166" y="579376"/>
                </a:lnTo>
                <a:lnTo>
                  <a:pt x="1429560" y="564588"/>
                </a:lnTo>
                <a:lnTo>
                  <a:pt x="1434955" y="550016"/>
                </a:lnTo>
                <a:lnTo>
                  <a:pt x="1440349" y="535768"/>
                </a:lnTo>
                <a:lnTo>
                  <a:pt x="1445744" y="521735"/>
                </a:lnTo>
                <a:lnTo>
                  <a:pt x="1451138" y="507973"/>
                </a:lnTo>
                <a:lnTo>
                  <a:pt x="1456533" y="494480"/>
                </a:lnTo>
                <a:lnTo>
                  <a:pt x="1461927" y="481257"/>
                </a:lnTo>
                <a:lnTo>
                  <a:pt x="1467322" y="468304"/>
                </a:lnTo>
                <a:lnTo>
                  <a:pt x="1472716" y="455567"/>
                </a:lnTo>
                <a:lnTo>
                  <a:pt x="1478111" y="443154"/>
                </a:lnTo>
                <a:lnTo>
                  <a:pt x="1483505" y="430957"/>
                </a:lnTo>
                <a:lnTo>
                  <a:pt x="1488900" y="419029"/>
                </a:lnTo>
                <a:lnTo>
                  <a:pt x="1494294" y="407317"/>
                </a:lnTo>
                <a:lnTo>
                  <a:pt x="1499689" y="395929"/>
                </a:lnTo>
                <a:lnTo>
                  <a:pt x="1505083" y="384758"/>
                </a:lnTo>
                <a:lnTo>
                  <a:pt x="1510478" y="373855"/>
                </a:lnTo>
                <a:lnTo>
                  <a:pt x="1515872" y="363169"/>
                </a:lnTo>
                <a:lnTo>
                  <a:pt x="1521267" y="352753"/>
                </a:lnTo>
                <a:lnTo>
                  <a:pt x="1526661" y="342606"/>
                </a:lnTo>
                <a:lnTo>
                  <a:pt x="1532056" y="332676"/>
                </a:lnTo>
                <a:lnTo>
                  <a:pt x="1537450" y="322961"/>
                </a:lnTo>
                <a:lnTo>
                  <a:pt x="1542844" y="313516"/>
                </a:lnTo>
                <a:lnTo>
                  <a:pt x="1548239" y="304287"/>
                </a:lnTo>
                <a:lnTo>
                  <a:pt x="1553633" y="295328"/>
                </a:lnTo>
                <a:lnTo>
                  <a:pt x="1559028" y="286585"/>
                </a:lnTo>
                <a:lnTo>
                  <a:pt x="1564422" y="278003"/>
                </a:lnTo>
                <a:lnTo>
                  <a:pt x="1569817" y="269692"/>
                </a:lnTo>
                <a:lnTo>
                  <a:pt x="1575211" y="261596"/>
                </a:lnTo>
                <a:lnTo>
                  <a:pt x="1580606" y="253716"/>
                </a:lnTo>
                <a:lnTo>
                  <a:pt x="1586000" y="246052"/>
                </a:lnTo>
                <a:lnTo>
                  <a:pt x="1591395" y="238551"/>
                </a:lnTo>
                <a:lnTo>
                  <a:pt x="1596789" y="231264"/>
                </a:lnTo>
                <a:lnTo>
                  <a:pt x="1602184" y="224194"/>
                </a:lnTo>
                <a:lnTo>
                  <a:pt x="1607578" y="217286"/>
                </a:lnTo>
                <a:lnTo>
                  <a:pt x="1612973" y="210594"/>
                </a:lnTo>
                <a:lnTo>
                  <a:pt x="1618367" y="204117"/>
                </a:lnTo>
                <a:lnTo>
                  <a:pt x="1623762" y="197749"/>
                </a:lnTo>
                <a:lnTo>
                  <a:pt x="1629156" y="191596"/>
                </a:lnTo>
                <a:lnTo>
                  <a:pt x="1634551" y="185659"/>
                </a:lnTo>
                <a:lnTo>
                  <a:pt x="1639945" y="179830"/>
                </a:lnTo>
                <a:lnTo>
                  <a:pt x="1645340" y="174163"/>
                </a:lnTo>
                <a:lnTo>
                  <a:pt x="1650734" y="168712"/>
                </a:lnTo>
                <a:lnTo>
                  <a:pt x="1656129" y="163369"/>
                </a:lnTo>
                <a:lnTo>
                  <a:pt x="1661523" y="158188"/>
                </a:lnTo>
                <a:lnTo>
                  <a:pt x="1666918" y="153223"/>
                </a:lnTo>
                <a:lnTo>
                  <a:pt x="1672312" y="148311"/>
                </a:lnTo>
                <a:lnTo>
                  <a:pt x="1677707" y="143616"/>
                </a:lnTo>
                <a:lnTo>
                  <a:pt x="1683101" y="139028"/>
                </a:lnTo>
                <a:lnTo>
                  <a:pt x="1688496" y="134549"/>
                </a:lnTo>
                <a:lnTo>
                  <a:pt x="1693890" y="130231"/>
                </a:lnTo>
                <a:lnTo>
                  <a:pt x="1699285" y="126075"/>
                </a:lnTo>
                <a:lnTo>
                  <a:pt x="1704679" y="121974"/>
                </a:lnTo>
                <a:lnTo>
                  <a:pt x="1710074" y="118088"/>
                </a:lnTo>
                <a:lnTo>
                  <a:pt x="1715468" y="114256"/>
                </a:lnTo>
                <a:lnTo>
                  <a:pt x="1720863" y="110532"/>
                </a:lnTo>
                <a:lnTo>
                  <a:pt x="1726257" y="106970"/>
                </a:lnTo>
                <a:lnTo>
                  <a:pt x="1731652" y="103462"/>
                </a:lnTo>
                <a:lnTo>
                  <a:pt x="1737046" y="100115"/>
                </a:lnTo>
                <a:lnTo>
                  <a:pt x="1742441" y="96823"/>
                </a:lnTo>
                <a:lnTo>
                  <a:pt x="1747835" y="93693"/>
                </a:lnTo>
                <a:lnTo>
                  <a:pt x="1753230" y="90616"/>
                </a:lnTo>
                <a:lnTo>
                  <a:pt x="1758624" y="87648"/>
                </a:lnTo>
                <a:lnTo>
                  <a:pt x="1764018" y="84734"/>
                </a:lnTo>
                <a:lnTo>
                  <a:pt x="1769413" y="81981"/>
                </a:lnTo>
                <a:lnTo>
                  <a:pt x="1774807" y="79283"/>
                </a:lnTo>
                <a:lnTo>
                  <a:pt x="1780202" y="76638"/>
                </a:lnTo>
                <a:lnTo>
                  <a:pt x="1785596" y="74101"/>
                </a:lnTo>
                <a:lnTo>
                  <a:pt x="1790991" y="71673"/>
                </a:lnTo>
                <a:lnTo>
                  <a:pt x="1796385" y="69298"/>
                </a:lnTo>
                <a:lnTo>
                  <a:pt x="1801780" y="66977"/>
                </a:lnTo>
                <a:lnTo>
                  <a:pt x="1807174" y="64764"/>
                </a:lnTo>
                <a:lnTo>
                  <a:pt x="1812569" y="62606"/>
                </a:lnTo>
                <a:lnTo>
                  <a:pt x="1817963" y="60501"/>
                </a:lnTo>
                <a:lnTo>
                  <a:pt x="1823358" y="58504"/>
                </a:lnTo>
                <a:lnTo>
                  <a:pt x="1828752" y="56561"/>
                </a:lnTo>
                <a:lnTo>
                  <a:pt x="1834147" y="54672"/>
                </a:lnTo>
                <a:lnTo>
                  <a:pt x="1839541" y="52837"/>
                </a:lnTo>
                <a:lnTo>
                  <a:pt x="1844936" y="51056"/>
                </a:lnTo>
                <a:lnTo>
                  <a:pt x="1850330" y="49329"/>
                </a:lnTo>
                <a:lnTo>
                  <a:pt x="1855725" y="47656"/>
                </a:lnTo>
                <a:lnTo>
                  <a:pt x="1861119" y="46091"/>
                </a:lnTo>
                <a:lnTo>
                  <a:pt x="1866514" y="44525"/>
                </a:lnTo>
                <a:lnTo>
                  <a:pt x="1871908" y="43014"/>
                </a:lnTo>
                <a:lnTo>
                  <a:pt x="1877303" y="41557"/>
                </a:lnTo>
                <a:lnTo>
                  <a:pt x="1882697" y="40154"/>
                </a:lnTo>
                <a:lnTo>
                  <a:pt x="1888092" y="38804"/>
                </a:lnTo>
                <a:lnTo>
                  <a:pt x="1893486" y="37455"/>
                </a:lnTo>
                <a:lnTo>
                  <a:pt x="1898881" y="36214"/>
                </a:lnTo>
                <a:lnTo>
                  <a:pt x="1904275" y="34973"/>
                </a:lnTo>
                <a:lnTo>
                  <a:pt x="1909670" y="33785"/>
                </a:lnTo>
                <a:lnTo>
                  <a:pt x="1915064" y="32598"/>
                </a:lnTo>
                <a:lnTo>
                  <a:pt x="1920459" y="31518"/>
                </a:lnTo>
                <a:lnTo>
                  <a:pt x="1925853" y="30439"/>
                </a:lnTo>
                <a:lnTo>
                  <a:pt x="1931248" y="29414"/>
                </a:lnTo>
                <a:lnTo>
                  <a:pt x="1936642" y="28388"/>
                </a:lnTo>
                <a:lnTo>
                  <a:pt x="1942037" y="27417"/>
                </a:lnTo>
                <a:lnTo>
                  <a:pt x="1947431" y="26445"/>
                </a:lnTo>
                <a:lnTo>
                  <a:pt x="1952826" y="25528"/>
                </a:lnTo>
                <a:lnTo>
                  <a:pt x="1958220" y="24664"/>
                </a:lnTo>
                <a:lnTo>
                  <a:pt x="1963615" y="23801"/>
                </a:lnTo>
                <a:lnTo>
                  <a:pt x="1969009" y="22991"/>
                </a:lnTo>
                <a:lnTo>
                  <a:pt x="1974404" y="22181"/>
                </a:lnTo>
                <a:lnTo>
                  <a:pt x="1979798" y="21426"/>
                </a:lnTo>
                <a:lnTo>
                  <a:pt x="1985193" y="20670"/>
                </a:lnTo>
                <a:lnTo>
                  <a:pt x="1990587" y="19969"/>
                </a:lnTo>
                <a:lnTo>
                  <a:pt x="1995982" y="19267"/>
                </a:lnTo>
                <a:lnTo>
                  <a:pt x="2001376" y="18619"/>
                </a:lnTo>
                <a:lnTo>
                  <a:pt x="2006770" y="17972"/>
                </a:lnTo>
                <a:lnTo>
                  <a:pt x="2012165" y="17324"/>
                </a:lnTo>
                <a:lnTo>
                  <a:pt x="2017559" y="16730"/>
                </a:lnTo>
                <a:lnTo>
                  <a:pt x="2022954" y="16137"/>
                </a:lnTo>
                <a:lnTo>
                  <a:pt x="2028348" y="15543"/>
                </a:lnTo>
                <a:lnTo>
                  <a:pt x="2033743" y="15003"/>
                </a:lnTo>
                <a:lnTo>
                  <a:pt x="2039137" y="14464"/>
                </a:lnTo>
                <a:lnTo>
                  <a:pt x="2044532" y="13978"/>
                </a:lnTo>
                <a:lnTo>
                  <a:pt x="2049926" y="13492"/>
                </a:lnTo>
                <a:lnTo>
                  <a:pt x="2055321" y="13006"/>
                </a:lnTo>
                <a:lnTo>
                  <a:pt x="2060715" y="12521"/>
                </a:lnTo>
                <a:lnTo>
                  <a:pt x="2066110" y="12089"/>
                </a:lnTo>
                <a:lnTo>
                  <a:pt x="2071504" y="11657"/>
                </a:lnTo>
                <a:lnTo>
                  <a:pt x="2076899" y="11225"/>
                </a:lnTo>
                <a:lnTo>
                  <a:pt x="2082293" y="10848"/>
                </a:lnTo>
                <a:lnTo>
                  <a:pt x="2087688" y="10416"/>
                </a:lnTo>
                <a:lnTo>
                  <a:pt x="2093082" y="10038"/>
                </a:lnTo>
                <a:lnTo>
                  <a:pt x="2098477" y="9714"/>
                </a:lnTo>
                <a:lnTo>
                  <a:pt x="2103871" y="9336"/>
                </a:lnTo>
                <a:lnTo>
                  <a:pt x="2109266" y="9013"/>
                </a:lnTo>
                <a:lnTo>
                  <a:pt x="2114660" y="8689"/>
                </a:lnTo>
                <a:lnTo>
                  <a:pt x="2120055" y="8365"/>
                </a:lnTo>
                <a:lnTo>
                  <a:pt x="2125449" y="8041"/>
                </a:lnTo>
                <a:lnTo>
                  <a:pt x="2130844" y="7717"/>
                </a:lnTo>
                <a:lnTo>
                  <a:pt x="2136238" y="7447"/>
                </a:lnTo>
                <a:lnTo>
                  <a:pt x="2141633" y="7178"/>
                </a:lnTo>
                <a:lnTo>
                  <a:pt x="2147027" y="6908"/>
                </a:lnTo>
                <a:lnTo>
                  <a:pt x="2152422" y="6638"/>
                </a:lnTo>
                <a:lnTo>
                  <a:pt x="2157816" y="6422"/>
                </a:lnTo>
                <a:lnTo>
                  <a:pt x="2163211" y="6152"/>
                </a:lnTo>
                <a:lnTo>
                  <a:pt x="2168605" y="5936"/>
                </a:lnTo>
                <a:lnTo>
                  <a:pt x="2174000" y="5720"/>
                </a:lnTo>
                <a:lnTo>
                  <a:pt x="2179394" y="5505"/>
                </a:lnTo>
                <a:lnTo>
                  <a:pt x="2184789" y="5289"/>
                </a:lnTo>
                <a:lnTo>
                  <a:pt x="2190183" y="5073"/>
                </a:lnTo>
                <a:lnTo>
                  <a:pt x="2195578" y="4857"/>
                </a:lnTo>
                <a:lnTo>
                  <a:pt x="2200972" y="4695"/>
                </a:lnTo>
                <a:lnTo>
                  <a:pt x="2206367" y="4479"/>
                </a:lnTo>
                <a:lnTo>
                  <a:pt x="2211761" y="4317"/>
                </a:lnTo>
                <a:lnTo>
                  <a:pt x="2217156" y="4155"/>
                </a:lnTo>
                <a:lnTo>
                  <a:pt x="2222550" y="3993"/>
                </a:lnTo>
                <a:lnTo>
                  <a:pt x="2227945" y="3831"/>
                </a:lnTo>
                <a:lnTo>
                  <a:pt x="2233339" y="3670"/>
                </a:lnTo>
                <a:lnTo>
                  <a:pt x="2238734" y="3508"/>
                </a:lnTo>
                <a:lnTo>
                  <a:pt x="2244128" y="3346"/>
                </a:lnTo>
                <a:lnTo>
                  <a:pt x="2249523" y="3238"/>
                </a:lnTo>
                <a:lnTo>
                  <a:pt x="2254917" y="3076"/>
                </a:lnTo>
                <a:lnTo>
                  <a:pt x="2260311" y="2968"/>
                </a:lnTo>
                <a:lnTo>
                  <a:pt x="2265706" y="2806"/>
                </a:lnTo>
                <a:lnTo>
                  <a:pt x="2271100" y="2698"/>
                </a:lnTo>
                <a:lnTo>
                  <a:pt x="2276495" y="2590"/>
                </a:lnTo>
                <a:lnTo>
                  <a:pt x="2281889" y="2482"/>
                </a:lnTo>
                <a:lnTo>
                  <a:pt x="2287284" y="2374"/>
                </a:lnTo>
                <a:lnTo>
                  <a:pt x="2292678" y="2266"/>
                </a:lnTo>
                <a:lnTo>
                  <a:pt x="2298073" y="2158"/>
                </a:lnTo>
                <a:lnTo>
                  <a:pt x="2303467" y="2050"/>
                </a:lnTo>
                <a:lnTo>
                  <a:pt x="2308862" y="1942"/>
                </a:lnTo>
                <a:lnTo>
                  <a:pt x="2314256" y="1888"/>
                </a:lnTo>
                <a:lnTo>
                  <a:pt x="2319651" y="1781"/>
                </a:lnTo>
                <a:lnTo>
                  <a:pt x="2325045" y="1673"/>
                </a:lnTo>
                <a:lnTo>
                  <a:pt x="2330440" y="1619"/>
                </a:lnTo>
                <a:lnTo>
                  <a:pt x="2335834" y="1511"/>
                </a:lnTo>
                <a:lnTo>
                  <a:pt x="2341229" y="1457"/>
                </a:lnTo>
                <a:lnTo>
                  <a:pt x="2346623" y="1349"/>
                </a:lnTo>
                <a:lnTo>
                  <a:pt x="2352018" y="1295"/>
                </a:lnTo>
                <a:lnTo>
                  <a:pt x="2357412" y="1241"/>
                </a:lnTo>
                <a:lnTo>
                  <a:pt x="2362807" y="1187"/>
                </a:lnTo>
                <a:lnTo>
                  <a:pt x="2368201" y="1079"/>
                </a:lnTo>
                <a:lnTo>
                  <a:pt x="2373596" y="1025"/>
                </a:lnTo>
                <a:lnTo>
                  <a:pt x="2378990" y="971"/>
                </a:lnTo>
                <a:lnTo>
                  <a:pt x="2384385" y="917"/>
                </a:lnTo>
                <a:lnTo>
                  <a:pt x="2389779" y="863"/>
                </a:lnTo>
                <a:lnTo>
                  <a:pt x="2395174" y="809"/>
                </a:lnTo>
                <a:lnTo>
                  <a:pt x="2400568" y="755"/>
                </a:lnTo>
                <a:lnTo>
                  <a:pt x="2405963" y="701"/>
                </a:lnTo>
                <a:lnTo>
                  <a:pt x="2411357" y="647"/>
                </a:lnTo>
                <a:lnTo>
                  <a:pt x="2416752" y="593"/>
                </a:lnTo>
                <a:lnTo>
                  <a:pt x="2422146" y="539"/>
                </a:lnTo>
                <a:lnTo>
                  <a:pt x="2427541" y="485"/>
                </a:lnTo>
                <a:lnTo>
                  <a:pt x="2432935" y="485"/>
                </a:lnTo>
                <a:lnTo>
                  <a:pt x="2438330" y="431"/>
                </a:lnTo>
                <a:lnTo>
                  <a:pt x="2443724" y="377"/>
                </a:lnTo>
                <a:lnTo>
                  <a:pt x="2449119" y="323"/>
                </a:lnTo>
                <a:lnTo>
                  <a:pt x="2454513" y="323"/>
                </a:lnTo>
                <a:lnTo>
                  <a:pt x="2459908" y="269"/>
                </a:lnTo>
                <a:lnTo>
                  <a:pt x="2465302" y="215"/>
                </a:lnTo>
                <a:lnTo>
                  <a:pt x="2470697" y="215"/>
                </a:lnTo>
                <a:lnTo>
                  <a:pt x="2476091" y="161"/>
                </a:lnTo>
                <a:lnTo>
                  <a:pt x="2481486" y="107"/>
                </a:lnTo>
                <a:lnTo>
                  <a:pt x="2486880" y="107"/>
                </a:lnTo>
                <a:lnTo>
                  <a:pt x="2492275" y="53"/>
                </a:lnTo>
                <a:lnTo>
                  <a:pt x="2497669" y="53"/>
                </a:lnTo>
                <a:lnTo>
                  <a:pt x="2503063" y="0"/>
                </a:lnTo>
                <a:lnTo>
                  <a:pt x="2508458" y="0"/>
                </a:lnTo>
              </a:path>
            </a:pathLst>
          </a:custGeom>
          <a:ln w="21583">
            <a:solidFill>
              <a:srgbClr val="007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Propriedades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da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14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logística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6048" y="1367251"/>
            <a:ext cx="8386445" cy="3499291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66700" marR="483234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fronteira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regressor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logístico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suave,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após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quantização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torna rígida.</a:t>
            </a:r>
            <a:endParaRPr sz="2800" dirty="0">
              <a:latin typeface="Calibri"/>
              <a:cs typeface="Calibri"/>
            </a:endParaRPr>
          </a:p>
          <a:p>
            <a:pPr marL="266700" marR="304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66700" algn="l"/>
                <a:tab pos="1831975" algn="l"/>
                <a:tab pos="2456815" algn="l"/>
                <a:tab pos="3028315" algn="l"/>
                <a:tab pos="3645535" algn="l"/>
                <a:tab pos="4166870" algn="l"/>
                <a:tab pos="4617720" algn="l"/>
                <a:tab pos="5212080" algn="l"/>
                <a:tab pos="583755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fronteira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decisão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rígida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b="1" i="1" spc="-10" dirty="0">
                <a:latin typeface="Calibri"/>
                <a:cs typeface="Calibri"/>
              </a:rPr>
              <a:t>classificador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é </a:t>
            </a:r>
            <a:r>
              <a:rPr sz="2800" spc="-10" dirty="0">
                <a:latin typeface="Calibri"/>
                <a:cs typeface="Calibri"/>
              </a:rPr>
              <a:t>determinada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indecisão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classes,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quando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25" dirty="0">
                <a:latin typeface="Cambria Math"/>
                <a:cs typeface="Cambria Math"/>
              </a:rPr>
              <a:t>𝐶</a:t>
            </a:r>
            <a:r>
              <a:rPr sz="3075" spc="-37" baseline="-16260" dirty="0">
                <a:latin typeface="Cambria Math"/>
                <a:cs typeface="Cambria Math"/>
              </a:rPr>
              <a:t>1</a:t>
            </a:r>
            <a:r>
              <a:rPr lang="pt-BR" sz="3075" spc="-37" dirty="0">
                <a:latin typeface="Cambria Math"/>
                <a:cs typeface="Cambria Math"/>
              </a:rPr>
              <a:t>|</a:t>
            </a:r>
            <a:r>
              <a:rPr sz="2800" spc="-20" dirty="0">
                <a:latin typeface="Cambria Math"/>
                <a:cs typeface="Cambria Math"/>
              </a:rPr>
              <a:t>𝒙;</a:t>
            </a:r>
            <a:r>
              <a:rPr sz="2800" spc="-1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𝒂</a:t>
            </a:r>
            <a:r>
              <a:rPr lang="pt-BR" sz="2800" dirty="0">
                <a:latin typeface="Cambria Math"/>
                <a:cs typeface="Cambria Math"/>
              </a:rPr>
              <a:t>)</a:t>
            </a:r>
            <a:r>
              <a:rPr sz="2800" spc="1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25" dirty="0">
                <a:latin typeface="Cambria Math"/>
                <a:cs typeface="Cambria Math"/>
              </a:rPr>
              <a:t>𝐶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r>
              <a:rPr lang="pt-BR" sz="3075" spc="-37" dirty="0">
                <a:latin typeface="Cambria Math"/>
                <a:cs typeface="Cambria Math"/>
              </a:rPr>
              <a:t>|</a:t>
            </a:r>
            <a:r>
              <a:rPr sz="2800" spc="-20" dirty="0">
                <a:latin typeface="Cambria Math"/>
                <a:cs typeface="Cambria Math"/>
              </a:rPr>
              <a:t>𝒙;</a:t>
            </a:r>
            <a:r>
              <a:rPr sz="2800" spc="-1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𝒂)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ocorre </a:t>
            </a:r>
            <a:r>
              <a:rPr sz="2800" dirty="0" err="1">
                <a:latin typeface="Calibri"/>
                <a:cs typeface="Calibri"/>
              </a:rPr>
              <a:t>quando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𝑃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25" dirty="0">
                <a:latin typeface="Cambria Math"/>
                <a:cs typeface="Cambria Math"/>
              </a:rPr>
              <a:t>𝐶</a:t>
            </a:r>
            <a:r>
              <a:rPr sz="3075" spc="-37" baseline="-16260" dirty="0">
                <a:latin typeface="Cambria Math"/>
                <a:cs typeface="Cambria Math"/>
              </a:rPr>
              <a:t>2</a:t>
            </a:r>
            <a:r>
              <a:rPr lang="pt-BR" sz="3075" spc="-37" dirty="0">
                <a:latin typeface="Cambria Math"/>
                <a:cs typeface="Cambria Math"/>
              </a:rPr>
              <a:t>|</a:t>
            </a:r>
            <a:r>
              <a:rPr sz="2800" spc="-20" dirty="0">
                <a:latin typeface="Cambria Math"/>
                <a:cs typeface="Cambria Math"/>
              </a:rPr>
              <a:t>𝒙;</a:t>
            </a:r>
            <a:r>
              <a:rPr sz="2800" spc="-1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𝒂)</a:t>
            </a:r>
            <a:r>
              <a:rPr sz="2800" spc="1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5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ℎ</a:t>
            </a:r>
            <a:r>
              <a:rPr sz="3075" spc="-37" baseline="-16260" dirty="0">
                <a:latin typeface="Cambria Math"/>
                <a:cs typeface="Cambria Math"/>
              </a:rPr>
              <a:t>𝒂</a:t>
            </a:r>
            <a:r>
              <a:rPr lang="pt-BR" sz="3075" spc="-37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0.5.</a:t>
            </a:r>
            <a:endParaRPr sz="2800" dirty="0">
              <a:latin typeface="Cambria Math"/>
              <a:cs typeface="Cambria Math"/>
            </a:endParaRPr>
          </a:p>
          <a:p>
            <a:pPr marL="266700" marR="935990" indent="-228600">
              <a:lnSpc>
                <a:spcPts val="2690"/>
              </a:lnSpc>
              <a:spcBef>
                <a:spcPts val="980"/>
              </a:spcBef>
              <a:buFont typeface="Arial"/>
              <a:buChar char="•"/>
              <a:tabLst>
                <a:tab pos="266700" algn="l"/>
                <a:tab pos="3992879" algn="l"/>
                <a:tab pos="4417060" algn="l"/>
              </a:tabLst>
            </a:pPr>
            <a:r>
              <a:rPr sz="2800" dirty="0">
                <a:latin typeface="Calibri"/>
                <a:cs typeface="Calibri"/>
              </a:rPr>
              <a:t>Observando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logística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nós </a:t>
            </a:r>
            <a:r>
              <a:rPr sz="2800" spc="-10" dirty="0">
                <a:latin typeface="Calibri"/>
                <a:cs typeface="Calibri"/>
              </a:rPr>
              <a:t>percebemos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Logistic</a:t>
            </a:r>
            <a:r>
              <a:rPr lang="pt-BR" sz="2800" spc="-10" dirty="0">
                <a:latin typeface="Calibri"/>
                <a:cs typeface="Calibri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𝑧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0.5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quando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𝑧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20" dirty="0">
                <a:latin typeface="Cambria Math"/>
                <a:cs typeface="Cambria Math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0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6048" y="5111561"/>
            <a:ext cx="8413115" cy="147637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66700" marR="431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66700" algn="l"/>
                <a:tab pos="3070860" algn="l"/>
                <a:tab pos="3520440" algn="l"/>
              </a:tabLst>
            </a:pP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 err="1">
                <a:latin typeface="Calibri"/>
                <a:cs typeface="Calibri"/>
              </a:rPr>
              <a:t>quando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𝑔</a:t>
            </a:r>
            <a:r>
              <a:rPr lang="pt-BR" sz="2800" spc="-50" dirty="0">
                <a:latin typeface="Cambria Math"/>
                <a:cs typeface="Cambria Math"/>
              </a:rPr>
              <a:t>(</a:t>
            </a:r>
            <a:r>
              <a:rPr sz="2800" spc="-50" dirty="0">
                <a:latin typeface="Cambria Math"/>
                <a:cs typeface="Cambria Math"/>
              </a:rPr>
              <a:t>𝒙</a:t>
            </a:r>
            <a:r>
              <a:rPr lang="pt-BR" sz="2800" spc="-50" dirty="0">
                <a:latin typeface="Cambria Math"/>
                <a:cs typeface="Cambria Math"/>
              </a:rPr>
              <a:t>)</a:t>
            </a:r>
            <a:r>
              <a:rPr sz="2800" dirty="0">
                <a:latin typeface="Cambria Math"/>
                <a:cs typeface="Cambria Math"/>
              </a:rPr>
              <a:t>	=</a:t>
            </a:r>
            <a:r>
              <a:rPr sz="2800" spc="10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discriminante</a:t>
            </a:r>
            <a:r>
              <a:rPr sz="2800" spc="-10" dirty="0">
                <a:latin typeface="Calibri"/>
                <a:cs typeface="Calibri"/>
              </a:rPr>
              <a:t>),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probabilidade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sz="2800" spc="-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pertencer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à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5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50%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indicando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indeciso.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3315" y="77593"/>
            <a:ext cx="2668763" cy="177762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402374" y="2271712"/>
            <a:ext cx="2661285" cy="4352925"/>
            <a:chOff x="9402374" y="2271712"/>
            <a:chExt cx="2661285" cy="4352925"/>
          </a:xfrm>
        </p:grpSpPr>
        <p:sp>
          <p:nvSpPr>
            <p:cNvPr id="13" name="object 13"/>
            <p:cNvSpPr/>
            <p:nvPr/>
          </p:nvSpPr>
          <p:spPr>
            <a:xfrm>
              <a:off x="9762424" y="4574912"/>
              <a:ext cx="2200910" cy="2013585"/>
            </a:xfrm>
            <a:custGeom>
              <a:avLst/>
              <a:gdLst/>
              <a:ahLst/>
              <a:cxnLst/>
              <a:rect l="l" t="t" r="r" b="b"/>
              <a:pathLst>
                <a:path w="2200909" h="2013584">
                  <a:moveTo>
                    <a:pt x="412566" y="2013300"/>
                  </a:moveTo>
                  <a:lnTo>
                    <a:pt x="412565" y="0"/>
                  </a:lnTo>
                </a:path>
                <a:path w="2200909" h="2013584">
                  <a:moveTo>
                    <a:pt x="1100239" y="2013300"/>
                  </a:moveTo>
                  <a:lnTo>
                    <a:pt x="1100238" y="0"/>
                  </a:lnTo>
                </a:path>
                <a:path w="2200909" h="2013584">
                  <a:moveTo>
                    <a:pt x="1787864" y="2013300"/>
                  </a:moveTo>
                  <a:lnTo>
                    <a:pt x="1787864" y="0"/>
                  </a:lnTo>
                </a:path>
                <a:path w="2200909" h="2013584">
                  <a:moveTo>
                    <a:pt x="2200459" y="2013300"/>
                  </a:moveTo>
                  <a:lnTo>
                    <a:pt x="0" y="2013300"/>
                  </a:lnTo>
                </a:path>
                <a:path w="2200909" h="2013584">
                  <a:moveTo>
                    <a:pt x="2200458" y="1006661"/>
                  </a:moveTo>
                  <a:lnTo>
                    <a:pt x="0" y="1006661"/>
                  </a:lnTo>
                </a:path>
                <a:path w="2200909" h="2013584">
                  <a:moveTo>
                    <a:pt x="2200458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84588" y="4573739"/>
              <a:ext cx="2279650" cy="2050414"/>
            </a:xfrm>
            <a:custGeom>
              <a:avLst/>
              <a:gdLst/>
              <a:ahLst/>
              <a:cxnLst/>
              <a:rect l="l" t="t" r="r" b="b"/>
              <a:pathLst>
                <a:path w="2279650" h="2050415">
                  <a:moveTo>
                    <a:pt x="42773" y="2009025"/>
                  </a:moveTo>
                  <a:lnTo>
                    <a:pt x="34594" y="1987867"/>
                  </a:lnTo>
                  <a:lnTo>
                    <a:pt x="34594" y="2005977"/>
                  </a:lnTo>
                  <a:lnTo>
                    <a:pt x="34582" y="2027605"/>
                  </a:lnTo>
                  <a:lnTo>
                    <a:pt x="33324" y="2034768"/>
                  </a:lnTo>
                  <a:lnTo>
                    <a:pt x="28257" y="2041956"/>
                  </a:lnTo>
                  <a:lnTo>
                    <a:pt x="25158" y="2043747"/>
                  </a:lnTo>
                  <a:lnTo>
                    <a:pt x="17741" y="2043747"/>
                  </a:lnTo>
                  <a:lnTo>
                    <a:pt x="14617" y="2041944"/>
                  </a:lnTo>
                  <a:lnTo>
                    <a:pt x="9563" y="2034806"/>
                  </a:lnTo>
                  <a:lnTo>
                    <a:pt x="8305" y="2027605"/>
                  </a:lnTo>
                  <a:lnTo>
                    <a:pt x="8305" y="2005977"/>
                  </a:lnTo>
                  <a:lnTo>
                    <a:pt x="9690" y="1998599"/>
                  </a:lnTo>
                  <a:lnTo>
                    <a:pt x="12471" y="1994585"/>
                  </a:lnTo>
                  <a:lnTo>
                    <a:pt x="14681" y="1991448"/>
                  </a:lnTo>
                  <a:lnTo>
                    <a:pt x="17653" y="1989874"/>
                  </a:lnTo>
                  <a:lnTo>
                    <a:pt x="25120" y="1989874"/>
                  </a:lnTo>
                  <a:lnTo>
                    <a:pt x="28270" y="1991664"/>
                  </a:lnTo>
                  <a:lnTo>
                    <a:pt x="33324" y="1998776"/>
                  </a:lnTo>
                  <a:lnTo>
                    <a:pt x="34594" y="2005977"/>
                  </a:lnTo>
                  <a:lnTo>
                    <a:pt x="34594" y="1987867"/>
                  </a:lnTo>
                  <a:lnTo>
                    <a:pt x="33401" y="1986737"/>
                  </a:lnTo>
                  <a:lnTo>
                    <a:pt x="28067" y="1983905"/>
                  </a:lnTo>
                  <a:lnTo>
                    <a:pt x="24980" y="1983193"/>
                  </a:lnTo>
                  <a:lnTo>
                    <a:pt x="16662" y="1983193"/>
                  </a:lnTo>
                  <a:lnTo>
                    <a:pt x="0" y="2009025"/>
                  </a:lnTo>
                  <a:lnTo>
                    <a:pt x="0" y="2016810"/>
                  </a:lnTo>
                  <a:lnTo>
                    <a:pt x="15100" y="2050389"/>
                  </a:lnTo>
                  <a:lnTo>
                    <a:pt x="26263" y="2050389"/>
                  </a:lnTo>
                  <a:lnTo>
                    <a:pt x="42773" y="2025434"/>
                  </a:lnTo>
                  <a:lnTo>
                    <a:pt x="42773" y="2009025"/>
                  </a:lnTo>
                  <a:close/>
                </a:path>
                <a:path w="2279650" h="2050415">
                  <a:moveTo>
                    <a:pt x="2279472" y="12"/>
                  </a:moveTo>
                  <a:lnTo>
                    <a:pt x="2278291" y="0"/>
                  </a:lnTo>
                  <a:lnTo>
                    <a:pt x="2277110" y="0"/>
                  </a:lnTo>
                  <a:lnTo>
                    <a:pt x="2277110" y="2362"/>
                  </a:lnTo>
                  <a:lnTo>
                    <a:pt x="2277110" y="1006652"/>
                  </a:lnTo>
                  <a:lnTo>
                    <a:pt x="2255101" y="1006652"/>
                  </a:lnTo>
                  <a:lnTo>
                    <a:pt x="2255101" y="1009027"/>
                  </a:lnTo>
                  <a:lnTo>
                    <a:pt x="2277110" y="1009027"/>
                  </a:lnTo>
                  <a:lnTo>
                    <a:pt x="2277110" y="2013292"/>
                  </a:lnTo>
                  <a:lnTo>
                    <a:pt x="2255101" y="2013292"/>
                  </a:lnTo>
                  <a:lnTo>
                    <a:pt x="1866874" y="2013292"/>
                  </a:lnTo>
                  <a:lnTo>
                    <a:pt x="1866874" y="1991271"/>
                  </a:lnTo>
                  <a:lnTo>
                    <a:pt x="1864512" y="1991271"/>
                  </a:lnTo>
                  <a:lnTo>
                    <a:pt x="1864512" y="2013292"/>
                  </a:lnTo>
                  <a:lnTo>
                    <a:pt x="1179245" y="2013292"/>
                  </a:lnTo>
                  <a:lnTo>
                    <a:pt x="1179245" y="1991271"/>
                  </a:lnTo>
                  <a:lnTo>
                    <a:pt x="1176883" y="1991271"/>
                  </a:lnTo>
                  <a:lnTo>
                    <a:pt x="1176883" y="2013292"/>
                  </a:lnTo>
                  <a:lnTo>
                    <a:pt x="491578" y="2013292"/>
                  </a:lnTo>
                  <a:lnTo>
                    <a:pt x="491578" y="1991271"/>
                  </a:lnTo>
                  <a:lnTo>
                    <a:pt x="489216" y="1991271"/>
                  </a:lnTo>
                  <a:lnTo>
                    <a:pt x="489216" y="2013292"/>
                  </a:lnTo>
                  <a:lnTo>
                    <a:pt x="101015" y="2013292"/>
                  </a:lnTo>
                  <a:lnTo>
                    <a:pt x="79006" y="2013292"/>
                  </a:lnTo>
                  <a:lnTo>
                    <a:pt x="79006" y="1009027"/>
                  </a:lnTo>
                  <a:lnTo>
                    <a:pt x="101015" y="1009027"/>
                  </a:lnTo>
                  <a:lnTo>
                    <a:pt x="101015" y="1006652"/>
                  </a:lnTo>
                  <a:lnTo>
                    <a:pt x="79006" y="1006652"/>
                  </a:lnTo>
                  <a:lnTo>
                    <a:pt x="79006" y="2362"/>
                  </a:lnTo>
                  <a:lnTo>
                    <a:pt x="101015" y="2362"/>
                  </a:lnTo>
                  <a:lnTo>
                    <a:pt x="489216" y="2362"/>
                  </a:lnTo>
                  <a:lnTo>
                    <a:pt x="489216" y="24371"/>
                  </a:lnTo>
                  <a:lnTo>
                    <a:pt x="491578" y="24371"/>
                  </a:lnTo>
                  <a:lnTo>
                    <a:pt x="491578" y="2362"/>
                  </a:lnTo>
                  <a:lnTo>
                    <a:pt x="1176883" y="2362"/>
                  </a:lnTo>
                  <a:lnTo>
                    <a:pt x="1176883" y="24371"/>
                  </a:lnTo>
                  <a:lnTo>
                    <a:pt x="1179245" y="24371"/>
                  </a:lnTo>
                  <a:lnTo>
                    <a:pt x="1179245" y="2362"/>
                  </a:lnTo>
                  <a:lnTo>
                    <a:pt x="1864512" y="2362"/>
                  </a:lnTo>
                  <a:lnTo>
                    <a:pt x="1864512" y="24371"/>
                  </a:lnTo>
                  <a:lnTo>
                    <a:pt x="1866874" y="24371"/>
                  </a:lnTo>
                  <a:lnTo>
                    <a:pt x="1866874" y="2362"/>
                  </a:lnTo>
                  <a:lnTo>
                    <a:pt x="2255101" y="2362"/>
                  </a:lnTo>
                  <a:lnTo>
                    <a:pt x="2277110" y="2362"/>
                  </a:lnTo>
                  <a:lnTo>
                    <a:pt x="2277110" y="0"/>
                  </a:lnTo>
                  <a:lnTo>
                    <a:pt x="2255101" y="0"/>
                  </a:lnTo>
                  <a:lnTo>
                    <a:pt x="101015" y="0"/>
                  </a:lnTo>
                  <a:lnTo>
                    <a:pt x="77825" y="0"/>
                  </a:lnTo>
                  <a:lnTo>
                    <a:pt x="76644" y="12"/>
                  </a:lnTo>
                  <a:lnTo>
                    <a:pt x="76644" y="2014474"/>
                  </a:lnTo>
                  <a:lnTo>
                    <a:pt x="77825" y="2014474"/>
                  </a:lnTo>
                  <a:lnTo>
                    <a:pt x="77825" y="2015655"/>
                  </a:lnTo>
                  <a:lnTo>
                    <a:pt x="101015" y="2015655"/>
                  </a:lnTo>
                  <a:lnTo>
                    <a:pt x="2255101" y="2015655"/>
                  </a:lnTo>
                  <a:lnTo>
                    <a:pt x="2278291" y="2015655"/>
                  </a:lnTo>
                  <a:lnTo>
                    <a:pt x="2279446" y="2015655"/>
                  </a:lnTo>
                  <a:lnTo>
                    <a:pt x="2279446" y="2014474"/>
                  </a:lnTo>
                  <a:lnTo>
                    <a:pt x="2279472" y="12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2965" y="5550280"/>
              <a:ext cx="122529" cy="671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690784" y="4554852"/>
              <a:ext cx="24765" cy="55244"/>
            </a:xfrm>
            <a:custGeom>
              <a:avLst/>
              <a:gdLst/>
              <a:ahLst/>
              <a:cxnLst/>
              <a:rect l="l" t="t" r="r" b="b"/>
              <a:pathLst>
                <a:path w="24765" h="55245">
                  <a:moveTo>
                    <a:pt x="24228" y="3394"/>
                  </a:moveTo>
                  <a:lnTo>
                    <a:pt x="16150" y="3394"/>
                  </a:lnTo>
                  <a:lnTo>
                    <a:pt x="16150" y="54856"/>
                  </a:lnTo>
                  <a:lnTo>
                    <a:pt x="24228" y="54856"/>
                  </a:lnTo>
                  <a:lnTo>
                    <a:pt x="24228" y="3394"/>
                  </a:lnTo>
                  <a:close/>
                </a:path>
                <a:path w="24765" h="55245">
                  <a:moveTo>
                    <a:pt x="24228" y="0"/>
                  </a:moveTo>
                  <a:lnTo>
                    <a:pt x="9136" y="0"/>
                  </a:lnTo>
                  <a:lnTo>
                    <a:pt x="8465" y="601"/>
                  </a:lnTo>
                  <a:lnTo>
                    <a:pt x="4519" y="3205"/>
                  </a:lnTo>
                  <a:lnTo>
                    <a:pt x="0" y="5335"/>
                  </a:lnTo>
                  <a:lnTo>
                    <a:pt x="0" y="13099"/>
                  </a:lnTo>
                  <a:lnTo>
                    <a:pt x="2512" y="12200"/>
                  </a:lnTo>
                  <a:lnTo>
                    <a:pt x="5347" y="10780"/>
                  </a:lnTo>
                  <a:lnTo>
                    <a:pt x="11659" y="7087"/>
                  </a:lnTo>
                  <a:lnTo>
                    <a:pt x="14210" y="5240"/>
                  </a:lnTo>
                  <a:lnTo>
                    <a:pt x="16150" y="3394"/>
                  </a:lnTo>
                  <a:lnTo>
                    <a:pt x="24228" y="3394"/>
                  </a:lnTo>
                  <a:lnTo>
                    <a:pt x="24228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4283" y="5518370"/>
              <a:ext cx="86232" cy="13161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762424" y="4575622"/>
              <a:ext cx="2200910" cy="2012314"/>
            </a:xfrm>
            <a:custGeom>
              <a:avLst/>
              <a:gdLst/>
              <a:ahLst/>
              <a:cxnLst/>
              <a:rect l="l" t="t" r="r" b="b"/>
              <a:pathLst>
                <a:path w="2200909" h="2012315">
                  <a:moveTo>
                    <a:pt x="0" y="2011913"/>
                  </a:moveTo>
                  <a:lnTo>
                    <a:pt x="0" y="2011913"/>
                  </a:lnTo>
                  <a:lnTo>
                    <a:pt x="4732" y="2011889"/>
                  </a:lnTo>
                  <a:lnTo>
                    <a:pt x="9464" y="2011865"/>
                  </a:lnTo>
                  <a:lnTo>
                    <a:pt x="14196" y="2011837"/>
                  </a:lnTo>
                  <a:lnTo>
                    <a:pt x="18928" y="2011813"/>
                  </a:lnTo>
                  <a:lnTo>
                    <a:pt x="23660" y="2011785"/>
                  </a:lnTo>
                  <a:lnTo>
                    <a:pt x="28392" y="2011756"/>
                  </a:lnTo>
                  <a:lnTo>
                    <a:pt x="33124" y="2011728"/>
                  </a:lnTo>
                  <a:lnTo>
                    <a:pt x="37857" y="2011700"/>
                  </a:lnTo>
                  <a:lnTo>
                    <a:pt x="42589" y="2011666"/>
                  </a:lnTo>
                  <a:lnTo>
                    <a:pt x="47321" y="2011633"/>
                  </a:lnTo>
                  <a:lnTo>
                    <a:pt x="52053" y="2011600"/>
                  </a:lnTo>
                  <a:lnTo>
                    <a:pt x="56785" y="2011567"/>
                  </a:lnTo>
                  <a:lnTo>
                    <a:pt x="61517" y="2011534"/>
                  </a:lnTo>
                  <a:lnTo>
                    <a:pt x="66249" y="2011496"/>
                  </a:lnTo>
                  <a:lnTo>
                    <a:pt x="70981" y="2011458"/>
                  </a:lnTo>
                  <a:lnTo>
                    <a:pt x="75714" y="2011416"/>
                  </a:lnTo>
                  <a:lnTo>
                    <a:pt x="80446" y="2011378"/>
                  </a:lnTo>
                  <a:lnTo>
                    <a:pt x="85178" y="2011335"/>
                  </a:lnTo>
                  <a:lnTo>
                    <a:pt x="89910" y="2011288"/>
                  </a:lnTo>
                  <a:lnTo>
                    <a:pt x="94642" y="2011245"/>
                  </a:lnTo>
                  <a:lnTo>
                    <a:pt x="99374" y="2011198"/>
                  </a:lnTo>
                  <a:lnTo>
                    <a:pt x="104106" y="2011150"/>
                  </a:lnTo>
                  <a:lnTo>
                    <a:pt x="108838" y="2011098"/>
                  </a:lnTo>
                  <a:lnTo>
                    <a:pt x="113571" y="2011046"/>
                  </a:lnTo>
                  <a:lnTo>
                    <a:pt x="118303" y="2010994"/>
                  </a:lnTo>
                  <a:lnTo>
                    <a:pt x="123035" y="2010937"/>
                  </a:lnTo>
                  <a:lnTo>
                    <a:pt x="127767" y="2010881"/>
                  </a:lnTo>
                  <a:lnTo>
                    <a:pt x="132499" y="2010819"/>
                  </a:lnTo>
                  <a:lnTo>
                    <a:pt x="137231" y="2010757"/>
                  </a:lnTo>
                  <a:lnTo>
                    <a:pt x="141963" y="2010691"/>
                  </a:lnTo>
                  <a:lnTo>
                    <a:pt x="146695" y="2010625"/>
                  </a:lnTo>
                  <a:lnTo>
                    <a:pt x="151428" y="2010559"/>
                  </a:lnTo>
                  <a:lnTo>
                    <a:pt x="156160" y="2010488"/>
                  </a:lnTo>
                  <a:lnTo>
                    <a:pt x="160892" y="2010412"/>
                  </a:lnTo>
                  <a:lnTo>
                    <a:pt x="165624" y="2010336"/>
                  </a:lnTo>
                  <a:lnTo>
                    <a:pt x="170356" y="2010260"/>
                  </a:lnTo>
                  <a:lnTo>
                    <a:pt x="175107" y="2010180"/>
                  </a:lnTo>
                  <a:lnTo>
                    <a:pt x="179839" y="2010095"/>
                  </a:lnTo>
                  <a:lnTo>
                    <a:pt x="184571" y="2010005"/>
                  </a:lnTo>
                  <a:lnTo>
                    <a:pt x="189304" y="2009915"/>
                  </a:lnTo>
                  <a:lnTo>
                    <a:pt x="194036" y="2009825"/>
                  </a:lnTo>
                  <a:lnTo>
                    <a:pt x="198768" y="2009725"/>
                  </a:lnTo>
                  <a:lnTo>
                    <a:pt x="203500" y="2009626"/>
                  </a:lnTo>
                  <a:lnTo>
                    <a:pt x="208232" y="2009522"/>
                  </a:lnTo>
                  <a:lnTo>
                    <a:pt x="212964" y="2009418"/>
                  </a:lnTo>
                  <a:lnTo>
                    <a:pt x="217696" y="2009304"/>
                  </a:lnTo>
                  <a:lnTo>
                    <a:pt x="222428" y="2009190"/>
                  </a:lnTo>
                  <a:lnTo>
                    <a:pt x="227161" y="2009072"/>
                  </a:lnTo>
                  <a:lnTo>
                    <a:pt x="231893" y="2008949"/>
                  </a:lnTo>
                  <a:lnTo>
                    <a:pt x="236625" y="2008821"/>
                  </a:lnTo>
                  <a:lnTo>
                    <a:pt x="241357" y="2008689"/>
                  </a:lnTo>
                  <a:lnTo>
                    <a:pt x="246089" y="2008556"/>
                  </a:lnTo>
                  <a:lnTo>
                    <a:pt x="250821" y="2008414"/>
                  </a:lnTo>
                  <a:lnTo>
                    <a:pt x="255553" y="2008267"/>
                  </a:lnTo>
                  <a:lnTo>
                    <a:pt x="260285" y="2008116"/>
                  </a:lnTo>
                  <a:lnTo>
                    <a:pt x="265018" y="2007959"/>
                  </a:lnTo>
                  <a:lnTo>
                    <a:pt x="269750" y="2007799"/>
                  </a:lnTo>
                  <a:lnTo>
                    <a:pt x="274482" y="2007633"/>
                  </a:lnTo>
                  <a:lnTo>
                    <a:pt x="279214" y="2007458"/>
                  </a:lnTo>
                  <a:lnTo>
                    <a:pt x="283946" y="2007278"/>
                  </a:lnTo>
                  <a:lnTo>
                    <a:pt x="288678" y="2007093"/>
                  </a:lnTo>
                  <a:lnTo>
                    <a:pt x="293410" y="2006904"/>
                  </a:lnTo>
                  <a:lnTo>
                    <a:pt x="298143" y="2006705"/>
                  </a:lnTo>
                  <a:lnTo>
                    <a:pt x="302875" y="2006497"/>
                  </a:lnTo>
                  <a:lnTo>
                    <a:pt x="307607" y="2006284"/>
                  </a:lnTo>
                  <a:lnTo>
                    <a:pt x="312339" y="2006066"/>
                  </a:lnTo>
                  <a:lnTo>
                    <a:pt x="317071" y="2005838"/>
                  </a:lnTo>
                  <a:lnTo>
                    <a:pt x="321803" y="2005602"/>
                  </a:lnTo>
                  <a:lnTo>
                    <a:pt x="326535" y="2005360"/>
                  </a:lnTo>
                  <a:lnTo>
                    <a:pt x="331267" y="2005105"/>
                  </a:lnTo>
                  <a:lnTo>
                    <a:pt x="336000" y="2004844"/>
                  </a:lnTo>
                  <a:lnTo>
                    <a:pt x="340732" y="2004574"/>
                  </a:lnTo>
                  <a:lnTo>
                    <a:pt x="345464" y="2004295"/>
                  </a:lnTo>
                  <a:lnTo>
                    <a:pt x="350196" y="2004006"/>
                  </a:lnTo>
                  <a:lnTo>
                    <a:pt x="354928" y="2003708"/>
                  </a:lnTo>
                  <a:lnTo>
                    <a:pt x="359660" y="2003400"/>
                  </a:lnTo>
                  <a:lnTo>
                    <a:pt x="364392" y="2003078"/>
                  </a:lnTo>
                  <a:lnTo>
                    <a:pt x="369124" y="2002747"/>
                  </a:lnTo>
                  <a:lnTo>
                    <a:pt x="373857" y="2002406"/>
                  </a:lnTo>
                  <a:lnTo>
                    <a:pt x="378589" y="2002051"/>
                  </a:lnTo>
                  <a:lnTo>
                    <a:pt x="383321" y="2001682"/>
                  </a:lnTo>
                  <a:lnTo>
                    <a:pt x="388053" y="2001303"/>
                  </a:lnTo>
                  <a:lnTo>
                    <a:pt x="392785" y="2000910"/>
                  </a:lnTo>
                  <a:lnTo>
                    <a:pt x="397517" y="2000503"/>
                  </a:lnTo>
                  <a:lnTo>
                    <a:pt x="402249" y="2000086"/>
                  </a:lnTo>
                  <a:lnTo>
                    <a:pt x="406981" y="1999651"/>
                  </a:lnTo>
                  <a:lnTo>
                    <a:pt x="411714" y="1999201"/>
                  </a:lnTo>
                  <a:lnTo>
                    <a:pt x="416446" y="1998732"/>
                  </a:lnTo>
                  <a:lnTo>
                    <a:pt x="421178" y="1998254"/>
                  </a:lnTo>
                  <a:lnTo>
                    <a:pt x="425910" y="1997752"/>
                  </a:lnTo>
                  <a:lnTo>
                    <a:pt x="430642" y="1997241"/>
                  </a:lnTo>
                  <a:lnTo>
                    <a:pt x="435374" y="1996706"/>
                  </a:lnTo>
                  <a:lnTo>
                    <a:pt x="440106" y="1996152"/>
                  </a:lnTo>
                  <a:lnTo>
                    <a:pt x="444839" y="1995584"/>
                  </a:lnTo>
                  <a:lnTo>
                    <a:pt x="449571" y="1994992"/>
                  </a:lnTo>
                  <a:lnTo>
                    <a:pt x="454303" y="1994381"/>
                  </a:lnTo>
                  <a:lnTo>
                    <a:pt x="459035" y="1993752"/>
                  </a:lnTo>
                  <a:lnTo>
                    <a:pt x="463767" y="1993098"/>
                  </a:lnTo>
                  <a:lnTo>
                    <a:pt x="468499" y="1992421"/>
                  </a:lnTo>
                  <a:lnTo>
                    <a:pt x="473231" y="1991725"/>
                  </a:lnTo>
                  <a:lnTo>
                    <a:pt x="477963" y="1991001"/>
                  </a:lnTo>
                  <a:lnTo>
                    <a:pt x="482696" y="1990253"/>
                  </a:lnTo>
                  <a:lnTo>
                    <a:pt x="487428" y="1989481"/>
                  </a:lnTo>
                  <a:lnTo>
                    <a:pt x="492160" y="1988681"/>
                  </a:lnTo>
                  <a:lnTo>
                    <a:pt x="496892" y="1987857"/>
                  </a:lnTo>
                  <a:lnTo>
                    <a:pt x="501624" y="1987001"/>
                  </a:lnTo>
                  <a:lnTo>
                    <a:pt x="506356" y="1986120"/>
                  </a:lnTo>
                  <a:lnTo>
                    <a:pt x="511088" y="1985206"/>
                  </a:lnTo>
                  <a:lnTo>
                    <a:pt x="511088" y="1985202"/>
                  </a:lnTo>
                  <a:lnTo>
                    <a:pt x="515820" y="1984259"/>
                  </a:lnTo>
                  <a:lnTo>
                    <a:pt x="520553" y="1983279"/>
                  </a:lnTo>
                  <a:lnTo>
                    <a:pt x="525285" y="1982271"/>
                  </a:lnTo>
                  <a:lnTo>
                    <a:pt x="530017" y="1981225"/>
                  </a:lnTo>
                  <a:lnTo>
                    <a:pt x="534749" y="1980145"/>
                  </a:lnTo>
                  <a:lnTo>
                    <a:pt x="539481" y="1979028"/>
                  </a:lnTo>
                  <a:lnTo>
                    <a:pt x="544213" y="1977873"/>
                  </a:lnTo>
                  <a:lnTo>
                    <a:pt x="548945" y="1976680"/>
                  </a:lnTo>
                  <a:lnTo>
                    <a:pt x="553677" y="1975449"/>
                  </a:lnTo>
                  <a:lnTo>
                    <a:pt x="558410" y="1974171"/>
                  </a:lnTo>
                  <a:lnTo>
                    <a:pt x="563142" y="1972854"/>
                  </a:lnTo>
                  <a:lnTo>
                    <a:pt x="567874" y="1971491"/>
                  </a:lnTo>
                  <a:lnTo>
                    <a:pt x="572606" y="1970085"/>
                  </a:lnTo>
                  <a:lnTo>
                    <a:pt x="577338" y="1968627"/>
                  </a:lnTo>
                  <a:lnTo>
                    <a:pt x="582070" y="1967121"/>
                  </a:lnTo>
                  <a:lnTo>
                    <a:pt x="586802" y="1965568"/>
                  </a:lnTo>
                  <a:lnTo>
                    <a:pt x="591534" y="1963963"/>
                  </a:lnTo>
                  <a:lnTo>
                    <a:pt x="596267" y="1962302"/>
                  </a:lnTo>
                  <a:lnTo>
                    <a:pt x="600999" y="1960588"/>
                  </a:lnTo>
                  <a:lnTo>
                    <a:pt x="605731" y="1958817"/>
                  </a:lnTo>
                  <a:lnTo>
                    <a:pt x="610463" y="1956985"/>
                  </a:lnTo>
                  <a:lnTo>
                    <a:pt x="615195" y="1955096"/>
                  </a:lnTo>
                  <a:lnTo>
                    <a:pt x="619927" y="1953141"/>
                  </a:lnTo>
                  <a:lnTo>
                    <a:pt x="624659" y="1951124"/>
                  </a:lnTo>
                  <a:lnTo>
                    <a:pt x="629391" y="1949041"/>
                  </a:lnTo>
                  <a:lnTo>
                    <a:pt x="634124" y="1946887"/>
                  </a:lnTo>
                  <a:lnTo>
                    <a:pt x="638856" y="1944666"/>
                  </a:lnTo>
                  <a:lnTo>
                    <a:pt x="643588" y="1942370"/>
                  </a:lnTo>
                  <a:lnTo>
                    <a:pt x="648320" y="1940003"/>
                  </a:lnTo>
                  <a:lnTo>
                    <a:pt x="653052" y="1937555"/>
                  </a:lnTo>
                  <a:lnTo>
                    <a:pt x="657784" y="1935032"/>
                  </a:lnTo>
                  <a:lnTo>
                    <a:pt x="662516" y="1932423"/>
                  </a:lnTo>
                  <a:lnTo>
                    <a:pt x="667249" y="1929729"/>
                  </a:lnTo>
                  <a:lnTo>
                    <a:pt x="671981" y="1926955"/>
                  </a:lnTo>
                  <a:lnTo>
                    <a:pt x="676713" y="1924086"/>
                  </a:lnTo>
                  <a:lnTo>
                    <a:pt x="681445" y="1921132"/>
                  </a:lnTo>
                  <a:lnTo>
                    <a:pt x="686177" y="1918078"/>
                  </a:lnTo>
                  <a:lnTo>
                    <a:pt x="690909" y="1914930"/>
                  </a:lnTo>
                  <a:lnTo>
                    <a:pt x="695641" y="1911682"/>
                  </a:lnTo>
                  <a:lnTo>
                    <a:pt x="700373" y="1908335"/>
                  </a:lnTo>
                  <a:lnTo>
                    <a:pt x="705106" y="1904879"/>
                  </a:lnTo>
                  <a:lnTo>
                    <a:pt x="709838" y="1901319"/>
                  </a:lnTo>
                  <a:lnTo>
                    <a:pt x="714570" y="1897645"/>
                  </a:lnTo>
                  <a:lnTo>
                    <a:pt x="719302" y="1893857"/>
                  </a:lnTo>
                  <a:lnTo>
                    <a:pt x="724034" y="1889956"/>
                  </a:lnTo>
                  <a:lnTo>
                    <a:pt x="728766" y="1885932"/>
                  </a:lnTo>
                  <a:lnTo>
                    <a:pt x="733498" y="1881785"/>
                  </a:lnTo>
                  <a:lnTo>
                    <a:pt x="738230" y="1877514"/>
                  </a:lnTo>
                  <a:lnTo>
                    <a:pt x="742963" y="1873116"/>
                  </a:lnTo>
                  <a:lnTo>
                    <a:pt x="747695" y="1868581"/>
                  </a:lnTo>
                  <a:lnTo>
                    <a:pt x="752427" y="1863913"/>
                  </a:lnTo>
                  <a:lnTo>
                    <a:pt x="757159" y="1859102"/>
                  </a:lnTo>
                  <a:lnTo>
                    <a:pt x="761891" y="1854155"/>
                  </a:lnTo>
                  <a:lnTo>
                    <a:pt x="766623" y="1849056"/>
                  </a:lnTo>
                  <a:lnTo>
                    <a:pt x="771355" y="1843811"/>
                  </a:lnTo>
                  <a:lnTo>
                    <a:pt x="776087" y="1838413"/>
                  </a:lnTo>
                  <a:lnTo>
                    <a:pt x="780820" y="1832865"/>
                  </a:lnTo>
                  <a:lnTo>
                    <a:pt x="780820" y="1832860"/>
                  </a:lnTo>
                  <a:lnTo>
                    <a:pt x="785552" y="1827150"/>
                  </a:lnTo>
                  <a:lnTo>
                    <a:pt x="790284" y="1821275"/>
                  </a:lnTo>
                  <a:lnTo>
                    <a:pt x="795016" y="1815234"/>
                  </a:lnTo>
                  <a:lnTo>
                    <a:pt x="799748" y="1809023"/>
                  </a:lnTo>
                  <a:lnTo>
                    <a:pt x="804480" y="1802646"/>
                  </a:lnTo>
                  <a:lnTo>
                    <a:pt x="809212" y="1796065"/>
                  </a:lnTo>
                  <a:lnTo>
                    <a:pt x="813944" y="1789342"/>
                  </a:lnTo>
                  <a:lnTo>
                    <a:pt x="818677" y="1782430"/>
                  </a:lnTo>
                  <a:lnTo>
                    <a:pt x="823409" y="1775328"/>
                  </a:lnTo>
                  <a:lnTo>
                    <a:pt x="828141" y="1768038"/>
                  </a:lnTo>
                  <a:lnTo>
                    <a:pt x="832873" y="1760510"/>
                  </a:lnTo>
                  <a:lnTo>
                    <a:pt x="837605" y="1752840"/>
                  </a:lnTo>
                  <a:lnTo>
                    <a:pt x="842337" y="1744934"/>
                  </a:lnTo>
                  <a:lnTo>
                    <a:pt x="847069" y="1736886"/>
                  </a:lnTo>
                  <a:lnTo>
                    <a:pt x="851801" y="1728600"/>
                  </a:lnTo>
                  <a:lnTo>
                    <a:pt x="856534" y="1720079"/>
                  </a:lnTo>
                  <a:lnTo>
                    <a:pt x="861266" y="1711367"/>
                  </a:lnTo>
                  <a:lnTo>
                    <a:pt x="865998" y="1702467"/>
                  </a:lnTo>
                  <a:lnTo>
                    <a:pt x="870730" y="1693330"/>
                  </a:lnTo>
                  <a:lnTo>
                    <a:pt x="875462" y="1683956"/>
                  </a:lnTo>
                  <a:lnTo>
                    <a:pt x="880194" y="1674392"/>
                  </a:lnTo>
                  <a:lnTo>
                    <a:pt x="884926" y="1664592"/>
                  </a:lnTo>
                  <a:lnTo>
                    <a:pt x="889658" y="1654603"/>
                  </a:lnTo>
                  <a:lnTo>
                    <a:pt x="894391" y="1644329"/>
                  </a:lnTo>
                  <a:lnTo>
                    <a:pt x="899123" y="1633866"/>
                  </a:lnTo>
                  <a:lnTo>
                    <a:pt x="903855" y="1623167"/>
                  </a:lnTo>
                  <a:lnTo>
                    <a:pt x="908587" y="1612278"/>
                  </a:lnTo>
                  <a:lnTo>
                    <a:pt x="913319" y="1601105"/>
                  </a:lnTo>
                  <a:lnTo>
                    <a:pt x="918051" y="1589742"/>
                  </a:lnTo>
                  <a:lnTo>
                    <a:pt x="922783" y="1578143"/>
                  </a:lnTo>
                  <a:lnTo>
                    <a:pt x="927515" y="1566307"/>
                  </a:lnTo>
                  <a:lnTo>
                    <a:pt x="932248" y="1554235"/>
                  </a:lnTo>
                  <a:lnTo>
                    <a:pt x="936980" y="1541926"/>
                  </a:lnTo>
                  <a:lnTo>
                    <a:pt x="941712" y="1529427"/>
                  </a:lnTo>
                  <a:lnTo>
                    <a:pt x="946444" y="1516644"/>
                  </a:lnTo>
                  <a:lnTo>
                    <a:pt x="951176" y="1503672"/>
                  </a:lnTo>
                  <a:lnTo>
                    <a:pt x="955908" y="1490511"/>
                  </a:lnTo>
                  <a:lnTo>
                    <a:pt x="960640" y="1477065"/>
                  </a:lnTo>
                  <a:lnTo>
                    <a:pt x="965372" y="1463430"/>
                  </a:lnTo>
                  <a:lnTo>
                    <a:pt x="970105" y="1449606"/>
                  </a:lnTo>
                  <a:lnTo>
                    <a:pt x="974837" y="1435545"/>
                  </a:lnTo>
                  <a:lnTo>
                    <a:pt x="979569" y="1421247"/>
                  </a:lnTo>
                  <a:lnTo>
                    <a:pt x="984301" y="1406808"/>
                  </a:lnTo>
                  <a:lnTo>
                    <a:pt x="989033" y="1392131"/>
                  </a:lnTo>
                  <a:lnTo>
                    <a:pt x="993765" y="1377265"/>
                  </a:lnTo>
                  <a:lnTo>
                    <a:pt x="998497" y="1362210"/>
                  </a:lnTo>
                  <a:lnTo>
                    <a:pt x="1003229" y="1346966"/>
                  </a:lnTo>
                  <a:lnTo>
                    <a:pt x="1007962" y="1331532"/>
                  </a:lnTo>
                  <a:lnTo>
                    <a:pt x="1012694" y="1315956"/>
                  </a:lnTo>
                  <a:lnTo>
                    <a:pt x="1017426" y="1300190"/>
                  </a:lnTo>
                  <a:lnTo>
                    <a:pt x="1022158" y="1284283"/>
                  </a:lnTo>
                  <a:lnTo>
                    <a:pt x="1026890" y="1268186"/>
                  </a:lnTo>
                  <a:lnTo>
                    <a:pt x="1031622" y="1251995"/>
                  </a:lnTo>
                  <a:lnTo>
                    <a:pt x="1036354" y="1235614"/>
                  </a:lnTo>
                  <a:lnTo>
                    <a:pt x="1041086" y="1219139"/>
                  </a:lnTo>
                  <a:lnTo>
                    <a:pt x="1045819" y="1202568"/>
                  </a:lnTo>
                  <a:lnTo>
                    <a:pt x="1050551" y="1185856"/>
                  </a:lnTo>
                  <a:lnTo>
                    <a:pt x="1055283" y="1169049"/>
                  </a:lnTo>
                  <a:lnTo>
                    <a:pt x="1055283" y="1169002"/>
                  </a:lnTo>
                  <a:lnTo>
                    <a:pt x="1060015" y="1152100"/>
                  </a:lnTo>
                  <a:lnTo>
                    <a:pt x="1064747" y="1135104"/>
                  </a:lnTo>
                  <a:lnTo>
                    <a:pt x="1069479" y="1118060"/>
                  </a:lnTo>
                  <a:lnTo>
                    <a:pt x="1074211" y="1100922"/>
                  </a:lnTo>
                  <a:lnTo>
                    <a:pt x="1078943" y="1083736"/>
                  </a:lnTo>
                  <a:lnTo>
                    <a:pt x="1083676" y="1066504"/>
                  </a:lnTo>
                  <a:lnTo>
                    <a:pt x="1088408" y="1049223"/>
                  </a:lnTo>
                  <a:lnTo>
                    <a:pt x="1093140" y="1031943"/>
                  </a:lnTo>
                  <a:lnTo>
                    <a:pt x="1097872" y="1014615"/>
                  </a:lnTo>
                  <a:lnTo>
                    <a:pt x="1102604" y="997288"/>
                  </a:lnTo>
                  <a:lnTo>
                    <a:pt x="1107336" y="979960"/>
                  </a:lnTo>
                  <a:lnTo>
                    <a:pt x="1112068" y="962680"/>
                  </a:lnTo>
                  <a:lnTo>
                    <a:pt x="1116800" y="945399"/>
                  </a:lnTo>
                  <a:lnTo>
                    <a:pt x="1121533" y="928166"/>
                  </a:lnTo>
                  <a:lnTo>
                    <a:pt x="1126265" y="910981"/>
                  </a:lnTo>
                  <a:lnTo>
                    <a:pt x="1130997" y="893842"/>
                  </a:lnTo>
                  <a:lnTo>
                    <a:pt x="1135729" y="876799"/>
                  </a:lnTo>
                  <a:lnTo>
                    <a:pt x="1140461" y="859802"/>
                  </a:lnTo>
                  <a:lnTo>
                    <a:pt x="1145193" y="842853"/>
                  </a:lnTo>
                  <a:lnTo>
                    <a:pt x="1149925" y="826047"/>
                  </a:lnTo>
                  <a:lnTo>
                    <a:pt x="1154657" y="809334"/>
                  </a:lnTo>
                  <a:lnTo>
                    <a:pt x="1159390" y="792764"/>
                  </a:lnTo>
                  <a:lnTo>
                    <a:pt x="1164122" y="776241"/>
                  </a:lnTo>
                  <a:lnTo>
                    <a:pt x="1168854" y="759908"/>
                  </a:lnTo>
                  <a:lnTo>
                    <a:pt x="1173586" y="743716"/>
                  </a:lnTo>
                  <a:lnTo>
                    <a:pt x="1178318" y="727620"/>
                  </a:lnTo>
                  <a:lnTo>
                    <a:pt x="1183050" y="711712"/>
                  </a:lnTo>
                  <a:lnTo>
                    <a:pt x="1187782" y="695947"/>
                  </a:lnTo>
                  <a:lnTo>
                    <a:pt x="1192514" y="680371"/>
                  </a:lnTo>
                  <a:lnTo>
                    <a:pt x="1197247" y="664937"/>
                  </a:lnTo>
                  <a:lnTo>
                    <a:pt x="1201979" y="649693"/>
                  </a:lnTo>
                  <a:lnTo>
                    <a:pt x="1206711" y="634637"/>
                  </a:lnTo>
                  <a:lnTo>
                    <a:pt x="1211443" y="619772"/>
                  </a:lnTo>
                  <a:lnTo>
                    <a:pt x="1216175" y="605095"/>
                  </a:lnTo>
                  <a:lnTo>
                    <a:pt x="1220907" y="590655"/>
                  </a:lnTo>
                  <a:lnTo>
                    <a:pt x="1225639" y="576358"/>
                  </a:lnTo>
                  <a:lnTo>
                    <a:pt x="1230371" y="562297"/>
                  </a:lnTo>
                  <a:lnTo>
                    <a:pt x="1235104" y="548472"/>
                  </a:lnTo>
                  <a:lnTo>
                    <a:pt x="1239836" y="534838"/>
                  </a:lnTo>
                  <a:lnTo>
                    <a:pt x="1244568" y="521392"/>
                  </a:lnTo>
                  <a:lnTo>
                    <a:pt x="1249300" y="508231"/>
                  </a:lnTo>
                  <a:lnTo>
                    <a:pt x="1254032" y="495258"/>
                  </a:lnTo>
                  <a:lnTo>
                    <a:pt x="1258764" y="482476"/>
                  </a:lnTo>
                  <a:lnTo>
                    <a:pt x="1263496" y="469977"/>
                  </a:lnTo>
                  <a:lnTo>
                    <a:pt x="1268228" y="457668"/>
                  </a:lnTo>
                  <a:lnTo>
                    <a:pt x="1272961" y="445595"/>
                  </a:lnTo>
                  <a:lnTo>
                    <a:pt x="1277693" y="433759"/>
                  </a:lnTo>
                  <a:lnTo>
                    <a:pt x="1282425" y="422160"/>
                  </a:lnTo>
                  <a:lnTo>
                    <a:pt x="1287157" y="410798"/>
                  </a:lnTo>
                  <a:lnTo>
                    <a:pt x="1291889" y="399625"/>
                  </a:lnTo>
                  <a:lnTo>
                    <a:pt x="1296621" y="388736"/>
                  </a:lnTo>
                  <a:lnTo>
                    <a:pt x="1301353" y="378036"/>
                  </a:lnTo>
                  <a:lnTo>
                    <a:pt x="1306085" y="367573"/>
                  </a:lnTo>
                  <a:lnTo>
                    <a:pt x="1310818" y="357300"/>
                  </a:lnTo>
                  <a:lnTo>
                    <a:pt x="1315550" y="347310"/>
                  </a:lnTo>
                  <a:lnTo>
                    <a:pt x="1320282" y="337510"/>
                  </a:lnTo>
                  <a:lnTo>
                    <a:pt x="1325014" y="327947"/>
                  </a:lnTo>
                  <a:lnTo>
                    <a:pt x="1329746" y="318573"/>
                  </a:lnTo>
                  <a:lnTo>
                    <a:pt x="1334478" y="309436"/>
                  </a:lnTo>
                  <a:lnTo>
                    <a:pt x="1339210" y="300535"/>
                  </a:lnTo>
                  <a:lnTo>
                    <a:pt x="1343942" y="291824"/>
                  </a:lnTo>
                  <a:lnTo>
                    <a:pt x="1348675" y="283302"/>
                  </a:lnTo>
                  <a:lnTo>
                    <a:pt x="1353407" y="275017"/>
                  </a:lnTo>
                  <a:lnTo>
                    <a:pt x="1358139" y="266921"/>
                  </a:lnTo>
                  <a:lnTo>
                    <a:pt x="1362871" y="259062"/>
                  </a:lnTo>
                  <a:lnTo>
                    <a:pt x="1367603" y="251393"/>
                  </a:lnTo>
                  <a:lnTo>
                    <a:pt x="1372335" y="243865"/>
                  </a:lnTo>
                  <a:lnTo>
                    <a:pt x="1377067" y="236574"/>
                  </a:lnTo>
                  <a:lnTo>
                    <a:pt x="1381799" y="229473"/>
                  </a:lnTo>
                  <a:lnTo>
                    <a:pt x="1386532" y="222561"/>
                  </a:lnTo>
                  <a:lnTo>
                    <a:pt x="1391264" y="215838"/>
                  </a:lnTo>
                  <a:lnTo>
                    <a:pt x="1395996" y="209257"/>
                  </a:lnTo>
                  <a:lnTo>
                    <a:pt x="1400728" y="202866"/>
                  </a:lnTo>
                  <a:lnTo>
                    <a:pt x="1405460" y="196664"/>
                  </a:lnTo>
                  <a:lnTo>
                    <a:pt x="1410192" y="190604"/>
                  </a:lnTo>
                  <a:lnTo>
                    <a:pt x="1414924" y="184733"/>
                  </a:lnTo>
                  <a:lnTo>
                    <a:pt x="1419656" y="179052"/>
                  </a:lnTo>
                  <a:lnTo>
                    <a:pt x="1424389" y="173466"/>
                  </a:lnTo>
                  <a:lnTo>
                    <a:pt x="1429121" y="168068"/>
                  </a:lnTo>
                  <a:lnTo>
                    <a:pt x="1433853" y="162861"/>
                  </a:lnTo>
                  <a:lnTo>
                    <a:pt x="1438585" y="157748"/>
                  </a:lnTo>
                  <a:lnTo>
                    <a:pt x="1443317" y="152777"/>
                  </a:lnTo>
                  <a:lnTo>
                    <a:pt x="1448049" y="147995"/>
                  </a:lnTo>
                  <a:lnTo>
                    <a:pt x="1452781" y="143308"/>
                  </a:lnTo>
                  <a:lnTo>
                    <a:pt x="1457513" y="138763"/>
                  </a:lnTo>
                  <a:lnTo>
                    <a:pt x="1462246" y="134407"/>
                  </a:lnTo>
                  <a:lnTo>
                    <a:pt x="1466978" y="130099"/>
                  </a:lnTo>
                  <a:lnTo>
                    <a:pt x="1471710" y="125980"/>
                  </a:lnTo>
                  <a:lnTo>
                    <a:pt x="1476442" y="121956"/>
                  </a:lnTo>
                  <a:lnTo>
                    <a:pt x="1481174" y="118027"/>
                  </a:lnTo>
                  <a:lnTo>
                    <a:pt x="1485906" y="114239"/>
                  </a:lnTo>
                  <a:lnTo>
                    <a:pt x="1490638" y="110594"/>
                  </a:lnTo>
                  <a:lnTo>
                    <a:pt x="1495370" y="106996"/>
                  </a:lnTo>
                  <a:lnTo>
                    <a:pt x="1500103" y="103587"/>
                  </a:lnTo>
                  <a:lnTo>
                    <a:pt x="1504835" y="100225"/>
                  </a:lnTo>
                  <a:lnTo>
                    <a:pt x="1509567" y="96959"/>
                  </a:lnTo>
                  <a:lnTo>
                    <a:pt x="1514299" y="93834"/>
                  </a:lnTo>
                  <a:lnTo>
                    <a:pt x="1519031" y="90757"/>
                  </a:lnTo>
                  <a:lnTo>
                    <a:pt x="1523763" y="87821"/>
                  </a:lnTo>
                  <a:lnTo>
                    <a:pt x="1528495" y="84933"/>
                  </a:lnTo>
                  <a:lnTo>
                    <a:pt x="1533227" y="82188"/>
                  </a:lnTo>
                  <a:lnTo>
                    <a:pt x="1537960" y="79489"/>
                  </a:lnTo>
                  <a:lnTo>
                    <a:pt x="1542692" y="76885"/>
                  </a:lnTo>
                  <a:lnTo>
                    <a:pt x="1547424" y="74329"/>
                  </a:lnTo>
                  <a:lnTo>
                    <a:pt x="1552156" y="71914"/>
                  </a:lnTo>
                  <a:lnTo>
                    <a:pt x="1556888" y="69547"/>
                  </a:lnTo>
                  <a:lnTo>
                    <a:pt x="1561620" y="67227"/>
                  </a:lnTo>
                  <a:lnTo>
                    <a:pt x="1566352" y="65002"/>
                  </a:lnTo>
                  <a:lnTo>
                    <a:pt x="1571085" y="62871"/>
                  </a:lnTo>
                  <a:lnTo>
                    <a:pt x="1575817" y="60788"/>
                  </a:lnTo>
                  <a:lnTo>
                    <a:pt x="1580549" y="58753"/>
                  </a:lnTo>
                  <a:lnTo>
                    <a:pt x="1585281" y="56812"/>
                  </a:lnTo>
                  <a:lnTo>
                    <a:pt x="1590013" y="54918"/>
                  </a:lnTo>
                  <a:lnTo>
                    <a:pt x="1594745" y="53071"/>
                  </a:lnTo>
                  <a:lnTo>
                    <a:pt x="1599477" y="51320"/>
                  </a:lnTo>
                  <a:lnTo>
                    <a:pt x="1604209" y="49615"/>
                  </a:lnTo>
                  <a:lnTo>
                    <a:pt x="1608942" y="47958"/>
                  </a:lnTo>
                  <a:lnTo>
                    <a:pt x="1613674" y="46349"/>
                  </a:lnTo>
                  <a:lnTo>
                    <a:pt x="1618406" y="44786"/>
                  </a:lnTo>
                  <a:lnTo>
                    <a:pt x="1623138" y="43271"/>
                  </a:lnTo>
                  <a:lnTo>
                    <a:pt x="1627870" y="41804"/>
                  </a:lnTo>
                  <a:lnTo>
                    <a:pt x="1632602" y="40431"/>
                  </a:lnTo>
                  <a:lnTo>
                    <a:pt x="1637334" y="39058"/>
                  </a:lnTo>
                  <a:lnTo>
                    <a:pt x="1642066" y="37732"/>
                  </a:lnTo>
                  <a:lnTo>
                    <a:pt x="1646799" y="36454"/>
                  </a:lnTo>
                  <a:lnTo>
                    <a:pt x="1651531" y="35223"/>
                  </a:lnTo>
                  <a:lnTo>
                    <a:pt x="1656263" y="34039"/>
                  </a:lnTo>
                  <a:lnTo>
                    <a:pt x="1660995" y="32856"/>
                  </a:lnTo>
                  <a:lnTo>
                    <a:pt x="1665727" y="31767"/>
                  </a:lnTo>
                  <a:lnTo>
                    <a:pt x="1670459" y="30678"/>
                  </a:lnTo>
                  <a:lnTo>
                    <a:pt x="1675191" y="29636"/>
                  </a:lnTo>
                  <a:lnTo>
                    <a:pt x="1679923" y="28595"/>
                  </a:lnTo>
                  <a:lnTo>
                    <a:pt x="1684656" y="27648"/>
                  </a:lnTo>
                  <a:lnTo>
                    <a:pt x="1689388" y="26701"/>
                  </a:lnTo>
                  <a:lnTo>
                    <a:pt x="1694120" y="25802"/>
                  </a:lnTo>
                  <a:lnTo>
                    <a:pt x="1698852" y="24902"/>
                  </a:lnTo>
                  <a:lnTo>
                    <a:pt x="1703584" y="24050"/>
                  </a:lnTo>
                  <a:lnTo>
                    <a:pt x="1708316" y="23198"/>
                  </a:lnTo>
                  <a:lnTo>
                    <a:pt x="1713048" y="22393"/>
                  </a:lnTo>
                  <a:lnTo>
                    <a:pt x="1717780" y="21635"/>
                  </a:lnTo>
                  <a:lnTo>
                    <a:pt x="1722513" y="20878"/>
                  </a:lnTo>
                  <a:lnTo>
                    <a:pt x="1727245" y="20168"/>
                  </a:lnTo>
                  <a:lnTo>
                    <a:pt x="1731977" y="19458"/>
                  </a:lnTo>
                  <a:lnTo>
                    <a:pt x="1736709" y="18795"/>
                  </a:lnTo>
                  <a:lnTo>
                    <a:pt x="1741441" y="18132"/>
                  </a:lnTo>
                  <a:lnTo>
                    <a:pt x="1746173" y="17517"/>
                  </a:lnTo>
                  <a:lnTo>
                    <a:pt x="1750905" y="16901"/>
                  </a:lnTo>
                  <a:lnTo>
                    <a:pt x="1755638" y="16333"/>
                  </a:lnTo>
                  <a:lnTo>
                    <a:pt x="1760370" y="15765"/>
                  </a:lnTo>
                  <a:lnTo>
                    <a:pt x="1765102" y="15197"/>
                  </a:lnTo>
                  <a:lnTo>
                    <a:pt x="1769834" y="14676"/>
                  </a:lnTo>
                  <a:lnTo>
                    <a:pt x="1774566" y="14155"/>
                  </a:lnTo>
                  <a:lnTo>
                    <a:pt x="1779298" y="13634"/>
                  </a:lnTo>
                  <a:lnTo>
                    <a:pt x="1784030" y="13161"/>
                  </a:lnTo>
                  <a:lnTo>
                    <a:pt x="1788762" y="12688"/>
                  </a:lnTo>
                  <a:lnTo>
                    <a:pt x="1793495" y="12261"/>
                  </a:lnTo>
                  <a:lnTo>
                    <a:pt x="1798227" y="11835"/>
                  </a:lnTo>
                  <a:lnTo>
                    <a:pt x="1802959" y="11409"/>
                  </a:lnTo>
                  <a:lnTo>
                    <a:pt x="1807691" y="10983"/>
                  </a:lnTo>
                  <a:lnTo>
                    <a:pt x="1812423" y="10604"/>
                  </a:lnTo>
                  <a:lnTo>
                    <a:pt x="1817155" y="10226"/>
                  </a:lnTo>
                  <a:lnTo>
                    <a:pt x="1821887" y="9847"/>
                  </a:lnTo>
                  <a:lnTo>
                    <a:pt x="1826619" y="9516"/>
                  </a:lnTo>
                  <a:lnTo>
                    <a:pt x="1831352" y="9137"/>
                  </a:lnTo>
                  <a:lnTo>
                    <a:pt x="1836084" y="8805"/>
                  </a:lnTo>
                  <a:lnTo>
                    <a:pt x="1840816" y="8521"/>
                  </a:lnTo>
                  <a:lnTo>
                    <a:pt x="1845548" y="8190"/>
                  </a:lnTo>
                  <a:lnTo>
                    <a:pt x="1850280" y="7906"/>
                  </a:lnTo>
                  <a:lnTo>
                    <a:pt x="1855012" y="7622"/>
                  </a:lnTo>
                  <a:lnTo>
                    <a:pt x="1859744" y="7338"/>
                  </a:lnTo>
                  <a:lnTo>
                    <a:pt x="1864476" y="7054"/>
                  </a:lnTo>
                  <a:lnTo>
                    <a:pt x="1869209" y="6770"/>
                  </a:lnTo>
                  <a:lnTo>
                    <a:pt x="1873941" y="6533"/>
                  </a:lnTo>
                  <a:lnTo>
                    <a:pt x="1878673" y="6296"/>
                  </a:lnTo>
                  <a:lnTo>
                    <a:pt x="1883405" y="6059"/>
                  </a:lnTo>
                  <a:lnTo>
                    <a:pt x="1888137" y="5823"/>
                  </a:lnTo>
                  <a:lnTo>
                    <a:pt x="1892869" y="5633"/>
                  </a:lnTo>
                  <a:lnTo>
                    <a:pt x="1897601" y="5397"/>
                  </a:lnTo>
                  <a:lnTo>
                    <a:pt x="1902333" y="5207"/>
                  </a:lnTo>
                  <a:lnTo>
                    <a:pt x="1907066" y="5018"/>
                  </a:lnTo>
                  <a:lnTo>
                    <a:pt x="1911798" y="4829"/>
                  </a:lnTo>
                  <a:lnTo>
                    <a:pt x="1916530" y="4639"/>
                  </a:lnTo>
                  <a:lnTo>
                    <a:pt x="1921262" y="4450"/>
                  </a:lnTo>
                  <a:lnTo>
                    <a:pt x="1925994" y="4260"/>
                  </a:lnTo>
                  <a:lnTo>
                    <a:pt x="1930726" y="4118"/>
                  </a:lnTo>
                  <a:lnTo>
                    <a:pt x="1935458" y="3929"/>
                  </a:lnTo>
                  <a:lnTo>
                    <a:pt x="1940191" y="3787"/>
                  </a:lnTo>
                  <a:lnTo>
                    <a:pt x="1944923" y="3645"/>
                  </a:lnTo>
                  <a:lnTo>
                    <a:pt x="1949655" y="3503"/>
                  </a:lnTo>
                  <a:lnTo>
                    <a:pt x="1954387" y="3361"/>
                  </a:lnTo>
                  <a:lnTo>
                    <a:pt x="1959119" y="3219"/>
                  </a:lnTo>
                  <a:lnTo>
                    <a:pt x="1963851" y="3077"/>
                  </a:lnTo>
                  <a:lnTo>
                    <a:pt x="1968583" y="2935"/>
                  </a:lnTo>
                  <a:lnTo>
                    <a:pt x="1973315" y="2840"/>
                  </a:lnTo>
                  <a:lnTo>
                    <a:pt x="1978048" y="2698"/>
                  </a:lnTo>
                  <a:lnTo>
                    <a:pt x="1982780" y="2603"/>
                  </a:lnTo>
                  <a:lnTo>
                    <a:pt x="1987512" y="2461"/>
                  </a:lnTo>
                  <a:lnTo>
                    <a:pt x="1992244" y="2367"/>
                  </a:lnTo>
                  <a:lnTo>
                    <a:pt x="1996976" y="2272"/>
                  </a:lnTo>
                  <a:lnTo>
                    <a:pt x="2001708" y="2177"/>
                  </a:lnTo>
                  <a:lnTo>
                    <a:pt x="2006440" y="2083"/>
                  </a:lnTo>
                  <a:lnTo>
                    <a:pt x="2011172" y="1988"/>
                  </a:lnTo>
                  <a:lnTo>
                    <a:pt x="2015905" y="1893"/>
                  </a:lnTo>
                  <a:lnTo>
                    <a:pt x="2020637" y="1799"/>
                  </a:lnTo>
                  <a:lnTo>
                    <a:pt x="2025369" y="1704"/>
                  </a:lnTo>
                  <a:lnTo>
                    <a:pt x="2030101" y="1657"/>
                  </a:lnTo>
                  <a:lnTo>
                    <a:pt x="2034833" y="1562"/>
                  </a:lnTo>
                  <a:lnTo>
                    <a:pt x="2039565" y="1467"/>
                  </a:lnTo>
                  <a:lnTo>
                    <a:pt x="2044297" y="1420"/>
                  </a:lnTo>
                  <a:lnTo>
                    <a:pt x="2049029" y="1325"/>
                  </a:lnTo>
                  <a:lnTo>
                    <a:pt x="2053762" y="1278"/>
                  </a:lnTo>
                  <a:lnTo>
                    <a:pt x="2058494" y="1183"/>
                  </a:lnTo>
                  <a:lnTo>
                    <a:pt x="2063226" y="1136"/>
                  </a:lnTo>
                  <a:lnTo>
                    <a:pt x="2067958" y="1088"/>
                  </a:lnTo>
                  <a:lnTo>
                    <a:pt x="2072690" y="1041"/>
                  </a:lnTo>
                  <a:lnTo>
                    <a:pt x="2077422" y="946"/>
                  </a:lnTo>
                  <a:lnTo>
                    <a:pt x="2082154" y="899"/>
                  </a:lnTo>
                  <a:lnTo>
                    <a:pt x="2086886" y="852"/>
                  </a:lnTo>
                  <a:lnTo>
                    <a:pt x="2091619" y="804"/>
                  </a:lnTo>
                  <a:lnTo>
                    <a:pt x="2096351" y="757"/>
                  </a:lnTo>
                  <a:lnTo>
                    <a:pt x="2101083" y="710"/>
                  </a:lnTo>
                  <a:lnTo>
                    <a:pt x="2105815" y="662"/>
                  </a:lnTo>
                  <a:lnTo>
                    <a:pt x="2110547" y="615"/>
                  </a:lnTo>
                  <a:lnTo>
                    <a:pt x="2115279" y="568"/>
                  </a:lnTo>
                  <a:lnTo>
                    <a:pt x="2120011" y="520"/>
                  </a:lnTo>
                  <a:lnTo>
                    <a:pt x="2124744" y="473"/>
                  </a:lnTo>
                  <a:lnTo>
                    <a:pt x="2129476" y="426"/>
                  </a:lnTo>
                  <a:lnTo>
                    <a:pt x="2134208" y="426"/>
                  </a:lnTo>
                  <a:lnTo>
                    <a:pt x="2138940" y="378"/>
                  </a:lnTo>
                  <a:lnTo>
                    <a:pt x="2143672" y="331"/>
                  </a:lnTo>
                  <a:lnTo>
                    <a:pt x="2148404" y="284"/>
                  </a:lnTo>
                  <a:lnTo>
                    <a:pt x="2153136" y="284"/>
                  </a:lnTo>
                  <a:lnTo>
                    <a:pt x="2157868" y="236"/>
                  </a:lnTo>
                  <a:lnTo>
                    <a:pt x="2162601" y="189"/>
                  </a:lnTo>
                  <a:lnTo>
                    <a:pt x="2167333" y="189"/>
                  </a:lnTo>
                  <a:lnTo>
                    <a:pt x="2172065" y="142"/>
                  </a:lnTo>
                  <a:lnTo>
                    <a:pt x="2176797" y="94"/>
                  </a:lnTo>
                  <a:lnTo>
                    <a:pt x="2181529" y="94"/>
                  </a:lnTo>
                  <a:lnTo>
                    <a:pt x="2186261" y="47"/>
                  </a:lnTo>
                  <a:lnTo>
                    <a:pt x="2190993" y="47"/>
                  </a:lnTo>
                  <a:lnTo>
                    <a:pt x="2195725" y="0"/>
                  </a:lnTo>
                  <a:lnTo>
                    <a:pt x="2200458" y="0"/>
                  </a:lnTo>
                </a:path>
              </a:pathLst>
            </a:custGeom>
            <a:ln w="18933">
              <a:solidFill>
                <a:srgbClr val="007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2374" y="2331827"/>
              <a:ext cx="2660917" cy="176603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0805414" y="3157219"/>
              <a:ext cx="85725" cy="2367280"/>
            </a:xfrm>
            <a:custGeom>
              <a:avLst/>
              <a:gdLst/>
              <a:ahLst/>
              <a:cxnLst/>
              <a:rect l="l" t="t" r="r" b="b"/>
              <a:pathLst>
                <a:path w="85725" h="2367279">
                  <a:moveTo>
                    <a:pt x="67309" y="2338578"/>
                  </a:moveTo>
                  <a:lnTo>
                    <a:pt x="38734" y="2338704"/>
                  </a:lnTo>
                  <a:lnTo>
                    <a:pt x="38861" y="2367279"/>
                  </a:lnTo>
                  <a:lnTo>
                    <a:pt x="67436" y="2367153"/>
                  </a:lnTo>
                  <a:lnTo>
                    <a:pt x="67309" y="2338578"/>
                  </a:lnTo>
                  <a:close/>
                </a:path>
                <a:path w="85725" h="2367279">
                  <a:moveTo>
                    <a:pt x="67055" y="2281428"/>
                  </a:moveTo>
                  <a:lnTo>
                    <a:pt x="38480" y="2281681"/>
                  </a:lnTo>
                  <a:lnTo>
                    <a:pt x="38607" y="2310256"/>
                  </a:lnTo>
                  <a:lnTo>
                    <a:pt x="67182" y="2310003"/>
                  </a:lnTo>
                  <a:lnTo>
                    <a:pt x="67055" y="2281428"/>
                  </a:lnTo>
                  <a:close/>
                </a:path>
                <a:path w="85725" h="2367279">
                  <a:moveTo>
                    <a:pt x="66801" y="2224404"/>
                  </a:moveTo>
                  <a:lnTo>
                    <a:pt x="38226" y="2224531"/>
                  </a:lnTo>
                  <a:lnTo>
                    <a:pt x="38353" y="2253106"/>
                  </a:lnTo>
                  <a:lnTo>
                    <a:pt x="66928" y="2252853"/>
                  </a:lnTo>
                  <a:lnTo>
                    <a:pt x="66801" y="2224404"/>
                  </a:lnTo>
                  <a:close/>
                </a:path>
                <a:path w="85725" h="2367279">
                  <a:moveTo>
                    <a:pt x="66547" y="2167254"/>
                  </a:moveTo>
                  <a:lnTo>
                    <a:pt x="37972" y="2167381"/>
                  </a:lnTo>
                  <a:lnTo>
                    <a:pt x="38100" y="2195956"/>
                  </a:lnTo>
                  <a:lnTo>
                    <a:pt x="66675" y="2195829"/>
                  </a:lnTo>
                  <a:lnTo>
                    <a:pt x="66547" y="2167254"/>
                  </a:lnTo>
                  <a:close/>
                </a:path>
                <a:path w="85725" h="2367279">
                  <a:moveTo>
                    <a:pt x="66293" y="2110104"/>
                  </a:moveTo>
                  <a:lnTo>
                    <a:pt x="37718" y="2110231"/>
                  </a:lnTo>
                  <a:lnTo>
                    <a:pt x="37845" y="2138806"/>
                  </a:lnTo>
                  <a:lnTo>
                    <a:pt x="66420" y="2138679"/>
                  </a:lnTo>
                  <a:lnTo>
                    <a:pt x="66293" y="2110104"/>
                  </a:lnTo>
                  <a:close/>
                </a:path>
                <a:path w="85725" h="2367279">
                  <a:moveTo>
                    <a:pt x="66039" y="2052954"/>
                  </a:moveTo>
                  <a:lnTo>
                    <a:pt x="37464" y="2053081"/>
                  </a:lnTo>
                  <a:lnTo>
                    <a:pt x="37591" y="2081656"/>
                  </a:lnTo>
                  <a:lnTo>
                    <a:pt x="66166" y="2081529"/>
                  </a:lnTo>
                  <a:lnTo>
                    <a:pt x="66039" y="2052954"/>
                  </a:lnTo>
                  <a:close/>
                </a:path>
                <a:path w="85725" h="2367279">
                  <a:moveTo>
                    <a:pt x="65785" y="1995804"/>
                  </a:moveTo>
                  <a:lnTo>
                    <a:pt x="37210" y="1995931"/>
                  </a:lnTo>
                  <a:lnTo>
                    <a:pt x="37337" y="2024506"/>
                  </a:lnTo>
                  <a:lnTo>
                    <a:pt x="65912" y="2024379"/>
                  </a:lnTo>
                  <a:lnTo>
                    <a:pt x="65785" y="1995804"/>
                  </a:lnTo>
                  <a:close/>
                </a:path>
                <a:path w="85725" h="2367279">
                  <a:moveTo>
                    <a:pt x="65531" y="1938654"/>
                  </a:moveTo>
                  <a:lnTo>
                    <a:pt x="36956" y="1938781"/>
                  </a:lnTo>
                  <a:lnTo>
                    <a:pt x="37083" y="1967356"/>
                  </a:lnTo>
                  <a:lnTo>
                    <a:pt x="65658" y="1967229"/>
                  </a:lnTo>
                  <a:lnTo>
                    <a:pt x="65531" y="1938654"/>
                  </a:lnTo>
                  <a:close/>
                </a:path>
                <a:path w="85725" h="2367279">
                  <a:moveTo>
                    <a:pt x="65277" y="1881504"/>
                  </a:moveTo>
                  <a:lnTo>
                    <a:pt x="36702" y="1881631"/>
                  </a:lnTo>
                  <a:lnTo>
                    <a:pt x="36829" y="1910206"/>
                  </a:lnTo>
                  <a:lnTo>
                    <a:pt x="65404" y="1910079"/>
                  </a:lnTo>
                  <a:lnTo>
                    <a:pt x="65277" y="1881504"/>
                  </a:lnTo>
                  <a:close/>
                </a:path>
                <a:path w="85725" h="2367279">
                  <a:moveTo>
                    <a:pt x="65024" y="1824354"/>
                  </a:moveTo>
                  <a:lnTo>
                    <a:pt x="36449" y="1824481"/>
                  </a:lnTo>
                  <a:lnTo>
                    <a:pt x="36575" y="1853056"/>
                  </a:lnTo>
                  <a:lnTo>
                    <a:pt x="65150" y="1852929"/>
                  </a:lnTo>
                  <a:lnTo>
                    <a:pt x="65024" y="1824354"/>
                  </a:lnTo>
                  <a:close/>
                </a:path>
                <a:path w="85725" h="2367279">
                  <a:moveTo>
                    <a:pt x="64769" y="1767204"/>
                  </a:moveTo>
                  <a:lnTo>
                    <a:pt x="36194" y="1767331"/>
                  </a:lnTo>
                  <a:lnTo>
                    <a:pt x="36321" y="1795906"/>
                  </a:lnTo>
                  <a:lnTo>
                    <a:pt x="64896" y="1795779"/>
                  </a:lnTo>
                  <a:lnTo>
                    <a:pt x="64769" y="1767204"/>
                  </a:lnTo>
                  <a:close/>
                </a:path>
                <a:path w="85725" h="2367279">
                  <a:moveTo>
                    <a:pt x="64515" y="1710054"/>
                  </a:moveTo>
                  <a:lnTo>
                    <a:pt x="35940" y="1710181"/>
                  </a:lnTo>
                  <a:lnTo>
                    <a:pt x="36067" y="1738756"/>
                  </a:lnTo>
                  <a:lnTo>
                    <a:pt x="64642" y="1738629"/>
                  </a:lnTo>
                  <a:lnTo>
                    <a:pt x="64515" y="1710054"/>
                  </a:lnTo>
                  <a:close/>
                </a:path>
                <a:path w="85725" h="2367279">
                  <a:moveTo>
                    <a:pt x="64261" y="1652904"/>
                  </a:moveTo>
                  <a:lnTo>
                    <a:pt x="35686" y="1653031"/>
                  </a:lnTo>
                  <a:lnTo>
                    <a:pt x="35813" y="1681606"/>
                  </a:lnTo>
                  <a:lnTo>
                    <a:pt x="64388" y="1681479"/>
                  </a:lnTo>
                  <a:lnTo>
                    <a:pt x="64261" y="1652904"/>
                  </a:lnTo>
                  <a:close/>
                </a:path>
                <a:path w="85725" h="2367279">
                  <a:moveTo>
                    <a:pt x="64007" y="1595754"/>
                  </a:moveTo>
                  <a:lnTo>
                    <a:pt x="35432" y="1595881"/>
                  </a:lnTo>
                  <a:lnTo>
                    <a:pt x="35559" y="1624456"/>
                  </a:lnTo>
                  <a:lnTo>
                    <a:pt x="64134" y="1624329"/>
                  </a:lnTo>
                  <a:lnTo>
                    <a:pt x="64007" y="1595754"/>
                  </a:lnTo>
                  <a:close/>
                </a:path>
                <a:path w="85725" h="2367279">
                  <a:moveTo>
                    <a:pt x="63753" y="1538604"/>
                  </a:moveTo>
                  <a:lnTo>
                    <a:pt x="35178" y="1538731"/>
                  </a:lnTo>
                  <a:lnTo>
                    <a:pt x="35305" y="1567306"/>
                  </a:lnTo>
                  <a:lnTo>
                    <a:pt x="63880" y="1567179"/>
                  </a:lnTo>
                  <a:lnTo>
                    <a:pt x="63753" y="1538604"/>
                  </a:lnTo>
                  <a:close/>
                </a:path>
                <a:path w="85725" h="2367279">
                  <a:moveTo>
                    <a:pt x="63500" y="1481454"/>
                  </a:moveTo>
                  <a:lnTo>
                    <a:pt x="34925" y="1481581"/>
                  </a:lnTo>
                  <a:lnTo>
                    <a:pt x="35051" y="1510156"/>
                  </a:lnTo>
                  <a:lnTo>
                    <a:pt x="63626" y="1510029"/>
                  </a:lnTo>
                  <a:lnTo>
                    <a:pt x="63500" y="1481454"/>
                  </a:lnTo>
                  <a:close/>
                </a:path>
                <a:path w="85725" h="2367279">
                  <a:moveTo>
                    <a:pt x="63245" y="1424304"/>
                  </a:moveTo>
                  <a:lnTo>
                    <a:pt x="34670" y="1424431"/>
                  </a:lnTo>
                  <a:lnTo>
                    <a:pt x="34797" y="1453006"/>
                  </a:lnTo>
                  <a:lnTo>
                    <a:pt x="63372" y="1452879"/>
                  </a:lnTo>
                  <a:lnTo>
                    <a:pt x="63245" y="1424304"/>
                  </a:lnTo>
                  <a:close/>
                </a:path>
                <a:path w="85725" h="2367279">
                  <a:moveTo>
                    <a:pt x="62991" y="1367154"/>
                  </a:moveTo>
                  <a:lnTo>
                    <a:pt x="34416" y="1367281"/>
                  </a:lnTo>
                  <a:lnTo>
                    <a:pt x="34543" y="1395856"/>
                  </a:lnTo>
                  <a:lnTo>
                    <a:pt x="63118" y="1395729"/>
                  </a:lnTo>
                  <a:lnTo>
                    <a:pt x="62991" y="1367154"/>
                  </a:lnTo>
                  <a:close/>
                </a:path>
                <a:path w="85725" h="2367279">
                  <a:moveTo>
                    <a:pt x="62737" y="1310004"/>
                  </a:moveTo>
                  <a:lnTo>
                    <a:pt x="34162" y="1310131"/>
                  </a:lnTo>
                  <a:lnTo>
                    <a:pt x="34289" y="1338706"/>
                  </a:lnTo>
                  <a:lnTo>
                    <a:pt x="62864" y="1338579"/>
                  </a:lnTo>
                  <a:lnTo>
                    <a:pt x="62737" y="1310004"/>
                  </a:lnTo>
                  <a:close/>
                </a:path>
                <a:path w="85725" h="2367279">
                  <a:moveTo>
                    <a:pt x="62483" y="1252854"/>
                  </a:moveTo>
                  <a:lnTo>
                    <a:pt x="33908" y="1252981"/>
                  </a:lnTo>
                  <a:lnTo>
                    <a:pt x="34035" y="1281556"/>
                  </a:lnTo>
                  <a:lnTo>
                    <a:pt x="62610" y="1281429"/>
                  </a:lnTo>
                  <a:lnTo>
                    <a:pt x="62483" y="1252854"/>
                  </a:lnTo>
                  <a:close/>
                </a:path>
                <a:path w="85725" h="2367279">
                  <a:moveTo>
                    <a:pt x="62229" y="1195704"/>
                  </a:moveTo>
                  <a:lnTo>
                    <a:pt x="33654" y="1195831"/>
                  </a:lnTo>
                  <a:lnTo>
                    <a:pt x="33781" y="1224406"/>
                  </a:lnTo>
                  <a:lnTo>
                    <a:pt x="62356" y="1224279"/>
                  </a:lnTo>
                  <a:lnTo>
                    <a:pt x="62229" y="1195704"/>
                  </a:lnTo>
                  <a:close/>
                </a:path>
                <a:path w="85725" h="2367279">
                  <a:moveTo>
                    <a:pt x="61975" y="1138554"/>
                  </a:moveTo>
                  <a:lnTo>
                    <a:pt x="33400" y="1138681"/>
                  </a:lnTo>
                  <a:lnTo>
                    <a:pt x="33527" y="1167256"/>
                  </a:lnTo>
                  <a:lnTo>
                    <a:pt x="62102" y="1167129"/>
                  </a:lnTo>
                  <a:lnTo>
                    <a:pt x="61975" y="1138554"/>
                  </a:lnTo>
                  <a:close/>
                </a:path>
                <a:path w="85725" h="2367279">
                  <a:moveTo>
                    <a:pt x="61594" y="1081404"/>
                  </a:moveTo>
                  <a:lnTo>
                    <a:pt x="33146" y="1081531"/>
                  </a:lnTo>
                  <a:lnTo>
                    <a:pt x="33274" y="1110106"/>
                  </a:lnTo>
                  <a:lnTo>
                    <a:pt x="61849" y="1109979"/>
                  </a:lnTo>
                  <a:lnTo>
                    <a:pt x="61594" y="1081404"/>
                  </a:lnTo>
                  <a:close/>
                </a:path>
                <a:path w="85725" h="2367279">
                  <a:moveTo>
                    <a:pt x="61340" y="1024254"/>
                  </a:moveTo>
                  <a:lnTo>
                    <a:pt x="32765" y="1024381"/>
                  </a:lnTo>
                  <a:lnTo>
                    <a:pt x="32892" y="1052956"/>
                  </a:lnTo>
                  <a:lnTo>
                    <a:pt x="61467" y="1052829"/>
                  </a:lnTo>
                  <a:lnTo>
                    <a:pt x="61340" y="1024254"/>
                  </a:lnTo>
                  <a:close/>
                </a:path>
                <a:path w="85725" h="2367279">
                  <a:moveTo>
                    <a:pt x="61086" y="967104"/>
                  </a:moveTo>
                  <a:lnTo>
                    <a:pt x="32511" y="967231"/>
                  </a:lnTo>
                  <a:lnTo>
                    <a:pt x="32638" y="995806"/>
                  </a:lnTo>
                  <a:lnTo>
                    <a:pt x="61213" y="995679"/>
                  </a:lnTo>
                  <a:lnTo>
                    <a:pt x="61086" y="967104"/>
                  </a:lnTo>
                  <a:close/>
                </a:path>
                <a:path w="85725" h="2367279">
                  <a:moveTo>
                    <a:pt x="60832" y="909954"/>
                  </a:moveTo>
                  <a:lnTo>
                    <a:pt x="32257" y="910081"/>
                  </a:lnTo>
                  <a:lnTo>
                    <a:pt x="32384" y="938656"/>
                  </a:lnTo>
                  <a:lnTo>
                    <a:pt x="60959" y="938529"/>
                  </a:lnTo>
                  <a:lnTo>
                    <a:pt x="60832" y="909954"/>
                  </a:lnTo>
                  <a:close/>
                </a:path>
                <a:path w="85725" h="2367279">
                  <a:moveTo>
                    <a:pt x="60578" y="852804"/>
                  </a:moveTo>
                  <a:lnTo>
                    <a:pt x="32003" y="852931"/>
                  </a:lnTo>
                  <a:lnTo>
                    <a:pt x="32130" y="881506"/>
                  </a:lnTo>
                  <a:lnTo>
                    <a:pt x="60705" y="881379"/>
                  </a:lnTo>
                  <a:lnTo>
                    <a:pt x="60578" y="852804"/>
                  </a:lnTo>
                  <a:close/>
                </a:path>
                <a:path w="85725" h="2367279">
                  <a:moveTo>
                    <a:pt x="60325" y="795654"/>
                  </a:moveTo>
                  <a:lnTo>
                    <a:pt x="31750" y="795781"/>
                  </a:lnTo>
                  <a:lnTo>
                    <a:pt x="31876" y="824356"/>
                  </a:lnTo>
                  <a:lnTo>
                    <a:pt x="60451" y="824229"/>
                  </a:lnTo>
                  <a:lnTo>
                    <a:pt x="60325" y="795654"/>
                  </a:lnTo>
                  <a:close/>
                </a:path>
                <a:path w="85725" h="2367279">
                  <a:moveTo>
                    <a:pt x="60070" y="738504"/>
                  </a:moveTo>
                  <a:lnTo>
                    <a:pt x="31495" y="738631"/>
                  </a:lnTo>
                  <a:lnTo>
                    <a:pt x="31622" y="767206"/>
                  </a:lnTo>
                  <a:lnTo>
                    <a:pt x="60197" y="767079"/>
                  </a:lnTo>
                  <a:lnTo>
                    <a:pt x="60070" y="738504"/>
                  </a:lnTo>
                  <a:close/>
                </a:path>
                <a:path w="85725" h="2367279">
                  <a:moveTo>
                    <a:pt x="59816" y="681354"/>
                  </a:moveTo>
                  <a:lnTo>
                    <a:pt x="31241" y="681481"/>
                  </a:lnTo>
                  <a:lnTo>
                    <a:pt x="31368" y="710056"/>
                  </a:lnTo>
                  <a:lnTo>
                    <a:pt x="59943" y="709929"/>
                  </a:lnTo>
                  <a:lnTo>
                    <a:pt x="59816" y="681354"/>
                  </a:lnTo>
                  <a:close/>
                </a:path>
                <a:path w="85725" h="2367279">
                  <a:moveTo>
                    <a:pt x="59562" y="624204"/>
                  </a:moveTo>
                  <a:lnTo>
                    <a:pt x="30987" y="624331"/>
                  </a:lnTo>
                  <a:lnTo>
                    <a:pt x="31114" y="652906"/>
                  </a:lnTo>
                  <a:lnTo>
                    <a:pt x="59689" y="652779"/>
                  </a:lnTo>
                  <a:lnTo>
                    <a:pt x="59562" y="624204"/>
                  </a:lnTo>
                  <a:close/>
                </a:path>
                <a:path w="85725" h="2367279">
                  <a:moveTo>
                    <a:pt x="59308" y="567054"/>
                  </a:moveTo>
                  <a:lnTo>
                    <a:pt x="30733" y="567181"/>
                  </a:lnTo>
                  <a:lnTo>
                    <a:pt x="30860" y="595756"/>
                  </a:lnTo>
                  <a:lnTo>
                    <a:pt x="59435" y="595629"/>
                  </a:lnTo>
                  <a:lnTo>
                    <a:pt x="59308" y="567054"/>
                  </a:lnTo>
                  <a:close/>
                </a:path>
                <a:path w="85725" h="2367279">
                  <a:moveTo>
                    <a:pt x="59054" y="509904"/>
                  </a:moveTo>
                  <a:lnTo>
                    <a:pt x="30479" y="510031"/>
                  </a:lnTo>
                  <a:lnTo>
                    <a:pt x="30606" y="538606"/>
                  </a:lnTo>
                  <a:lnTo>
                    <a:pt x="59181" y="538479"/>
                  </a:lnTo>
                  <a:lnTo>
                    <a:pt x="59054" y="509904"/>
                  </a:lnTo>
                  <a:close/>
                </a:path>
                <a:path w="85725" h="2367279">
                  <a:moveTo>
                    <a:pt x="58800" y="452754"/>
                  </a:moveTo>
                  <a:lnTo>
                    <a:pt x="30225" y="452881"/>
                  </a:lnTo>
                  <a:lnTo>
                    <a:pt x="30352" y="481456"/>
                  </a:lnTo>
                  <a:lnTo>
                    <a:pt x="58927" y="481329"/>
                  </a:lnTo>
                  <a:lnTo>
                    <a:pt x="58800" y="452754"/>
                  </a:lnTo>
                  <a:close/>
                </a:path>
                <a:path w="85725" h="2367279">
                  <a:moveTo>
                    <a:pt x="58546" y="395604"/>
                  </a:moveTo>
                  <a:lnTo>
                    <a:pt x="29971" y="395731"/>
                  </a:lnTo>
                  <a:lnTo>
                    <a:pt x="30099" y="424306"/>
                  </a:lnTo>
                  <a:lnTo>
                    <a:pt x="58674" y="424179"/>
                  </a:lnTo>
                  <a:lnTo>
                    <a:pt x="58546" y="395604"/>
                  </a:lnTo>
                  <a:close/>
                </a:path>
                <a:path w="85725" h="2367279">
                  <a:moveTo>
                    <a:pt x="58292" y="338454"/>
                  </a:moveTo>
                  <a:lnTo>
                    <a:pt x="29717" y="338581"/>
                  </a:lnTo>
                  <a:lnTo>
                    <a:pt x="29844" y="367156"/>
                  </a:lnTo>
                  <a:lnTo>
                    <a:pt x="58419" y="367029"/>
                  </a:lnTo>
                  <a:lnTo>
                    <a:pt x="58292" y="338454"/>
                  </a:lnTo>
                  <a:close/>
                </a:path>
                <a:path w="85725" h="2367279">
                  <a:moveTo>
                    <a:pt x="58038" y="281304"/>
                  </a:moveTo>
                  <a:lnTo>
                    <a:pt x="29463" y="281431"/>
                  </a:lnTo>
                  <a:lnTo>
                    <a:pt x="29590" y="310006"/>
                  </a:lnTo>
                  <a:lnTo>
                    <a:pt x="58165" y="309879"/>
                  </a:lnTo>
                  <a:lnTo>
                    <a:pt x="58038" y="281304"/>
                  </a:lnTo>
                  <a:close/>
                </a:path>
                <a:path w="85725" h="2367279">
                  <a:moveTo>
                    <a:pt x="57784" y="224154"/>
                  </a:moveTo>
                  <a:lnTo>
                    <a:pt x="29209" y="224281"/>
                  </a:lnTo>
                  <a:lnTo>
                    <a:pt x="29336" y="252856"/>
                  </a:lnTo>
                  <a:lnTo>
                    <a:pt x="57911" y="252729"/>
                  </a:lnTo>
                  <a:lnTo>
                    <a:pt x="57784" y="224154"/>
                  </a:lnTo>
                  <a:close/>
                </a:path>
                <a:path w="85725" h="2367279">
                  <a:moveTo>
                    <a:pt x="57530" y="167004"/>
                  </a:moveTo>
                  <a:lnTo>
                    <a:pt x="28955" y="167131"/>
                  </a:lnTo>
                  <a:lnTo>
                    <a:pt x="29082" y="195706"/>
                  </a:lnTo>
                  <a:lnTo>
                    <a:pt x="57657" y="195579"/>
                  </a:lnTo>
                  <a:lnTo>
                    <a:pt x="57530" y="167004"/>
                  </a:lnTo>
                  <a:close/>
                </a:path>
                <a:path w="85725" h="2367279">
                  <a:moveTo>
                    <a:pt x="57276" y="109854"/>
                  </a:moveTo>
                  <a:lnTo>
                    <a:pt x="28701" y="109981"/>
                  </a:lnTo>
                  <a:lnTo>
                    <a:pt x="28828" y="138556"/>
                  </a:lnTo>
                  <a:lnTo>
                    <a:pt x="57403" y="138429"/>
                  </a:lnTo>
                  <a:lnTo>
                    <a:pt x="57276" y="109854"/>
                  </a:lnTo>
                  <a:close/>
                </a:path>
                <a:path w="85725" h="2367279">
                  <a:moveTo>
                    <a:pt x="42544" y="0"/>
                  </a:moveTo>
                  <a:lnTo>
                    <a:pt x="0" y="85978"/>
                  </a:lnTo>
                  <a:lnTo>
                    <a:pt x="85725" y="85470"/>
                  </a:lnTo>
                  <a:lnTo>
                    <a:pt x="83671" y="81406"/>
                  </a:lnTo>
                  <a:lnTo>
                    <a:pt x="28575" y="81406"/>
                  </a:lnTo>
                  <a:lnTo>
                    <a:pt x="28575" y="71500"/>
                  </a:lnTo>
                  <a:lnTo>
                    <a:pt x="78603" y="71374"/>
                  </a:lnTo>
                  <a:lnTo>
                    <a:pt x="42544" y="0"/>
                  </a:lnTo>
                  <a:close/>
                </a:path>
                <a:path w="85725" h="2367279">
                  <a:moveTo>
                    <a:pt x="57150" y="71374"/>
                  </a:moveTo>
                  <a:lnTo>
                    <a:pt x="28575" y="71500"/>
                  </a:lnTo>
                  <a:lnTo>
                    <a:pt x="28575" y="81406"/>
                  </a:lnTo>
                  <a:lnTo>
                    <a:pt x="57150" y="81279"/>
                  </a:lnTo>
                  <a:lnTo>
                    <a:pt x="57150" y="71374"/>
                  </a:lnTo>
                  <a:close/>
                </a:path>
                <a:path w="85725" h="2367279">
                  <a:moveTo>
                    <a:pt x="78603" y="71374"/>
                  </a:moveTo>
                  <a:lnTo>
                    <a:pt x="57150" y="71374"/>
                  </a:lnTo>
                  <a:lnTo>
                    <a:pt x="57150" y="81279"/>
                  </a:lnTo>
                  <a:lnTo>
                    <a:pt x="28575" y="81406"/>
                  </a:lnTo>
                  <a:lnTo>
                    <a:pt x="83671" y="81406"/>
                  </a:lnTo>
                  <a:lnTo>
                    <a:pt x="78603" y="71374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85477" y="2286000"/>
              <a:ext cx="2185670" cy="1661795"/>
            </a:xfrm>
            <a:custGeom>
              <a:avLst/>
              <a:gdLst/>
              <a:ahLst/>
              <a:cxnLst/>
              <a:rect l="l" t="t" r="r" b="b"/>
              <a:pathLst>
                <a:path w="2185670" h="1661795">
                  <a:moveTo>
                    <a:pt x="60451" y="0"/>
                  </a:moveTo>
                  <a:lnTo>
                    <a:pt x="2185289" y="1580133"/>
                  </a:lnTo>
                  <a:lnTo>
                    <a:pt x="2124964" y="1661287"/>
                  </a:lnTo>
                  <a:lnTo>
                    <a:pt x="0" y="81152"/>
                  </a:lnTo>
                  <a:lnTo>
                    <a:pt x="60451" y="0"/>
                  </a:lnTo>
                  <a:close/>
                </a:path>
              </a:pathLst>
            </a:custGeom>
            <a:ln w="2857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90237" y="5510212"/>
              <a:ext cx="136525" cy="136575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35334" y="6645081"/>
            <a:ext cx="75997" cy="6602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0839807" y="6643916"/>
            <a:ext cx="43180" cy="67310"/>
          </a:xfrm>
          <a:custGeom>
            <a:avLst/>
            <a:gdLst/>
            <a:ahLst/>
            <a:cxnLst/>
            <a:rect l="l" t="t" r="r" b="b"/>
            <a:pathLst>
              <a:path w="43179" h="67309">
                <a:moveTo>
                  <a:pt x="24985" y="0"/>
                </a:moveTo>
                <a:lnTo>
                  <a:pt x="16657" y="0"/>
                </a:lnTo>
                <a:lnTo>
                  <a:pt x="12729" y="1287"/>
                </a:lnTo>
                <a:lnTo>
                  <a:pt x="6388" y="6433"/>
                </a:lnTo>
                <a:lnTo>
                  <a:pt x="4022" y="10093"/>
                </a:lnTo>
                <a:lnTo>
                  <a:pt x="804" y="19576"/>
                </a:lnTo>
                <a:lnTo>
                  <a:pt x="0" y="25840"/>
                </a:lnTo>
                <a:lnTo>
                  <a:pt x="0" y="33618"/>
                </a:lnTo>
                <a:lnTo>
                  <a:pt x="15142" y="67194"/>
                </a:lnTo>
                <a:lnTo>
                  <a:pt x="26263" y="67194"/>
                </a:lnTo>
                <a:lnTo>
                  <a:pt x="30285" y="65901"/>
                </a:lnTo>
                <a:lnTo>
                  <a:pt x="33408" y="63312"/>
                </a:lnTo>
                <a:lnTo>
                  <a:pt x="36579" y="60722"/>
                </a:lnTo>
                <a:lnTo>
                  <a:pt x="36689" y="60552"/>
                </a:lnTo>
                <a:lnTo>
                  <a:pt x="17745" y="60552"/>
                </a:lnTo>
                <a:lnTo>
                  <a:pt x="14618" y="58757"/>
                </a:lnTo>
                <a:lnTo>
                  <a:pt x="12097" y="55164"/>
                </a:lnTo>
                <a:lnTo>
                  <a:pt x="9558" y="51613"/>
                </a:lnTo>
                <a:lnTo>
                  <a:pt x="8328" y="44422"/>
                </a:lnTo>
                <a:lnTo>
                  <a:pt x="17650" y="6689"/>
                </a:lnTo>
                <a:lnTo>
                  <a:pt x="36325" y="6689"/>
                </a:lnTo>
                <a:lnTo>
                  <a:pt x="35632" y="5600"/>
                </a:lnTo>
                <a:lnTo>
                  <a:pt x="33408" y="3550"/>
                </a:lnTo>
                <a:lnTo>
                  <a:pt x="28108" y="710"/>
                </a:lnTo>
                <a:lnTo>
                  <a:pt x="24985" y="0"/>
                </a:lnTo>
                <a:close/>
              </a:path>
              <a:path w="43179" h="67309">
                <a:moveTo>
                  <a:pt x="36325" y="6689"/>
                </a:moveTo>
                <a:lnTo>
                  <a:pt x="25127" y="6689"/>
                </a:lnTo>
                <a:lnTo>
                  <a:pt x="28298" y="8469"/>
                </a:lnTo>
                <a:lnTo>
                  <a:pt x="30806" y="12029"/>
                </a:lnTo>
                <a:lnTo>
                  <a:pt x="33361" y="15590"/>
                </a:lnTo>
                <a:lnTo>
                  <a:pt x="34591" y="22786"/>
                </a:lnTo>
                <a:lnTo>
                  <a:pt x="34586" y="44422"/>
                </a:lnTo>
                <a:lnTo>
                  <a:pt x="33361" y="51575"/>
                </a:lnTo>
                <a:lnTo>
                  <a:pt x="30789" y="55188"/>
                </a:lnTo>
                <a:lnTo>
                  <a:pt x="28289" y="58762"/>
                </a:lnTo>
                <a:lnTo>
                  <a:pt x="25174" y="60552"/>
                </a:lnTo>
                <a:lnTo>
                  <a:pt x="36689" y="60552"/>
                </a:lnTo>
                <a:lnTo>
                  <a:pt x="38945" y="57058"/>
                </a:lnTo>
                <a:lnTo>
                  <a:pt x="40797" y="51575"/>
                </a:lnTo>
                <a:lnTo>
                  <a:pt x="42115" y="47570"/>
                </a:lnTo>
                <a:lnTo>
                  <a:pt x="42803" y="42243"/>
                </a:lnTo>
                <a:lnTo>
                  <a:pt x="42794" y="25840"/>
                </a:lnTo>
                <a:lnTo>
                  <a:pt x="42399" y="21910"/>
                </a:lnTo>
                <a:lnTo>
                  <a:pt x="41406" y="18066"/>
                </a:lnTo>
                <a:lnTo>
                  <a:pt x="40459" y="14221"/>
                </a:lnTo>
                <a:lnTo>
                  <a:pt x="39087" y="10959"/>
                </a:lnTo>
                <a:lnTo>
                  <a:pt x="37321" y="8256"/>
                </a:lnTo>
                <a:lnTo>
                  <a:pt x="36325" y="6689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527480" y="6645081"/>
            <a:ext cx="43815" cy="66040"/>
          </a:xfrm>
          <a:custGeom>
            <a:avLst/>
            <a:gdLst/>
            <a:ahLst/>
            <a:cxnLst/>
            <a:rect l="l" t="t" r="r" b="b"/>
            <a:pathLst>
              <a:path w="43815" h="66040">
                <a:moveTo>
                  <a:pt x="40507" y="0"/>
                </a:moveTo>
                <a:lnTo>
                  <a:pt x="7807" y="0"/>
                </a:lnTo>
                <a:lnTo>
                  <a:pt x="1419" y="33803"/>
                </a:lnTo>
                <a:lnTo>
                  <a:pt x="8991" y="34787"/>
                </a:lnTo>
                <a:lnTo>
                  <a:pt x="10174" y="32903"/>
                </a:lnTo>
                <a:lnTo>
                  <a:pt x="11830" y="31369"/>
                </a:lnTo>
                <a:lnTo>
                  <a:pt x="16041" y="29007"/>
                </a:lnTo>
                <a:lnTo>
                  <a:pt x="18360" y="28415"/>
                </a:lnTo>
                <a:lnTo>
                  <a:pt x="25174" y="28415"/>
                </a:lnTo>
                <a:lnTo>
                  <a:pt x="28534" y="29745"/>
                </a:lnTo>
                <a:lnTo>
                  <a:pt x="33740" y="35071"/>
                </a:lnTo>
                <a:lnTo>
                  <a:pt x="35017" y="38707"/>
                </a:lnTo>
                <a:lnTo>
                  <a:pt x="35017" y="48167"/>
                </a:lnTo>
                <a:lnTo>
                  <a:pt x="33692" y="52054"/>
                </a:lnTo>
                <a:lnTo>
                  <a:pt x="28298" y="57919"/>
                </a:lnTo>
                <a:lnTo>
                  <a:pt x="24985" y="59387"/>
                </a:lnTo>
                <a:lnTo>
                  <a:pt x="17887" y="59387"/>
                </a:lnTo>
                <a:lnTo>
                  <a:pt x="15142" y="58345"/>
                </a:lnTo>
                <a:lnTo>
                  <a:pt x="10552" y="54189"/>
                </a:lnTo>
                <a:lnTo>
                  <a:pt x="9085" y="51083"/>
                </a:lnTo>
                <a:lnTo>
                  <a:pt x="8470" y="46955"/>
                </a:lnTo>
                <a:lnTo>
                  <a:pt x="0" y="47670"/>
                </a:lnTo>
                <a:lnTo>
                  <a:pt x="520" y="53209"/>
                </a:lnTo>
                <a:lnTo>
                  <a:pt x="2697" y="57650"/>
                </a:lnTo>
                <a:lnTo>
                  <a:pt x="10268" y="64353"/>
                </a:lnTo>
                <a:lnTo>
                  <a:pt x="15142" y="66029"/>
                </a:lnTo>
                <a:lnTo>
                  <a:pt x="28392" y="66029"/>
                </a:lnTo>
                <a:lnTo>
                  <a:pt x="34165" y="63369"/>
                </a:lnTo>
                <a:lnTo>
                  <a:pt x="41879" y="53701"/>
                </a:lnTo>
                <a:lnTo>
                  <a:pt x="43582" y="48555"/>
                </a:lnTo>
                <a:lnTo>
                  <a:pt x="43582" y="36345"/>
                </a:lnTo>
                <a:lnTo>
                  <a:pt x="41595" y="31227"/>
                </a:lnTo>
                <a:lnTo>
                  <a:pt x="33740" y="23269"/>
                </a:lnTo>
                <a:lnTo>
                  <a:pt x="28865" y="21276"/>
                </a:lnTo>
                <a:lnTo>
                  <a:pt x="18786" y="21276"/>
                </a:lnTo>
                <a:lnTo>
                  <a:pt x="14669" y="22653"/>
                </a:lnTo>
                <a:lnTo>
                  <a:pt x="10694" y="25409"/>
                </a:lnTo>
                <a:lnTo>
                  <a:pt x="14243" y="7721"/>
                </a:lnTo>
                <a:lnTo>
                  <a:pt x="40507" y="7721"/>
                </a:lnTo>
                <a:lnTo>
                  <a:pt x="40507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839570" y="6784227"/>
            <a:ext cx="42545" cy="48260"/>
          </a:xfrm>
          <a:custGeom>
            <a:avLst/>
            <a:gdLst/>
            <a:ahLst/>
            <a:cxnLst/>
            <a:rect l="l" t="t" r="r" b="b"/>
            <a:pathLst>
              <a:path w="42545" h="48259">
                <a:moveTo>
                  <a:pt x="40743" y="0"/>
                </a:moveTo>
                <a:lnTo>
                  <a:pt x="1798" y="0"/>
                </a:lnTo>
                <a:lnTo>
                  <a:pt x="1798" y="6552"/>
                </a:lnTo>
                <a:lnTo>
                  <a:pt x="23849" y="6552"/>
                </a:lnTo>
                <a:lnTo>
                  <a:pt x="30332" y="6287"/>
                </a:lnTo>
                <a:lnTo>
                  <a:pt x="0" y="41117"/>
                </a:lnTo>
                <a:lnTo>
                  <a:pt x="0" y="47670"/>
                </a:lnTo>
                <a:lnTo>
                  <a:pt x="42163" y="47670"/>
                </a:lnTo>
                <a:lnTo>
                  <a:pt x="42163" y="40713"/>
                </a:lnTo>
                <a:lnTo>
                  <a:pt x="16988" y="40713"/>
                </a:lnTo>
                <a:lnTo>
                  <a:pt x="13581" y="40848"/>
                </a:lnTo>
                <a:lnTo>
                  <a:pt x="9984" y="41117"/>
                </a:lnTo>
                <a:lnTo>
                  <a:pt x="14953" y="35596"/>
                </a:lnTo>
                <a:lnTo>
                  <a:pt x="40743" y="5340"/>
                </a:lnTo>
                <a:lnTo>
                  <a:pt x="40743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914001" y="1845690"/>
            <a:ext cx="1971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140" marR="5080" indent="-47307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Fronteira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decisão suave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com </a:t>
            </a:r>
            <a:r>
              <a:rPr sz="1200" dirty="0">
                <a:latin typeface="Calibri"/>
                <a:cs typeface="Calibri"/>
              </a:rPr>
              <a:t>função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logística.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799446" y="4133850"/>
            <a:ext cx="209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5005" marR="5080" indent="-66294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Fronteira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 decisão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rígida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após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spc="-10" dirty="0">
                <a:latin typeface="Calibri"/>
                <a:cs typeface="Calibri"/>
              </a:rPr>
              <a:t>quantização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090909" y="5446877"/>
            <a:ext cx="582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Ponto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057381" y="5629757"/>
            <a:ext cx="651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indecisão: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828401" y="5812637"/>
            <a:ext cx="1110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probabilidade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0.5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80013" y="6045669"/>
            <a:ext cx="188848" cy="14116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1048238" y="5995517"/>
            <a:ext cx="669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𝑔</a:t>
            </a:r>
            <a:r>
              <a:rPr sz="1200" spc="254" dirty="0">
                <a:latin typeface="Cambria Math"/>
                <a:cs typeface="Cambria Math"/>
              </a:rPr>
              <a:t> </a:t>
            </a:r>
            <a:r>
              <a:rPr sz="1200" dirty="0">
                <a:latin typeface="Cambria Math"/>
                <a:cs typeface="Cambria Math"/>
              </a:rPr>
              <a:t>𝒙</a:t>
            </a:r>
            <a:r>
              <a:rPr sz="1200" spc="490" dirty="0">
                <a:latin typeface="Cambria Math"/>
                <a:cs typeface="Cambria Math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Função</a:t>
            </a:r>
            <a:r>
              <a:rPr sz="4400" b="0" spc="-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 </a:t>
            </a:r>
            <a:r>
              <a:rPr sz="4400" b="0" spc="-20" dirty="0">
                <a:latin typeface="Calibri Light"/>
                <a:cs typeface="Calibri Light"/>
              </a:rPr>
              <a:t>erro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371600"/>
            <a:ext cx="10685780" cy="318579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56845" indent="-22860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regressor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logístico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encontrarmos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hipótese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precisamos,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fizemos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regressão </a:t>
            </a:r>
            <a:r>
              <a:rPr sz="2800" b="1" i="1" dirty="0">
                <a:latin typeface="Calibri"/>
                <a:cs typeface="Calibri"/>
              </a:rPr>
              <a:t>linear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erro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Porém,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adotar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quadrático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médio</a:t>
            </a:r>
            <a:r>
              <a:rPr sz="2800" b="1" i="1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boa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adaptação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dos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pesos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logística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veremos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seguir.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2995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utilizando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quadrático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  <a:p>
            <a:pPr marR="955040" algn="ctr">
              <a:lnSpc>
                <a:spcPts val="1735"/>
              </a:lnSpc>
            </a:pPr>
            <a:endParaRPr sz="175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79942" y="5983630"/>
            <a:ext cx="882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.</a:t>
            </a:r>
            <a:endParaRPr sz="24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592C462-52F0-CB87-A044-47CC4A2AA9FE}"/>
                  </a:ext>
                </a:extLst>
              </p:cNvPr>
              <p:cNvSpPr txBox="1"/>
              <p:nvPr/>
            </p:nvSpPr>
            <p:spPr>
              <a:xfrm>
                <a:off x="2743200" y="4343400"/>
                <a:ext cx="5235408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2592C462-52F0-CB87-A044-47CC4A2AA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343400"/>
                <a:ext cx="5235408" cy="12115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916063E-C396-E764-8B6E-0183D5732BCA}"/>
                  </a:ext>
                </a:extLst>
              </p:cNvPr>
              <p:cNvSpPr txBox="1"/>
              <p:nvPr/>
            </p:nvSpPr>
            <p:spPr>
              <a:xfrm>
                <a:off x="2779295" y="5638800"/>
                <a:ext cx="5809860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𝐿𝑜𝑔𝑖𝑠𝑡𝑖𝑐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916063E-C396-E764-8B6E-0183D5732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295" y="5638800"/>
                <a:ext cx="5809860" cy="1211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Função</a:t>
            </a:r>
            <a:r>
              <a:rPr sz="4400" b="0" spc="-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 </a:t>
            </a:r>
            <a:r>
              <a:rPr sz="4400" b="0" spc="-20" dirty="0">
                <a:latin typeface="Calibri Light"/>
                <a:cs typeface="Calibri Light"/>
              </a:rPr>
              <a:t>erro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039" y="1649216"/>
            <a:ext cx="10949305" cy="3270511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30200" marR="116839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330200" algn="l"/>
                <a:tab pos="6428105" algn="l"/>
                <a:tab pos="6842759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Logistic(.)</a:t>
            </a:r>
            <a:r>
              <a:rPr sz="2600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não-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𝐽</a:t>
            </a:r>
            <a:r>
              <a:rPr sz="2850" spc="-37" baseline="-16081" dirty="0">
                <a:latin typeface="Cambria Math"/>
                <a:cs typeface="Cambria Math"/>
              </a:rPr>
              <a:t>𝑒</a:t>
            </a:r>
            <a:r>
              <a:rPr lang="pt-BR" sz="2850" spc="-37" dirty="0">
                <a:latin typeface="Cambria Math"/>
                <a:cs typeface="Cambria Math"/>
              </a:rPr>
              <a:t>(</a:t>
            </a:r>
            <a:r>
              <a:rPr sz="2600" spc="-50" dirty="0">
                <a:latin typeface="Cambria Math"/>
                <a:cs typeface="Cambria Math"/>
              </a:rPr>
              <a:t>𝒂</a:t>
            </a:r>
            <a:r>
              <a:rPr lang="pt-BR" sz="2600" spc="-5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será,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consequentemente,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convexa</a:t>
            </a:r>
            <a:r>
              <a:rPr sz="2600" spc="-1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superfície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poderá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apresentar </a:t>
            </a:r>
            <a:r>
              <a:rPr sz="2600" dirty="0">
                <a:latin typeface="Calibri"/>
                <a:cs typeface="Calibri"/>
              </a:rPr>
              <a:t>vários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dificultar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aprendizado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descendente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ficar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local).</a:t>
            </a:r>
            <a:endParaRPr sz="2600" dirty="0">
              <a:latin typeface="Calibri"/>
              <a:cs typeface="Calibri"/>
            </a:endParaRPr>
          </a:p>
          <a:p>
            <a:pPr marL="330200" marR="570865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330200" algn="l"/>
              </a:tabLst>
            </a:pPr>
            <a:r>
              <a:rPr sz="2600" b="1" dirty="0">
                <a:latin typeface="Calibri"/>
                <a:cs typeface="Calibri"/>
              </a:rPr>
              <a:t>Ideia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tenha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superfície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convexa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facilitando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baseados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gradiente descendente.</a:t>
            </a:r>
            <a:endParaRPr sz="2600" dirty="0">
              <a:latin typeface="Calibri"/>
              <a:cs typeface="Calibri"/>
            </a:endParaRPr>
          </a:p>
          <a:p>
            <a:pPr marL="330200" marR="1778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3302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proposta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intuitiva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cada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exemplo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entrada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1039" y="5906770"/>
            <a:ext cx="10733405" cy="91376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  <a:tabLst>
                <a:tab pos="1097915" algn="l"/>
                <a:tab pos="1425575" algn="l"/>
              </a:tabLst>
            </a:pPr>
            <a:r>
              <a:rPr sz="2600" dirty="0" err="1">
                <a:latin typeface="Calibri"/>
                <a:cs typeface="Calibri"/>
              </a:rPr>
              <a:t>onde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𝑦</a:t>
            </a:r>
            <a:r>
              <a:rPr lang="pt-BR" sz="2600" spc="-50" dirty="0">
                <a:latin typeface="Cambria Math"/>
                <a:cs typeface="Cambria Math"/>
              </a:rPr>
              <a:t>(</a:t>
            </a:r>
            <a:r>
              <a:rPr sz="2600" spc="-50" dirty="0">
                <a:latin typeface="Cambria Math"/>
                <a:cs typeface="Cambria Math"/>
              </a:rPr>
              <a:t>𝑖</a:t>
            </a:r>
            <a:r>
              <a:rPr lang="pt-BR" sz="2600" spc="-5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𝑖</a:t>
            </a:r>
            <a:r>
              <a:rPr sz="2600" dirty="0">
                <a:latin typeface="Calibri"/>
                <a:cs typeface="Calibri"/>
              </a:rPr>
              <a:t>-ésimo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esperado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rótulo)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log(.)</a:t>
            </a:r>
            <a:r>
              <a:rPr sz="2600" spc="-2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logaritmo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natural.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Veremos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motivo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escolha.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9163" y="37465"/>
            <a:ext cx="2292477" cy="17595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C7F51D2-22E2-C0AC-8B53-34B17BE9BA0A}"/>
                  </a:ext>
                </a:extLst>
              </p:cNvPr>
              <p:cNvSpPr txBox="1"/>
              <p:nvPr/>
            </p:nvSpPr>
            <p:spPr>
              <a:xfrm>
                <a:off x="1906651" y="4583884"/>
                <a:ext cx="8333756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2400" spc="-20" dirty="0" smtClean="0">
                          <a:latin typeface="Cambria Math"/>
                          <a:cs typeface="Cambria Math"/>
                        </a:rPr>
                        <m:t>𝐸𝑟𝑟𝑜</m:t>
                      </m:r>
                      <m:r>
                        <m:rPr>
                          <m:nor/>
                        </m:rPr>
                        <a:rPr lang="pt-BR" sz="2400" b="0" i="0" spc="-2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400" spc="-25" dirty="0" smtClean="0">
                          <a:latin typeface="Cambria Math"/>
                          <a:cs typeface="Cambria Math"/>
                        </a:rPr>
                        <m:t>h</m:t>
                      </m:r>
                      <m:r>
                        <m:rPr>
                          <m:nor/>
                        </m:rPr>
                        <a:rPr lang="pt-BR" sz="2800" spc="-37" baseline="-16081" dirty="0" smtClean="0">
                          <a:latin typeface="Cambria Math"/>
                          <a:cs typeface="Cambria Math"/>
                        </a:rPr>
                        <m:t>𝒂</m:t>
                      </m:r>
                      <m:r>
                        <m:rPr>
                          <m:nor/>
                        </m:rPr>
                        <a:rPr lang="pt-BR" sz="2800" baseline="-16081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800" b="0" i="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400" spc="-20" dirty="0" smtClean="0">
                          <a:latin typeface="Cambria Math"/>
                          <a:cs typeface="Cambria Math"/>
                        </a:rPr>
                        <m:t>𝒙</m:t>
                      </m:r>
                      <m:r>
                        <m:rPr>
                          <m:nor/>
                        </m:rPr>
                        <a:rPr lang="pt-BR" sz="2400" spc="-2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400" spc="-20" dirty="0" smtClean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400" spc="-20" dirty="0" smtClean="0">
                          <a:latin typeface="Cambria Math"/>
                          <a:cs typeface="Cambria Math"/>
                        </a:rPr>
                        <m:t>))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; </m:t>
                      </m:r>
                      <m:r>
                        <m:rPr>
                          <m:nor/>
                        </m:rPr>
                        <a:rPr lang="pt-BR" sz="2400" spc="-50" dirty="0" smtClean="0">
                          <a:latin typeface="Cambria Math"/>
                          <a:cs typeface="Cambria Math"/>
                        </a:rPr>
                        <m:t>𝑦</m:t>
                      </m:r>
                      <m:r>
                        <m:rPr>
                          <m:nor/>
                        </m:rPr>
                        <a:rPr lang="pt-BR" sz="2400" b="0" i="0" spc="-50" dirty="0" smtClean="0">
                          <a:latin typeface="Cambria Math"/>
                          <a:cs typeface="Cambria Math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2400" spc="-50" dirty="0" smtClean="0">
                          <a:latin typeface="Cambria Math"/>
                          <a:cs typeface="Cambria Math"/>
                        </a:rPr>
                        <m:t>𝑖</m:t>
                      </m:r>
                      <m:r>
                        <m:rPr>
                          <m:nor/>
                        </m:rPr>
                        <a:rPr lang="pt-BR" sz="2400" b="0" i="0" spc="-50" dirty="0" smtClean="0">
                          <a:latin typeface="Cambria Math"/>
                          <a:cs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pt-BR" sz="24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−&amp;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            </m:t>
                              </m:r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C7F51D2-22E2-C0AC-8B53-34B17BE9B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651" y="4583884"/>
                <a:ext cx="8333756" cy="1367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01041"/>
            <a:ext cx="3423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Função</a:t>
            </a:r>
            <a:r>
              <a:rPr sz="4400" b="0" spc="-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 </a:t>
            </a:r>
            <a:r>
              <a:rPr sz="4400" b="0" spc="-20" dirty="0">
                <a:latin typeface="Calibri Light"/>
                <a:cs typeface="Calibri Light"/>
              </a:rPr>
              <a:t>erro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288632" y="3985506"/>
                <a:ext cx="11117580" cy="284353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2100" indent="-22860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921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uso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dessa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erro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faz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sentido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pois: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749300" marR="55880" lvl="1" indent="-228600">
                  <a:lnSpc>
                    <a:spcPct val="80000"/>
                  </a:lnSpc>
                  <a:spcBef>
                    <a:spcPts val="520"/>
                  </a:spcBef>
                  <a:buFont typeface="Wingdings"/>
                  <a:buChar char=""/>
                  <a:tabLst>
                    <a:tab pos="749935" algn="l"/>
                    <a:tab pos="2820670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func>
                      <m:funcPr>
                        <m:ctrlPr>
                          <a:rPr lang="pt-BR" sz="2000" i="1" spc="355" dirty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i="0" dirty="0" smtClean="0">
                            <a:latin typeface="Cambria Math" panose="02040503050406030204" pitchFamily="18" charset="0"/>
                            <a:cs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sz="2000" i="1" spc="355" dirty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pt-BR" sz="2000" i="1" spc="-50" dirty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r>
                  <a:rPr lang="pt-BR" sz="2000" dirty="0">
                    <a:latin typeface="Calibri"/>
                    <a:cs typeface="Calibri"/>
                  </a:rPr>
                  <a:t> se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torna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muito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grande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quando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𝑧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aproxima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0,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então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erro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será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grande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se</a:t>
                </a:r>
                <a:r>
                  <a:rPr lang="pt-BR" sz="2000" spc="50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classificador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estimar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uma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probabilidade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próxima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positivo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(i.e.,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pertencente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spc="-50" dirty="0">
                    <a:latin typeface="Calibri"/>
                    <a:cs typeface="Calibri"/>
                  </a:rPr>
                  <a:t>à </a:t>
                </a:r>
                <a:r>
                  <a:rPr lang="pt-BR" sz="2000" dirty="0">
                    <a:latin typeface="Calibri"/>
                    <a:cs typeface="Calibri"/>
                  </a:rPr>
                  <a:t>classe</a:t>
                </a:r>
                <a:r>
                  <a:rPr lang="pt-BR" sz="2000" spc="15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mbria Math"/>
                    <a:cs typeface="Cambria Math"/>
                  </a:rPr>
                  <a:t>𝐶</a:t>
                </a:r>
                <a:r>
                  <a:rPr lang="pt-BR" sz="2175" spc="-37" baseline="-15325" dirty="0">
                    <a:latin typeface="Cambria Math"/>
                    <a:cs typeface="Cambria Math"/>
                  </a:rPr>
                  <a:t>2</a:t>
                </a:r>
                <a:r>
                  <a:rPr lang="pt-BR" sz="2000" spc="-25" dirty="0">
                    <a:latin typeface="Calibri"/>
                    <a:cs typeface="Calibri"/>
                  </a:rPr>
                  <a:t>)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749300" marR="109220" lvl="1" indent="-228600">
                  <a:lnSpc>
                    <a:spcPct val="80000"/>
                  </a:lnSpc>
                  <a:spcBef>
                    <a:spcPts val="490"/>
                  </a:spcBef>
                  <a:buFont typeface="Wingdings"/>
                  <a:buChar char=""/>
                  <a:tabLst>
                    <a:tab pos="749935" algn="l"/>
                    <a:tab pos="3265804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000" i="1" spc="-1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log</m:t>
                    </m:r>
                    <m:r>
                      <a:rPr lang="pt-BR" sz="2000" i="1" spc="355" dirty="0">
                        <a:latin typeface="Cambria Math" panose="02040503050406030204" pitchFamily="18" charset="0"/>
                        <a:cs typeface="Cambria Math"/>
                      </a:rPr>
                      <m:t>⁡</m:t>
                    </m:r>
                    <m:r>
                      <a:rPr lang="pt-BR" sz="2000" i="1" spc="355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𝑧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2000" dirty="0">
                    <a:latin typeface="Calibri"/>
                    <a:cs typeface="Calibri"/>
                  </a:rPr>
                  <a:t>será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muito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grande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classificador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estimar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uma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probabilidade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próxima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spc="-25" dirty="0">
                    <a:latin typeface="Calibri"/>
                    <a:cs typeface="Calibri"/>
                  </a:rPr>
                  <a:t>de </a:t>
                </a:r>
                <a:r>
                  <a:rPr lang="pt-BR" sz="2000" dirty="0">
                    <a:latin typeface="Calibri"/>
                    <a:cs typeface="Calibri"/>
                  </a:rPr>
                  <a:t>1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negativo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(i.e.,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pertencente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à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classe</a:t>
                </a:r>
                <a:r>
                  <a:rPr lang="pt-BR" sz="2000" spc="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𝐶</a:t>
                </a:r>
                <a:r>
                  <a:rPr lang="pt-BR" sz="2175" baseline="-15325" dirty="0">
                    <a:latin typeface="Cambria Math"/>
                    <a:cs typeface="Cambria Math"/>
                  </a:rPr>
                  <a:t>1</a:t>
                </a:r>
                <a:r>
                  <a:rPr lang="pt-BR" sz="2000" dirty="0">
                    <a:latin typeface="Calibri"/>
                    <a:cs typeface="Calibri"/>
                  </a:rPr>
                  <a:t>)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50" dirty="0">
                    <a:latin typeface="Calibri"/>
                    <a:cs typeface="Calibri"/>
                  </a:rPr>
                  <a:t>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749300" lvl="1" indent="-229235">
                  <a:lnSpc>
                    <a:spcPts val="2160"/>
                  </a:lnSpc>
                  <a:spcBef>
                    <a:spcPts val="25"/>
                  </a:spcBef>
                  <a:buFont typeface="Wingdings"/>
                  <a:buChar char=""/>
                  <a:tabLst>
                    <a:tab pos="749935" algn="l"/>
                    <a:tab pos="3303904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Por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outro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lado,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000" i="1" spc="-1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log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𝑧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torna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próximo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quando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𝑧</a:t>
                </a:r>
                <a:r>
                  <a:rPr lang="pt-BR" sz="2000" spc="10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aproxima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1,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portanto,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erro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spc="-20" dirty="0">
                    <a:latin typeface="Calibri"/>
                    <a:cs typeface="Calibri"/>
                  </a:rPr>
                  <a:t>será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749300">
                  <a:lnSpc>
                    <a:spcPts val="2160"/>
                  </a:lnSpc>
                </a:pPr>
                <a:r>
                  <a:rPr lang="pt-BR" sz="2000" spc="-10" dirty="0">
                    <a:latin typeface="Calibri"/>
                    <a:cs typeface="Calibri"/>
                  </a:rPr>
                  <a:t>próximo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probabilidade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estimada</a:t>
                </a:r>
                <a:r>
                  <a:rPr lang="pt-BR" sz="2000" spc="-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for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próxima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1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positivo.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749300" marR="810260" lvl="1" indent="-228600">
                  <a:lnSpc>
                    <a:spcPts val="1920"/>
                  </a:lnSpc>
                  <a:spcBef>
                    <a:spcPts val="490"/>
                  </a:spcBef>
                  <a:buFont typeface="Wingdings"/>
                  <a:buChar char=""/>
                  <a:tabLst>
                    <a:tab pos="749935" algn="l"/>
                    <a:tab pos="29470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valor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000" i="1" spc="-114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log</m:t>
                    </m:r>
                    <m:r>
                      <a:rPr lang="pt-BR" sz="2000" i="1" spc="370" dirty="0">
                        <a:latin typeface="Cambria Math" panose="02040503050406030204" pitchFamily="18" charset="0"/>
                        <a:cs typeface="Cambria Math"/>
                      </a:rPr>
                      <m:t>⁡</m:t>
                    </m:r>
                    <m:r>
                      <a:rPr lang="pt-BR" sz="2000" i="1" spc="370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cs typeface="Cambria Math"/>
                      </a:rPr>
                      <m:t>1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𝑧</m:t>
                    </m:r>
                    <m:r>
                      <a:rPr lang="pt-BR" sz="20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000" i="1" dirty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</m:oMath>
                </a14:m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torna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próximo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quando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𝑧</a:t>
                </a:r>
                <a:r>
                  <a:rPr lang="pt-BR" sz="2000" spc="15" dirty="0">
                    <a:latin typeface="Cambria Math"/>
                    <a:cs typeface="Cambria Math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aproxima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0,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portanto,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erro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spc="-20" dirty="0">
                    <a:latin typeface="Calibri"/>
                    <a:cs typeface="Calibri"/>
                  </a:rPr>
                  <a:t>será </a:t>
                </a:r>
                <a:r>
                  <a:rPr lang="pt-BR" sz="2000" spc="-10" dirty="0">
                    <a:latin typeface="Calibri"/>
                    <a:cs typeface="Calibri"/>
                  </a:rPr>
                  <a:t>próximo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0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negativo.</a:t>
                </a:r>
                <a:endParaRPr sz="20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32" y="3985506"/>
                <a:ext cx="11117580" cy="2843530"/>
              </a:xfrm>
              <a:prstGeom prst="rect">
                <a:avLst/>
              </a:prstGeom>
              <a:blipFill>
                <a:blip r:embed="rId2"/>
                <a:stretch>
                  <a:fillRect l="-987" t="-3004" r="-877" b="-51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8"/>
          <p:cNvSpPr txBox="1"/>
          <p:nvPr/>
        </p:nvSpPr>
        <p:spPr>
          <a:xfrm>
            <a:off x="7820914" y="1496948"/>
            <a:ext cx="401955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figuras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mostram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situações possíveis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função</a:t>
            </a:r>
            <a:r>
              <a:rPr sz="1600" b="1" i="1" spc="1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de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spc="-20" dirty="0">
                <a:latin typeface="Calibri"/>
                <a:cs typeface="Calibri"/>
              </a:rPr>
              <a:t>erro</a:t>
            </a:r>
            <a:r>
              <a:rPr sz="1600" spc="-2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99085" marR="182880" indent="-287020" algn="just">
              <a:lnSpc>
                <a:spcPct val="100000"/>
              </a:lnSpc>
              <a:buFont typeface="Arial"/>
              <a:buChar char="•"/>
              <a:tabLst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Como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podemos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observar,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transformação aplicada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cada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saída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regressor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logístico reflete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erro</a:t>
            </a:r>
            <a:r>
              <a:rPr sz="1600" b="1" i="1" spc="-2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de</a:t>
            </a:r>
            <a:r>
              <a:rPr sz="1600" b="1" i="1" spc="-1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classificação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99085" marR="168275" indent="-287020" algn="just">
              <a:lnSpc>
                <a:spcPct val="100000"/>
              </a:lnSpc>
              <a:buFont typeface="Arial"/>
              <a:buChar char="•"/>
              <a:tabLst>
                <a:tab pos="299720" algn="l"/>
              </a:tabLst>
            </a:pPr>
            <a:r>
              <a:rPr sz="1600" b="1" i="1" spc="-10" dirty="0">
                <a:solidFill>
                  <a:srgbClr val="00AF50"/>
                </a:solidFill>
                <a:latin typeface="Calibri"/>
                <a:cs typeface="Calibri"/>
              </a:rPr>
              <a:t>Unindo-</a:t>
            </a:r>
            <a:r>
              <a:rPr sz="1600" b="1" i="1" dirty="0">
                <a:solidFill>
                  <a:srgbClr val="00AF50"/>
                </a:solidFill>
                <a:latin typeface="Calibri"/>
                <a:cs typeface="Calibri"/>
              </a:rPr>
              <a:t>se as</a:t>
            </a:r>
            <a:r>
              <a:rPr sz="16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00AF50"/>
                </a:solidFill>
                <a:latin typeface="Calibri"/>
                <a:cs typeface="Calibri"/>
              </a:rPr>
              <a:t>duas</a:t>
            </a:r>
            <a:r>
              <a:rPr sz="16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i="1" dirty="0">
                <a:solidFill>
                  <a:srgbClr val="00AF50"/>
                </a:solidFill>
                <a:latin typeface="Calibri"/>
                <a:cs typeface="Calibri"/>
              </a:rPr>
              <a:t>funções,</a:t>
            </a:r>
            <a:r>
              <a:rPr sz="1600" b="1" i="1" spc="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i="1" spc="-20" dirty="0">
                <a:solidFill>
                  <a:srgbClr val="00AF50"/>
                </a:solidFill>
                <a:latin typeface="Calibri"/>
                <a:cs typeface="Calibri"/>
              </a:rPr>
              <a:t>obtém-</a:t>
            </a:r>
            <a:r>
              <a:rPr sz="1600" b="1" i="1" dirty="0">
                <a:solidFill>
                  <a:srgbClr val="00AF50"/>
                </a:solidFill>
                <a:latin typeface="Calibri"/>
                <a:cs typeface="Calibri"/>
              </a:rPr>
              <a:t>se</a:t>
            </a:r>
            <a:r>
              <a:rPr sz="16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i="1" spc="-25" dirty="0">
                <a:solidFill>
                  <a:srgbClr val="00AF50"/>
                </a:solidFill>
                <a:latin typeface="Calibri"/>
                <a:cs typeface="Calibri"/>
              </a:rPr>
              <a:t>uma </a:t>
            </a:r>
            <a:r>
              <a:rPr sz="16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1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i="1" spc="-10" dirty="0">
                <a:solidFill>
                  <a:srgbClr val="00AF50"/>
                </a:solidFill>
                <a:latin typeface="Calibri"/>
                <a:cs typeface="Calibri"/>
              </a:rPr>
              <a:t>convexa.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41064" y="3734300"/>
            <a:ext cx="57785" cy="65405"/>
          </a:xfrm>
          <a:custGeom>
            <a:avLst/>
            <a:gdLst/>
            <a:ahLst/>
            <a:cxnLst/>
            <a:rect l="l" t="t" r="r" b="b"/>
            <a:pathLst>
              <a:path w="57785" h="65404">
                <a:moveTo>
                  <a:pt x="55732" y="0"/>
                </a:moveTo>
                <a:lnTo>
                  <a:pt x="2471" y="0"/>
                </a:lnTo>
                <a:lnTo>
                  <a:pt x="2471" y="8961"/>
                </a:lnTo>
                <a:lnTo>
                  <a:pt x="32662" y="8961"/>
                </a:lnTo>
                <a:lnTo>
                  <a:pt x="41490" y="8596"/>
                </a:lnTo>
                <a:lnTo>
                  <a:pt x="0" y="56243"/>
                </a:lnTo>
                <a:lnTo>
                  <a:pt x="0" y="65209"/>
                </a:lnTo>
                <a:lnTo>
                  <a:pt x="57674" y="65209"/>
                </a:lnTo>
                <a:lnTo>
                  <a:pt x="57674" y="55691"/>
                </a:lnTo>
                <a:lnTo>
                  <a:pt x="23246" y="55691"/>
                </a:lnTo>
                <a:lnTo>
                  <a:pt x="18597" y="55875"/>
                </a:lnTo>
                <a:lnTo>
                  <a:pt x="13653" y="56243"/>
                </a:lnTo>
                <a:lnTo>
                  <a:pt x="20421" y="48691"/>
                </a:lnTo>
                <a:lnTo>
                  <a:pt x="55732" y="7306"/>
                </a:lnTo>
                <a:lnTo>
                  <a:pt x="5573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D0E2BAAC-1C3C-BB8F-1527-22DA0CCAE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116" y="921367"/>
            <a:ext cx="3234613" cy="2878337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93F4D3D8-0B21-70F3-6EB0-D1579C44E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26896"/>
            <a:ext cx="3111931" cy="287837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13436"/>
            <a:ext cx="3423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Função</a:t>
            </a:r>
            <a:r>
              <a:rPr sz="4400" b="0" spc="-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 </a:t>
            </a:r>
            <a:r>
              <a:rPr sz="4400" b="0" spc="-20" dirty="0">
                <a:latin typeface="Calibri Light"/>
                <a:cs typeface="Calibri Light"/>
              </a:rPr>
              <a:t>erro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990600"/>
            <a:ext cx="10545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Nós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unir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para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cada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exemplo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expressão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única,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por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2183383"/>
            <a:ext cx="70751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Com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isto,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podemos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definir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seguinte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médio</a:t>
            </a:r>
            <a:r>
              <a:rPr sz="2200" spc="-10" dirty="0">
                <a:latin typeface="Calibri"/>
                <a:cs typeface="Calibri"/>
              </a:rPr>
              <a:t>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16939" y="4857837"/>
            <a:ext cx="10787380" cy="20001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dirty="0" err="1">
                <a:latin typeface="Calibri"/>
                <a:cs typeface="Calibri"/>
              </a:rPr>
              <a:t>onde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1{</a:t>
            </a:r>
            <a:r>
              <a:rPr sz="1900" dirty="0">
                <a:latin typeface="Cambria Math"/>
                <a:cs typeface="Cambria Math"/>
              </a:rPr>
              <a:t>⋅</a:t>
            </a:r>
            <a:r>
              <a:rPr sz="1900" dirty="0">
                <a:latin typeface="Calibri"/>
                <a:cs typeface="Calibri"/>
              </a:rPr>
              <a:t>}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é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b="1" i="1" dirty="0">
                <a:latin typeface="Calibri"/>
                <a:cs typeface="Calibri"/>
              </a:rPr>
              <a:t>função</a:t>
            </a:r>
            <a:r>
              <a:rPr sz="1900" b="1" i="1" spc="-30" dirty="0">
                <a:latin typeface="Calibri"/>
                <a:cs typeface="Calibri"/>
              </a:rPr>
              <a:t> </a:t>
            </a:r>
            <a:r>
              <a:rPr sz="1900" b="1" i="1" spc="-10" dirty="0">
                <a:latin typeface="Calibri"/>
                <a:cs typeface="Calibri"/>
              </a:rPr>
              <a:t>indicadora</a:t>
            </a:r>
            <a:r>
              <a:rPr sz="1900" spc="-10" dirty="0">
                <a:latin typeface="Calibri"/>
                <a:cs typeface="Calibri"/>
              </a:rPr>
              <a:t>: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1{uma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afirmação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verdadeira}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1{uma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afirmação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falsa}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0.</a:t>
            </a:r>
            <a:endParaRPr sz="1900" dirty="0">
              <a:latin typeface="Calibri"/>
              <a:cs typeface="Calibri"/>
            </a:endParaRPr>
          </a:p>
          <a:p>
            <a:pPr marL="241300" marR="21844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má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notícia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existe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equação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forma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fechada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conhecida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encontrar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os </a:t>
            </a:r>
            <a:r>
              <a:rPr sz="2200" dirty="0">
                <a:latin typeface="Calibri"/>
                <a:cs typeface="Calibri"/>
              </a:rPr>
              <a:t>pesos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minimizem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erro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há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equivalente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equação normal</a:t>
            </a:r>
            <a:r>
              <a:rPr sz="2200" spc="-10" dirty="0">
                <a:latin typeface="Calibri"/>
                <a:cs typeface="Calibri"/>
              </a:rPr>
              <a:t>).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notícia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2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2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também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20" dirty="0">
                <a:solidFill>
                  <a:srgbClr val="00AF50"/>
                </a:solidFill>
                <a:latin typeface="Calibri"/>
                <a:cs typeface="Calibri"/>
              </a:rPr>
              <a:t>convexa</a:t>
            </a:r>
            <a:r>
              <a:rPr sz="2200" b="1" i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garantido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o </a:t>
            </a:r>
            <a:r>
              <a:rPr sz="2200" dirty="0">
                <a:latin typeface="Calibri"/>
                <a:cs typeface="Calibri"/>
              </a:rPr>
              <a:t>algoritmo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gradiente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descendente</a:t>
            </a:r>
            <a:r>
              <a:rPr sz="2200" b="1" i="1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encontre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mínimo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global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(dado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taxa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2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aprendizagem</a:t>
            </a:r>
            <a:r>
              <a:rPr sz="2200" b="1" i="1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não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muito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grande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espere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tempo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suficiente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convergência).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0872343" y="1646936"/>
            <a:ext cx="107696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Erro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um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único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exemplo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0546080" y="1761363"/>
            <a:ext cx="366395" cy="100965"/>
          </a:xfrm>
          <a:custGeom>
            <a:avLst/>
            <a:gdLst/>
            <a:ahLst/>
            <a:cxnLst/>
            <a:rect l="l" t="t" r="r" b="b"/>
            <a:pathLst>
              <a:path w="366395" h="100964">
                <a:moveTo>
                  <a:pt x="75255" y="34204"/>
                </a:moveTo>
                <a:lnTo>
                  <a:pt x="73973" y="40323"/>
                </a:lnTo>
                <a:lnTo>
                  <a:pt x="365125" y="100964"/>
                </a:lnTo>
                <a:lnTo>
                  <a:pt x="366395" y="94869"/>
                </a:lnTo>
                <a:lnTo>
                  <a:pt x="75255" y="34204"/>
                </a:lnTo>
                <a:close/>
              </a:path>
              <a:path w="366395" h="100964">
                <a:moveTo>
                  <a:pt x="82423" y="0"/>
                </a:moveTo>
                <a:lnTo>
                  <a:pt x="0" y="21716"/>
                </a:lnTo>
                <a:lnTo>
                  <a:pt x="66801" y="74549"/>
                </a:lnTo>
                <a:lnTo>
                  <a:pt x="73973" y="40323"/>
                </a:lnTo>
                <a:lnTo>
                  <a:pt x="61468" y="37719"/>
                </a:lnTo>
                <a:lnTo>
                  <a:pt x="62865" y="31623"/>
                </a:lnTo>
                <a:lnTo>
                  <a:pt x="75796" y="31623"/>
                </a:lnTo>
                <a:lnTo>
                  <a:pt x="82423" y="0"/>
                </a:lnTo>
                <a:close/>
              </a:path>
              <a:path w="366395" h="100964">
                <a:moveTo>
                  <a:pt x="62865" y="31623"/>
                </a:moveTo>
                <a:lnTo>
                  <a:pt x="61468" y="37719"/>
                </a:lnTo>
                <a:lnTo>
                  <a:pt x="73973" y="40323"/>
                </a:lnTo>
                <a:lnTo>
                  <a:pt x="75255" y="34204"/>
                </a:lnTo>
                <a:lnTo>
                  <a:pt x="62865" y="31623"/>
                </a:lnTo>
                <a:close/>
              </a:path>
              <a:path w="366395" h="100964">
                <a:moveTo>
                  <a:pt x="75796" y="31623"/>
                </a:moveTo>
                <a:lnTo>
                  <a:pt x="62865" y="31623"/>
                </a:lnTo>
                <a:lnTo>
                  <a:pt x="75255" y="34204"/>
                </a:lnTo>
                <a:lnTo>
                  <a:pt x="75796" y="316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3D9702B9-8533-D237-78D7-DF2828EA39A0}"/>
              </a:ext>
            </a:extLst>
          </p:cNvPr>
          <p:cNvSpPr/>
          <p:nvPr/>
        </p:nvSpPr>
        <p:spPr>
          <a:xfrm>
            <a:off x="5029200" y="2544063"/>
            <a:ext cx="698118" cy="222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52306C26-1894-CFD9-B62D-1DD662D1FEF0}"/>
              </a:ext>
            </a:extLst>
          </p:cNvPr>
          <p:cNvSpPr/>
          <p:nvPr/>
        </p:nvSpPr>
        <p:spPr>
          <a:xfrm>
            <a:off x="4340859" y="2608452"/>
            <a:ext cx="698118" cy="222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C8B6595F-8507-CACC-D5F3-95F8CBD139FF}"/>
                  </a:ext>
                </a:extLst>
              </p:cNvPr>
              <p:cNvSpPr txBox="1"/>
              <p:nvPr/>
            </p:nvSpPr>
            <p:spPr>
              <a:xfrm>
                <a:off x="2728219" y="2438400"/>
                <a:ext cx="6735562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C8B6595F-8507-CACC-D5F3-95F8CBD13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219" y="2438400"/>
                <a:ext cx="6735562" cy="7791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CED7882A-11EA-074F-93E7-330A135C3206}"/>
                  </a:ext>
                </a:extLst>
              </p:cNvPr>
              <p:cNvSpPr txBox="1"/>
              <p:nvPr/>
            </p:nvSpPr>
            <p:spPr>
              <a:xfrm>
                <a:off x="3245536" y="3276600"/>
                <a:ext cx="6508064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8" name="CaixaDeTexto 67">
                <a:extLst>
                  <a:ext uri="{FF2B5EF4-FFF2-40B4-BE49-F238E27FC236}">
                    <a16:creationId xmlns:a16="http://schemas.microsoft.com/office/drawing/2014/main" id="{CED7882A-11EA-074F-93E7-330A135C3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536" y="3276600"/>
                <a:ext cx="6508064" cy="7791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2F20CF50-2AD6-2212-5E82-751D93E79ECE}"/>
                  </a:ext>
                </a:extLst>
              </p:cNvPr>
              <p:cNvSpPr txBox="1"/>
              <p:nvPr/>
            </p:nvSpPr>
            <p:spPr>
              <a:xfrm>
                <a:off x="3952207" y="4038600"/>
                <a:ext cx="5039393" cy="81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==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</m:nary>
                        </m:e>
                      </m:nary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2F20CF50-2AD6-2212-5E82-751D93E79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207" y="4038600"/>
                <a:ext cx="5039393" cy="8109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23174165-64EC-B04C-1325-8BDDCB7D5A01}"/>
                  </a:ext>
                </a:extLst>
              </p:cNvPr>
              <p:cNvSpPr txBox="1"/>
              <p:nvPr/>
            </p:nvSpPr>
            <p:spPr>
              <a:xfrm>
                <a:off x="9753600" y="3719714"/>
                <a:ext cx="16761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23174165-64EC-B04C-1325-8BDDCB7D5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3719714"/>
                <a:ext cx="1676164" cy="276999"/>
              </a:xfrm>
              <a:prstGeom prst="rect">
                <a:avLst/>
              </a:prstGeom>
              <a:blipFill>
                <a:blip r:embed="rId7"/>
                <a:stretch>
                  <a:fillRect l="-7636" t="-19565" r="-4000" b="-434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A6BC882D-9090-D1E5-5AC8-EEF38306EE3C}"/>
                  </a:ext>
                </a:extLst>
              </p:cNvPr>
              <p:cNvSpPr txBox="1"/>
              <p:nvPr/>
            </p:nvSpPr>
            <p:spPr>
              <a:xfrm>
                <a:off x="9753600" y="4142601"/>
                <a:ext cx="11764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A6BC882D-9090-D1E5-5AC8-EEF38306E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142601"/>
                <a:ext cx="1176412" cy="276999"/>
              </a:xfrm>
              <a:prstGeom prst="rect">
                <a:avLst/>
              </a:prstGeom>
              <a:blipFill>
                <a:blip r:embed="rId8"/>
                <a:stretch>
                  <a:fillRect l="-10881" t="-20000" b="-4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D45A745E-03EB-6897-5E10-3696A7A88CEC}"/>
              </a:ext>
            </a:extLst>
          </p:cNvPr>
          <p:cNvCxnSpPr>
            <a:cxnSpLocks/>
          </p:cNvCxnSpPr>
          <p:nvPr/>
        </p:nvCxnSpPr>
        <p:spPr>
          <a:xfrm flipV="1">
            <a:off x="6471903" y="4055724"/>
            <a:ext cx="3129297" cy="3075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93251A6-594E-FB94-1383-AF16DD568301}"/>
                  </a:ext>
                </a:extLst>
              </p:cNvPr>
              <p:cNvSpPr txBox="1"/>
              <p:nvPr/>
            </p:nvSpPr>
            <p:spPr>
              <a:xfrm>
                <a:off x="1752600" y="1371600"/>
                <a:ext cx="8255529" cy="674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t-BR" sz="1800" spc="-20" dirty="0" smtClean="0">
                          <a:latin typeface="Cambria Math"/>
                          <a:cs typeface="Cambria Math"/>
                        </a:rPr>
                        <m:t>𝐸𝑟𝑟𝑜</m:t>
                      </m:r>
                      <m:r>
                        <m:rPr>
                          <m:nor/>
                        </m:rPr>
                        <a:rPr lang="pt-BR" sz="1800" dirty="0" smtClean="0">
                          <a:latin typeface="Cambria Math"/>
                          <a:cs typeface="Cambria Math"/>
                        </a:rPr>
                        <m:t>	</m:t>
                      </m:r>
                      <m:r>
                        <m:rPr>
                          <m:nor/>
                        </m:rPr>
                        <a:rPr lang="pt-BR" sz="1800" b="0" i="0" dirty="0" smtClean="0">
                          <a:latin typeface="Cambria Math"/>
                          <a:cs typeface="Cambria Math"/>
                        </a:rPr>
                        <m:t> </m:t>
                      </m:r>
                      <m:d>
                        <m:dPr>
                          <m:ctrlP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1800" b="1" i="1" dirty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m:rPr>
                          <m:nor/>
                        </m:rPr>
                        <a:rPr lang="pt-BR" sz="1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8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pt-BR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18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8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ó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exerce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influ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ncia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erro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  <m:r>
                        <a:rPr lang="pt-BR" sz="1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pt-BR" sz="1800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t-B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func>
                                <m:funcPr>
                                  <m:ctrlPr>
                                    <a:rPr lang="pt-B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18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18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1800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pt-BR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800" b="1" i="1" dirty="0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sz="1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groupChr>
                        </m:e>
                        <m:lim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ó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exerce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influ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ncia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erro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1800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lim>
                      </m:limLow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93251A6-594E-FB94-1383-AF16DD568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371600"/>
                <a:ext cx="8255529" cy="674928"/>
              </a:xfrm>
              <a:prstGeom prst="rect">
                <a:avLst/>
              </a:prstGeom>
              <a:blipFill>
                <a:blip r:embed="rId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152400"/>
            <a:ext cx="10119360" cy="1301115"/>
          </a:xfrm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Processo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spc="-10" dirty="0" err="1">
                <a:latin typeface="Calibri Light"/>
                <a:cs typeface="Calibri Light"/>
              </a:rPr>
              <a:t>treinamento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4239" y="990600"/>
            <a:ext cx="10975340" cy="258000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54000" marR="17780" indent="-228600">
              <a:lnSpc>
                <a:spcPct val="80000"/>
              </a:lnSpc>
              <a:spcBef>
                <a:spcPts val="730"/>
              </a:spcBef>
              <a:buFont typeface="Arial"/>
              <a:buChar char="•"/>
              <a:tabLst>
                <a:tab pos="2540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fizemos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regressão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gradiente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descendente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para</a:t>
            </a:r>
            <a:r>
              <a:rPr sz="26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encontrar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6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pesos</a:t>
            </a:r>
            <a:r>
              <a:rPr sz="26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que</a:t>
            </a:r>
            <a:r>
              <a:rPr sz="26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minimizam</a:t>
            </a:r>
            <a:r>
              <a:rPr sz="26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50" dirty="0">
                <a:solidFill>
                  <a:srgbClr val="00AF50"/>
                </a:solidFill>
                <a:latin typeface="Calibri"/>
                <a:cs typeface="Calibri"/>
              </a:rPr>
              <a:t>a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função</a:t>
            </a:r>
            <a:r>
              <a:rPr sz="2600" b="1" i="1" spc="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dirty="0">
                <a:solidFill>
                  <a:srgbClr val="00AF50"/>
                </a:solidFill>
                <a:latin typeface="Calibri"/>
                <a:cs typeface="Calibri"/>
              </a:rPr>
              <a:t>erro</a:t>
            </a:r>
            <a:r>
              <a:rPr sz="2600" b="1" i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i="1" spc="-10" dirty="0">
                <a:solidFill>
                  <a:srgbClr val="00AF50"/>
                </a:solidFill>
                <a:latin typeface="Calibri"/>
                <a:cs typeface="Calibri"/>
              </a:rPr>
              <a:t>médio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54000" marR="2095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54000" algn="l"/>
              </a:tabLst>
            </a:pPr>
            <a:r>
              <a:rPr sz="2600" dirty="0">
                <a:latin typeface="Calibri"/>
                <a:cs typeface="Calibri"/>
              </a:rPr>
              <a:t>Na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sequência,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gradiente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implementar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gradiente descendente.</a:t>
            </a:r>
            <a:endParaRPr sz="2600" dirty="0">
              <a:latin typeface="Calibri"/>
              <a:cs typeface="Calibri"/>
            </a:endParaRPr>
          </a:p>
          <a:p>
            <a:pPr marL="254000" marR="171450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54000" algn="l"/>
                <a:tab pos="6704330" algn="l"/>
                <a:tab pos="7044055" algn="l"/>
              </a:tabLst>
            </a:pPr>
            <a:r>
              <a:rPr sz="2600" dirty="0">
                <a:latin typeface="Calibri"/>
                <a:cs typeface="Calibri"/>
              </a:rPr>
              <a:t>Antes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𝐽</a:t>
            </a:r>
            <a:r>
              <a:rPr sz="2850" spc="-37" baseline="-16081" dirty="0">
                <a:latin typeface="Cambria Math"/>
                <a:cs typeface="Cambria Math"/>
              </a:rPr>
              <a:t>𝑒</a:t>
            </a:r>
            <a:r>
              <a:rPr lang="pt-BR" sz="2850" spc="-37" dirty="0">
                <a:latin typeface="Cambria Math"/>
                <a:cs typeface="Cambria Math"/>
              </a:rPr>
              <a:t>(</a:t>
            </a:r>
            <a:r>
              <a:rPr sz="2600" spc="-50" dirty="0">
                <a:latin typeface="Cambria Math"/>
                <a:cs typeface="Cambria Math"/>
              </a:rPr>
              <a:t>𝒂</a:t>
            </a:r>
            <a:r>
              <a:rPr lang="pt-BR" sz="2600" spc="-5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reescrever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função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seguintes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equivalências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6939" y="5597525"/>
            <a:ext cx="89160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nova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expressão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 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06DAD55C-687B-C254-A5E9-72735D357F50}"/>
                  </a:ext>
                </a:extLst>
              </p:cNvPr>
              <p:cNvSpPr txBox="1"/>
              <p:nvPr/>
            </p:nvSpPr>
            <p:spPr>
              <a:xfrm>
                <a:off x="1423247" y="6002676"/>
                <a:ext cx="9345507" cy="865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pt-BR" sz="2000" b="0" i="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p>
                              </m:sSup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pt-BR" sz="20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sSup>
                                        <m:sSup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pt-BR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p>
                                      </m:sSup>
                                      <m:r>
                                        <a:rPr lang="pt-BR" sz="20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06DAD55C-687B-C254-A5E9-72735D357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247" y="6002676"/>
                <a:ext cx="9345507" cy="865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B0D3BB0-D679-E89E-7E4A-23589AD32E4D}"/>
                  </a:ext>
                </a:extLst>
              </p:cNvPr>
              <p:cNvSpPr txBox="1"/>
              <p:nvPr/>
            </p:nvSpPr>
            <p:spPr>
              <a:xfrm>
                <a:off x="2200126" y="3733800"/>
                <a:ext cx="7791748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24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unc>
                                <m:func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400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b="1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𝐢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pt-BR" sz="2400" b="1" i="0" smtClean="0">
                                                  <a:latin typeface="Cambria Math" panose="02040503050406030204" pitchFamily="18" charset="0"/>
                                                </a:rPr>
                                                <m:t>𝐓</m:t>
                                              </m:r>
                                            </m:sup>
                                          </m:sSup>
                                        </m:sup>
                                      </m:sSup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CB0D3BB0-D679-E89E-7E4A-23589AD32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126" y="3733800"/>
                <a:ext cx="7791748" cy="829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ED4FBAA-A78E-3F7C-034A-1470BFF8770D}"/>
                  </a:ext>
                </a:extLst>
              </p:cNvPr>
              <p:cNvSpPr txBox="1"/>
              <p:nvPr/>
            </p:nvSpPr>
            <p:spPr>
              <a:xfrm>
                <a:off x="1066226" y="4656306"/>
                <a:ext cx="10059549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24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pt-BR" sz="24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400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400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400" b="1" i="0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𝐢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pt-BR" sz="2400" b="1" i="0" smtClean="0">
                                                  <a:latin typeface="Cambria Math" panose="02040503050406030204" pitchFamily="18" charset="0"/>
                                                </a:rPr>
                                                <m:t>𝐓</m:t>
                                              </m:r>
                                            </m:sup>
                                          </m:sSup>
                                        </m:sup>
                                      </m:sSup>
                                      <m:r>
                                        <a:rPr lang="pt-BR" sz="24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EED4FBAA-A78E-3F7C-034A-1470BFF87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226" y="4656306"/>
                <a:ext cx="10059549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Processo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treinamento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916314" y="1330494"/>
                <a:ext cx="10868026" cy="153163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  <a:tab pos="2141855" algn="l"/>
                    <a:tab pos="2472055" algn="l"/>
                    <a:tab pos="522478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O</a:t>
                </a:r>
                <a:r>
                  <a:rPr lang="pt-BR" sz="2800" spc="-6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termo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mbria Math"/>
                    <a:cs typeface="Cambria Math"/>
                  </a:rPr>
                  <a:t>−𝑦(</a:t>
                </a:r>
                <a:r>
                  <a:rPr lang="pt-BR" sz="2800" spc="-50" dirty="0">
                    <a:latin typeface="Cambria Math"/>
                    <a:cs typeface="Cambria Math"/>
                  </a:rPr>
                  <a:t>𝑖)</a:t>
                </a:r>
                <a:r>
                  <a:rPr lang="pt-BR" sz="2800" dirty="0">
                    <a:latin typeface="Cambria Math"/>
                    <a:cs typeface="Cambria Math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280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i="0" smtClean="0">
                            <a:latin typeface="Cambria Math" panose="02040503050406030204" pitchFamily="18" charset="0"/>
                            <a:cs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ar-AE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sSup>
                                  <m:sSup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sup>
                            </m:sSup>
                            <m:r>
                              <a:rPr lang="pt-BR" sz="28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</m:func>
                  </m:oMath>
                </a14:m>
                <a:r>
                  <a:rPr lang="ar-AE" sz="2800" dirty="0">
                    <a:latin typeface="Cambria Math"/>
                    <a:cs typeface="Cambria Math"/>
                  </a:rPr>
                  <a:t>	</a:t>
                </a:r>
                <a:r>
                  <a:rPr lang="pt-BR" sz="2800" dirty="0">
                    <a:latin typeface="Calibri"/>
                    <a:cs typeface="Calibri"/>
                  </a:rPr>
                  <a:t>é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cancelado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com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um</a:t>
                </a:r>
                <a:r>
                  <a:rPr lang="pt-BR" sz="2800" spc="-3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dos</a:t>
                </a:r>
                <a:r>
                  <a:rPr lang="pt-BR" sz="2800" spc="-50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elementos </a:t>
                </a:r>
                <a:r>
                  <a:rPr lang="pt-BR" sz="2800" dirty="0">
                    <a:latin typeface="Calibri"/>
                    <a:cs typeface="Calibri"/>
                  </a:rPr>
                  <a:t>gerados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a</a:t>
                </a:r>
                <a:r>
                  <a:rPr lang="pt-BR" sz="2800" spc="-10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partir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do</a:t>
                </a:r>
                <a:r>
                  <a:rPr lang="pt-BR" sz="2800" spc="-8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produto</a:t>
                </a:r>
                <a:r>
                  <a:rPr lang="pt-BR" sz="2800" spc="-55" dirty="0">
                    <a:latin typeface="Calibri"/>
                    <a:cs typeface="Calibri"/>
                  </a:rPr>
                  <a:t> </a:t>
                </a:r>
                <a:r>
                  <a:rPr lang="pt-BR" sz="2800" spc="-10" dirty="0">
                    <a:latin typeface="Calibri"/>
                    <a:cs typeface="Calibri"/>
                  </a:rPr>
                  <a:t>envolvido</a:t>
                </a:r>
                <a:r>
                  <a:rPr lang="pt-BR" sz="2800" spc="-7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no</a:t>
                </a:r>
                <a:r>
                  <a:rPr lang="pt-BR" sz="2800" spc="-8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segundo</a:t>
                </a:r>
                <a:r>
                  <a:rPr lang="pt-BR" sz="2800" spc="-6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termo,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de</a:t>
                </a:r>
                <a:r>
                  <a:rPr lang="pt-BR" sz="2800" spc="-75" dirty="0">
                    <a:latin typeface="Calibri"/>
                    <a:cs typeface="Calibri"/>
                  </a:rPr>
                  <a:t> </a:t>
                </a:r>
                <a:r>
                  <a:rPr lang="pt-BR" sz="2800" dirty="0">
                    <a:latin typeface="Calibri"/>
                    <a:cs typeface="Calibri"/>
                  </a:rPr>
                  <a:t>forma</a:t>
                </a:r>
                <a:r>
                  <a:rPr lang="pt-BR" sz="2800" spc="-90" dirty="0">
                    <a:latin typeface="Calibri"/>
                    <a:cs typeface="Calibri"/>
                  </a:rPr>
                  <a:t> </a:t>
                </a:r>
                <a:r>
                  <a:rPr lang="pt-BR" sz="2800" spc="-25" dirty="0">
                    <a:latin typeface="Calibri"/>
                    <a:cs typeface="Calibri"/>
                  </a:rPr>
                  <a:t>que</a:t>
                </a:r>
                <a:endParaRPr lang="pt-BR" sz="28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41300" algn="l"/>
                    <a:tab pos="2141855" algn="l"/>
                    <a:tab pos="2472055" algn="l"/>
                    <a:tab pos="5224780" algn="l"/>
                  </a:tabLst>
                </a:pP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14" y="1330494"/>
                <a:ext cx="10868026" cy="1531638"/>
              </a:xfrm>
              <a:prstGeom prst="rect">
                <a:avLst/>
              </a:prstGeom>
              <a:blipFill>
                <a:blip r:embed="rId2"/>
                <a:stretch>
                  <a:fillRect l="-17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9"/>
              <p:cNvSpPr txBox="1"/>
              <p:nvPr/>
            </p:nvSpPr>
            <p:spPr>
              <a:xfrm>
                <a:off x="961892" y="3350229"/>
                <a:ext cx="5621655" cy="65703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79400" indent="-228600">
                  <a:lnSpc>
                    <a:spcPct val="100000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279400" algn="l"/>
                    <a:tab pos="4582160" algn="l"/>
                  </a:tabLst>
                </a:pPr>
                <a:r>
                  <a:rPr lang="pt-BR" sz="2800" dirty="0">
                    <a:latin typeface="Calibri"/>
                    <a:cs typeface="Calibri"/>
                  </a:rPr>
                  <a:t>Se</a:t>
                </a:r>
                <a:r>
                  <a:rPr lang="pt-BR" sz="2800" spc="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d>
                      <m:dPr>
                        <m:ctrlPr>
                          <a:rPr lang="ar-AE" sz="280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ar-AE" sz="28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𝑖</m:t>
                        </m:r>
                      </m:e>
                    </m:d>
                    <m:r>
                      <a:rPr lang="ar-AE" sz="3075" i="1" baseline="27100" dirty="0" smtClean="0">
                        <a:latin typeface="Cambria Math" panose="02040503050406030204" pitchFamily="18" charset="0"/>
                        <a:cs typeface="Cambria Math"/>
                      </a:rPr>
                      <m:t>𝑇</m:t>
                    </m:r>
                    <m:r>
                      <a:rPr lang="ar-AE" sz="2800" i="1" dirty="0" smtClean="0">
                        <a:latin typeface="Cambria Math" panose="02040503050406030204" pitchFamily="18" charset="0"/>
                        <a:cs typeface="Cambria Math"/>
                      </a:rPr>
                      <m:t>𝒂</m:t>
                    </m:r>
                    <m:r>
                      <a:rPr lang="ar-AE" sz="2800" i="1" dirty="0" smtClean="0">
                        <a:latin typeface="Cambria Math" panose="02040503050406030204" pitchFamily="18" charset="0"/>
                        <a:cs typeface="Cambria Math"/>
                      </a:rPr>
                      <m:t>=−</m:t>
                    </m:r>
                    <m:r>
                      <m:rPr>
                        <m:sty m:val="p"/>
                      </m:rPr>
                      <a:rPr lang="pt-BR" sz="2800" i="1" spc="-20" dirty="0" smtClean="0">
                        <a:latin typeface="Cambria Math" panose="02040503050406030204" pitchFamily="18" charset="0"/>
                        <a:cs typeface="Cambria Math"/>
                      </a:rPr>
                      <m:t>log</m:t>
                    </m:r>
                    <m:d>
                      <m:dPr>
                        <m:ctrlPr>
                          <a:rPr lang="pt-BR" sz="2800" i="1" spc="-2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800" b="1" i="1" spc="-2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sSup>
                              <m:sSupPr>
                                <m:ctrlPr>
                                  <a:rPr lang="pt-BR" sz="2800" b="0" i="1" spc="-2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800" b="0" i="1" spc="-2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pc="-2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pt-BR" sz="2800" b="0" i="0" spc="-20" dirty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pt-BR" sz="2800" b="1" i="1" spc="-20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sz="2800" dirty="0">
                    <a:latin typeface="Calibri"/>
                    <a:cs typeface="Calibri"/>
                  </a:rPr>
                  <a:t>, então</a:t>
                </a:r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92" y="3350229"/>
                <a:ext cx="5621655" cy="657039"/>
              </a:xfrm>
              <a:prstGeom prst="rect">
                <a:avLst/>
              </a:prstGeom>
              <a:blipFill>
                <a:blip r:embed="rId3"/>
                <a:stretch>
                  <a:fillRect l="-2711" r="-2603" b="-177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916939" y="4881880"/>
            <a:ext cx="6844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Desta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função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erro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médio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torna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6939" y="6064885"/>
            <a:ext cx="10511155" cy="79311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seguida,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equação acima.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FD81168F-39B8-C7A2-93A5-6EF457EC33DA}"/>
                  </a:ext>
                </a:extLst>
              </p:cNvPr>
              <p:cNvSpPr txBox="1"/>
              <p:nvPr/>
            </p:nvSpPr>
            <p:spPr>
              <a:xfrm>
                <a:off x="2035614" y="2564740"/>
                <a:ext cx="8273803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FD81168F-39B8-C7A2-93A5-6EF457EC3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614" y="2564740"/>
                <a:ext cx="8273803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F1FA85F2-5772-5FD2-13F5-92EB96CA2A24}"/>
                  </a:ext>
                </a:extLst>
              </p:cNvPr>
              <p:cNvSpPr txBox="1"/>
              <p:nvPr/>
            </p:nvSpPr>
            <p:spPr>
              <a:xfrm>
                <a:off x="2704463" y="5339767"/>
                <a:ext cx="6783075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F1FA85F2-5772-5FD2-13F5-92EB96CA2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63" y="5339767"/>
                <a:ext cx="6783075" cy="7562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9">
                <a:extLst>
                  <a:ext uri="{FF2B5EF4-FFF2-40B4-BE49-F238E27FC236}">
                    <a16:creationId xmlns:a16="http://schemas.microsoft.com/office/drawing/2014/main" id="{EBCCD3BD-FBED-9DB1-EEFE-80D501DAE8A0}"/>
                  </a:ext>
                </a:extLst>
              </p:cNvPr>
              <p:cNvSpPr txBox="1"/>
              <p:nvPr/>
            </p:nvSpPr>
            <p:spPr>
              <a:xfrm>
                <a:off x="1797365" y="4111725"/>
                <a:ext cx="8750299" cy="65703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  <a:tabLst>
                    <a:tab pos="279400" algn="l"/>
                    <a:tab pos="4582160" algn="l"/>
                  </a:tabLst>
                </a:pPr>
                <a:r>
                  <a:rPr lang="pt-BR" sz="2800" spc="3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d>
                      <m:dPr>
                        <m:ctrlPr>
                          <a:rPr lang="ar-AE" sz="2800" i="1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r>
                          <a:rPr lang="ar-AE" sz="2800" i="1" dirty="0" smtClean="0">
                            <a:latin typeface="Cambria Math" panose="02040503050406030204" pitchFamily="18" charset="0"/>
                            <a:cs typeface="Cambria Math"/>
                          </a:rPr>
                          <m:t>𝑖</m:t>
                        </m:r>
                      </m:e>
                    </m:d>
                    <m:r>
                      <a:rPr lang="ar-AE" sz="3075" i="1" baseline="27100" dirty="0" smtClean="0">
                        <a:latin typeface="Cambria Math" panose="02040503050406030204" pitchFamily="18" charset="0"/>
                        <a:cs typeface="Cambria Math"/>
                      </a:rPr>
                      <m:t>𝑇</m:t>
                    </m:r>
                    <m:r>
                      <a:rPr lang="ar-AE" sz="2800" i="1" dirty="0" smtClean="0">
                        <a:latin typeface="Cambria Math" panose="02040503050406030204" pitchFamily="18" charset="0"/>
                        <a:cs typeface="Cambria Math"/>
                      </a:rPr>
                      <m:t>𝒂</m:t>
                    </m:r>
                    <m:r>
                      <a:rPr lang="ar-AE" sz="2800" i="1" spc="-20" dirty="0" smtClean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pt-BR" sz="2800" i="1" spc="-20" dirty="0" smtClean="0">
                        <a:latin typeface="Cambria Math" panose="02040503050406030204" pitchFamily="18" charset="0"/>
                        <a:cs typeface="Cambria Math"/>
                      </a:rPr>
                      <m:t>log</m:t>
                    </m:r>
                    <m:d>
                      <m:dPr>
                        <m:ctrlPr>
                          <a:rPr lang="pt-BR" sz="2800" i="1" spc="-2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pc="-2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800" b="0" i="1" spc="-2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t-BR" sz="2800" b="1" i="1" spc="-2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1" i="1" spc="-2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sSup>
                              <m:sSupPr>
                                <m:ctrlPr>
                                  <a:rPr lang="pt-BR" sz="2800" b="0" i="1" spc="-2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sz="2800" b="0" i="1" spc="-2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800" b="0" i="1" spc="-20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pt-BR" sz="2800" b="0" i="0" spc="-20" dirty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pt-BR" sz="2800" b="1" i="1" spc="-20" dirty="0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p>
                        </m:sSup>
                      </m:e>
                    </m:d>
                    <m:r>
                      <a:rPr lang="pt-BR" sz="2800" b="0" i="1" spc="-20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800" b="0" i="1" spc="-2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pt-BR" sz="2800" b="0" i="0" spc="-2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pt-BR" sz="2800" b="0" i="0" spc="-2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800" b="0" i="1" spc="-20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pt-BR" sz="2800" b="0" i="1" spc="-2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pc="-20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pt-BR" sz="2800" b="1" i="1" spc="-20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sSup>
                                  <m:sSupPr>
                                    <m:ctrlPr>
                                      <a:rPr lang="pt-BR" sz="2800" b="0" i="1" spc="-2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BR" sz="2800" b="0" i="1" spc="-20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800" b="0" i="1" spc="-20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BR" sz="2800" b="0" i="1" spc="-20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pt-BR" sz="2800" b="1" i="1" spc="-20" dirty="0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pt-BR" sz="2800" i="1" dirty="0" smtClean="0">
                        <a:latin typeface="Cambria Math" panose="02040503050406030204" pitchFamily="18" charset="0"/>
                        <a:cs typeface="Cambria Math"/>
                      </a:rPr>
                      <m:t>	</m:t>
                    </m:r>
                    <m:r>
                      <a:rPr lang="pt-BR" sz="2800" b="0" i="0" dirty="0" smtClean="0">
                        <a:latin typeface="Cambria Math" panose="02040503050406030204" pitchFamily="18" charset="0"/>
                        <a:cs typeface="Cambria Math"/>
                      </a:rPr>
                      <m:t>.</m:t>
                    </m:r>
                  </m:oMath>
                </a14:m>
                <a:r>
                  <a:rPr lang="pt-BR" sz="2800" spc="-10" dirty="0">
                    <a:latin typeface="Calibri"/>
                    <a:cs typeface="Calibri"/>
                  </a:rPr>
                  <a:t> 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8" name="object 19">
                <a:extLst>
                  <a:ext uri="{FF2B5EF4-FFF2-40B4-BE49-F238E27FC236}">
                    <a16:creationId xmlns:a16="http://schemas.microsoft.com/office/drawing/2014/main" id="{EBCCD3BD-FBED-9DB1-EEFE-80D501DAE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365" y="4111725"/>
                <a:ext cx="8750299" cy="6570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2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Processo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treinamento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95400"/>
            <a:ext cx="10622915" cy="793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Assim,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gradiente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primeiro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dado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2743200"/>
            <a:ext cx="10222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vetor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gradiente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segundo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9780" y="6173819"/>
            <a:ext cx="10632440" cy="7525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6700" marR="3048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 err="1">
                <a:latin typeface="Calibri"/>
                <a:cs typeface="Calibri"/>
              </a:rPr>
              <a:t>Usamos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regra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da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cadeia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gradiente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segundo termo.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210560" y="4389120"/>
            <a:ext cx="379730" cy="1567180"/>
          </a:xfrm>
          <a:custGeom>
            <a:avLst/>
            <a:gdLst/>
            <a:ahLst/>
            <a:cxnLst/>
            <a:rect l="l" t="t" r="r" b="b"/>
            <a:pathLst>
              <a:path w="379729" h="1567179">
                <a:moveTo>
                  <a:pt x="40295" y="73658"/>
                </a:moveTo>
                <a:lnTo>
                  <a:pt x="34075" y="75070"/>
                </a:lnTo>
                <a:lnTo>
                  <a:pt x="373252" y="1566557"/>
                </a:lnTo>
                <a:lnTo>
                  <a:pt x="379475" y="1565147"/>
                </a:lnTo>
                <a:lnTo>
                  <a:pt x="40295" y="73658"/>
                </a:lnTo>
                <a:close/>
              </a:path>
              <a:path w="379729" h="1567179">
                <a:moveTo>
                  <a:pt x="20319" y="0"/>
                </a:moveTo>
                <a:lnTo>
                  <a:pt x="0" y="82803"/>
                </a:lnTo>
                <a:lnTo>
                  <a:pt x="34075" y="75070"/>
                </a:lnTo>
                <a:lnTo>
                  <a:pt x="31241" y="62610"/>
                </a:lnTo>
                <a:lnTo>
                  <a:pt x="37464" y="61213"/>
                </a:lnTo>
                <a:lnTo>
                  <a:pt x="70565" y="61213"/>
                </a:lnTo>
                <a:lnTo>
                  <a:pt x="20319" y="0"/>
                </a:lnTo>
                <a:close/>
              </a:path>
              <a:path w="379729" h="1567179">
                <a:moveTo>
                  <a:pt x="37464" y="61213"/>
                </a:moveTo>
                <a:lnTo>
                  <a:pt x="31241" y="62610"/>
                </a:lnTo>
                <a:lnTo>
                  <a:pt x="34075" y="75070"/>
                </a:lnTo>
                <a:lnTo>
                  <a:pt x="40295" y="73658"/>
                </a:lnTo>
                <a:lnTo>
                  <a:pt x="37464" y="61213"/>
                </a:lnTo>
                <a:close/>
              </a:path>
              <a:path w="379729" h="1567179">
                <a:moveTo>
                  <a:pt x="70565" y="61213"/>
                </a:moveTo>
                <a:lnTo>
                  <a:pt x="37464" y="61213"/>
                </a:lnTo>
                <a:lnTo>
                  <a:pt x="40295" y="73658"/>
                </a:lnTo>
                <a:lnTo>
                  <a:pt x="74422" y="65912"/>
                </a:lnTo>
                <a:lnTo>
                  <a:pt x="70565" y="6121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91FADB6D-90BD-800F-5DF5-BF36E6DF0105}"/>
                  </a:ext>
                </a:extLst>
              </p:cNvPr>
              <p:cNvSpPr txBox="1"/>
              <p:nvPr/>
            </p:nvSpPr>
            <p:spPr>
              <a:xfrm>
                <a:off x="4027004" y="1981200"/>
                <a:ext cx="4137992" cy="864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91FADB6D-90BD-800F-5DF5-BF36E6DF0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004" y="1981200"/>
                <a:ext cx="4137992" cy="8648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2E561685-86EF-0583-21E7-CAD61A25D1B5}"/>
                  </a:ext>
                </a:extLst>
              </p:cNvPr>
              <p:cNvSpPr txBox="1"/>
              <p:nvPr/>
            </p:nvSpPr>
            <p:spPr>
              <a:xfrm>
                <a:off x="2673131" y="3352800"/>
                <a:ext cx="7188635" cy="1099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28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p>
                      </m:sSup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2E561685-86EF-0583-21E7-CAD61A25D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131" y="3352800"/>
                <a:ext cx="7188635" cy="10993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F781365-F197-10EE-B84A-B5F2CFDE626C}"/>
                  </a:ext>
                </a:extLst>
              </p:cNvPr>
              <p:cNvSpPr txBox="1"/>
              <p:nvPr/>
            </p:nvSpPr>
            <p:spPr>
              <a:xfrm>
                <a:off x="4482738" y="4519056"/>
                <a:ext cx="3226524" cy="861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9F781365-F197-10EE-B84A-B5F2CFDE6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738" y="4519056"/>
                <a:ext cx="3226524" cy="861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DFA60822-ACB3-F1F9-7A08-8D37C4FFBE67}"/>
                  </a:ext>
                </a:extLst>
              </p:cNvPr>
              <p:cNvSpPr txBox="1"/>
              <p:nvPr/>
            </p:nvSpPr>
            <p:spPr>
              <a:xfrm>
                <a:off x="4760089" y="5597645"/>
                <a:ext cx="2671822" cy="5023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DFA60822-ACB3-F1F9-7A08-8D37C4FFB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089" y="5597645"/>
                <a:ext cx="2671822" cy="502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Processo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treinamento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353161"/>
            <a:ext cx="9796780" cy="8136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resultados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spc="-10" dirty="0" err="1">
                <a:latin typeface="Calibri"/>
                <a:cs typeface="Calibri"/>
              </a:rPr>
              <a:t>vetor</a:t>
            </a:r>
            <a:r>
              <a:rPr lang="pt-BR" sz="2600" b="1" i="1" spc="-1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gradiente</a:t>
            </a:r>
            <a:r>
              <a:rPr lang="pt-BR" sz="2600" b="1" i="1" spc="-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da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função de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erro</a:t>
            </a:r>
            <a:r>
              <a:rPr lang="pt-BR" sz="2600" b="1" i="1" spc="-3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médio</a:t>
            </a:r>
            <a:r>
              <a:rPr lang="pt-BR" sz="2600" b="1" i="1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dado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spc="-25" dirty="0">
                <a:latin typeface="Calibri"/>
                <a:cs typeface="Calibri"/>
              </a:rPr>
              <a:t>por</a:t>
            </a:r>
            <a:endParaRPr lang="pt-BR" sz="2600" dirty="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778110" y="4198365"/>
            <a:ext cx="407034" cy="306705"/>
          </a:xfrm>
          <a:custGeom>
            <a:avLst/>
            <a:gdLst/>
            <a:ahLst/>
            <a:cxnLst/>
            <a:rect l="l" t="t" r="r" b="b"/>
            <a:pathLst>
              <a:path w="407034" h="306704">
                <a:moveTo>
                  <a:pt x="309118" y="0"/>
                </a:moveTo>
                <a:lnTo>
                  <a:pt x="304673" y="12445"/>
                </a:lnTo>
                <a:lnTo>
                  <a:pt x="322462" y="20115"/>
                </a:lnTo>
                <a:lnTo>
                  <a:pt x="337740" y="30749"/>
                </a:lnTo>
                <a:lnTo>
                  <a:pt x="368661" y="80129"/>
                </a:lnTo>
                <a:lnTo>
                  <a:pt x="377701" y="125468"/>
                </a:lnTo>
                <a:lnTo>
                  <a:pt x="378841" y="151637"/>
                </a:lnTo>
                <a:lnTo>
                  <a:pt x="377699" y="178613"/>
                </a:lnTo>
                <a:lnTo>
                  <a:pt x="368607" y="225182"/>
                </a:lnTo>
                <a:lnTo>
                  <a:pt x="350418" y="261588"/>
                </a:lnTo>
                <a:lnTo>
                  <a:pt x="305181" y="293877"/>
                </a:lnTo>
                <a:lnTo>
                  <a:pt x="309118" y="306323"/>
                </a:lnTo>
                <a:lnTo>
                  <a:pt x="350853" y="286670"/>
                </a:lnTo>
                <a:lnTo>
                  <a:pt x="381635" y="252729"/>
                </a:lnTo>
                <a:lnTo>
                  <a:pt x="400494" y="207279"/>
                </a:lnTo>
                <a:lnTo>
                  <a:pt x="406781" y="153161"/>
                </a:lnTo>
                <a:lnTo>
                  <a:pt x="405207" y="125085"/>
                </a:lnTo>
                <a:lnTo>
                  <a:pt x="392582" y="75312"/>
                </a:lnTo>
                <a:lnTo>
                  <a:pt x="367482" y="34807"/>
                </a:lnTo>
                <a:lnTo>
                  <a:pt x="331287" y="7999"/>
                </a:lnTo>
                <a:lnTo>
                  <a:pt x="309118" y="0"/>
                </a:lnTo>
                <a:close/>
              </a:path>
              <a:path w="407034" h="306704">
                <a:moveTo>
                  <a:pt x="97663" y="0"/>
                </a:moveTo>
                <a:lnTo>
                  <a:pt x="56038" y="19605"/>
                </a:lnTo>
                <a:lnTo>
                  <a:pt x="25273" y="53593"/>
                </a:lnTo>
                <a:lnTo>
                  <a:pt x="6302" y="99139"/>
                </a:lnTo>
                <a:lnTo>
                  <a:pt x="0" y="153161"/>
                </a:lnTo>
                <a:lnTo>
                  <a:pt x="1571" y="181310"/>
                </a:lnTo>
                <a:lnTo>
                  <a:pt x="14144" y="231082"/>
                </a:lnTo>
                <a:lnTo>
                  <a:pt x="39119" y="271498"/>
                </a:lnTo>
                <a:lnTo>
                  <a:pt x="75402" y="298271"/>
                </a:lnTo>
                <a:lnTo>
                  <a:pt x="97663" y="306323"/>
                </a:lnTo>
                <a:lnTo>
                  <a:pt x="101600" y="293877"/>
                </a:lnTo>
                <a:lnTo>
                  <a:pt x="84123" y="286162"/>
                </a:lnTo>
                <a:lnTo>
                  <a:pt x="69040" y="275399"/>
                </a:lnTo>
                <a:lnTo>
                  <a:pt x="46100" y="244728"/>
                </a:lnTo>
                <a:lnTo>
                  <a:pt x="32496" y="203136"/>
                </a:lnTo>
                <a:lnTo>
                  <a:pt x="27940" y="151637"/>
                </a:lnTo>
                <a:lnTo>
                  <a:pt x="29081" y="125468"/>
                </a:lnTo>
                <a:lnTo>
                  <a:pt x="38173" y="80129"/>
                </a:lnTo>
                <a:lnTo>
                  <a:pt x="56386" y="44360"/>
                </a:lnTo>
                <a:lnTo>
                  <a:pt x="101981" y="12445"/>
                </a:lnTo>
                <a:lnTo>
                  <a:pt x="976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16939" y="3421202"/>
            <a:ext cx="11006455" cy="24688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regressão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idêntico </a:t>
            </a:r>
            <a:r>
              <a:rPr sz="2600" dirty="0">
                <a:latin typeface="Calibri"/>
                <a:cs typeface="Calibri"/>
              </a:rPr>
              <a:t>àquele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obtido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quadrático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médio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6921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  <a:tab pos="8970010" algn="l"/>
                <a:tab pos="9297670" algn="l"/>
              </a:tabLst>
            </a:pP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discriminantes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𝑔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spc="-50" dirty="0">
                <a:latin typeface="Cambria Math"/>
                <a:cs typeface="Cambria Math"/>
              </a:rPr>
              <a:t>𝒙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lineares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ou </a:t>
            </a:r>
            <a:r>
              <a:rPr sz="2600" spc="-10" dirty="0">
                <a:latin typeface="Calibri"/>
                <a:cs typeface="Calibri"/>
              </a:rPr>
              <a:t>não-</a:t>
            </a:r>
            <a:r>
              <a:rPr sz="2600" dirty="0">
                <a:latin typeface="Calibri"/>
                <a:cs typeface="Calibri"/>
              </a:rPr>
              <a:t>lineares,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bastando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alterar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matriz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𝑿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1007110" indent="-228600">
              <a:lnSpc>
                <a:spcPct val="701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usá-</a:t>
            </a:r>
            <a:r>
              <a:rPr sz="2600" dirty="0">
                <a:latin typeface="Calibri"/>
                <a:cs typeface="Calibri"/>
              </a:rPr>
              <a:t>lo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gradiente </a:t>
            </a:r>
            <a:r>
              <a:rPr sz="2600" b="1" i="1" dirty="0">
                <a:latin typeface="Calibri"/>
                <a:cs typeface="Calibri"/>
              </a:rPr>
              <a:t>descendente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(nas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versões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batelada,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estocástico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mini-batch).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atualização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iterativa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9"/>
              <p:cNvSpPr txBox="1"/>
              <p:nvPr/>
            </p:nvSpPr>
            <p:spPr>
              <a:xfrm>
                <a:off x="10730230" y="2197354"/>
                <a:ext cx="1256030" cy="69121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algn="ctr">
                  <a:lnSpc>
                    <a:spcPts val="1445"/>
                  </a:lnSpc>
                  <a:spcBef>
                    <a:spcPts val="105"/>
                  </a:spcBef>
                </a:pPr>
                <a:r>
                  <a:rPr lang="pt-BR" sz="1400" dirty="0">
                    <a:latin typeface="Calibri"/>
                    <a:cs typeface="Calibri"/>
                  </a:rPr>
                  <a:t>Forma</a:t>
                </a:r>
                <a:r>
                  <a:rPr lang="pt-BR" sz="1400" spc="-60" dirty="0">
                    <a:latin typeface="Calibri"/>
                    <a:cs typeface="Calibri"/>
                  </a:rPr>
                  <a:t> </a:t>
                </a:r>
                <a:r>
                  <a:rPr lang="pt-BR" sz="1400" spc="-10" dirty="0">
                    <a:latin typeface="Calibri"/>
                    <a:cs typeface="Calibri"/>
                  </a:rPr>
                  <a:t>matricial:</a:t>
                </a:r>
                <a:endParaRPr lang="pt-BR" sz="1400" dirty="0">
                  <a:latin typeface="Calibri"/>
                  <a:cs typeface="Calibri"/>
                </a:endParaRPr>
              </a:p>
              <a:p>
                <a:pPr algn="ctr">
                  <a:lnSpc>
                    <a:spcPts val="1445"/>
                  </a:lnSpc>
                </a:pPr>
                <a:r>
                  <a:rPr lang="pt-BR" sz="2100" baseline="-19841" dirty="0">
                    <a:latin typeface="Cambria Math"/>
                    <a:cs typeface="Cambria Math"/>
                  </a:rPr>
                  <a:t>𝑿</a:t>
                </a:r>
                <a:r>
                  <a:rPr lang="pt-BR" sz="2100" spc="247" baseline="-19841" dirty="0">
                    <a:latin typeface="Cambria Math"/>
                    <a:cs typeface="Cambria Math"/>
                  </a:rPr>
                  <a:t> </a:t>
                </a:r>
                <a:r>
                  <a:rPr lang="pt-BR" sz="2100" baseline="-19841" dirty="0">
                    <a:latin typeface="Cambria Math"/>
                    <a:cs typeface="Cambria Math"/>
                  </a:rPr>
                  <a:t>∈</a:t>
                </a:r>
                <a:r>
                  <a:rPr lang="pt-BR" sz="2100" spc="240" baseline="-19841" dirty="0">
                    <a:latin typeface="Cambria Math"/>
                    <a:cs typeface="Cambria Math"/>
                  </a:rPr>
                  <a:t> </a:t>
                </a:r>
                <a:r>
                  <a:rPr lang="pt-BR" sz="2100" baseline="-19841" dirty="0">
                    <a:latin typeface="Cambria Math"/>
                    <a:cs typeface="Cambria Math"/>
                  </a:rPr>
                  <a:t>ℝ</a:t>
                </a:r>
                <a:r>
                  <a:rPr lang="pt-BR" sz="1000" dirty="0">
                    <a:latin typeface="Cambria Math"/>
                    <a:cs typeface="Cambria Math"/>
                  </a:rPr>
                  <a:t>N×K+1</a:t>
                </a:r>
                <a:r>
                  <a:rPr lang="pt-BR" sz="2100" baseline="-19841" dirty="0">
                    <a:latin typeface="Calibri"/>
                    <a:cs typeface="Calibri"/>
                  </a:rPr>
                  <a:t>,</a:t>
                </a:r>
                <a:r>
                  <a:rPr lang="pt-BR" sz="2100" spc="82" baseline="-19841" dirty="0">
                    <a:latin typeface="Calibri"/>
                    <a:cs typeface="Calibri"/>
                  </a:rPr>
                  <a:t> </a:t>
                </a:r>
                <a:r>
                  <a:rPr lang="pt-BR" sz="2100" spc="-75" baseline="-19841" dirty="0">
                    <a:latin typeface="Cambria Math"/>
                    <a:cs typeface="Cambria Math"/>
                  </a:rPr>
                  <a:t>𝒚</a:t>
                </a:r>
                <a:endParaRPr lang="pt-BR" sz="2100" baseline="-19841" dirty="0">
                  <a:latin typeface="Cambria Math"/>
                  <a:cs typeface="Cambria Math"/>
                </a:endParaRPr>
              </a:p>
              <a:p>
                <a:pPr algn="ctr">
                  <a:lnSpc>
                    <a:spcPct val="100000"/>
                  </a:lnSpc>
                  <a:spcBef>
                    <a:spcPts val="550"/>
                  </a:spcBef>
                </a:pPr>
                <a:r>
                  <a:rPr lang="pt-BR" sz="1400" dirty="0">
                    <a:latin typeface="Calibri"/>
                    <a:cs typeface="Calibri"/>
                  </a:rPr>
                  <a:t>e</a:t>
                </a:r>
                <a:r>
                  <a:rPr lang="pt-BR" sz="1400" spc="-1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1400" b="1" i="1" spc="-1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1400" b="1" i="1" spc="-10" smtClean="0">
                            <a:latin typeface="Cambria Math" panose="02040503050406030204" pitchFamily="18" charset="0"/>
                            <a:cs typeface="Calibri"/>
                          </a:rPr>
                          <m:t>𝒚</m:t>
                        </m:r>
                      </m:e>
                    </m:acc>
                    <m:r>
                      <a:rPr lang="pt-BR" sz="1400" b="0" i="1" dirty="0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pt-BR" sz="1400" dirty="0">
                    <a:latin typeface="Cambria Math"/>
                    <a:cs typeface="Cambria Math"/>
                  </a:rPr>
                  <a:t>∈</a:t>
                </a:r>
                <a:r>
                  <a:rPr lang="pt-BR" sz="1400" spc="90" dirty="0">
                    <a:latin typeface="Cambria Math"/>
                    <a:cs typeface="Cambria Math"/>
                  </a:rPr>
                  <a:t> </a:t>
                </a:r>
                <a:r>
                  <a:rPr lang="pt-BR" sz="1400" spc="-20" dirty="0">
                    <a:latin typeface="Cambria Math"/>
                    <a:cs typeface="Cambria Math"/>
                  </a:rPr>
                  <a:t>ℝ</a:t>
                </a:r>
                <a:r>
                  <a:rPr lang="pt-BR" sz="1500" spc="-30" baseline="27777" dirty="0">
                    <a:latin typeface="Cambria Math"/>
                    <a:cs typeface="Cambria Math"/>
                  </a:rPr>
                  <a:t>N×𝟏</a:t>
                </a:r>
                <a:endParaRPr sz="1500" baseline="27777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230" y="2197354"/>
                <a:ext cx="1256030" cy="691215"/>
              </a:xfrm>
              <a:prstGeom prst="rect">
                <a:avLst/>
              </a:prstGeom>
              <a:blipFill>
                <a:blip r:embed="rId2"/>
                <a:stretch>
                  <a:fillRect l="-5825" t="-10526" r="-5340" b="-114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bject 30"/>
          <p:cNvSpPr/>
          <p:nvPr/>
        </p:nvSpPr>
        <p:spPr>
          <a:xfrm>
            <a:off x="9906000" y="2404998"/>
            <a:ext cx="770890" cy="370840"/>
          </a:xfrm>
          <a:custGeom>
            <a:avLst/>
            <a:gdLst/>
            <a:ahLst/>
            <a:cxnLst/>
            <a:rect l="l" t="t" r="r" b="b"/>
            <a:pathLst>
              <a:path w="770890" h="370839">
                <a:moveTo>
                  <a:pt x="52450" y="301498"/>
                </a:moveTo>
                <a:lnTo>
                  <a:pt x="0" y="368680"/>
                </a:lnTo>
                <a:lnTo>
                  <a:pt x="85217" y="370331"/>
                </a:lnTo>
                <a:lnTo>
                  <a:pt x="72823" y="344297"/>
                </a:lnTo>
                <a:lnTo>
                  <a:pt x="58674" y="344297"/>
                </a:lnTo>
                <a:lnTo>
                  <a:pt x="56006" y="338581"/>
                </a:lnTo>
                <a:lnTo>
                  <a:pt x="67501" y="333114"/>
                </a:lnTo>
                <a:lnTo>
                  <a:pt x="52450" y="301498"/>
                </a:lnTo>
                <a:close/>
              </a:path>
              <a:path w="770890" h="370839">
                <a:moveTo>
                  <a:pt x="67501" y="333114"/>
                </a:moveTo>
                <a:lnTo>
                  <a:pt x="56006" y="338581"/>
                </a:lnTo>
                <a:lnTo>
                  <a:pt x="58674" y="344297"/>
                </a:lnTo>
                <a:lnTo>
                  <a:pt x="70212" y="338811"/>
                </a:lnTo>
                <a:lnTo>
                  <a:pt x="67501" y="333114"/>
                </a:lnTo>
                <a:close/>
              </a:path>
              <a:path w="770890" h="370839">
                <a:moveTo>
                  <a:pt x="70212" y="338811"/>
                </a:moveTo>
                <a:lnTo>
                  <a:pt x="58674" y="344297"/>
                </a:lnTo>
                <a:lnTo>
                  <a:pt x="72823" y="344297"/>
                </a:lnTo>
                <a:lnTo>
                  <a:pt x="70212" y="338811"/>
                </a:lnTo>
                <a:close/>
              </a:path>
              <a:path w="770890" h="370839">
                <a:moveTo>
                  <a:pt x="767842" y="0"/>
                </a:moveTo>
                <a:lnTo>
                  <a:pt x="67501" y="333114"/>
                </a:lnTo>
                <a:lnTo>
                  <a:pt x="70212" y="338811"/>
                </a:lnTo>
                <a:lnTo>
                  <a:pt x="770635" y="5841"/>
                </a:lnTo>
                <a:lnTo>
                  <a:pt x="76784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3D1DE87E-DC6B-11FC-DDE1-AF6AA90A93FF}"/>
                  </a:ext>
                </a:extLst>
              </p:cNvPr>
              <p:cNvSpPr txBox="1"/>
              <p:nvPr/>
            </p:nvSpPr>
            <p:spPr>
              <a:xfrm>
                <a:off x="1619979" y="2293265"/>
                <a:ext cx="9110251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d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nary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3D1DE87E-DC6B-11FC-DDE1-AF6AA90A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979" y="2293265"/>
                <a:ext cx="9110251" cy="12119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6F0A1FC-0B12-E64B-B8B7-036D8B249EDF}"/>
                  </a:ext>
                </a:extLst>
              </p:cNvPr>
              <p:cNvSpPr txBox="1"/>
              <p:nvPr/>
            </p:nvSpPr>
            <p:spPr>
              <a:xfrm>
                <a:off x="4541001" y="5890082"/>
                <a:ext cx="2871235" cy="836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6F0A1FC-0B12-E64B-B8B7-036D8B249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001" y="5890082"/>
                <a:ext cx="2871235" cy="8361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26891" y="413131"/>
            <a:ext cx="8212455" cy="6235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Observações</a:t>
            </a:r>
            <a:endParaRPr sz="4400" dirty="0">
              <a:latin typeface="Calibri Light"/>
              <a:cs typeface="Calibr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50" dirty="0">
              <a:latin typeface="Calibri Light"/>
              <a:cs typeface="Calibri Light"/>
            </a:endParaRPr>
          </a:p>
          <a:p>
            <a:pPr marL="241300" marR="291465" indent="-228600">
              <a:lnSpc>
                <a:spcPct val="70000"/>
              </a:lnSpc>
              <a:buFont typeface="Arial"/>
              <a:buChar char="•"/>
              <a:tabLst>
                <a:tab pos="241300" algn="l"/>
                <a:tab pos="5229860" algn="l"/>
                <a:tab pos="5533390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vimos,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função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discriminante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spc="-50" dirty="0">
                <a:latin typeface="Cambria Math"/>
                <a:cs typeface="Cambria Math"/>
              </a:rPr>
              <a:t>𝒙</a:t>
            </a:r>
            <a:r>
              <a:rPr lang="pt-BR" sz="2400" spc="-50" dirty="0">
                <a:latin typeface="Cambria Math"/>
                <a:cs typeface="Cambria Math"/>
              </a:rPr>
              <a:t>)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 </a:t>
            </a:r>
            <a:r>
              <a:rPr sz="2400" spc="-10" dirty="0">
                <a:latin typeface="Calibri"/>
                <a:cs typeface="Calibri"/>
              </a:rPr>
              <a:t>também </a:t>
            </a:r>
            <a:r>
              <a:rPr sz="2400" dirty="0">
                <a:latin typeface="Calibri"/>
                <a:cs typeface="Calibri"/>
              </a:rPr>
              <a:t>assumir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polinômio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vezes,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não </a:t>
            </a:r>
            <a:r>
              <a:rPr sz="2400" dirty="0">
                <a:latin typeface="Calibri"/>
                <a:cs typeface="Calibri"/>
              </a:rPr>
              <a:t>sabemos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melhor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ordem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polinômio.</a:t>
            </a:r>
            <a:endParaRPr sz="2400" dirty="0">
              <a:latin typeface="Calibri"/>
              <a:cs typeface="Calibri"/>
            </a:endParaRPr>
          </a:p>
          <a:p>
            <a:pPr marL="241300" marR="54419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nós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discutimos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regressão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linear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modelos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regressão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logística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usando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polinômios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também </a:t>
            </a:r>
            <a:r>
              <a:rPr sz="2400" dirty="0">
                <a:latin typeface="Calibri"/>
                <a:cs typeface="Calibri"/>
              </a:rPr>
              <a:t>estão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sujeitos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ocorrência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sobreajuste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subajuste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1830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primeira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falta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flexibilidade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usada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faz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o</a:t>
            </a:r>
            <a:endParaRPr sz="2000" dirty="0">
              <a:latin typeface="Calibri"/>
              <a:cs typeface="Calibri"/>
            </a:endParaRPr>
          </a:p>
          <a:p>
            <a:pPr marL="698500">
              <a:lnSpc>
                <a:spcPts val="1935"/>
              </a:lnSpc>
            </a:pPr>
            <a:r>
              <a:rPr sz="2000" dirty="0">
                <a:latin typeface="Calibri"/>
                <a:cs typeface="Calibri"/>
              </a:rPr>
              <a:t>erro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classificação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seja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alto.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1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segunda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flexibilidade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excessiva</a:t>
            </a: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(explorando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um </a:t>
            </a:r>
            <a:r>
              <a:rPr sz="2000" dirty="0">
                <a:latin typeface="Calibri"/>
                <a:cs typeface="Calibri"/>
              </a:rPr>
              <a:t>polinômio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elevada)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dá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origem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contorções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fronteira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de </a:t>
            </a:r>
            <a:r>
              <a:rPr sz="2000" b="1" i="1" dirty="0">
                <a:latin typeface="Calibri"/>
                <a:cs typeface="Calibri"/>
              </a:rPr>
              <a:t>decisão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tentativa</a:t>
            </a:r>
            <a:r>
              <a:rPr sz="2000" dirty="0">
                <a:latin typeface="Calibri"/>
                <a:cs typeface="Calibri"/>
              </a:rPr>
              <a:t> 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minimizar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classificação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junto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dados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treinamento.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Porém,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ficou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susceptível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erros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classificação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dados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inéditos,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seja,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irá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generalizar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bem.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175"/>
              </a:lnSpc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Já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última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mostra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seria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hipótese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classificação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301625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241744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isso,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técnicas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regularização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LASSO,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Ridge,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Elastic- </a:t>
            </a:r>
            <a:r>
              <a:rPr sz="2400" dirty="0">
                <a:latin typeface="Calibri"/>
                <a:cs typeface="Calibri"/>
              </a:rPr>
              <a:t>Net,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Early-</a:t>
            </a:r>
            <a:r>
              <a:rPr sz="2400" dirty="0">
                <a:latin typeface="Calibri"/>
                <a:cs typeface="Calibri"/>
              </a:rPr>
              <a:t>stopping)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validação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cruzada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também </a:t>
            </a:r>
            <a:r>
              <a:rPr sz="2400" dirty="0">
                <a:latin typeface="Calibri"/>
                <a:cs typeface="Calibri"/>
              </a:rPr>
              <a:t>podem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empregadas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não </a:t>
            </a:r>
            <a:r>
              <a:rPr sz="2400" dirty="0">
                <a:latin typeface="Calibri"/>
                <a:cs typeface="Calibri"/>
              </a:rPr>
              <a:t>conhecemos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melhor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polinômio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função </a:t>
            </a:r>
            <a:r>
              <a:rPr sz="2400" b="1" i="1" dirty="0">
                <a:latin typeface="Calibri"/>
                <a:cs typeface="Calibri"/>
              </a:rPr>
              <a:t>discriminante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𝑔</a:t>
            </a:r>
            <a:r>
              <a:rPr lang="pt-BR" sz="2400" spc="-50" dirty="0">
                <a:latin typeface="Cambria Math"/>
                <a:cs typeface="Cambria Math"/>
              </a:rPr>
              <a:t>(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lang="pt-BR" sz="2400" dirty="0">
                <a:latin typeface="Cambria Math"/>
                <a:cs typeface="Cambria Math"/>
              </a:rPr>
              <a:t>)</a:t>
            </a:r>
            <a:r>
              <a:rPr sz="2400" spc="45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66834" y="4866639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255570" y="1765147"/>
                </a:moveTo>
                <a:lnTo>
                  <a:pt x="2231059" y="1750847"/>
                </a:lnTo>
                <a:lnTo>
                  <a:pt x="166751" y="1750847"/>
                </a:lnTo>
                <a:lnTo>
                  <a:pt x="166751" y="81153"/>
                </a:lnTo>
                <a:lnTo>
                  <a:pt x="166751" y="35560"/>
                </a:lnTo>
                <a:lnTo>
                  <a:pt x="166801" y="81254"/>
                </a:lnTo>
                <a:lnTo>
                  <a:pt x="190119" y="121285"/>
                </a:lnTo>
                <a:lnTo>
                  <a:pt x="194183" y="128143"/>
                </a:lnTo>
                <a:lnTo>
                  <a:pt x="202946" y="130429"/>
                </a:lnTo>
                <a:lnTo>
                  <a:pt x="216535" y="122428"/>
                </a:lnTo>
                <a:lnTo>
                  <a:pt x="218821" y="113665"/>
                </a:lnTo>
                <a:lnTo>
                  <a:pt x="169037" y="28321"/>
                </a:lnTo>
                <a:lnTo>
                  <a:pt x="152527" y="0"/>
                </a:lnTo>
                <a:lnTo>
                  <a:pt x="86233" y="113665"/>
                </a:lnTo>
                <a:lnTo>
                  <a:pt x="88519" y="122428"/>
                </a:lnTo>
                <a:lnTo>
                  <a:pt x="95250" y="126492"/>
                </a:lnTo>
                <a:lnTo>
                  <a:pt x="102108" y="130429"/>
                </a:lnTo>
                <a:lnTo>
                  <a:pt x="110871" y="128143"/>
                </a:lnTo>
                <a:lnTo>
                  <a:pt x="114808" y="121285"/>
                </a:lnTo>
                <a:lnTo>
                  <a:pt x="138176" y="81254"/>
                </a:lnTo>
                <a:lnTo>
                  <a:pt x="138176" y="1750847"/>
                </a:lnTo>
                <a:lnTo>
                  <a:pt x="0" y="1750847"/>
                </a:lnTo>
                <a:lnTo>
                  <a:pt x="0" y="1779422"/>
                </a:lnTo>
                <a:lnTo>
                  <a:pt x="138176" y="1779422"/>
                </a:lnTo>
                <a:lnTo>
                  <a:pt x="138176" y="1899716"/>
                </a:lnTo>
                <a:lnTo>
                  <a:pt x="166751" y="1899716"/>
                </a:lnTo>
                <a:lnTo>
                  <a:pt x="166751" y="1779422"/>
                </a:lnTo>
                <a:lnTo>
                  <a:pt x="2231085" y="1779422"/>
                </a:lnTo>
                <a:lnTo>
                  <a:pt x="2255570" y="1765147"/>
                </a:lnTo>
                <a:close/>
              </a:path>
              <a:path w="2312670" h="1899920">
                <a:moveTo>
                  <a:pt x="2312289" y="1765134"/>
                </a:moveTo>
                <a:lnTo>
                  <a:pt x="2287803" y="1750847"/>
                </a:lnTo>
                <a:lnTo>
                  <a:pt x="2198624" y="1698815"/>
                </a:lnTo>
                <a:lnTo>
                  <a:pt x="2189861" y="1701114"/>
                </a:lnTo>
                <a:lnTo>
                  <a:pt x="2185924" y="1707934"/>
                </a:lnTo>
                <a:lnTo>
                  <a:pt x="2181860" y="1714754"/>
                </a:lnTo>
                <a:lnTo>
                  <a:pt x="2184273" y="1723504"/>
                </a:lnTo>
                <a:lnTo>
                  <a:pt x="2255583" y="1765134"/>
                </a:lnTo>
                <a:lnTo>
                  <a:pt x="2184273" y="1806778"/>
                </a:lnTo>
                <a:lnTo>
                  <a:pt x="2181860" y="1815528"/>
                </a:lnTo>
                <a:lnTo>
                  <a:pt x="2185924" y="1822348"/>
                </a:lnTo>
                <a:lnTo>
                  <a:pt x="2189861" y="1829155"/>
                </a:lnTo>
                <a:lnTo>
                  <a:pt x="2198624" y="1831467"/>
                </a:lnTo>
                <a:lnTo>
                  <a:pt x="2287816" y="1779422"/>
                </a:lnTo>
                <a:lnTo>
                  <a:pt x="2312289" y="17651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73717" y="4726635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05666" y="6526783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21490" y="6634988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1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652952" y="4860416"/>
            <a:ext cx="2089150" cy="1692910"/>
            <a:chOff x="9652952" y="4860416"/>
            <a:chExt cx="2089150" cy="1692910"/>
          </a:xfrm>
        </p:grpSpPr>
        <p:sp>
          <p:nvSpPr>
            <p:cNvPr id="10" name="object 10"/>
            <p:cNvSpPr/>
            <p:nvPr/>
          </p:nvSpPr>
          <p:spPr>
            <a:xfrm>
              <a:off x="10290175" y="5417819"/>
              <a:ext cx="157480" cy="328295"/>
            </a:xfrm>
            <a:custGeom>
              <a:avLst/>
              <a:gdLst/>
              <a:ahLst/>
              <a:cxnLst/>
              <a:rect l="l" t="t" r="r" b="b"/>
              <a:pathLst>
                <a:path w="157479" h="328295">
                  <a:moveTo>
                    <a:pt x="0" y="61340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0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1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0"/>
                  </a:lnTo>
                  <a:close/>
                </a:path>
                <a:path w="157479" h="328295">
                  <a:moveTo>
                    <a:pt x="7747" y="266915"/>
                  </a:moveTo>
                  <a:lnTo>
                    <a:pt x="13628" y="243034"/>
                  </a:lnTo>
                  <a:lnTo>
                    <a:pt x="29654" y="223532"/>
                  </a:lnTo>
                  <a:lnTo>
                    <a:pt x="53395" y="210383"/>
                  </a:lnTo>
                  <a:lnTo>
                    <a:pt x="82423" y="205562"/>
                  </a:lnTo>
                  <a:lnTo>
                    <a:pt x="111504" y="210383"/>
                  </a:lnTo>
                  <a:lnTo>
                    <a:pt x="135239" y="223532"/>
                  </a:lnTo>
                  <a:lnTo>
                    <a:pt x="151235" y="243034"/>
                  </a:lnTo>
                  <a:lnTo>
                    <a:pt x="157099" y="266915"/>
                  </a:lnTo>
                  <a:lnTo>
                    <a:pt x="151235" y="290797"/>
                  </a:lnTo>
                  <a:lnTo>
                    <a:pt x="135239" y="310299"/>
                  </a:lnTo>
                  <a:lnTo>
                    <a:pt x="111504" y="323447"/>
                  </a:lnTo>
                  <a:lnTo>
                    <a:pt x="82423" y="328269"/>
                  </a:lnTo>
                  <a:lnTo>
                    <a:pt x="53395" y="323447"/>
                  </a:lnTo>
                  <a:lnTo>
                    <a:pt x="29654" y="310299"/>
                  </a:lnTo>
                  <a:lnTo>
                    <a:pt x="13628" y="290797"/>
                  </a:lnTo>
                  <a:lnTo>
                    <a:pt x="7747" y="266915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9952" y="5534278"/>
              <a:ext cx="187451" cy="16075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160127" y="5784405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89">
                  <a:moveTo>
                    <a:pt x="0" y="61353"/>
                  </a:moveTo>
                  <a:lnTo>
                    <a:pt x="5863" y="37472"/>
                  </a:lnTo>
                  <a:lnTo>
                    <a:pt x="21859" y="17970"/>
                  </a:lnTo>
                  <a:lnTo>
                    <a:pt x="45594" y="4821"/>
                  </a:lnTo>
                  <a:lnTo>
                    <a:pt x="74675" y="0"/>
                  </a:lnTo>
                  <a:lnTo>
                    <a:pt x="103703" y="4821"/>
                  </a:lnTo>
                  <a:lnTo>
                    <a:pt x="127444" y="17970"/>
                  </a:lnTo>
                  <a:lnTo>
                    <a:pt x="143470" y="37472"/>
                  </a:lnTo>
                  <a:lnTo>
                    <a:pt x="149351" y="61353"/>
                  </a:lnTo>
                  <a:lnTo>
                    <a:pt x="143470" y="85234"/>
                  </a:lnTo>
                  <a:lnTo>
                    <a:pt x="127444" y="104736"/>
                  </a:lnTo>
                  <a:lnTo>
                    <a:pt x="103703" y="117885"/>
                  </a:lnTo>
                  <a:lnTo>
                    <a:pt x="74675" y="122707"/>
                  </a:lnTo>
                  <a:lnTo>
                    <a:pt x="45594" y="117885"/>
                  </a:lnTo>
                  <a:lnTo>
                    <a:pt x="21859" y="104736"/>
                  </a:lnTo>
                  <a:lnTo>
                    <a:pt x="5863" y="85234"/>
                  </a:lnTo>
                  <a:lnTo>
                    <a:pt x="0" y="61353"/>
                  </a:lnTo>
                  <a:close/>
                </a:path>
              </a:pathLst>
            </a:custGeom>
            <a:ln w="38099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16743" y="5511545"/>
              <a:ext cx="187451" cy="16085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557637" y="5335904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89">
                  <a:moveTo>
                    <a:pt x="0" y="61341"/>
                  </a:moveTo>
                  <a:lnTo>
                    <a:pt x="5881" y="37451"/>
                  </a:lnTo>
                  <a:lnTo>
                    <a:pt x="21907" y="17954"/>
                  </a:lnTo>
                  <a:lnTo>
                    <a:pt x="45648" y="4816"/>
                  </a:lnTo>
                  <a:lnTo>
                    <a:pt x="74676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2" y="61341"/>
                  </a:lnTo>
                  <a:lnTo>
                    <a:pt x="143488" y="85177"/>
                  </a:lnTo>
                  <a:lnTo>
                    <a:pt x="127492" y="104679"/>
                  </a:lnTo>
                  <a:lnTo>
                    <a:pt x="103757" y="117848"/>
                  </a:lnTo>
                  <a:lnTo>
                    <a:pt x="74676" y="122682"/>
                  </a:lnTo>
                  <a:lnTo>
                    <a:pt x="45648" y="117848"/>
                  </a:lnTo>
                  <a:lnTo>
                    <a:pt x="21907" y="104679"/>
                  </a:lnTo>
                  <a:lnTo>
                    <a:pt x="5881" y="85177"/>
                  </a:lnTo>
                  <a:lnTo>
                    <a:pt x="0" y="61341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29189" y="5707532"/>
              <a:ext cx="187451" cy="1608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0677" y="5438012"/>
              <a:ext cx="187451" cy="16078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095357" y="5146039"/>
              <a:ext cx="676910" cy="898525"/>
            </a:xfrm>
            <a:custGeom>
              <a:avLst/>
              <a:gdLst/>
              <a:ahLst/>
              <a:cxnLst/>
              <a:rect l="l" t="t" r="r" b="b"/>
              <a:pathLst>
                <a:path w="676909" h="898525">
                  <a:moveTo>
                    <a:pt x="0" y="259334"/>
                  </a:moveTo>
                  <a:lnTo>
                    <a:pt x="5881" y="235497"/>
                  </a:lnTo>
                  <a:lnTo>
                    <a:pt x="21907" y="215995"/>
                  </a:lnTo>
                  <a:lnTo>
                    <a:pt x="45648" y="202826"/>
                  </a:lnTo>
                  <a:lnTo>
                    <a:pt x="74675" y="197993"/>
                  </a:lnTo>
                  <a:lnTo>
                    <a:pt x="103757" y="202826"/>
                  </a:lnTo>
                  <a:lnTo>
                    <a:pt x="127492" y="215995"/>
                  </a:lnTo>
                  <a:lnTo>
                    <a:pt x="143488" y="235497"/>
                  </a:lnTo>
                  <a:lnTo>
                    <a:pt x="149351" y="259334"/>
                  </a:lnTo>
                  <a:lnTo>
                    <a:pt x="143488" y="283243"/>
                  </a:lnTo>
                  <a:lnTo>
                    <a:pt x="127492" y="302783"/>
                  </a:lnTo>
                  <a:lnTo>
                    <a:pt x="103757" y="315966"/>
                  </a:lnTo>
                  <a:lnTo>
                    <a:pt x="74675" y="320802"/>
                  </a:lnTo>
                  <a:lnTo>
                    <a:pt x="45648" y="315966"/>
                  </a:lnTo>
                  <a:lnTo>
                    <a:pt x="21907" y="302783"/>
                  </a:lnTo>
                  <a:lnTo>
                    <a:pt x="5881" y="283243"/>
                  </a:lnTo>
                  <a:lnTo>
                    <a:pt x="0" y="259334"/>
                  </a:lnTo>
                  <a:close/>
                </a:path>
                <a:path w="676909" h="898525">
                  <a:moveTo>
                    <a:pt x="527558" y="61341"/>
                  </a:moveTo>
                  <a:lnTo>
                    <a:pt x="533439" y="37451"/>
                  </a:lnTo>
                  <a:lnTo>
                    <a:pt x="549465" y="17954"/>
                  </a:lnTo>
                  <a:lnTo>
                    <a:pt x="573206" y="4816"/>
                  </a:lnTo>
                  <a:lnTo>
                    <a:pt x="602234" y="0"/>
                  </a:lnTo>
                  <a:lnTo>
                    <a:pt x="631315" y="4816"/>
                  </a:lnTo>
                  <a:lnTo>
                    <a:pt x="655050" y="17954"/>
                  </a:lnTo>
                  <a:lnTo>
                    <a:pt x="671046" y="37451"/>
                  </a:lnTo>
                  <a:lnTo>
                    <a:pt x="676910" y="61341"/>
                  </a:lnTo>
                  <a:lnTo>
                    <a:pt x="671046" y="85230"/>
                  </a:lnTo>
                  <a:lnTo>
                    <a:pt x="655050" y="104727"/>
                  </a:lnTo>
                  <a:lnTo>
                    <a:pt x="631315" y="117865"/>
                  </a:lnTo>
                  <a:lnTo>
                    <a:pt x="602234" y="122682"/>
                  </a:lnTo>
                  <a:lnTo>
                    <a:pt x="573206" y="117865"/>
                  </a:lnTo>
                  <a:lnTo>
                    <a:pt x="549465" y="104727"/>
                  </a:lnTo>
                  <a:lnTo>
                    <a:pt x="533439" y="85230"/>
                  </a:lnTo>
                  <a:lnTo>
                    <a:pt x="527558" y="61341"/>
                  </a:lnTo>
                  <a:close/>
                </a:path>
                <a:path w="676909" h="898525">
                  <a:moveTo>
                    <a:pt x="303529" y="836676"/>
                  </a:moveTo>
                  <a:lnTo>
                    <a:pt x="309411" y="812796"/>
                  </a:lnTo>
                  <a:lnTo>
                    <a:pt x="325437" y="793299"/>
                  </a:lnTo>
                  <a:lnTo>
                    <a:pt x="349178" y="780154"/>
                  </a:lnTo>
                  <a:lnTo>
                    <a:pt x="378206" y="775335"/>
                  </a:lnTo>
                  <a:lnTo>
                    <a:pt x="407287" y="780154"/>
                  </a:lnTo>
                  <a:lnTo>
                    <a:pt x="431022" y="793299"/>
                  </a:lnTo>
                  <a:lnTo>
                    <a:pt x="447018" y="812796"/>
                  </a:lnTo>
                  <a:lnTo>
                    <a:pt x="452882" y="836676"/>
                  </a:lnTo>
                  <a:lnTo>
                    <a:pt x="447018" y="860557"/>
                  </a:lnTo>
                  <a:lnTo>
                    <a:pt x="431022" y="880059"/>
                  </a:lnTo>
                  <a:lnTo>
                    <a:pt x="407287" y="893208"/>
                  </a:lnTo>
                  <a:lnTo>
                    <a:pt x="378206" y="898029"/>
                  </a:lnTo>
                  <a:lnTo>
                    <a:pt x="349178" y="893208"/>
                  </a:lnTo>
                  <a:lnTo>
                    <a:pt x="325437" y="880059"/>
                  </a:lnTo>
                  <a:lnTo>
                    <a:pt x="309411" y="860557"/>
                  </a:lnTo>
                  <a:lnTo>
                    <a:pt x="303529" y="836676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44454" y="5619508"/>
              <a:ext cx="187451" cy="16079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403332" y="5196458"/>
              <a:ext cx="1030605" cy="941705"/>
            </a:xfrm>
            <a:custGeom>
              <a:avLst/>
              <a:gdLst/>
              <a:ahLst/>
              <a:cxnLst/>
              <a:rect l="l" t="t" r="r" b="b"/>
              <a:pathLst>
                <a:path w="1030604" h="941704">
                  <a:moveTo>
                    <a:pt x="592709" y="551065"/>
                  </a:moveTo>
                  <a:lnTo>
                    <a:pt x="598572" y="527184"/>
                  </a:lnTo>
                  <a:lnTo>
                    <a:pt x="614568" y="507682"/>
                  </a:lnTo>
                  <a:lnTo>
                    <a:pt x="638303" y="494533"/>
                  </a:lnTo>
                  <a:lnTo>
                    <a:pt x="667385" y="489712"/>
                  </a:lnTo>
                  <a:lnTo>
                    <a:pt x="696412" y="494533"/>
                  </a:lnTo>
                  <a:lnTo>
                    <a:pt x="720153" y="507682"/>
                  </a:lnTo>
                  <a:lnTo>
                    <a:pt x="736179" y="527184"/>
                  </a:lnTo>
                  <a:lnTo>
                    <a:pt x="742061" y="551065"/>
                  </a:lnTo>
                  <a:lnTo>
                    <a:pt x="736179" y="574944"/>
                  </a:lnTo>
                  <a:lnTo>
                    <a:pt x="720153" y="594442"/>
                  </a:lnTo>
                  <a:lnTo>
                    <a:pt x="696412" y="607587"/>
                  </a:lnTo>
                  <a:lnTo>
                    <a:pt x="667385" y="612406"/>
                  </a:lnTo>
                  <a:lnTo>
                    <a:pt x="638303" y="607587"/>
                  </a:lnTo>
                  <a:lnTo>
                    <a:pt x="614568" y="594442"/>
                  </a:lnTo>
                  <a:lnTo>
                    <a:pt x="598572" y="574944"/>
                  </a:lnTo>
                  <a:lnTo>
                    <a:pt x="592709" y="551065"/>
                  </a:lnTo>
                  <a:close/>
                </a:path>
                <a:path w="1030604" h="941704">
                  <a:moveTo>
                    <a:pt x="779145" y="173355"/>
                  </a:moveTo>
                  <a:lnTo>
                    <a:pt x="785026" y="149465"/>
                  </a:lnTo>
                  <a:lnTo>
                    <a:pt x="801052" y="129968"/>
                  </a:lnTo>
                  <a:lnTo>
                    <a:pt x="824793" y="116830"/>
                  </a:lnTo>
                  <a:lnTo>
                    <a:pt x="853821" y="112014"/>
                  </a:lnTo>
                  <a:lnTo>
                    <a:pt x="882902" y="116830"/>
                  </a:lnTo>
                  <a:lnTo>
                    <a:pt x="906637" y="129968"/>
                  </a:lnTo>
                  <a:lnTo>
                    <a:pt x="922633" y="149465"/>
                  </a:lnTo>
                  <a:lnTo>
                    <a:pt x="928497" y="173355"/>
                  </a:lnTo>
                  <a:lnTo>
                    <a:pt x="922633" y="197244"/>
                  </a:lnTo>
                  <a:lnTo>
                    <a:pt x="906637" y="216741"/>
                  </a:lnTo>
                  <a:lnTo>
                    <a:pt x="882902" y="229879"/>
                  </a:lnTo>
                  <a:lnTo>
                    <a:pt x="853821" y="234696"/>
                  </a:lnTo>
                  <a:lnTo>
                    <a:pt x="824793" y="229879"/>
                  </a:lnTo>
                  <a:lnTo>
                    <a:pt x="801052" y="216741"/>
                  </a:lnTo>
                  <a:lnTo>
                    <a:pt x="785026" y="197244"/>
                  </a:lnTo>
                  <a:lnTo>
                    <a:pt x="779145" y="173355"/>
                  </a:lnTo>
                  <a:close/>
                </a:path>
                <a:path w="1030604" h="941704">
                  <a:moveTo>
                    <a:pt x="0" y="61341"/>
                  </a:moveTo>
                  <a:lnTo>
                    <a:pt x="5863" y="37504"/>
                  </a:lnTo>
                  <a:lnTo>
                    <a:pt x="21859" y="18002"/>
                  </a:lnTo>
                  <a:lnTo>
                    <a:pt x="45594" y="4833"/>
                  </a:lnTo>
                  <a:lnTo>
                    <a:pt x="74675" y="0"/>
                  </a:lnTo>
                  <a:lnTo>
                    <a:pt x="103757" y="4833"/>
                  </a:lnTo>
                  <a:lnTo>
                    <a:pt x="127492" y="18002"/>
                  </a:lnTo>
                  <a:lnTo>
                    <a:pt x="143488" y="37504"/>
                  </a:lnTo>
                  <a:lnTo>
                    <a:pt x="149351" y="61341"/>
                  </a:lnTo>
                  <a:lnTo>
                    <a:pt x="143488" y="85250"/>
                  </a:lnTo>
                  <a:lnTo>
                    <a:pt x="127492" y="104790"/>
                  </a:lnTo>
                  <a:lnTo>
                    <a:pt x="103757" y="117973"/>
                  </a:lnTo>
                  <a:lnTo>
                    <a:pt x="74675" y="122809"/>
                  </a:lnTo>
                  <a:lnTo>
                    <a:pt x="45594" y="117973"/>
                  </a:lnTo>
                  <a:lnTo>
                    <a:pt x="21859" y="104790"/>
                  </a:lnTo>
                  <a:lnTo>
                    <a:pt x="5863" y="85250"/>
                  </a:lnTo>
                  <a:lnTo>
                    <a:pt x="0" y="61341"/>
                  </a:lnTo>
                  <a:close/>
                </a:path>
                <a:path w="1030604" h="941704">
                  <a:moveTo>
                    <a:pt x="881126" y="729259"/>
                  </a:moveTo>
                  <a:lnTo>
                    <a:pt x="886989" y="705378"/>
                  </a:lnTo>
                  <a:lnTo>
                    <a:pt x="902985" y="685876"/>
                  </a:lnTo>
                  <a:lnTo>
                    <a:pt x="926720" y="672727"/>
                  </a:lnTo>
                  <a:lnTo>
                    <a:pt x="955801" y="667905"/>
                  </a:lnTo>
                  <a:lnTo>
                    <a:pt x="984883" y="672727"/>
                  </a:lnTo>
                  <a:lnTo>
                    <a:pt x="1008618" y="685876"/>
                  </a:lnTo>
                  <a:lnTo>
                    <a:pt x="1024614" y="705378"/>
                  </a:lnTo>
                  <a:lnTo>
                    <a:pt x="1030477" y="729259"/>
                  </a:lnTo>
                  <a:lnTo>
                    <a:pt x="1024614" y="753140"/>
                  </a:lnTo>
                  <a:lnTo>
                    <a:pt x="1008618" y="772642"/>
                  </a:lnTo>
                  <a:lnTo>
                    <a:pt x="984883" y="785791"/>
                  </a:lnTo>
                  <a:lnTo>
                    <a:pt x="955801" y="790613"/>
                  </a:lnTo>
                  <a:lnTo>
                    <a:pt x="926720" y="785791"/>
                  </a:lnTo>
                  <a:lnTo>
                    <a:pt x="902985" y="772642"/>
                  </a:lnTo>
                  <a:lnTo>
                    <a:pt x="886989" y="753140"/>
                  </a:lnTo>
                  <a:lnTo>
                    <a:pt x="881126" y="729259"/>
                  </a:lnTo>
                  <a:close/>
                </a:path>
                <a:path w="1030604" h="941704">
                  <a:moveTo>
                    <a:pt x="563118" y="748461"/>
                  </a:moveTo>
                  <a:lnTo>
                    <a:pt x="568981" y="724582"/>
                  </a:lnTo>
                  <a:lnTo>
                    <a:pt x="584977" y="705084"/>
                  </a:lnTo>
                  <a:lnTo>
                    <a:pt x="608712" y="691940"/>
                  </a:lnTo>
                  <a:lnTo>
                    <a:pt x="637794" y="687120"/>
                  </a:lnTo>
                  <a:lnTo>
                    <a:pt x="666821" y="691940"/>
                  </a:lnTo>
                  <a:lnTo>
                    <a:pt x="690562" y="705084"/>
                  </a:lnTo>
                  <a:lnTo>
                    <a:pt x="706588" y="724582"/>
                  </a:lnTo>
                  <a:lnTo>
                    <a:pt x="712470" y="748461"/>
                  </a:lnTo>
                  <a:lnTo>
                    <a:pt x="706588" y="772342"/>
                  </a:lnTo>
                  <a:lnTo>
                    <a:pt x="690562" y="791845"/>
                  </a:lnTo>
                  <a:lnTo>
                    <a:pt x="666821" y="804993"/>
                  </a:lnTo>
                  <a:lnTo>
                    <a:pt x="637794" y="809815"/>
                  </a:lnTo>
                  <a:lnTo>
                    <a:pt x="608712" y="804993"/>
                  </a:lnTo>
                  <a:lnTo>
                    <a:pt x="584977" y="791845"/>
                  </a:lnTo>
                  <a:lnTo>
                    <a:pt x="568981" y="772342"/>
                  </a:lnTo>
                  <a:lnTo>
                    <a:pt x="563118" y="748461"/>
                  </a:lnTo>
                  <a:close/>
                </a:path>
                <a:path w="1030604" h="941704">
                  <a:moveTo>
                    <a:pt x="399288" y="109347"/>
                  </a:moveTo>
                  <a:lnTo>
                    <a:pt x="405169" y="85457"/>
                  </a:lnTo>
                  <a:lnTo>
                    <a:pt x="421195" y="65960"/>
                  </a:lnTo>
                  <a:lnTo>
                    <a:pt x="444936" y="52822"/>
                  </a:lnTo>
                  <a:lnTo>
                    <a:pt x="473964" y="48006"/>
                  </a:lnTo>
                  <a:lnTo>
                    <a:pt x="503045" y="52822"/>
                  </a:lnTo>
                  <a:lnTo>
                    <a:pt x="526780" y="65960"/>
                  </a:lnTo>
                  <a:lnTo>
                    <a:pt x="542776" y="85457"/>
                  </a:lnTo>
                  <a:lnTo>
                    <a:pt x="548640" y="109347"/>
                  </a:lnTo>
                  <a:lnTo>
                    <a:pt x="542776" y="133183"/>
                  </a:lnTo>
                  <a:lnTo>
                    <a:pt x="526780" y="152685"/>
                  </a:lnTo>
                  <a:lnTo>
                    <a:pt x="503045" y="165854"/>
                  </a:lnTo>
                  <a:lnTo>
                    <a:pt x="473964" y="170688"/>
                  </a:lnTo>
                  <a:lnTo>
                    <a:pt x="444936" y="165854"/>
                  </a:lnTo>
                  <a:lnTo>
                    <a:pt x="421195" y="152685"/>
                  </a:lnTo>
                  <a:lnTo>
                    <a:pt x="405169" y="133183"/>
                  </a:lnTo>
                  <a:lnTo>
                    <a:pt x="399288" y="109347"/>
                  </a:lnTo>
                  <a:close/>
                </a:path>
                <a:path w="1030604" h="941704">
                  <a:moveTo>
                    <a:pt x="378206" y="880198"/>
                  </a:moveTo>
                  <a:lnTo>
                    <a:pt x="384069" y="856317"/>
                  </a:lnTo>
                  <a:lnTo>
                    <a:pt x="400065" y="836815"/>
                  </a:lnTo>
                  <a:lnTo>
                    <a:pt x="423800" y="823666"/>
                  </a:lnTo>
                  <a:lnTo>
                    <a:pt x="452882" y="818845"/>
                  </a:lnTo>
                  <a:lnTo>
                    <a:pt x="481963" y="823666"/>
                  </a:lnTo>
                  <a:lnTo>
                    <a:pt x="505698" y="836815"/>
                  </a:lnTo>
                  <a:lnTo>
                    <a:pt x="521694" y="856317"/>
                  </a:lnTo>
                  <a:lnTo>
                    <a:pt x="527558" y="880198"/>
                  </a:lnTo>
                  <a:lnTo>
                    <a:pt x="521694" y="904080"/>
                  </a:lnTo>
                  <a:lnTo>
                    <a:pt x="505698" y="923582"/>
                  </a:lnTo>
                  <a:lnTo>
                    <a:pt x="481963" y="936730"/>
                  </a:lnTo>
                  <a:lnTo>
                    <a:pt x="452882" y="941552"/>
                  </a:lnTo>
                  <a:lnTo>
                    <a:pt x="423800" y="936730"/>
                  </a:lnTo>
                  <a:lnTo>
                    <a:pt x="400065" y="923582"/>
                  </a:lnTo>
                  <a:lnTo>
                    <a:pt x="384069" y="904080"/>
                  </a:lnTo>
                  <a:lnTo>
                    <a:pt x="378206" y="880198"/>
                  </a:lnTo>
                  <a:close/>
                </a:path>
                <a:path w="1030604" h="941704">
                  <a:moveTo>
                    <a:pt x="592709" y="287528"/>
                  </a:moveTo>
                  <a:lnTo>
                    <a:pt x="598572" y="263691"/>
                  </a:lnTo>
                  <a:lnTo>
                    <a:pt x="614568" y="244189"/>
                  </a:lnTo>
                  <a:lnTo>
                    <a:pt x="638303" y="231020"/>
                  </a:lnTo>
                  <a:lnTo>
                    <a:pt x="667385" y="226187"/>
                  </a:lnTo>
                  <a:lnTo>
                    <a:pt x="696412" y="231020"/>
                  </a:lnTo>
                  <a:lnTo>
                    <a:pt x="720153" y="244189"/>
                  </a:lnTo>
                  <a:lnTo>
                    <a:pt x="736179" y="263691"/>
                  </a:lnTo>
                  <a:lnTo>
                    <a:pt x="742061" y="287528"/>
                  </a:lnTo>
                  <a:lnTo>
                    <a:pt x="736179" y="311437"/>
                  </a:lnTo>
                  <a:lnTo>
                    <a:pt x="720153" y="330977"/>
                  </a:lnTo>
                  <a:lnTo>
                    <a:pt x="696412" y="344160"/>
                  </a:lnTo>
                  <a:lnTo>
                    <a:pt x="667385" y="348996"/>
                  </a:lnTo>
                  <a:lnTo>
                    <a:pt x="638303" y="344160"/>
                  </a:lnTo>
                  <a:lnTo>
                    <a:pt x="614568" y="330977"/>
                  </a:lnTo>
                  <a:lnTo>
                    <a:pt x="598572" y="311437"/>
                  </a:lnTo>
                  <a:lnTo>
                    <a:pt x="592709" y="287528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750423" y="5827026"/>
              <a:ext cx="153670" cy="137795"/>
            </a:xfrm>
            <a:custGeom>
              <a:avLst/>
              <a:gdLst/>
              <a:ahLst/>
              <a:cxnLst/>
              <a:rect l="l" t="t" r="r" b="b"/>
              <a:pathLst>
                <a:path w="153670" h="137795">
                  <a:moveTo>
                    <a:pt x="0" y="35674"/>
                  </a:moveTo>
                  <a:lnTo>
                    <a:pt x="29336" y="0"/>
                  </a:lnTo>
                  <a:lnTo>
                    <a:pt x="76707" y="38963"/>
                  </a:lnTo>
                  <a:lnTo>
                    <a:pt x="124205" y="0"/>
                  </a:lnTo>
                  <a:lnTo>
                    <a:pt x="153416" y="35674"/>
                  </a:lnTo>
                  <a:lnTo>
                    <a:pt x="113029" y="68846"/>
                  </a:lnTo>
                  <a:lnTo>
                    <a:pt x="153416" y="102019"/>
                  </a:lnTo>
                  <a:lnTo>
                    <a:pt x="124205" y="137693"/>
                  </a:lnTo>
                  <a:lnTo>
                    <a:pt x="76707" y="98729"/>
                  </a:lnTo>
                  <a:lnTo>
                    <a:pt x="29336" y="137693"/>
                  </a:lnTo>
                  <a:lnTo>
                    <a:pt x="0" y="102019"/>
                  </a:lnTo>
                  <a:lnTo>
                    <a:pt x="40385" y="68846"/>
                  </a:lnTo>
                  <a:lnTo>
                    <a:pt x="0" y="35674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98900" y="4966906"/>
              <a:ext cx="182117" cy="16624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688957" y="5083301"/>
              <a:ext cx="1699895" cy="737235"/>
            </a:xfrm>
            <a:custGeom>
              <a:avLst/>
              <a:gdLst/>
              <a:ahLst/>
              <a:cxnLst/>
              <a:rect l="l" t="t" r="r" b="b"/>
              <a:pathLst>
                <a:path w="1699895" h="737235">
                  <a:moveTo>
                    <a:pt x="204597" y="176149"/>
                  </a:moveTo>
                  <a:lnTo>
                    <a:pt x="233934" y="140462"/>
                  </a:lnTo>
                  <a:lnTo>
                    <a:pt x="281432" y="179451"/>
                  </a:lnTo>
                  <a:lnTo>
                    <a:pt x="328802" y="140462"/>
                  </a:lnTo>
                  <a:lnTo>
                    <a:pt x="358140" y="176149"/>
                  </a:lnTo>
                  <a:lnTo>
                    <a:pt x="317753" y="209296"/>
                  </a:lnTo>
                  <a:lnTo>
                    <a:pt x="358140" y="242443"/>
                  </a:lnTo>
                  <a:lnTo>
                    <a:pt x="328802" y="278130"/>
                  </a:lnTo>
                  <a:lnTo>
                    <a:pt x="281432" y="239141"/>
                  </a:lnTo>
                  <a:lnTo>
                    <a:pt x="233934" y="278130"/>
                  </a:lnTo>
                  <a:lnTo>
                    <a:pt x="204597" y="242443"/>
                  </a:lnTo>
                  <a:lnTo>
                    <a:pt x="244983" y="209296"/>
                  </a:lnTo>
                  <a:lnTo>
                    <a:pt x="204597" y="176149"/>
                  </a:lnTo>
                  <a:close/>
                </a:path>
                <a:path w="1699895" h="737235">
                  <a:moveTo>
                    <a:pt x="21717" y="35687"/>
                  </a:moveTo>
                  <a:lnTo>
                    <a:pt x="51053" y="0"/>
                  </a:lnTo>
                  <a:lnTo>
                    <a:pt x="98551" y="38989"/>
                  </a:lnTo>
                  <a:lnTo>
                    <a:pt x="145923" y="0"/>
                  </a:lnTo>
                  <a:lnTo>
                    <a:pt x="175260" y="35687"/>
                  </a:lnTo>
                  <a:lnTo>
                    <a:pt x="134874" y="68834"/>
                  </a:lnTo>
                  <a:lnTo>
                    <a:pt x="175260" y="101981"/>
                  </a:lnTo>
                  <a:lnTo>
                    <a:pt x="145923" y="137668"/>
                  </a:lnTo>
                  <a:lnTo>
                    <a:pt x="98551" y="98679"/>
                  </a:lnTo>
                  <a:lnTo>
                    <a:pt x="51053" y="137668"/>
                  </a:lnTo>
                  <a:lnTo>
                    <a:pt x="21717" y="101981"/>
                  </a:lnTo>
                  <a:lnTo>
                    <a:pt x="62102" y="68834"/>
                  </a:lnTo>
                  <a:lnTo>
                    <a:pt x="21717" y="35687"/>
                  </a:lnTo>
                  <a:close/>
                </a:path>
                <a:path w="1699895" h="737235">
                  <a:moveTo>
                    <a:pt x="0" y="355600"/>
                  </a:moveTo>
                  <a:lnTo>
                    <a:pt x="29337" y="319913"/>
                  </a:lnTo>
                  <a:lnTo>
                    <a:pt x="76835" y="358902"/>
                  </a:lnTo>
                  <a:lnTo>
                    <a:pt x="124206" y="319913"/>
                  </a:lnTo>
                  <a:lnTo>
                    <a:pt x="153543" y="355600"/>
                  </a:lnTo>
                  <a:lnTo>
                    <a:pt x="113157" y="388747"/>
                  </a:lnTo>
                  <a:lnTo>
                    <a:pt x="153543" y="421894"/>
                  </a:lnTo>
                  <a:lnTo>
                    <a:pt x="124206" y="457581"/>
                  </a:lnTo>
                  <a:lnTo>
                    <a:pt x="76835" y="418592"/>
                  </a:lnTo>
                  <a:lnTo>
                    <a:pt x="29337" y="457581"/>
                  </a:lnTo>
                  <a:lnTo>
                    <a:pt x="0" y="421894"/>
                  </a:lnTo>
                  <a:lnTo>
                    <a:pt x="40386" y="388747"/>
                  </a:lnTo>
                  <a:lnTo>
                    <a:pt x="0" y="355600"/>
                  </a:lnTo>
                  <a:close/>
                </a:path>
                <a:path w="1699895" h="737235">
                  <a:moveTo>
                    <a:pt x="1546478" y="634657"/>
                  </a:moveTo>
                  <a:lnTo>
                    <a:pt x="1575816" y="598970"/>
                  </a:lnTo>
                  <a:lnTo>
                    <a:pt x="1623187" y="637946"/>
                  </a:lnTo>
                  <a:lnTo>
                    <a:pt x="1670685" y="598970"/>
                  </a:lnTo>
                  <a:lnTo>
                    <a:pt x="1699895" y="634657"/>
                  </a:lnTo>
                  <a:lnTo>
                    <a:pt x="1659636" y="667816"/>
                  </a:lnTo>
                  <a:lnTo>
                    <a:pt x="1699895" y="700989"/>
                  </a:lnTo>
                  <a:lnTo>
                    <a:pt x="1670685" y="736676"/>
                  </a:lnTo>
                  <a:lnTo>
                    <a:pt x="1623187" y="697699"/>
                  </a:lnTo>
                  <a:lnTo>
                    <a:pt x="1575816" y="736676"/>
                  </a:lnTo>
                  <a:lnTo>
                    <a:pt x="1546478" y="700989"/>
                  </a:lnTo>
                  <a:lnTo>
                    <a:pt x="1586865" y="667816"/>
                  </a:lnTo>
                  <a:lnTo>
                    <a:pt x="1546478" y="63465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58108" y="5601601"/>
              <a:ext cx="182118" cy="16626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972927" y="5213984"/>
              <a:ext cx="344170" cy="932180"/>
            </a:xfrm>
            <a:custGeom>
              <a:avLst/>
              <a:gdLst/>
              <a:ahLst/>
              <a:cxnLst/>
              <a:rect l="l" t="t" r="r" b="b"/>
              <a:pathLst>
                <a:path w="344170" h="932179">
                  <a:moveTo>
                    <a:pt x="0" y="61340"/>
                  </a:moveTo>
                  <a:lnTo>
                    <a:pt x="5881" y="37504"/>
                  </a:lnTo>
                  <a:lnTo>
                    <a:pt x="21907" y="18002"/>
                  </a:lnTo>
                  <a:lnTo>
                    <a:pt x="45648" y="4833"/>
                  </a:lnTo>
                  <a:lnTo>
                    <a:pt x="74675" y="0"/>
                  </a:lnTo>
                  <a:lnTo>
                    <a:pt x="103757" y="4833"/>
                  </a:lnTo>
                  <a:lnTo>
                    <a:pt x="127492" y="18002"/>
                  </a:lnTo>
                  <a:lnTo>
                    <a:pt x="143488" y="37504"/>
                  </a:lnTo>
                  <a:lnTo>
                    <a:pt x="149351" y="61340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1"/>
                  </a:lnTo>
                  <a:lnTo>
                    <a:pt x="45648" y="117865"/>
                  </a:lnTo>
                  <a:lnTo>
                    <a:pt x="21907" y="104727"/>
                  </a:lnTo>
                  <a:lnTo>
                    <a:pt x="5881" y="85230"/>
                  </a:lnTo>
                  <a:lnTo>
                    <a:pt x="0" y="61340"/>
                  </a:lnTo>
                  <a:close/>
                </a:path>
                <a:path w="344170" h="932179">
                  <a:moveTo>
                    <a:pt x="118364" y="870648"/>
                  </a:moveTo>
                  <a:lnTo>
                    <a:pt x="124227" y="846774"/>
                  </a:lnTo>
                  <a:lnTo>
                    <a:pt x="140223" y="827276"/>
                  </a:lnTo>
                  <a:lnTo>
                    <a:pt x="163958" y="814128"/>
                  </a:lnTo>
                  <a:lnTo>
                    <a:pt x="193040" y="809307"/>
                  </a:lnTo>
                  <a:lnTo>
                    <a:pt x="222121" y="814128"/>
                  </a:lnTo>
                  <a:lnTo>
                    <a:pt x="245856" y="827276"/>
                  </a:lnTo>
                  <a:lnTo>
                    <a:pt x="261852" y="846774"/>
                  </a:lnTo>
                  <a:lnTo>
                    <a:pt x="267716" y="870648"/>
                  </a:lnTo>
                  <a:lnTo>
                    <a:pt x="261852" y="894529"/>
                  </a:lnTo>
                  <a:lnTo>
                    <a:pt x="245856" y="914031"/>
                  </a:lnTo>
                  <a:lnTo>
                    <a:pt x="222121" y="927180"/>
                  </a:lnTo>
                  <a:lnTo>
                    <a:pt x="193040" y="932002"/>
                  </a:lnTo>
                  <a:lnTo>
                    <a:pt x="163958" y="927180"/>
                  </a:lnTo>
                  <a:lnTo>
                    <a:pt x="140223" y="914031"/>
                  </a:lnTo>
                  <a:lnTo>
                    <a:pt x="124227" y="894529"/>
                  </a:lnTo>
                  <a:lnTo>
                    <a:pt x="118364" y="870648"/>
                  </a:lnTo>
                  <a:close/>
                </a:path>
                <a:path w="344170" h="932179">
                  <a:moveTo>
                    <a:pt x="194564" y="364743"/>
                  </a:moveTo>
                  <a:lnTo>
                    <a:pt x="200445" y="340854"/>
                  </a:lnTo>
                  <a:lnTo>
                    <a:pt x="216471" y="321357"/>
                  </a:lnTo>
                  <a:lnTo>
                    <a:pt x="240212" y="308219"/>
                  </a:lnTo>
                  <a:lnTo>
                    <a:pt x="269240" y="303402"/>
                  </a:lnTo>
                  <a:lnTo>
                    <a:pt x="298321" y="308219"/>
                  </a:lnTo>
                  <a:lnTo>
                    <a:pt x="322056" y="321357"/>
                  </a:lnTo>
                  <a:lnTo>
                    <a:pt x="338052" y="340854"/>
                  </a:lnTo>
                  <a:lnTo>
                    <a:pt x="343916" y="364743"/>
                  </a:lnTo>
                  <a:lnTo>
                    <a:pt x="338052" y="388617"/>
                  </a:lnTo>
                  <a:lnTo>
                    <a:pt x="322056" y="408116"/>
                  </a:lnTo>
                  <a:lnTo>
                    <a:pt x="298321" y="421263"/>
                  </a:lnTo>
                  <a:lnTo>
                    <a:pt x="269240" y="426084"/>
                  </a:lnTo>
                  <a:lnTo>
                    <a:pt x="240212" y="421263"/>
                  </a:lnTo>
                  <a:lnTo>
                    <a:pt x="216471" y="408116"/>
                  </a:lnTo>
                  <a:lnTo>
                    <a:pt x="200445" y="388617"/>
                  </a:lnTo>
                  <a:lnTo>
                    <a:pt x="194564" y="364743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14560" y="5830760"/>
              <a:ext cx="855344" cy="513715"/>
            </a:xfrm>
            <a:custGeom>
              <a:avLst/>
              <a:gdLst/>
              <a:ahLst/>
              <a:cxnLst/>
              <a:rect l="l" t="t" r="r" b="b"/>
              <a:pathLst>
                <a:path w="855345" h="513714">
                  <a:moveTo>
                    <a:pt x="74168" y="35674"/>
                  </a:moveTo>
                  <a:lnTo>
                    <a:pt x="103505" y="0"/>
                  </a:lnTo>
                  <a:lnTo>
                    <a:pt x="150875" y="38963"/>
                  </a:lnTo>
                  <a:lnTo>
                    <a:pt x="198374" y="0"/>
                  </a:lnTo>
                  <a:lnTo>
                    <a:pt x="227584" y="35674"/>
                  </a:lnTo>
                  <a:lnTo>
                    <a:pt x="187325" y="68846"/>
                  </a:lnTo>
                  <a:lnTo>
                    <a:pt x="227584" y="102019"/>
                  </a:lnTo>
                  <a:lnTo>
                    <a:pt x="198374" y="137693"/>
                  </a:lnTo>
                  <a:lnTo>
                    <a:pt x="150875" y="98729"/>
                  </a:lnTo>
                  <a:lnTo>
                    <a:pt x="103505" y="137693"/>
                  </a:lnTo>
                  <a:lnTo>
                    <a:pt x="74168" y="102019"/>
                  </a:lnTo>
                  <a:lnTo>
                    <a:pt x="114554" y="68846"/>
                  </a:lnTo>
                  <a:lnTo>
                    <a:pt x="74168" y="35674"/>
                  </a:lnTo>
                  <a:close/>
                </a:path>
                <a:path w="855345" h="513714">
                  <a:moveTo>
                    <a:pt x="303784" y="241668"/>
                  </a:moveTo>
                  <a:lnTo>
                    <a:pt x="333121" y="205981"/>
                  </a:lnTo>
                  <a:lnTo>
                    <a:pt x="380619" y="244957"/>
                  </a:lnTo>
                  <a:lnTo>
                    <a:pt x="427990" y="205981"/>
                  </a:lnTo>
                  <a:lnTo>
                    <a:pt x="457326" y="241668"/>
                  </a:lnTo>
                  <a:lnTo>
                    <a:pt x="416941" y="274827"/>
                  </a:lnTo>
                  <a:lnTo>
                    <a:pt x="457326" y="308000"/>
                  </a:lnTo>
                  <a:lnTo>
                    <a:pt x="427990" y="343687"/>
                  </a:lnTo>
                  <a:lnTo>
                    <a:pt x="380619" y="304711"/>
                  </a:lnTo>
                  <a:lnTo>
                    <a:pt x="333121" y="343687"/>
                  </a:lnTo>
                  <a:lnTo>
                    <a:pt x="303784" y="308000"/>
                  </a:lnTo>
                  <a:lnTo>
                    <a:pt x="344170" y="274827"/>
                  </a:lnTo>
                  <a:lnTo>
                    <a:pt x="303784" y="241668"/>
                  </a:lnTo>
                  <a:close/>
                </a:path>
                <a:path w="855345" h="513714">
                  <a:moveTo>
                    <a:pt x="701421" y="411238"/>
                  </a:moveTo>
                  <a:lnTo>
                    <a:pt x="730758" y="375564"/>
                  </a:lnTo>
                  <a:lnTo>
                    <a:pt x="778129" y="414527"/>
                  </a:lnTo>
                  <a:lnTo>
                    <a:pt x="825626" y="375564"/>
                  </a:lnTo>
                  <a:lnTo>
                    <a:pt x="854837" y="411238"/>
                  </a:lnTo>
                  <a:lnTo>
                    <a:pt x="814578" y="444411"/>
                  </a:lnTo>
                  <a:lnTo>
                    <a:pt x="854837" y="477583"/>
                  </a:lnTo>
                  <a:lnTo>
                    <a:pt x="825626" y="513257"/>
                  </a:lnTo>
                  <a:lnTo>
                    <a:pt x="778129" y="474294"/>
                  </a:lnTo>
                  <a:lnTo>
                    <a:pt x="730758" y="513257"/>
                  </a:lnTo>
                  <a:lnTo>
                    <a:pt x="701421" y="477583"/>
                  </a:lnTo>
                  <a:lnTo>
                    <a:pt x="741807" y="444411"/>
                  </a:lnTo>
                  <a:lnTo>
                    <a:pt x="701421" y="411238"/>
                  </a:lnTo>
                  <a:close/>
                </a:path>
                <a:path w="855345" h="513714">
                  <a:moveTo>
                    <a:pt x="475234" y="391210"/>
                  </a:moveTo>
                  <a:lnTo>
                    <a:pt x="504444" y="355536"/>
                  </a:lnTo>
                  <a:lnTo>
                    <a:pt x="551942" y="394500"/>
                  </a:lnTo>
                  <a:lnTo>
                    <a:pt x="599313" y="355536"/>
                  </a:lnTo>
                  <a:lnTo>
                    <a:pt x="628650" y="391210"/>
                  </a:lnTo>
                  <a:lnTo>
                    <a:pt x="588264" y="424383"/>
                  </a:lnTo>
                  <a:lnTo>
                    <a:pt x="628650" y="457542"/>
                  </a:lnTo>
                  <a:lnTo>
                    <a:pt x="599313" y="493229"/>
                  </a:lnTo>
                  <a:lnTo>
                    <a:pt x="551942" y="454253"/>
                  </a:lnTo>
                  <a:lnTo>
                    <a:pt x="504444" y="493229"/>
                  </a:lnTo>
                  <a:lnTo>
                    <a:pt x="475234" y="457542"/>
                  </a:lnTo>
                  <a:lnTo>
                    <a:pt x="515620" y="424383"/>
                  </a:lnTo>
                  <a:lnTo>
                    <a:pt x="475234" y="391210"/>
                  </a:lnTo>
                  <a:close/>
                </a:path>
                <a:path w="855345" h="513714">
                  <a:moveTo>
                    <a:pt x="0" y="212953"/>
                  </a:moveTo>
                  <a:lnTo>
                    <a:pt x="29337" y="177279"/>
                  </a:lnTo>
                  <a:lnTo>
                    <a:pt x="76708" y="216242"/>
                  </a:lnTo>
                  <a:lnTo>
                    <a:pt x="124206" y="177279"/>
                  </a:lnTo>
                  <a:lnTo>
                    <a:pt x="153543" y="212953"/>
                  </a:lnTo>
                  <a:lnTo>
                    <a:pt x="113157" y="246125"/>
                  </a:lnTo>
                  <a:lnTo>
                    <a:pt x="153543" y="279298"/>
                  </a:lnTo>
                  <a:lnTo>
                    <a:pt x="124206" y="314972"/>
                  </a:lnTo>
                  <a:lnTo>
                    <a:pt x="76708" y="276009"/>
                  </a:lnTo>
                  <a:lnTo>
                    <a:pt x="29337" y="314972"/>
                  </a:lnTo>
                  <a:lnTo>
                    <a:pt x="0" y="279298"/>
                  </a:lnTo>
                  <a:lnTo>
                    <a:pt x="40386" y="246125"/>
                  </a:lnTo>
                  <a:lnTo>
                    <a:pt x="0" y="21295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64024" y="6247282"/>
              <a:ext cx="182118" cy="1662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81524" y="6219367"/>
              <a:ext cx="181991" cy="16626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667240" y="5814720"/>
              <a:ext cx="1116965" cy="723900"/>
            </a:xfrm>
            <a:custGeom>
              <a:avLst/>
              <a:gdLst/>
              <a:ahLst/>
              <a:cxnLst/>
              <a:rect l="l" t="t" r="r" b="b"/>
              <a:pathLst>
                <a:path w="1116965" h="723900">
                  <a:moveTo>
                    <a:pt x="273938" y="488823"/>
                  </a:moveTo>
                  <a:lnTo>
                    <a:pt x="303275" y="453148"/>
                  </a:lnTo>
                  <a:lnTo>
                    <a:pt x="350774" y="492112"/>
                  </a:lnTo>
                  <a:lnTo>
                    <a:pt x="398144" y="453148"/>
                  </a:lnTo>
                  <a:lnTo>
                    <a:pt x="427481" y="488823"/>
                  </a:lnTo>
                  <a:lnTo>
                    <a:pt x="387095" y="521995"/>
                  </a:lnTo>
                  <a:lnTo>
                    <a:pt x="427481" y="555167"/>
                  </a:lnTo>
                  <a:lnTo>
                    <a:pt x="398144" y="590842"/>
                  </a:lnTo>
                  <a:lnTo>
                    <a:pt x="350774" y="551878"/>
                  </a:lnTo>
                  <a:lnTo>
                    <a:pt x="303275" y="590842"/>
                  </a:lnTo>
                  <a:lnTo>
                    <a:pt x="273938" y="555167"/>
                  </a:lnTo>
                  <a:lnTo>
                    <a:pt x="314325" y="521995"/>
                  </a:lnTo>
                  <a:lnTo>
                    <a:pt x="273938" y="488823"/>
                  </a:lnTo>
                  <a:close/>
                </a:path>
                <a:path w="1116965" h="723900">
                  <a:moveTo>
                    <a:pt x="612393" y="621868"/>
                  </a:moveTo>
                  <a:lnTo>
                    <a:pt x="641730" y="586193"/>
                  </a:lnTo>
                  <a:lnTo>
                    <a:pt x="689101" y="625157"/>
                  </a:lnTo>
                  <a:lnTo>
                    <a:pt x="736600" y="586193"/>
                  </a:lnTo>
                  <a:lnTo>
                    <a:pt x="765936" y="621868"/>
                  </a:lnTo>
                  <a:lnTo>
                    <a:pt x="725551" y="655040"/>
                  </a:lnTo>
                  <a:lnTo>
                    <a:pt x="765936" y="688200"/>
                  </a:lnTo>
                  <a:lnTo>
                    <a:pt x="736600" y="723887"/>
                  </a:lnTo>
                  <a:lnTo>
                    <a:pt x="689101" y="684911"/>
                  </a:lnTo>
                  <a:lnTo>
                    <a:pt x="641730" y="723887"/>
                  </a:lnTo>
                  <a:lnTo>
                    <a:pt x="612393" y="688200"/>
                  </a:lnTo>
                  <a:lnTo>
                    <a:pt x="652779" y="655040"/>
                  </a:lnTo>
                  <a:lnTo>
                    <a:pt x="612393" y="621868"/>
                  </a:lnTo>
                  <a:close/>
                </a:path>
                <a:path w="1116965" h="723900">
                  <a:moveTo>
                    <a:pt x="0" y="35687"/>
                  </a:moveTo>
                  <a:lnTo>
                    <a:pt x="29336" y="0"/>
                  </a:lnTo>
                  <a:lnTo>
                    <a:pt x="76707" y="38976"/>
                  </a:lnTo>
                  <a:lnTo>
                    <a:pt x="124078" y="0"/>
                  </a:lnTo>
                  <a:lnTo>
                    <a:pt x="153415" y="35687"/>
                  </a:lnTo>
                  <a:lnTo>
                    <a:pt x="113029" y="68859"/>
                  </a:lnTo>
                  <a:lnTo>
                    <a:pt x="153415" y="102019"/>
                  </a:lnTo>
                  <a:lnTo>
                    <a:pt x="124078" y="137706"/>
                  </a:lnTo>
                  <a:lnTo>
                    <a:pt x="76707" y="98729"/>
                  </a:lnTo>
                  <a:lnTo>
                    <a:pt x="29336" y="137706"/>
                  </a:lnTo>
                  <a:lnTo>
                    <a:pt x="0" y="102019"/>
                  </a:lnTo>
                  <a:lnTo>
                    <a:pt x="40385" y="68859"/>
                  </a:lnTo>
                  <a:lnTo>
                    <a:pt x="0" y="35687"/>
                  </a:lnTo>
                  <a:close/>
                </a:path>
                <a:path w="1116965" h="723900">
                  <a:moveTo>
                    <a:pt x="963040" y="602881"/>
                  </a:moveTo>
                  <a:lnTo>
                    <a:pt x="992377" y="567207"/>
                  </a:lnTo>
                  <a:lnTo>
                    <a:pt x="1039749" y="606171"/>
                  </a:lnTo>
                  <a:lnTo>
                    <a:pt x="1087246" y="567207"/>
                  </a:lnTo>
                  <a:lnTo>
                    <a:pt x="1116583" y="602881"/>
                  </a:lnTo>
                  <a:lnTo>
                    <a:pt x="1076198" y="636054"/>
                  </a:lnTo>
                  <a:lnTo>
                    <a:pt x="1116583" y="669213"/>
                  </a:lnTo>
                  <a:lnTo>
                    <a:pt x="1087246" y="704900"/>
                  </a:lnTo>
                  <a:lnTo>
                    <a:pt x="1039749" y="665924"/>
                  </a:lnTo>
                  <a:lnTo>
                    <a:pt x="992377" y="704900"/>
                  </a:lnTo>
                  <a:lnTo>
                    <a:pt x="963040" y="669213"/>
                  </a:lnTo>
                  <a:lnTo>
                    <a:pt x="1003426" y="636054"/>
                  </a:lnTo>
                  <a:lnTo>
                    <a:pt x="963040" y="602881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55787" y="4866766"/>
              <a:ext cx="1779905" cy="1370330"/>
            </a:xfrm>
            <a:custGeom>
              <a:avLst/>
              <a:gdLst/>
              <a:ahLst/>
              <a:cxnLst/>
              <a:rect l="l" t="t" r="r" b="b"/>
              <a:pathLst>
                <a:path w="1779904" h="1370329">
                  <a:moveTo>
                    <a:pt x="466086" y="0"/>
                  </a:moveTo>
                  <a:lnTo>
                    <a:pt x="426563" y="44262"/>
                  </a:lnTo>
                  <a:lnTo>
                    <a:pt x="387294" y="88472"/>
                  </a:lnTo>
                  <a:lnTo>
                    <a:pt x="348532" y="132579"/>
                  </a:lnTo>
                  <a:lnTo>
                    <a:pt x="310532" y="176531"/>
                  </a:lnTo>
                  <a:lnTo>
                    <a:pt x="273544" y="220277"/>
                  </a:lnTo>
                  <a:lnTo>
                    <a:pt x="237824" y="263768"/>
                  </a:lnTo>
                  <a:lnTo>
                    <a:pt x="203622" y="306951"/>
                  </a:lnTo>
                  <a:lnTo>
                    <a:pt x="171192" y="349777"/>
                  </a:lnTo>
                  <a:lnTo>
                    <a:pt x="140788" y="392193"/>
                  </a:lnTo>
                  <a:lnTo>
                    <a:pt x="112661" y="434151"/>
                  </a:lnTo>
                  <a:lnTo>
                    <a:pt x="87065" y="475597"/>
                  </a:lnTo>
                  <a:lnTo>
                    <a:pt x="64253" y="516483"/>
                  </a:lnTo>
                  <a:lnTo>
                    <a:pt x="44478" y="556756"/>
                  </a:lnTo>
                  <a:lnTo>
                    <a:pt x="27992" y="596366"/>
                  </a:lnTo>
                  <a:lnTo>
                    <a:pt x="15048" y="635263"/>
                  </a:lnTo>
                  <a:lnTo>
                    <a:pt x="5899" y="673395"/>
                  </a:lnTo>
                  <a:lnTo>
                    <a:pt x="0" y="747160"/>
                  </a:lnTo>
                  <a:lnTo>
                    <a:pt x="3754" y="782693"/>
                  </a:lnTo>
                  <a:lnTo>
                    <a:pt x="25107" y="848451"/>
                  </a:lnTo>
                  <a:lnTo>
                    <a:pt x="66015" y="911812"/>
                  </a:lnTo>
                  <a:lnTo>
                    <a:pt x="93358" y="943682"/>
                  </a:lnTo>
                  <a:lnTo>
                    <a:pt x="124777" y="975483"/>
                  </a:lnTo>
                  <a:lnTo>
                    <a:pt x="159887" y="1007066"/>
                  </a:lnTo>
                  <a:lnTo>
                    <a:pt x="198300" y="1038283"/>
                  </a:lnTo>
                  <a:lnTo>
                    <a:pt x="239629" y="1068987"/>
                  </a:lnTo>
                  <a:lnTo>
                    <a:pt x="283488" y="1099029"/>
                  </a:lnTo>
                  <a:lnTo>
                    <a:pt x="329491" y="1128262"/>
                  </a:lnTo>
                  <a:lnTo>
                    <a:pt x="377250" y="1156538"/>
                  </a:lnTo>
                  <a:lnTo>
                    <a:pt x="426378" y="1183709"/>
                  </a:lnTo>
                  <a:lnTo>
                    <a:pt x="476490" y="1209627"/>
                  </a:lnTo>
                  <a:lnTo>
                    <a:pt x="527198" y="1234145"/>
                  </a:lnTo>
                  <a:lnTo>
                    <a:pt x="578115" y="1257114"/>
                  </a:lnTo>
                  <a:lnTo>
                    <a:pt x="628856" y="1278387"/>
                  </a:lnTo>
                  <a:lnTo>
                    <a:pt x="679032" y="1297816"/>
                  </a:lnTo>
                  <a:lnTo>
                    <a:pt x="728258" y="1315253"/>
                  </a:lnTo>
                  <a:lnTo>
                    <a:pt x="776146" y="1330550"/>
                  </a:lnTo>
                  <a:lnTo>
                    <a:pt x="822310" y="1343560"/>
                  </a:lnTo>
                  <a:lnTo>
                    <a:pt x="866363" y="1354134"/>
                  </a:lnTo>
                  <a:lnTo>
                    <a:pt x="907919" y="1362125"/>
                  </a:lnTo>
                  <a:lnTo>
                    <a:pt x="954201" y="1367954"/>
                  </a:lnTo>
                  <a:lnTo>
                    <a:pt x="1000082" y="1370209"/>
                  </a:lnTo>
                  <a:lnTo>
                    <a:pt x="1045627" y="1369146"/>
                  </a:lnTo>
                  <a:lnTo>
                    <a:pt x="1090897" y="1365023"/>
                  </a:lnTo>
                  <a:lnTo>
                    <a:pt x="1135954" y="1358094"/>
                  </a:lnTo>
                  <a:lnTo>
                    <a:pt x="1180863" y="1348615"/>
                  </a:lnTo>
                  <a:lnTo>
                    <a:pt x="1225684" y="1336844"/>
                  </a:lnTo>
                  <a:lnTo>
                    <a:pt x="1270481" y="1323034"/>
                  </a:lnTo>
                  <a:lnTo>
                    <a:pt x="1315315" y="1307444"/>
                  </a:lnTo>
                  <a:lnTo>
                    <a:pt x="1360251" y="1290327"/>
                  </a:lnTo>
                  <a:lnTo>
                    <a:pt x="1405350" y="1271942"/>
                  </a:lnTo>
                  <a:lnTo>
                    <a:pt x="1450674" y="1252542"/>
                  </a:lnTo>
                  <a:lnTo>
                    <a:pt x="1496287" y="1232385"/>
                  </a:lnTo>
                  <a:lnTo>
                    <a:pt x="1542251" y="1211726"/>
                  </a:lnTo>
                  <a:lnTo>
                    <a:pt x="1588628" y="1190822"/>
                  </a:lnTo>
                  <a:lnTo>
                    <a:pt x="1635480" y="1169927"/>
                  </a:lnTo>
                  <a:lnTo>
                    <a:pt x="1682872" y="1149299"/>
                  </a:lnTo>
                  <a:lnTo>
                    <a:pt x="1730864" y="1129193"/>
                  </a:lnTo>
                  <a:lnTo>
                    <a:pt x="1779520" y="1109865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9438386" y="511428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046"/>
                </a:moveTo>
                <a:lnTo>
                  <a:pt x="2287892" y="1750822"/>
                </a:lnTo>
                <a:lnTo>
                  <a:pt x="2198497" y="1698752"/>
                </a:lnTo>
                <a:lnTo>
                  <a:pt x="2189734" y="1701038"/>
                </a:lnTo>
                <a:lnTo>
                  <a:pt x="2185797" y="1707896"/>
                </a:lnTo>
                <a:lnTo>
                  <a:pt x="2181860" y="1714627"/>
                </a:lnTo>
                <a:lnTo>
                  <a:pt x="2184146" y="1723390"/>
                </a:lnTo>
                <a:lnTo>
                  <a:pt x="2191004" y="1727454"/>
                </a:lnTo>
                <a:lnTo>
                  <a:pt x="2231123" y="1750822"/>
                </a:lnTo>
                <a:lnTo>
                  <a:pt x="166738" y="1750822"/>
                </a:lnTo>
                <a:lnTo>
                  <a:pt x="166687" y="81153"/>
                </a:lnTo>
                <a:lnTo>
                  <a:pt x="194056" y="128016"/>
                </a:lnTo>
                <a:lnTo>
                  <a:pt x="202819" y="130302"/>
                </a:lnTo>
                <a:lnTo>
                  <a:pt x="209677" y="126365"/>
                </a:lnTo>
                <a:lnTo>
                  <a:pt x="216408" y="122428"/>
                </a:lnTo>
                <a:lnTo>
                  <a:pt x="218821" y="113665"/>
                </a:lnTo>
                <a:lnTo>
                  <a:pt x="214757" y="106807"/>
                </a:lnTo>
                <a:lnTo>
                  <a:pt x="168922" y="28321"/>
                </a:lnTo>
                <a:lnTo>
                  <a:pt x="152400" y="0"/>
                </a:lnTo>
                <a:lnTo>
                  <a:pt x="90043" y="106807"/>
                </a:lnTo>
                <a:lnTo>
                  <a:pt x="86106" y="113665"/>
                </a:lnTo>
                <a:lnTo>
                  <a:pt x="88392" y="122428"/>
                </a:lnTo>
                <a:lnTo>
                  <a:pt x="102108" y="130302"/>
                </a:lnTo>
                <a:lnTo>
                  <a:pt x="110744" y="128016"/>
                </a:lnTo>
                <a:lnTo>
                  <a:pt x="114808" y="121285"/>
                </a:lnTo>
                <a:lnTo>
                  <a:pt x="138112" y="81254"/>
                </a:lnTo>
                <a:lnTo>
                  <a:pt x="138176" y="28321"/>
                </a:lnTo>
                <a:lnTo>
                  <a:pt x="138176" y="81153"/>
                </a:lnTo>
                <a:lnTo>
                  <a:pt x="138176" y="1750822"/>
                </a:lnTo>
                <a:lnTo>
                  <a:pt x="0" y="1750822"/>
                </a:lnTo>
                <a:lnTo>
                  <a:pt x="0" y="1779397"/>
                </a:lnTo>
                <a:lnTo>
                  <a:pt x="138176" y="1779397"/>
                </a:lnTo>
                <a:lnTo>
                  <a:pt x="138176" y="1899666"/>
                </a:lnTo>
                <a:lnTo>
                  <a:pt x="166751" y="1899666"/>
                </a:lnTo>
                <a:lnTo>
                  <a:pt x="166738" y="1779397"/>
                </a:lnTo>
                <a:lnTo>
                  <a:pt x="2231009" y="1779397"/>
                </a:lnTo>
                <a:lnTo>
                  <a:pt x="2184146" y="1806702"/>
                </a:lnTo>
                <a:lnTo>
                  <a:pt x="2181860" y="1815465"/>
                </a:lnTo>
                <a:lnTo>
                  <a:pt x="2185797" y="1822323"/>
                </a:lnTo>
                <a:lnTo>
                  <a:pt x="2189734" y="1829054"/>
                </a:lnTo>
                <a:lnTo>
                  <a:pt x="2198497" y="1831340"/>
                </a:lnTo>
                <a:lnTo>
                  <a:pt x="2287676" y="1779397"/>
                </a:lnTo>
                <a:lnTo>
                  <a:pt x="2312289" y="17650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645395" y="386588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574530" y="611695"/>
            <a:ext cx="1849755" cy="1668145"/>
            <a:chOff x="9574530" y="611695"/>
            <a:chExt cx="1849755" cy="1668145"/>
          </a:xfrm>
        </p:grpSpPr>
        <p:sp>
          <p:nvSpPr>
            <p:cNvPr id="33" name="object 33"/>
            <p:cNvSpPr/>
            <p:nvPr/>
          </p:nvSpPr>
          <p:spPr>
            <a:xfrm>
              <a:off x="10261600" y="1062481"/>
              <a:ext cx="157480" cy="328295"/>
            </a:xfrm>
            <a:custGeom>
              <a:avLst/>
              <a:gdLst/>
              <a:ahLst/>
              <a:cxnLst/>
              <a:rect l="l" t="t" r="r" b="b"/>
              <a:pathLst>
                <a:path w="157479" h="328294">
                  <a:moveTo>
                    <a:pt x="0" y="61467"/>
                  </a:moveTo>
                  <a:lnTo>
                    <a:pt x="5881" y="37558"/>
                  </a:lnTo>
                  <a:lnTo>
                    <a:pt x="21907" y="18018"/>
                  </a:lnTo>
                  <a:lnTo>
                    <a:pt x="45648" y="4835"/>
                  </a:lnTo>
                  <a:lnTo>
                    <a:pt x="74675" y="0"/>
                  </a:lnTo>
                  <a:lnTo>
                    <a:pt x="103757" y="4835"/>
                  </a:lnTo>
                  <a:lnTo>
                    <a:pt x="127492" y="18018"/>
                  </a:lnTo>
                  <a:lnTo>
                    <a:pt x="143488" y="37558"/>
                  </a:lnTo>
                  <a:lnTo>
                    <a:pt x="149351" y="61467"/>
                  </a:lnTo>
                  <a:lnTo>
                    <a:pt x="143488" y="85304"/>
                  </a:lnTo>
                  <a:lnTo>
                    <a:pt x="127492" y="104806"/>
                  </a:lnTo>
                  <a:lnTo>
                    <a:pt x="103757" y="117975"/>
                  </a:lnTo>
                  <a:lnTo>
                    <a:pt x="74675" y="122808"/>
                  </a:lnTo>
                  <a:lnTo>
                    <a:pt x="45648" y="117975"/>
                  </a:lnTo>
                  <a:lnTo>
                    <a:pt x="21907" y="104806"/>
                  </a:lnTo>
                  <a:lnTo>
                    <a:pt x="5881" y="85304"/>
                  </a:lnTo>
                  <a:lnTo>
                    <a:pt x="0" y="61467"/>
                  </a:lnTo>
                  <a:close/>
                </a:path>
                <a:path w="157479" h="328294">
                  <a:moveTo>
                    <a:pt x="7874" y="266953"/>
                  </a:moveTo>
                  <a:lnTo>
                    <a:pt x="13737" y="243064"/>
                  </a:lnTo>
                  <a:lnTo>
                    <a:pt x="29733" y="223567"/>
                  </a:lnTo>
                  <a:lnTo>
                    <a:pt x="53468" y="210429"/>
                  </a:lnTo>
                  <a:lnTo>
                    <a:pt x="82550" y="205612"/>
                  </a:lnTo>
                  <a:lnTo>
                    <a:pt x="111577" y="210429"/>
                  </a:lnTo>
                  <a:lnTo>
                    <a:pt x="135318" y="223567"/>
                  </a:lnTo>
                  <a:lnTo>
                    <a:pt x="151344" y="243064"/>
                  </a:lnTo>
                  <a:lnTo>
                    <a:pt x="157225" y="266953"/>
                  </a:lnTo>
                  <a:lnTo>
                    <a:pt x="151344" y="290843"/>
                  </a:lnTo>
                  <a:lnTo>
                    <a:pt x="135318" y="310340"/>
                  </a:lnTo>
                  <a:lnTo>
                    <a:pt x="111577" y="323478"/>
                  </a:lnTo>
                  <a:lnTo>
                    <a:pt x="82550" y="328294"/>
                  </a:lnTo>
                  <a:lnTo>
                    <a:pt x="53468" y="323478"/>
                  </a:lnTo>
                  <a:lnTo>
                    <a:pt x="29733" y="310340"/>
                  </a:lnTo>
                  <a:lnTo>
                    <a:pt x="13737" y="290843"/>
                  </a:lnTo>
                  <a:lnTo>
                    <a:pt x="7874" y="266953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01377" y="1178941"/>
              <a:ext cx="187451" cy="16078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0131552" y="1429130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90">
                  <a:moveTo>
                    <a:pt x="0" y="61341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1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2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1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88295" y="1156334"/>
              <a:ext cx="187451" cy="16078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529189" y="980567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90">
                  <a:moveTo>
                    <a:pt x="0" y="61341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1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2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1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22229" y="1082802"/>
              <a:ext cx="187451" cy="16078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500741" y="1352295"/>
              <a:ext cx="187451" cy="16078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066909" y="790702"/>
              <a:ext cx="676910" cy="898525"/>
            </a:xfrm>
            <a:custGeom>
              <a:avLst/>
              <a:gdLst/>
              <a:ahLst/>
              <a:cxnLst/>
              <a:rect l="l" t="t" r="r" b="b"/>
              <a:pathLst>
                <a:path w="676909" h="898525">
                  <a:moveTo>
                    <a:pt x="0" y="259461"/>
                  </a:moveTo>
                  <a:lnTo>
                    <a:pt x="5863" y="235571"/>
                  </a:lnTo>
                  <a:lnTo>
                    <a:pt x="21859" y="216074"/>
                  </a:lnTo>
                  <a:lnTo>
                    <a:pt x="45594" y="202936"/>
                  </a:lnTo>
                  <a:lnTo>
                    <a:pt x="74675" y="198120"/>
                  </a:lnTo>
                  <a:lnTo>
                    <a:pt x="103757" y="202936"/>
                  </a:lnTo>
                  <a:lnTo>
                    <a:pt x="127492" y="216074"/>
                  </a:lnTo>
                  <a:lnTo>
                    <a:pt x="143488" y="235571"/>
                  </a:lnTo>
                  <a:lnTo>
                    <a:pt x="149351" y="259461"/>
                  </a:lnTo>
                  <a:lnTo>
                    <a:pt x="143488" y="283350"/>
                  </a:lnTo>
                  <a:lnTo>
                    <a:pt x="127492" y="302847"/>
                  </a:lnTo>
                  <a:lnTo>
                    <a:pt x="103757" y="315985"/>
                  </a:lnTo>
                  <a:lnTo>
                    <a:pt x="74675" y="320801"/>
                  </a:lnTo>
                  <a:lnTo>
                    <a:pt x="45594" y="315985"/>
                  </a:lnTo>
                  <a:lnTo>
                    <a:pt x="21859" y="302847"/>
                  </a:lnTo>
                  <a:lnTo>
                    <a:pt x="5863" y="283350"/>
                  </a:lnTo>
                  <a:lnTo>
                    <a:pt x="0" y="259461"/>
                  </a:lnTo>
                  <a:close/>
                </a:path>
                <a:path w="676909" h="898525">
                  <a:moveTo>
                    <a:pt x="527558" y="61340"/>
                  </a:moveTo>
                  <a:lnTo>
                    <a:pt x="533421" y="37504"/>
                  </a:lnTo>
                  <a:lnTo>
                    <a:pt x="549417" y="18002"/>
                  </a:lnTo>
                  <a:lnTo>
                    <a:pt x="573152" y="4833"/>
                  </a:lnTo>
                  <a:lnTo>
                    <a:pt x="602234" y="0"/>
                  </a:lnTo>
                  <a:lnTo>
                    <a:pt x="631315" y="4833"/>
                  </a:lnTo>
                  <a:lnTo>
                    <a:pt x="655050" y="18002"/>
                  </a:lnTo>
                  <a:lnTo>
                    <a:pt x="671046" y="37504"/>
                  </a:lnTo>
                  <a:lnTo>
                    <a:pt x="676910" y="61340"/>
                  </a:lnTo>
                  <a:lnTo>
                    <a:pt x="671046" y="85230"/>
                  </a:lnTo>
                  <a:lnTo>
                    <a:pt x="655050" y="104727"/>
                  </a:lnTo>
                  <a:lnTo>
                    <a:pt x="631315" y="117865"/>
                  </a:lnTo>
                  <a:lnTo>
                    <a:pt x="602234" y="122682"/>
                  </a:lnTo>
                  <a:lnTo>
                    <a:pt x="573152" y="117865"/>
                  </a:lnTo>
                  <a:lnTo>
                    <a:pt x="549417" y="104727"/>
                  </a:lnTo>
                  <a:lnTo>
                    <a:pt x="533421" y="85230"/>
                  </a:lnTo>
                  <a:lnTo>
                    <a:pt x="527558" y="61340"/>
                  </a:lnTo>
                  <a:close/>
                </a:path>
                <a:path w="676909" h="898525">
                  <a:moveTo>
                    <a:pt x="303530" y="836676"/>
                  </a:moveTo>
                  <a:lnTo>
                    <a:pt x="309393" y="812839"/>
                  </a:lnTo>
                  <a:lnTo>
                    <a:pt x="325389" y="793337"/>
                  </a:lnTo>
                  <a:lnTo>
                    <a:pt x="349124" y="780168"/>
                  </a:lnTo>
                  <a:lnTo>
                    <a:pt x="378206" y="775335"/>
                  </a:lnTo>
                  <a:lnTo>
                    <a:pt x="407287" y="780168"/>
                  </a:lnTo>
                  <a:lnTo>
                    <a:pt x="431022" y="793337"/>
                  </a:lnTo>
                  <a:lnTo>
                    <a:pt x="447018" y="812839"/>
                  </a:lnTo>
                  <a:lnTo>
                    <a:pt x="452882" y="836676"/>
                  </a:lnTo>
                  <a:lnTo>
                    <a:pt x="447018" y="860585"/>
                  </a:lnTo>
                  <a:lnTo>
                    <a:pt x="431022" y="880125"/>
                  </a:lnTo>
                  <a:lnTo>
                    <a:pt x="407287" y="893308"/>
                  </a:lnTo>
                  <a:lnTo>
                    <a:pt x="378206" y="898144"/>
                  </a:lnTo>
                  <a:lnTo>
                    <a:pt x="349124" y="893308"/>
                  </a:lnTo>
                  <a:lnTo>
                    <a:pt x="325389" y="880125"/>
                  </a:lnTo>
                  <a:lnTo>
                    <a:pt x="309393" y="860585"/>
                  </a:lnTo>
                  <a:lnTo>
                    <a:pt x="303530" y="836676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716006" y="1264284"/>
              <a:ext cx="187451" cy="16078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374884" y="841248"/>
              <a:ext cx="1030605" cy="941705"/>
            </a:xfrm>
            <a:custGeom>
              <a:avLst/>
              <a:gdLst/>
              <a:ahLst/>
              <a:cxnLst/>
              <a:rect l="l" t="t" r="r" b="b"/>
              <a:pathLst>
                <a:path w="1030604" h="941705">
                  <a:moveTo>
                    <a:pt x="592582" y="550926"/>
                  </a:moveTo>
                  <a:lnTo>
                    <a:pt x="598445" y="527089"/>
                  </a:lnTo>
                  <a:lnTo>
                    <a:pt x="614441" y="507587"/>
                  </a:lnTo>
                  <a:lnTo>
                    <a:pt x="638176" y="494418"/>
                  </a:lnTo>
                  <a:lnTo>
                    <a:pt x="667258" y="489585"/>
                  </a:lnTo>
                  <a:lnTo>
                    <a:pt x="696339" y="494418"/>
                  </a:lnTo>
                  <a:lnTo>
                    <a:pt x="720074" y="507587"/>
                  </a:lnTo>
                  <a:lnTo>
                    <a:pt x="736070" y="527089"/>
                  </a:lnTo>
                  <a:lnTo>
                    <a:pt x="741934" y="550926"/>
                  </a:lnTo>
                  <a:lnTo>
                    <a:pt x="736070" y="574835"/>
                  </a:lnTo>
                  <a:lnTo>
                    <a:pt x="720074" y="594375"/>
                  </a:lnTo>
                  <a:lnTo>
                    <a:pt x="696339" y="607558"/>
                  </a:lnTo>
                  <a:lnTo>
                    <a:pt x="667258" y="612393"/>
                  </a:lnTo>
                  <a:lnTo>
                    <a:pt x="638176" y="607558"/>
                  </a:lnTo>
                  <a:lnTo>
                    <a:pt x="614441" y="594375"/>
                  </a:lnTo>
                  <a:lnTo>
                    <a:pt x="598445" y="574835"/>
                  </a:lnTo>
                  <a:lnTo>
                    <a:pt x="592582" y="550926"/>
                  </a:lnTo>
                  <a:close/>
                </a:path>
                <a:path w="1030604" h="941705">
                  <a:moveTo>
                    <a:pt x="779145" y="173227"/>
                  </a:moveTo>
                  <a:lnTo>
                    <a:pt x="785008" y="149338"/>
                  </a:lnTo>
                  <a:lnTo>
                    <a:pt x="801004" y="129841"/>
                  </a:lnTo>
                  <a:lnTo>
                    <a:pt x="824739" y="116703"/>
                  </a:lnTo>
                  <a:lnTo>
                    <a:pt x="853821" y="111887"/>
                  </a:lnTo>
                  <a:lnTo>
                    <a:pt x="882902" y="116703"/>
                  </a:lnTo>
                  <a:lnTo>
                    <a:pt x="906637" y="129841"/>
                  </a:lnTo>
                  <a:lnTo>
                    <a:pt x="922633" y="149338"/>
                  </a:lnTo>
                  <a:lnTo>
                    <a:pt x="928497" y="173227"/>
                  </a:lnTo>
                  <a:lnTo>
                    <a:pt x="922633" y="197117"/>
                  </a:lnTo>
                  <a:lnTo>
                    <a:pt x="906637" y="216614"/>
                  </a:lnTo>
                  <a:lnTo>
                    <a:pt x="882902" y="229752"/>
                  </a:lnTo>
                  <a:lnTo>
                    <a:pt x="853821" y="234568"/>
                  </a:lnTo>
                  <a:lnTo>
                    <a:pt x="824739" y="229752"/>
                  </a:lnTo>
                  <a:lnTo>
                    <a:pt x="801004" y="216614"/>
                  </a:lnTo>
                  <a:lnTo>
                    <a:pt x="785008" y="197117"/>
                  </a:lnTo>
                  <a:lnTo>
                    <a:pt x="779145" y="173227"/>
                  </a:lnTo>
                  <a:close/>
                </a:path>
                <a:path w="1030604" h="941705">
                  <a:moveTo>
                    <a:pt x="0" y="61340"/>
                  </a:moveTo>
                  <a:lnTo>
                    <a:pt x="5861" y="37451"/>
                  </a:lnTo>
                  <a:lnTo>
                    <a:pt x="21844" y="17954"/>
                  </a:lnTo>
                  <a:lnTo>
                    <a:pt x="45541" y="4816"/>
                  </a:lnTo>
                  <a:lnTo>
                    <a:pt x="74549" y="0"/>
                  </a:lnTo>
                  <a:lnTo>
                    <a:pt x="103630" y="4816"/>
                  </a:lnTo>
                  <a:lnTo>
                    <a:pt x="127365" y="17954"/>
                  </a:lnTo>
                  <a:lnTo>
                    <a:pt x="143361" y="37451"/>
                  </a:lnTo>
                  <a:lnTo>
                    <a:pt x="149225" y="61340"/>
                  </a:lnTo>
                  <a:lnTo>
                    <a:pt x="143361" y="85230"/>
                  </a:lnTo>
                  <a:lnTo>
                    <a:pt x="127365" y="104727"/>
                  </a:lnTo>
                  <a:lnTo>
                    <a:pt x="103630" y="117865"/>
                  </a:lnTo>
                  <a:lnTo>
                    <a:pt x="74549" y="122681"/>
                  </a:lnTo>
                  <a:lnTo>
                    <a:pt x="45541" y="117865"/>
                  </a:lnTo>
                  <a:lnTo>
                    <a:pt x="21844" y="104727"/>
                  </a:lnTo>
                  <a:lnTo>
                    <a:pt x="5861" y="85230"/>
                  </a:lnTo>
                  <a:lnTo>
                    <a:pt x="0" y="61340"/>
                  </a:lnTo>
                  <a:close/>
                </a:path>
                <a:path w="1030604" h="941705">
                  <a:moveTo>
                    <a:pt x="880999" y="729234"/>
                  </a:moveTo>
                  <a:lnTo>
                    <a:pt x="886880" y="705344"/>
                  </a:lnTo>
                  <a:lnTo>
                    <a:pt x="902906" y="685847"/>
                  </a:lnTo>
                  <a:lnTo>
                    <a:pt x="926647" y="672709"/>
                  </a:lnTo>
                  <a:lnTo>
                    <a:pt x="955675" y="667892"/>
                  </a:lnTo>
                  <a:lnTo>
                    <a:pt x="984756" y="672709"/>
                  </a:lnTo>
                  <a:lnTo>
                    <a:pt x="1008491" y="685847"/>
                  </a:lnTo>
                  <a:lnTo>
                    <a:pt x="1024487" y="705344"/>
                  </a:lnTo>
                  <a:lnTo>
                    <a:pt x="1030351" y="729234"/>
                  </a:lnTo>
                  <a:lnTo>
                    <a:pt x="1024487" y="753070"/>
                  </a:lnTo>
                  <a:lnTo>
                    <a:pt x="1008491" y="772572"/>
                  </a:lnTo>
                  <a:lnTo>
                    <a:pt x="984756" y="785741"/>
                  </a:lnTo>
                  <a:lnTo>
                    <a:pt x="955675" y="790575"/>
                  </a:lnTo>
                  <a:lnTo>
                    <a:pt x="926647" y="785741"/>
                  </a:lnTo>
                  <a:lnTo>
                    <a:pt x="902906" y="772572"/>
                  </a:lnTo>
                  <a:lnTo>
                    <a:pt x="886880" y="753070"/>
                  </a:lnTo>
                  <a:lnTo>
                    <a:pt x="880999" y="729234"/>
                  </a:lnTo>
                  <a:close/>
                </a:path>
                <a:path w="1030604" h="941705">
                  <a:moveTo>
                    <a:pt x="562991" y="748411"/>
                  </a:moveTo>
                  <a:lnTo>
                    <a:pt x="568854" y="724521"/>
                  </a:lnTo>
                  <a:lnTo>
                    <a:pt x="584850" y="705024"/>
                  </a:lnTo>
                  <a:lnTo>
                    <a:pt x="608585" y="691886"/>
                  </a:lnTo>
                  <a:lnTo>
                    <a:pt x="637667" y="687069"/>
                  </a:lnTo>
                  <a:lnTo>
                    <a:pt x="666748" y="691886"/>
                  </a:lnTo>
                  <a:lnTo>
                    <a:pt x="690483" y="705024"/>
                  </a:lnTo>
                  <a:lnTo>
                    <a:pt x="706479" y="724521"/>
                  </a:lnTo>
                  <a:lnTo>
                    <a:pt x="712343" y="748411"/>
                  </a:lnTo>
                  <a:lnTo>
                    <a:pt x="706479" y="772300"/>
                  </a:lnTo>
                  <a:lnTo>
                    <a:pt x="690483" y="791797"/>
                  </a:lnTo>
                  <a:lnTo>
                    <a:pt x="666748" y="804935"/>
                  </a:lnTo>
                  <a:lnTo>
                    <a:pt x="637667" y="809751"/>
                  </a:lnTo>
                  <a:lnTo>
                    <a:pt x="608585" y="804935"/>
                  </a:lnTo>
                  <a:lnTo>
                    <a:pt x="584850" y="791797"/>
                  </a:lnTo>
                  <a:lnTo>
                    <a:pt x="568854" y="772300"/>
                  </a:lnTo>
                  <a:lnTo>
                    <a:pt x="562991" y="748411"/>
                  </a:lnTo>
                  <a:close/>
                </a:path>
                <a:path w="1030604" h="941705">
                  <a:moveTo>
                    <a:pt x="399288" y="109219"/>
                  </a:moveTo>
                  <a:lnTo>
                    <a:pt x="405151" y="85330"/>
                  </a:lnTo>
                  <a:lnTo>
                    <a:pt x="421147" y="65833"/>
                  </a:lnTo>
                  <a:lnTo>
                    <a:pt x="444882" y="52695"/>
                  </a:lnTo>
                  <a:lnTo>
                    <a:pt x="473964" y="47878"/>
                  </a:lnTo>
                  <a:lnTo>
                    <a:pt x="503045" y="52695"/>
                  </a:lnTo>
                  <a:lnTo>
                    <a:pt x="526780" y="65833"/>
                  </a:lnTo>
                  <a:lnTo>
                    <a:pt x="542776" y="85330"/>
                  </a:lnTo>
                  <a:lnTo>
                    <a:pt x="548640" y="109219"/>
                  </a:lnTo>
                  <a:lnTo>
                    <a:pt x="542776" y="133109"/>
                  </a:lnTo>
                  <a:lnTo>
                    <a:pt x="526780" y="152606"/>
                  </a:lnTo>
                  <a:lnTo>
                    <a:pt x="503045" y="165744"/>
                  </a:lnTo>
                  <a:lnTo>
                    <a:pt x="473964" y="170561"/>
                  </a:lnTo>
                  <a:lnTo>
                    <a:pt x="444882" y="165744"/>
                  </a:lnTo>
                  <a:lnTo>
                    <a:pt x="421147" y="152606"/>
                  </a:lnTo>
                  <a:lnTo>
                    <a:pt x="405151" y="133109"/>
                  </a:lnTo>
                  <a:lnTo>
                    <a:pt x="399288" y="109219"/>
                  </a:lnTo>
                  <a:close/>
                </a:path>
                <a:path w="1030604" h="941705">
                  <a:moveTo>
                    <a:pt x="378079" y="880110"/>
                  </a:moveTo>
                  <a:lnTo>
                    <a:pt x="383960" y="856220"/>
                  </a:lnTo>
                  <a:lnTo>
                    <a:pt x="399986" y="836723"/>
                  </a:lnTo>
                  <a:lnTo>
                    <a:pt x="423727" y="823585"/>
                  </a:lnTo>
                  <a:lnTo>
                    <a:pt x="452755" y="818768"/>
                  </a:lnTo>
                  <a:lnTo>
                    <a:pt x="481836" y="823585"/>
                  </a:lnTo>
                  <a:lnTo>
                    <a:pt x="505571" y="836723"/>
                  </a:lnTo>
                  <a:lnTo>
                    <a:pt x="521567" y="856220"/>
                  </a:lnTo>
                  <a:lnTo>
                    <a:pt x="527431" y="880110"/>
                  </a:lnTo>
                  <a:lnTo>
                    <a:pt x="521567" y="903999"/>
                  </a:lnTo>
                  <a:lnTo>
                    <a:pt x="505571" y="923496"/>
                  </a:lnTo>
                  <a:lnTo>
                    <a:pt x="481836" y="936634"/>
                  </a:lnTo>
                  <a:lnTo>
                    <a:pt x="452755" y="941451"/>
                  </a:lnTo>
                  <a:lnTo>
                    <a:pt x="423727" y="936634"/>
                  </a:lnTo>
                  <a:lnTo>
                    <a:pt x="399986" y="923496"/>
                  </a:lnTo>
                  <a:lnTo>
                    <a:pt x="383960" y="903999"/>
                  </a:lnTo>
                  <a:lnTo>
                    <a:pt x="378079" y="880110"/>
                  </a:lnTo>
                  <a:close/>
                </a:path>
                <a:path w="1030604" h="941705">
                  <a:moveTo>
                    <a:pt x="592582" y="287527"/>
                  </a:moveTo>
                  <a:lnTo>
                    <a:pt x="598445" y="263638"/>
                  </a:lnTo>
                  <a:lnTo>
                    <a:pt x="614441" y="244141"/>
                  </a:lnTo>
                  <a:lnTo>
                    <a:pt x="638176" y="231003"/>
                  </a:lnTo>
                  <a:lnTo>
                    <a:pt x="667258" y="226187"/>
                  </a:lnTo>
                  <a:lnTo>
                    <a:pt x="696339" y="231003"/>
                  </a:lnTo>
                  <a:lnTo>
                    <a:pt x="720074" y="244141"/>
                  </a:lnTo>
                  <a:lnTo>
                    <a:pt x="736070" y="263638"/>
                  </a:lnTo>
                  <a:lnTo>
                    <a:pt x="741934" y="287527"/>
                  </a:lnTo>
                  <a:lnTo>
                    <a:pt x="736070" y="311417"/>
                  </a:lnTo>
                  <a:lnTo>
                    <a:pt x="720074" y="330914"/>
                  </a:lnTo>
                  <a:lnTo>
                    <a:pt x="696339" y="344052"/>
                  </a:lnTo>
                  <a:lnTo>
                    <a:pt x="667258" y="348868"/>
                  </a:lnTo>
                  <a:lnTo>
                    <a:pt x="638176" y="344052"/>
                  </a:lnTo>
                  <a:lnTo>
                    <a:pt x="614441" y="330914"/>
                  </a:lnTo>
                  <a:lnTo>
                    <a:pt x="598445" y="311417"/>
                  </a:lnTo>
                  <a:lnTo>
                    <a:pt x="592582" y="287527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721848" y="1471802"/>
              <a:ext cx="153670" cy="137795"/>
            </a:xfrm>
            <a:custGeom>
              <a:avLst/>
              <a:gdLst/>
              <a:ahLst/>
              <a:cxnLst/>
              <a:rect l="l" t="t" r="r" b="b"/>
              <a:pathLst>
                <a:path w="153670" h="137794">
                  <a:moveTo>
                    <a:pt x="0" y="35560"/>
                  </a:moveTo>
                  <a:lnTo>
                    <a:pt x="29336" y="0"/>
                  </a:lnTo>
                  <a:lnTo>
                    <a:pt x="76834" y="38862"/>
                  </a:lnTo>
                  <a:lnTo>
                    <a:pt x="124205" y="0"/>
                  </a:lnTo>
                  <a:lnTo>
                    <a:pt x="153543" y="35560"/>
                  </a:lnTo>
                  <a:lnTo>
                    <a:pt x="113156" y="68834"/>
                  </a:lnTo>
                  <a:lnTo>
                    <a:pt x="153543" y="101981"/>
                  </a:lnTo>
                  <a:lnTo>
                    <a:pt x="124205" y="137668"/>
                  </a:lnTo>
                  <a:lnTo>
                    <a:pt x="76834" y="98679"/>
                  </a:lnTo>
                  <a:lnTo>
                    <a:pt x="29336" y="137668"/>
                  </a:lnTo>
                  <a:lnTo>
                    <a:pt x="0" y="101981"/>
                  </a:lnTo>
                  <a:lnTo>
                    <a:pt x="40385" y="68834"/>
                  </a:lnTo>
                  <a:lnTo>
                    <a:pt x="0" y="3556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70452" y="611695"/>
              <a:ext cx="181990" cy="16624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660509" y="727964"/>
              <a:ext cx="1699895" cy="737235"/>
            </a:xfrm>
            <a:custGeom>
              <a:avLst/>
              <a:gdLst/>
              <a:ahLst/>
              <a:cxnLst/>
              <a:rect l="l" t="t" r="r" b="b"/>
              <a:pathLst>
                <a:path w="1699895" h="737235">
                  <a:moveTo>
                    <a:pt x="204597" y="176149"/>
                  </a:moveTo>
                  <a:lnTo>
                    <a:pt x="233934" y="140462"/>
                  </a:lnTo>
                  <a:lnTo>
                    <a:pt x="281305" y="179450"/>
                  </a:lnTo>
                  <a:lnTo>
                    <a:pt x="328802" y="140462"/>
                  </a:lnTo>
                  <a:lnTo>
                    <a:pt x="358013" y="176149"/>
                  </a:lnTo>
                  <a:lnTo>
                    <a:pt x="317626" y="209296"/>
                  </a:lnTo>
                  <a:lnTo>
                    <a:pt x="358013" y="242570"/>
                  </a:lnTo>
                  <a:lnTo>
                    <a:pt x="328802" y="278257"/>
                  </a:lnTo>
                  <a:lnTo>
                    <a:pt x="281305" y="239268"/>
                  </a:lnTo>
                  <a:lnTo>
                    <a:pt x="233934" y="278257"/>
                  </a:lnTo>
                  <a:lnTo>
                    <a:pt x="204597" y="242570"/>
                  </a:lnTo>
                  <a:lnTo>
                    <a:pt x="244983" y="209296"/>
                  </a:lnTo>
                  <a:lnTo>
                    <a:pt x="204597" y="176149"/>
                  </a:lnTo>
                  <a:close/>
                </a:path>
                <a:path w="1699895" h="737235">
                  <a:moveTo>
                    <a:pt x="21717" y="35687"/>
                  </a:moveTo>
                  <a:lnTo>
                    <a:pt x="50926" y="0"/>
                  </a:lnTo>
                  <a:lnTo>
                    <a:pt x="98425" y="38988"/>
                  </a:lnTo>
                  <a:lnTo>
                    <a:pt x="145796" y="0"/>
                  </a:lnTo>
                  <a:lnTo>
                    <a:pt x="175133" y="35687"/>
                  </a:lnTo>
                  <a:lnTo>
                    <a:pt x="134747" y="68834"/>
                  </a:lnTo>
                  <a:lnTo>
                    <a:pt x="175133" y="101981"/>
                  </a:lnTo>
                  <a:lnTo>
                    <a:pt x="145796" y="137668"/>
                  </a:lnTo>
                  <a:lnTo>
                    <a:pt x="98425" y="98806"/>
                  </a:lnTo>
                  <a:lnTo>
                    <a:pt x="50926" y="137668"/>
                  </a:lnTo>
                  <a:lnTo>
                    <a:pt x="21717" y="101981"/>
                  </a:lnTo>
                  <a:lnTo>
                    <a:pt x="62102" y="68834"/>
                  </a:lnTo>
                  <a:lnTo>
                    <a:pt x="21717" y="35687"/>
                  </a:lnTo>
                  <a:close/>
                </a:path>
                <a:path w="1699895" h="737235">
                  <a:moveTo>
                    <a:pt x="0" y="355600"/>
                  </a:moveTo>
                  <a:lnTo>
                    <a:pt x="29337" y="319913"/>
                  </a:lnTo>
                  <a:lnTo>
                    <a:pt x="76708" y="358901"/>
                  </a:lnTo>
                  <a:lnTo>
                    <a:pt x="124206" y="319913"/>
                  </a:lnTo>
                  <a:lnTo>
                    <a:pt x="153416" y="355600"/>
                  </a:lnTo>
                  <a:lnTo>
                    <a:pt x="113157" y="388747"/>
                  </a:lnTo>
                  <a:lnTo>
                    <a:pt x="153416" y="421894"/>
                  </a:lnTo>
                  <a:lnTo>
                    <a:pt x="124206" y="457581"/>
                  </a:lnTo>
                  <a:lnTo>
                    <a:pt x="76708" y="418591"/>
                  </a:lnTo>
                  <a:lnTo>
                    <a:pt x="29337" y="457581"/>
                  </a:lnTo>
                  <a:lnTo>
                    <a:pt x="0" y="421894"/>
                  </a:lnTo>
                  <a:lnTo>
                    <a:pt x="40386" y="388747"/>
                  </a:lnTo>
                  <a:lnTo>
                    <a:pt x="0" y="355600"/>
                  </a:lnTo>
                  <a:close/>
                </a:path>
                <a:path w="1699895" h="737235">
                  <a:moveTo>
                    <a:pt x="1546352" y="634746"/>
                  </a:moveTo>
                  <a:lnTo>
                    <a:pt x="1575689" y="599059"/>
                  </a:lnTo>
                  <a:lnTo>
                    <a:pt x="1623187" y="638048"/>
                  </a:lnTo>
                  <a:lnTo>
                    <a:pt x="1670558" y="599059"/>
                  </a:lnTo>
                  <a:lnTo>
                    <a:pt x="1699895" y="634746"/>
                  </a:lnTo>
                  <a:lnTo>
                    <a:pt x="1659509" y="667893"/>
                  </a:lnTo>
                  <a:lnTo>
                    <a:pt x="1699895" y="701039"/>
                  </a:lnTo>
                  <a:lnTo>
                    <a:pt x="1670558" y="736726"/>
                  </a:lnTo>
                  <a:lnTo>
                    <a:pt x="1623187" y="697738"/>
                  </a:lnTo>
                  <a:lnTo>
                    <a:pt x="1575689" y="736726"/>
                  </a:lnTo>
                  <a:lnTo>
                    <a:pt x="1546352" y="701039"/>
                  </a:lnTo>
                  <a:lnTo>
                    <a:pt x="1586738" y="667893"/>
                  </a:lnTo>
                  <a:lnTo>
                    <a:pt x="1546352" y="63474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29660" y="1246314"/>
              <a:ext cx="181991" cy="16624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0944479" y="858774"/>
              <a:ext cx="344170" cy="932180"/>
            </a:xfrm>
            <a:custGeom>
              <a:avLst/>
              <a:gdLst/>
              <a:ahLst/>
              <a:cxnLst/>
              <a:rect l="l" t="t" r="r" b="b"/>
              <a:pathLst>
                <a:path w="344170" h="932180">
                  <a:moveTo>
                    <a:pt x="0" y="61340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5" y="0"/>
                  </a:lnTo>
                  <a:lnTo>
                    <a:pt x="103703" y="4816"/>
                  </a:lnTo>
                  <a:lnTo>
                    <a:pt x="127444" y="17954"/>
                  </a:lnTo>
                  <a:lnTo>
                    <a:pt x="143470" y="37451"/>
                  </a:lnTo>
                  <a:lnTo>
                    <a:pt x="149351" y="61340"/>
                  </a:lnTo>
                  <a:lnTo>
                    <a:pt x="143470" y="85230"/>
                  </a:lnTo>
                  <a:lnTo>
                    <a:pt x="127444" y="104727"/>
                  </a:lnTo>
                  <a:lnTo>
                    <a:pt x="103703" y="117865"/>
                  </a:lnTo>
                  <a:lnTo>
                    <a:pt x="74675" y="122681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0"/>
                  </a:lnTo>
                  <a:close/>
                </a:path>
                <a:path w="344170" h="932180">
                  <a:moveTo>
                    <a:pt x="118237" y="870585"/>
                  </a:moveTo>
                  <a:lnTo>
                    <a:pt x="124118" y="846695"/>
                  </a:lnTo>
                  <a:lnTo>
                    <a:pt x="140144" y="827198"/>
                  </a:lnTo>
                  <a:lnTo>
                    <a:pt x="163885" y="814060"/>
                  </a:lnTo>
                  <a:lnTo>
                    <a:pt x="192913" y="809243"/>
                  </a:lnTo>
                  <a:lnTo>
                    <a:pt x="221994" y="814060"/>
                  </a:lnTo>
                  <a:lnTo>
                    <a:pt x="245729" y="827198"/>
                  </a:lnTo>
                  <a:lnTo>
                    <a:pt x="261725" y="846695"/>
                  </a:lnTo>
                  <a:lnTo>
                    <a:pt x="267589" y="870585"/>
                  </a:lnTo>
                  <a:lnTo>
                    <a:pt x="261725" y="894474"/>
                  </a:lnTo>
                  <a:lnTo>
                    <a:pt x="245729" y="913971"/>
                  </a:lnTo>
                  <a:lnTo>
                    <a:pt x="221994" y="927109"/>
                  </a:lnTo>
                  <a:lnTo>
                    <a:pt x="192913" y="931926"/>
                  </a:lnTo>
                  <a:lnTo>
                    <a:pt x="163885" y="927109"/>
                  </a:lnTo>
                  <a:lnTo>
                    <a:pt x="140144" y="913971"/>
                  </a:lnTo>
                  <a:lnTo>
                    <a:pt x="124118" y="894474"/>
                  </a:lnTo>
                  <a:lnTo>
                    <a:pt x="118237" y="870585"/>
                  </a:lnTo>
                  <a:close/>
                </a:path>
                <a:path w="344170" h="932180">
                  <a:moveTo>
                    <a:pt x="194564" y="364616"/>
                  </a:moveTo>
                  <a:lnTo>
                    <a:pt x="200427" y="340780"/>
                  </a:lnTo>
                  <a:lnTo>
                    <a:pt x="216423" y="321278"/>
                  </a:lnTo>
                  <a:lnTo>
                    <a:pt x="240158" y="308109"/>
                  </a:lnTo>
                  <a:lnTo>
                    <a:pt x="269240" y="303275"/>
                  </a:lnTo>
                  <a:lnTo>
                    <a:pt x="298267" y="308109"/>
                  </a:lnTo>
                  <a:lnTo>
                    <a:pt x="322008" y="321278"/>
                  </a:lnTo>
                  <a:lnTo>
                    <a:pt x="338034" y="340780"/>
                  </a:lnTo>
                  <a:lnTo>
                    <a:pt x="343916" y="364616"/>
                  </a:lnTo>
                  <a:lnTo>
                    <a:pt x="338034" y="388506"/>
                  </a:lnTo>
                  <a:lnTo>
                    <a:pt x="322008" y="408003"/>
                  </a:lnTo>
                  <a:lnTo>
                    <a:pt x="298267" y="421141"/>
                  </a:lnTo>
                  <a:lnTo>
                    <a:pt x="269240" y="425958"/>
                  </a:lnTo>
                  <a:lnTo>
                    <a:pt x="240158" y="421141"/>
                  </a:lnTo>
                  <a:lnTo>
                    <a:pt x="216423" y="408003"/>
                  </a:lnTo>
                  <a:lnTo>
                    <a:pt x="200427" y="388506"/>
                  </a:lnTo>
                  <a:lnTo>
                    <a:pt x="194564" y="364616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785985" y="1475486"/>
              <a:ext cx="855344" cy="513715"/>
            </a:xfrm>
            <a:custGeom>
              <a:avLst/>
              <a:gdLst/>
              <a:ahLst/>
              <a:cxnLst/>
              <a:rect l="l" t="t" r="r" b="b"/>
              <a:pathLst>
                <a:path w="855345" h="513714">
                  <a:moveTo>
                    <a:pt x="74168" y="35687"/>
                  </a:moveTo>
                  <a:lnTo>
                    <a:pt x="103505" y="0"/>
                  </a:lnTo>
                  <a:lnTo>
                    <a:pt x="151003" y="38988"/>
                  </a:lnTo>
                  <a:lnTo>
                    <a:pt x="198374" y="0"/>
                  </a:lnTo>
                  <a:lnTo>
                    <a:pt x="227711" y="35687"/>
                  </a:lnTo>
                  <a:lnTo>
                    <a:pt x="187325" y="68834"/>
                  </a:lnTo>
                  <a:lnTo>
                    <a:pt x="227711" y="101980"/>
                  </a:lnTo>
                  <a:lnTo>
                    <a:pt x="198374" y="137667"/>
                  </a:lnTo>
                  <a:lnTo>
                    <a:pt x="151003" y="98678"/>
                  </a:lnTo>
                  <a:lnTo>
                    <a:pt x="103505" y="137667"/>
                  </a:lnTo>
                  <a:lnTo>
                    <a:pt x="74168" y="101980"/>
                  </a:lnTo>
                  <a:lnTo>
                    <a:pt x="114554" y="68834"/>
                  </a:lnTo>
                  <a:lnTo>
                    <a:pt x="74168" y="35687"/>
                  </a:lnTo>
                  <a:close/>
                </a:path>
                <a:path w="855345" h="513714">
                  <a:moveTo>
                    <a:pt x="303911" y="241680"/>
                  </a:moveTo>
                  <a:lnTo>
                    <a:pt x="333121" y="205993"/>
                  </a:lnTo>
                  <a:lnTo>
                    <a:pt x="380619" y="244983"/>
                  </a:lnTo>
                  <a:lnTo>
                    <a:pt x="427990" y="205993"/>
                  </a:lnTo>
                  <a:lnTo>
                    <a:pt x="457326" y="241680"/>
                  </a:lnTo>
                  <a:lnTo>
                    <a:pt x="416941" y="274827"/>
                  </a:lnTo>
                  <a:lnTo>
                    <a:pt x="457326" y="307975"/>
                  </a:lnTo>
                  <a:lnTo>
                    <a:pt x="427990" y="343662"/>
                  </a:lnTo>
                  <a:lnTo>
                    <a:pt x="380619" y="304673"/>
                  </a:lnTo>
                  <a:lnTo>
                    <a:pt x="333121" y="343662"/>
                  </a:lnTo>
                  <a:lnTo>
                    <a:pt x="303911" y="307975"/>
                  </a:lnTo>
                  <a:lnTo>
                    <a:pt x="344297" y="274827"/>
                  </a:lnTo>
                  <a:lnTo>
                    <a:pt x="303911" y="241680"/>
                  </a:lnTo>
                  <a:close/>
                </a:path>
                <a:path w="855345" h="513714">
                  <a:moveTo>
                    <a:pt x="701421" y="411225"/>
                  </a:moveTo>
                  <a:lnTo>
                    <a:pt x="730758" y="375538"/>
                  </a:lnTo>
                  <a:lnTo>
                    <a:pt x="778256" y="414527"/>
                  </a:lnTo>
                  <a:lnTo>
                    <a:pt x="825626" y="375538"/>
                  </a:lnTo>
                  <a:lnTo>
                    <a:pt x="854964" y="411225"/>
                  </a:lnTo>
                  <a:lnTo>
                    <a:pt x="814578" y="444373"/>
                  </a:lnTo>
                  <a:lnTo>
                    <a:pt x="854964" y="477519"/>
                  </a:lnTo>
                  <a:lnTo>
                    <a:pt x="825626" y="513206"/>
                  </a:lnTo>
                  <a:lnTo>
                    <a:pt x="778256" y="474217"/>
                  </a:lnTo>
                  <a:lnTo>
                    <a:pt x="730758" y="513206"/>
                  </a:lnTo>
                  <a:lnTo>
                    <a:pt x="701421" y="477519"/>
                  </a:lnTo>
                  <a:lnTo>
                    <a:pt x="741807" y="444373"/>
                  </a:lnTo>
                  <a:lnTo>
                    <a:pt x="701421" y="411225"/>
                  </a:lnTo>
                  <a:close/>
                </a:path>
                <a:path w="855345" h="513714">
                  <a:moveTo>
                    <a:pt x="475234" y="391160"/>
                  </a:moveTo>
                  <a:lnTo>
                    <a:pt x="504571" y="355473"/>
                  </a:lnTo>
                  <a:lnTo>
                    <a:pt x="551942" y="394462"/>
                  </a:lnTo>
                  <a:lnTo>
                    <a:pt x="599440" y="355473"/>
                  </a:lnTo>
                  <a:lnTo>
                    <a:pt x="628776" y="391160"/>
                  </a:lnTo>
                  <a:lnTo>
                    <a:pt x="588391" y="424306"/>
                  </a:lnTo>
                  <a:lnTo>
                    <a:pt x="628776" y="457580"/>
                  </a:lnTo>
                  <a:lnTo>
                    <a:pt x="599440" y="493267"/>
                  </a:lnTo>
                  <a:lnTo>
                    <a:pt x="551942" y="454278"/>
                  </a:lnTo>
                  <a:lnTo>
                    <a:pt x="504571" y="493267"/>
                  </a:lnTo>
                  <a:lnTo>
                    <a:pt x="475234" y="457580"/>
                  </a:lnTo>
                  <a:lnTo>
                    <a:pt x="515620" y="424306"/>
                  </a:lnTo>
                  <a:lnTo>
                    <a:pt x="475234" y="391160"/>
                  </a:lnTo>
                  <a:close/>
                </a:path>
                <a:path w="855345" h="513714">
                  <a:moveTo>
                    <a:pt x="0" y="212978"/>
                  </a:moveTo>
                  <a:lnTo>
                    <a:pt x="29337" y="177291"/>
                  </a:lnTo>
                  <a:lnTo>
                    <a:pt x="76835" y="216280"/>
                  </a:lnTo>
                  <a:lnTo>
                    <a:pt x="124206" y="177291"/>
                  </a:lnTo>
                  <a:lnTo>
                    <a:pt x="153543" y="212978"/>
                  </a:lnTo>
                  <a:lnTo>
                    <a:pt x="113157" y="246125"/>
                  </a:lnTo>
                  <a:lnTo>
                    <a:pt x="153543" y="279273"/>
                  </a:lnTo>
                  <a:lnTo>
                    <a:pt x="124206" y="314960"/>
                  </a:lnTo>
                  <a:lnTo>
                    <a:pt x="76835" y="275971"/>
                  </a:lnTo>
                  <a:lnTo>
                    <a:pt x="29337" y="314960"/>
                  </a:lnTo>
                  <a:lnTo>
                    <a:pt x="0" y="279273"/>
                  </a:lnTo>
                  <a:lnTo>
                    <a:pt x="40386" y="246125"/>
                  </a:lnTo>
                  <a:lnTo>
                    <a:pt x="0" y="21297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35576" y="1891982"/>
              <a:ext cx="181990" cy="16624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152949" y="1864042"/>
              <a:ext cx="182118" cy="16637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638665" y="1459483"/>
              <a:ext cx="1116965" cy="723900"/>
            </a:xfrm>
            <a:custGeom>
              <a:avLst/>
              <a:gdLst/>
              <a:ahLst/>
              <a:cxnLst/>
              <a:rect l="l" t="t" r="r" b="b"/>
              <a:pathLst>
                <a:path w="1116965" h="723900">
                  <a:moveTo>
                    <a:pt x="274065" y="488823"/>
                  </a:moveTo>
                  <a:lnTo>
                    <a:pt x="303275" y="453136"/>
                  </a:lnTo>
                  <a:lnTo>
                    <a:pt x="350774" y="492125"/>
                  </a:lnTo>
                  <a:lnTo>
                    <a:pt x="398144" y="453136"/>
                  </a:lnTo>
                  <a:lnTo>
                    <a:pt x="427481" y="488823"/>
                  </a:lnTo>
                  <a:lnTo>
                    <a:pt x="387095" y="521969"/>
                  </a:lnTo>
                  <a:lnTo>
                    <a:pt x="427481" y="555116"/>
                  </a:lnTo>
                  <a:lnTo>
                    <a:pt x="398144" y="590803"/>
                  </a:lnTo>
                  <a:lnTo>
                    <a:pt x="350774" y="551814"/>
                  </a:lnTo>
                  <a:lnTo>
                    <a:pt x="303275" y="590803"/>
                  </a:lnTo>
                  <a:lnTo>
                    <a:pt x="274065" y="555116"/>
                  </a:lnTo>
                  <a:lnTo>
                    <a:pt x="314451" y="521969"/>
                  </a:lnTo>
                  <a:lnTo>
                    <a:pt x="274065" y="488823"/>
                  </a:lnTo>
                  <a:close/>
                </a:path>
                <a:path w="1116965" h="723900">
                  <a:moveTo>
                    <a:pt x="612520" y="621791"/>
                  </a:moveTo>
                  <a:lnTo>
                    <a:pt x="641730" y="586104"/>
                  </a:lnTo>
                  <a:lnTo>
                    <a:pt x="689228" y="625093"/>
                  </a:lnTo>
                  <a:lnTo>
                    <a:pt x="736600" y="586104"/>
                  </a:lnTo>
                  <a:lnTo>
                    <a:pt x="765936" y="621791"/>
                  </a:lnTo>
                  <a:lnTo>
                    <a:pt x="725551" y="654938"/>
                  </a:lnTo>
                  <a:lnTo>
                    <a:pt x="765936" y="688213"/>
                  </a:lnTo>
                  <a:lnTo>
                    <a:pt x="736600" y="723773"/>
                  </a:lnTo>
                  <a:lnTo>
                    <a:pt x="689228" y="684911"/>
                  </a:lnTo>
                  <a:lnTo>
                    <a:pt x="641730" y="723773"/>
                  </a:lnTo>
                  <a:lnTo>
                    <a:pt x="612520" y="688213"/>
                  </a:lnTo>
                  <a:lnTo>
                    <a:pt x="652906" y="654938"/>
                  </a:lnTo>
                  <a:lnTo>
                    <a:pt x="612520" y="621791"/>
                  </a:lnTo>
                  <a:close/>
                </a:path>
                <a:path w="1116965" h="723900">
                  <a:moveTo>
                    <a:pt x="0" y="35687"/>
                  </a:moveTo>
                  <a:lnTo>
                    <a:pt x="29336" y="0"/>
                  </a:lnTo>
                  <a:lnTo>
                    <a:pt x="76707" y="38862"/>
                  </a:lnTo>
                  <a:lnTo>
                    <a:pt x="124205" y="0"/>
                  </a:lnTo>
                  <a:lnTo>
                    <a:pt x="153542" y="35687"/>
                  </a:lnTo>
                  <a:lnTo>
                    <a:pt x="113156" y="68833"/>
                  </a:lnTo>
                  <a:lnTo>
                    <a:pt x="153542" y="101980"/>
                  </a:lnTo>
                  <a:lnTo>
                    <a:pt x="124205" y="137667"/>
                  </a:lnTo>
                  <a:lnTo>
                    <a:pt x="76707" y="98678"/>
                  </a:lnTo>
                  <a:lnTo>
                    <a:pt x="29336" y="137667"/>
                  </a:lnTo>
                  <a:lnTo>
                    <a:pt x="0" y="101980"/>
                  </a:lnTo>
                  <a:lnTo>
                    <a:pt x="40385" y="68833"/>
                  </a:lnTo>
                  <a:lnTo>
                    <a:pt x="0" y="35687"/>
                  </a:lnTo>
                  <a:close/>
                </a:path>
                <a:path w="1116965" h="723900">
                  <a:moveTo>
                    <a:pt x="963167" y="602868"/>
                  </a:moveTo>
                  <a:lnTo>
                    <a:pt x="992377" y="567181"/>
                  </a:lnTo>
                  <a:lnTo>
                    <a:pt x="1039876" y="606170"/>
                  </a:lnTo>
                  <a:lnTo>
                    <a:pt x="1087246" y="567181"/>
                  </a:lnTo>
                  <a:lnTo>
                    <a:pt x="1116583" y="602868"/>
                  </a:lnTo>
                  <a:lnTo>
                    <a:pt x="1076198" y="636015"/>
                  </a:lnTo>
                  <a:lnTo>
                    <a:pt x="1116583" y="669163"/>
                  </a:lnTo>
                  <a:lnTo>
                    <a:pt x="1087246" y="704850"/>
                  </a:lnTo>
                  <a:lnTo>
                    <a:pt x="1039876" y="665861"/>
                  </a:lnTo>
                  <a:lnTo>
                    <a:pt x="992377" y="704850"/>
                  </a:lnTo>
                  <a:lnTo>
                    <a:pt x="963167" y="669163"/>
                  </a:lnTo>
                  <a:lnTo>
                    <a:pt x="1003426" y="636015"/>
                  </a:lnTo>
                  <a:lnTo>
                    <a:pt x="963167" y="60286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77705" y="858774"/>
              <a:ext cx="1779905" cy="1417955"/>
            </a:xfrm>
            <a:custGeom>
              <a:avLst/>
              <a:gdLst/>
              <a:ahLst/>
              <a:cxnLst/>
              <a:rect l="l" t="t" r="r" b="b"/>
              <a:pathLst>
                <a:path w="1779904" h="1417955">
                  <a:moveTo>
                    <a:pt x="0" y="0"/>
                  </a:moveTo>
                  <a:lnTo>
                    <a:pt x="1779777" y="1417701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9453372" y="2710306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173"/>
                </a:moveTo>
                <a:lnTo>
                  <a:pt x="2287676" y="1750822"/>
                </a:lnTo>
                <a:lnTo>
                  <a:pt x="2198624" y="1698879"/>
                </a:lnTo>
                <a:lnTo>
                  <a:pt x="2189861" y="1701165"/>
                </a:lnTo>
                <a:lnTo>
                  <a:pt x="2185797" y="1707896"/>
                </a:lnTo>
                <a:lnTo>
                  <a:pt x="2181860" y="1714754"/>
                </a:lnTo>
                <a:lnTo>
                  <a:pt x="2184146" y="1723517"/>
                </a:lnTo>
                <a:lnTo>
                  <a:pt x="2230983" y="1750822"/>
                </a:lnTo>
                <a:lnTo>
                  <a:pt x="166751" y="1750822"/>
                </a:lnTo>
                <a:lnTo>
                  <a:pt x="166751" y="81254"/>
                </a:lnTo>
                <a:lnTo>
                  <a:pt x="190119" y="121285"/>
                </a:lnTo>
                <a:lnTo>
                  <a:pt x="194183" y="128143"/>
                </a:lnTo>
                <a:lnTo>
                  <a:pt x="202819" y="130429"/>
                </a:lnTo>
                <a:lnTo>
                  <a:pt x="209677" y="126492"/>
                </a:lnTo>
                <a:lnTo>
                  <a:pt x="216535" y="122428"/>
                </a:lnTo>
                <a:lnTo>
                  <a:pt x="218821" y="113792"/>
                </a:lnTo>
                <a:lnTo>
                  <a:pt x="214884" y="106934"/>
                </a:lnTo>
                <a:lnTo>
                  <a:pt x="169113" y="28448"/>
                </a:lnTo>
                <a:lnTo>
                  <a:pt x="152527" y="0"/>
                </a:lnTo>
                <a:lnTo>
                  <a:pt x="90170" y="106934"/>
                </a:lnTo>
                <a:lnTo>
                  <a:pt x="86106" y="113792"/>
                </a:lnTo>
                <a:lnTo>
                  <a:pt x="88519" y="122428"/>
                </a:lnTo>
                <a:lnTo>
                  <a:pt x="95250" y="126492"/>
                </a:lnTo>
                <a:lnTo>
                  <a:pt x="102108" y="130429"/>
                </a:lnTo>
                <a:lnTo>
                  <a:pt x="110871" y="128143"/>
                </a:lnTo>
                <a:lnTo>
                  <a:pt x="114808" y="121285"/>
                </a:lnTo>
                <a:lnTo>
                  <a:pt x="138176" y="81254"/>
                </a:lnTo>
                <a:lnTo>
                  <a:pt x="138176" y="1750822"/>
                </a:lnTo>
                <a:lnTo>
                  <a:pt x="0" y="1750822"/>
                </a:lnTo>
                <a:lnTo>
                  <a:pt x="0" y="1779397"/>
                </a:lnTo>
                <a:lnTo>
                  <a:pt x="138176" y="1779397"/>
                </a:lnTo>
                <a:lnTo>
                  <a:pt x="138176" y="1899793"/>
                </a:lnTo>
                <a:lnTo>
                  <a:pt x="166751" y="1899793"/>
                </a:lnTo>
                <a:lnTo>
                  <a:pt x="166751" y="1779397"/>
                </a:lnTo>
                <a:lnTo>
                  <a:pt x="2231136" y="1779397"/>
                </a:lnTo>
                <a:lnTo>
                  <a:pt x="2191004" y="1802765"/>
                </a:lnTo>
                <a:lnTo>
                  <a:pt x="2184146" y="1806829"/>
                </a:lnTo>
                <a:lnTo>
                  <a:pt x="2181860" y="1815592"/>
                </a:lnTo>
                <a:lnTo>
                  <a:pt x="2185797" y="1822323"/>
                </a:lnTo>
                <a:lnTo>
                  <a:pt x="2189861" y="1829181"/>
                </a:lnTo>
                <a:lnTo>
                  <a:pt x="2198624" y="1831467"/>
                </a:lnTo>
                <a:lnTo>
                  <a:pt x="2287892" y="1779397"/>
                </a:lnTo>
                <a:lnTo>
                  <a:pt x="2312289" y="1765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660381" y="2554604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55" name="object 5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639490" y="2753486"/>
            <a:ext cx="2222563" cy="1643062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0838688" y="4335866"/>
            <a:ext cx="1243330" cy="8356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37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62230" marR="30480" indent="-24765" algn="just">
              <a:lnSpc>
                <a:spcPct val="100000"/>
              </a:lnSpc>
              <a:spcBef>
                <a:spcPts val="160"/>
              </a:spcBef>
            </a:pPr>
            <a:r>
              <a:rPr sz="1050" dirty="0">
                <a:latin typeface="Arial"/>
                <a:cs typeface="Arial"/>
              </a:rPr>
              <a:t>Compromisso</a:t>
            </a:r>
            <a:r>
              <a:rPr sz="1050" spc="-5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entre flexibilidade </a:t>
            </a:r>
            <a:r>
              <a:rPr sz="1050" dirty="0">
                <a:latin typeface="Arial"/>
                <a:cs typeface="Arial"/>
              </a:rPr>
              <a:t>e</a:t>
            </a:r>
            <a:r>
              <a:rPr sz="1050" spc="5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grau </a:t>
            </a:r>
            <a:r>
              <a:rPr sz="1050" dirty="0">
                <a:latin typeface="Arial"/>
                <a:cs typeface="Arial"/>
              </a:rPr>
              <a:t>de</a:t>
            </a:r>
            <a:r>
              <a:rPr sz="1050" spc="-10" dirty="0">
                <a:latin typeface="Arial"/>
                <a:cs typeface="Arial"/>
              </a:rPr>
              <a:t> generalização.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775568" y="2048896"/>
            <a:ext cx="1438910" cy="97409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R="203835" algn="r">
              <a:lnSpc>
                <a:spcPct val="100000"/>
              </a:lnSpc>
              <a:spcBef>
                <a:spcPts val="1055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 marL="38100" marR="30480" indent="635" algn="ctr">
              <a:lnSpc>
                <a:spcPct val="100000"/>
              </a:lnSpc>
              <a:spcBef>
                <a:spcPts val="570"/>
              </a:spcBef>
            </a:pPr>
            <a:r>
              <a:rPr sz="1050" dirty="0">
                <a:latin typeface="Arial"/>
                <a:cs typeface="Arial"/>
              </a:rPr>
              <a:t>Sobreajuste:</a:t>
            </a:r>
            <a:r>
              <a:rPr sz="1050" spc="-8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alta </a:t>
            </a:r>
            <a:r>
              <a:rPr sz="1050" dirty="0">
                <a:latin typeface="Arial"/>
                <a:cs typeface="Arial"/>
              </a:rPr>
              <a:t>flexibilidade</a:t>
            </a:r>
            <a:r>
              <a:rPr sz="1050" spc="-5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</a:t>
            </a:r>
            <a:r>
              <a:rPr sz="1050" spc="-10" dirty="0">
                <a:latin typeface="Arial"/>
                <a:cs typeface="Arial"/>
              </a:rPr>
              <a:t> baixo </a:t>
            </a:r>
            <a:r>
              <a:rPr sz="1050" dirty="0">
                <a:latin typeface="Arial"/>
                <a:cs typeface="Arial"/>
              </a:rPr>
              <a:t>grau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generalização.</a:t>
            </a:r>
            <a:endParaRPr sz="10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0495915" y="159766"/>
            <a:ext cx="138811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Arial"/>
                <a:cs typeface="Arial"/>
              </a:rPr>
              <a:t>Subajuste:</a:t>
            </a:r>
            <a:r>
              <a:rPr sz="1050" spc="-5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baixa </a:t>
            </a:r>
            <a:r>
              <a:rPr sz="1050" dirty="0">
                <a:latin typeface="Arial"/>
                <a:cs typeface="Arial"/>
              </a:rPr>
              <a:t>flexibilidade</a:t>
            </a:r>
            <a:r>
              <a:rPr sz="1050" spc="-5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</a:t>
            </a:r>
            <a:r>
              <a:rPr sz="1050" spc="-10" dirty="0">
                <a:latin typeface="Arial"/>
                <a:cs typeface="Arial"/>
              </a:rPr>
              <a:t> baixo </a:t>
            </a:r>
            <a:r>
              <a:rPr sz="1050" dirty="0">
                <a:latin typeface="Arial"/>
                <a:cs typeface="Arial"/>
              </a:rPr>
              <a:t>grau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generalização.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3453"/>
            <a:ext cx="99136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0" dirty="0">
                <a:latin typeface="Calibri Light"/>
                <a:cs typeface="Calibri Light"/>
              </a:rPr>
              <a:t>Exemplo:</a:t>
            </a:r>
            <a:r>
              <a:rPr sz="4200" b="0" spc="-95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Regressão</a:t>
            </a:r>
            <a:r>
              <a:rPr sz="4200" b="0" spc="-100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Logistica</a:t>
            </a:r>
            <a:r>
              <a:rPr sz="4200" b="0" spc="-95" dirty="0">
                <a:latin typeface="Calibri Light"/>
                <a:cs typeface="Calibri Light"/>
              </a:rPr>
              <a:t> </a:t>
            </a:r>
            <a:r>
              <a:rPr sz="4200" b="0" dirty="0">
                <a:latin typeface="Calibri Light"/>
                <a:cs typeface="Calibri Light"/>
              </a:rPr>
              <a:t>com</a:t>
            </a:r>
            <a:r>
              <a:rPr sz="4200" b="0" spc="-95" dirty="0">
                <a:latin typeface="Calibri Light"/>
                <a:cs typeface="Calibri Light"/>
              </a:rPr>
              <a:t> </a:t>
            </a:r>
            <a:r>
              <a:rPr sz="4200" b="0" spc="-10" dirty="0">
                <a:latin typeface="Calibri Light"/>
                <a:cs typeface="Calibri Light"/>
              </a:rPr>
              <a:t>SciKit-Learn</a:t>
            </a:r>
            <a:endParaRPr sz="4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5416" y="1178813"/>
            <a:ext cx="3494404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Import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necessary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1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pandas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100" b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pd</a:t>
            </a:r>
            <a:endParaRPr sz="11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linear_model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logistic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LogisticRegression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feature_extraction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text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CountVectorizer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model_selection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416" y="2184907"/>
            <a:ext cx="20288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Read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SMS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data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base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with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pandas.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416" y="2352548"/>
            <a:ext cx="3930650" cy="528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url</a:t>
            </a:r>
            <a:r>
              <a:rPr sz="1100" spc="10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1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'https://raw.githubusercontent.com/justmarkham/pycon-2016- tutorial/master/data/sms.tsv'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sms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100" dirty="0">
                <a:latin typeface="Calibri"/>
                <a:cs typeface="Calibri"/>
              </a:rPr>
              <a:t>pd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dirty="0">
                <a:latin typeface="Calibri"/>
                <a:cs typeface="Calibri"/>
              </a:rPr>
              <a:t>read_table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dirty="0">
                <a:latin typeface="Calibri"/>
                <a:cs typeface="Calibri"/>
              </a:rPr>
              <a:t>url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header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None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100" spc="-10" dirty="0">
                <a:latin typeface="Calibri"/>
                <a:cs typeface="Calibri"/>
              </a:rPr>
              <a:t>names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=[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'label'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'message'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])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5416" y="3023107"/>
            <a:ext cx="271970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Split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array into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random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subsets.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5416" y="3190443"/>
            <a:ext cx="40779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x_train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x_test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y_train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y_test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random_state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42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5416" y="3526282"/>
            <a:ext cx="402399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Convert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collection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text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documents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into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of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token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counts. </a:t>
            </a:r>
            <a:r>
              <a:rPr sz="1100" dirty="0">
                <a:latin typeface="Calibri"/>
                <a:cs typeface="Calibri"/>
              </a:rPr>
              <a:t>vect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CountVectorizer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5416" y="3861561"/>
            <a:ext cx="50018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Learn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vocabulary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dictionary</a:t>
            </a:r>
            <a:r>
              <a:rPr sz="11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return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term-document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matrix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training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set. </a:t>
            </a:r>
            <a:r>
              <a:rPr sz="1100" spc="-10" dirty="0">
                <a:latin typeface="Calibri"/>
                <a:cs typeface="Calibri"/>
              </a:rPr>
              <a:t>x_train_dtm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fit_transform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x_train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5416" y="4196841"/>
            <a:ext cx="31267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Transform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validation</a:t>
            </a:r>
            <a:r>
              <a:rPr sz="1100" spc="-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set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into</a:t>
            </a:r>
            <a:r>
              <a:rPr sz="11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document-term</a:t>
            </a:r>
            <a:r>
              <a:rPr sz="1100" spc="-4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matrix. </a:t>
            </a:r>
            <a:r>
              <a:rPr sz="1100" spc="-10" dirty="0">
                <a:latin typeface="Calibri"/>
                <a:cs typeface="Calibri"/>
              </a:rPr>
              <a:t>x_test_dtm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vect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transform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x_test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5416" y="4700142"/>
            <a:ext cx="23355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515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Instantiate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Logistic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classifier. </a:t>
            </a:r>
            <a:r>
              <a:rPr sz="1100" dirty="0">
                <a:latin typeface="Calibri"/>
                <a:cs typeface="Calibri"/>
              </a:rPr>
              <a:t>classifier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LogisticRegression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model.</a:t>
            </a:r>
            <a:endParaRPr sz="11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100" spc="-10" dirty="0">
                <a:latin typeface="Calibri"/>
                <a:cs typeface="Calibri"/>
              </a:rPr>
              <a:t>classifier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fit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x_train_dtm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1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y_train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ravel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5416" y="5538317"/>
            <a:ext cx="25596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alibri"/>
                <a:cs typeface="Calibri"/>
              </a:rPr>
              <a:t>y_pred_class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classifier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predict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x_test_dtm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9349" y="3440503"/>
            <a:ext cx="2857654" cy="2834198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99554" y="3820414"/>
            <a:ext cx="80708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Positivo verdadeiro (true positive)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867650" y="3977132"/>
            <a:ext cx="1090295" cy="147320"/>
          </a:xfrm>
          <a:custGeom>
            <a:avLst/>
            <a:gdLst/>
            <a:ahLst/>
            <a:cxnLst/>
            <a:rect l="l" t="t" r="r" b="b"/>
            <a:pathLst>
              <a:path w="1090295" h="147320">
                <a:moveTo>
                  <a:pt x="1013890" y="112091"/>
                </a:moveTo>
                <a:lnTo>
                  <a:pt x="1010284" y="146812"/>
                </a:lnTo>
                <a:lnTo>
                  <a:pt x="1090041" y="116840"/>
                </a:lnTo>
                <a:lnTo>
                  <a:pt x="1084664" y="113411"/>
                </a:lnTo>
                <a:lnTo>
                  <a:pt x="1026541" y="113411"/>
                </a:lnTo>
                <a:lnTo>
                  <a:pt x="1013890" y="112091"/>
                </a:lnTo>
                <a:close/>
              </a:path>
              <a:path w="1090295" h="147320">
                <a:moveTo>
                  <a:pt x="1014549" y="105744"/>
                </a:moveTo>
                <a:lnTo>
                  <a:pt x="1013890" y="112091"/>
                </a:lnTo>
                <a:lnTo>
                  <a:pt x="1026541" y="113411"/>
                </a:lnTo>
                <a:lnTo>
                  <a:pt x="1027176" y="107061"/>
                </a:lnTo>
                <a:lnTo>
                  <a:pt x="1014549" y="105744"/>
                </a:lnTo>
                <a:close/>
              </a:path>
              <a:path w="1090295" h="147320">
                <a:moveTo>
                  <a:pt x="1018158" y="70993"/>
                </a:moveTo>
                <a:lnTo>
                  <a:pt x="1014549" y="105744"/>
                </a:lnTo>
                <a:lnTo>
                  <a:pt x="1027176" y="107061"/>
                </a:lnTo>
                <a:lnTo>
                  <a:pt x="1026541" y="113411"/>
                </a:lnTo>
                <a:lnTo>
                  <a:pt x="1084664" y="113411"/>
                </a:lnTo>
                <a:lnTo>
                  <a:pt x="1018158" y="70993"/>
                </a:lnTo>
                <a:close/>
              </a:path>
              <a:path w="1090295" h="147320">
                <a:moveTo>
                  <a:pt x="634" y="0"/>
                </a:moveTo>
                <a:lnTo>
                  <a:pt x="0" y="6350"/>
                </a:lnTo>
                <a:lnTo>
                  <a:pt x="1013890" y="112091"/>
                </a:lnTo>
                <a:lnTo>
                  <a:pt x="1014549" y="105744"/>
                </a:lnTo>
                <a:lnTo>
                  <a:pt x="63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58168" y="4885690"/>
            <a:ext cx="80708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Negativo verdadeiro (true negative)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63757" y="5296534"/>
            <a:ext cx="503555" cy="76200"/>
          </a:xfrm>
          <a:custGeom>
            <a:avLst/>
            <a:gdLst/>
            <a:ahLst/>
            <a:cxnLst/>
            <a:rect l="l" t="t" r="r" b="b"/>
            <a:pathLst>
              <a:path w="503554" h="76200">
                <a:moveTo>
                  <a:pt x="76581" y="0"/>
                </a:moveTo>
                <a:lnTo>
                  <a:pt x="0" y="37464"/>
                </a:lnTo>
                <a:lnTo>
                  <a:pt x="75946" y="76199"/>
                </a:lnTo>
                <a:lnTo>
                  <a:pt x="76237" y="41261"/>
                </a:lnTo>
                <a:lnTo>
                  <a:pt x="63500" y="41147"/>
                </a:lnTo>
                <a:lnTo>
                  <a:pt x="63626" y="34797"/>
                </a:lnTo>
                <a:lnTo>
                  <a:pt x="76291" y="34797"/>
                </a:lnTo>
                <a:lnTo>
                  <a:pt x="76581" y="0"/>
                </a:lnTo>
                <a:close/>
              </a:path>
              <a:path w="503554" h="76200">
                <a:moveTo>
                  <a:pt x="76290" y="34911"/>
                </a:moveTo>
                <a:lnTo>
                  <a:pt x="76237" y="41261"/>
                </a:lnTo>
                <a:lnTo>
                  <a:pt x="503555" y="45084"/>
                </a:lnTo>
                <a:lnTo>
                  <a:pt x="503555" y="38734"/>
                </a:lnTo>
                <a:lnTo>
                  <a:pt x="76290" y="34911"/>
                </a:lnTo>
                <a:close/>
              </a:path>
              <a:path w="503554" h="76200">
                <a:moveTo>
                  <a:pt x="63626" y="34797"/>
                </a:moveTo>
                <a:lnTo>
                  <a:pt x="63500" y="41147"/>
                </a:lnTo>
                <a:lnTo>
                  <a:pt x="76237" y="41261"/>
                </a:lnTo>
                <a:lnTo>
                  <a:pt x="76290" y="34911"/>
                </a:lnTo>
                <a:lnTo>
                  <a:pt x="63626" y="34797"/>
                </a:lnTo>
                <a:close/>
              </a:path>
              <a:path w="503554" h="76200">
                <a:moveTo>
                  <a:pt x="76291" y="34797"/>
                </a:moveTo>
                <a:lnTo>
                  <a:pt x="63626" y="34797"/>
                </a:lnTo>
                <a:lnTo>
                  <a:pt x="76290" y="34911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157466" y="5157978"/>
            <a:ext cx="6946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Negativo 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falso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(False negative)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07884" y="3964432"/>
            <a:ext cx="3571875" cy="1694814"/>
          </a:xfrm>
          <a:custGeom>
            <a:avLst/>
            <a:gdLst/>
            <a:ahLst/>
            <a:cxnLst/>
            <a:rect l="l" t="t" r="r" b="b"/>
            <a:pathLst>
              <a:path w="3571875" h="1694814">
                <a:moveTo>
                  <a:pt x="1394841" y="1369568"/>
                </a:moveTo>
                <a:lnTo>
                  <a:pt x="1312037" y="1349629"/>
                </a:lnTo>
                <a:lnTo>
                  <a:pt x="1319885" y="1383601"/>
                </a:lnTo>
                <a:lnTo>
                  <a:pt x="0" y="1688185"/>
                </a:lnTo>
                <a:lnTo>
                  <a:pt x="1397" y="1694370"/>
                </a:lnTo>
                <a:lnTo>
                  <a:pt x="1321320" y="1389811"/>
                </a:lnTo>
                <a:lnTo>
                  <a:pt x="1329182" y="1423797"/>
                </a:lnTo>
                <a:lnTo>
                  <a:pt x="1381302" y="1380744"/>
                </a:lnTo>
                <a:lnTo>
                  <a:pt x="1394841" y="1369568"/>
                </a:lnTo>
                <a:close/>
              </a:path>
              <a:path w="3571875" h="1694814">
                <a:moveTo>
                  <a:pt x="3571367" y="6096"/>
                </a:moveTo>
                <a:lnTo>
                  <a:pt x="3569843" y="0"/>
                </a:lnTo>
                <a:lnTo>
                  <a:pt x="3095599" y="109283"/>
                </a:lnTo>
                <a:lnTo>
                  <a:pt x="3087751" y="75311"/>
                </a:lnTo>
                <a:lnTo>
                  <a:pt x="3022092" y="129540"/>
                </a:lnTo>
                <a:lnTo>
                  <a:pt x="3104896" y="149479"/>
                </a:lnTo>
                <a:lnTo>
                  <a:pt x="3097695" y="118364"/>
                </a:lnTo>
                <a:lnTo>
                  <a:pt x="3097034" y="115493"/>
                </a:lnTo>
                <a:lnTo>
                  <a:pt x="3571367" y="6096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338941" y="3638550"/>
            <a:ext cx="64706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Positivo 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falso 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(false positive)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88402" y="6484111"/>
            <a:ext cx="42513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SPAMClassificationLogisticRegressionSciKit.ipynb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26783" y="1175766"/>
            <a:ext cx="5314315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Classificação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mensagens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SPAM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não-SPAM.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Exemplo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dados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baixada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GitHub.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Classifica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mensagens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‘SPAM’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‘HAM’.</a:t>
            </a:r>
            <a:endParaRPr sz="1600" dirty="0">
              <a:latin typeface="Calibri"/>
              <a:cs typeface="Calibri"/>
            </a:endParaRPr>
          </a:p>
          <a:p>
            <a:pPr marL="299085" marR="22479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O</a:t>
            </a:r>
            <a:r>
              <a:rPr sz="1600" spc="3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b="1" i="1" spc="-20" dirty="0">
                <a:latin typeface="Calibri"/>
                <a:cs typeface="Calibri"/>
              </a:rPr>
              <a:t>CountVectorizer</a:t>
            </a:r>
            <a:r>
              <a:rPr sz="1600" b="1" i="1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cria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matriz registrando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número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vezes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(frequência)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cada </a:t>
            </a:r>
            <a:r>
              <a:rPr sz="1600" spc="-10" dirty="0">
                <a:latin typeface="Calibri"/>
                <a:cs typeface="Calibri"/>
              </a:rPr>
              <a:t>palavra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aparece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mensagem.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matriz</a:t>
            </a:r>
            <a:r>
              <a:rPr sz="1600" b="1" i="1" spc="-2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de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confusão</a:t>
            </a:r>
            <a:r>
              <a:rPr sz="1600" b="1" i="1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mostra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classificador.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66590" y="2105025"/>
            <a:ext cx="1851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Download</a:t>
            </a:r>
            <a:r>
              <a:rPr sz="1200" b="1" spc="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 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dados.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977640" y="2240533"/>
            <a:ext cx="410845" cy="133350"/>
          </a:xfrm>
          <a:custGeom>
            <a:avLst/>
            <a:gdLst/>
            <a:ahLst/>
            <a:cxnLst/>
            <a:rect l="l" t="t" r="r" b="b"/>
            <a:pathLst>
              <a:path w="410845" h="133350">
                <a:moveTo>
                  <a:pt x="63246" y="59943"/>
                </a:moveTo>
                <a:lnTo>
                  <a:pt x="0" y="117093"/>
                </a:lnTo>
                <a:lnTo>
                  <a:pt x="83565" y="133350"/>
                </a:lnTo>
                <a:lnTo>
                  <a:pt x="75198" y="103124"/>
                </a:lnTo>
                <a:lnTo>
                  <a:pt x="61975" y="103124"/>
                </a:lnTo>
                <a:lnTo>
                  <a:pt x="60325" y="96900"/>
                </a:lnTo>
                <a:lnTo>
                  <a:pt x="72536" y="93505"/>
                </a:lnTo>
                <a:lnTo>
                  <a:pt x="63246" y="59943"/>
                </a:lnTo>
                <a:close/>
              </a:path>
              <a:path w="410845" h="133350">
                <a:moveTo>
                  <a:pt x="72536" y="93505"/>
                </a:moveTo>
                <a:lnTo>
                  <a:pt x="60325" y="96900"/>
                </a:lnTo>
                <a:lnTo>
                  <a:pt x="61975" y="103124"/>
                </a:lnTo>
                <a:lnTo>
                  <a:pt x="74253" y="99709"/>
                </a:lnTo>
                <a:lnTo>
                  <a:pt x="72536" y="93505"/>
                </a:lnTo>
                <a:close/>
              </a:path>
              <a:path w="410845" h="133350">
                <a:moveTo>
                  <a:pt x="74253" y="99709"/>
                </a:moveTo>
                <a:lnTo>
                  <a:pt x="61975" y="103124"/>
                </a:lnTo>
                <a:lnTo>
                  <a:pt x="75198" y="103124"/>
                </a:lnTo>
                <a:lnTo>
                  <a:pt x="74253" y="99709"/>
                </a:lnTo>
                <a:close/>
              </a:path>
              <a:path w="410845" h="133350">
                <a:moveTo>
                  <a:pt x="408813" y="0"/>
                </a:moveTo>
                <a:lnTo>
                  <a:pt x="72536" y="93505"/>
                </a:lnTo>
                <a:lnTo>
                  <a:pt x="74253" y="99709"/>
                </a:lnTo>
                <a:lnTo>
                  <a:pt x="410463" y="6223"/>
                </a:lnTo>
                <a:lnTo>
                  <a:pt x="4088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93665" y="1065657"/>
            <a:ext cx="1136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Importa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classe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93665" y="1248232"/>
            <a:ext cx="12534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regressão</a:t>
            </a:r>
            <a:r>
              <a:rPr sz="1200" b="1" spc="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Logística.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07585" y="1296797"/>
            <a:ext cx="337820" cy="207010"/>
          </a:xfrm>
          <a:custGeom>
            <a:avLst/>
            <a:gdLst/>
            <a:ahLst/>
            <a:cxnLst/>
            <a:rect l="l" t="t" r="r" b="b"/>
            <a:pathLst>
              <a:path w="337820" h="207009">
                <a:moveTo>
                  <a:pt x="45338" y="134365"/>
                </a:moveTo>
                <a:lnTo>
                  <a:pt x="0" y="206501"/>
                </a:lnTo>
                <a:lnTo>
                  <a:pt x="84836" y="199516"/>
                </a:lnTo>
                <a:lnTo>
                  <a:pt x="70746" y="176275"/>
                </a:lnTo>
                <a:lnTo>
                  <a:pt x="55879" y="176275"/>
                </a:lnTo>
                <a:lnTo>
                  <a:pt x="52577" y="170814"/>
                </a:lnTo>
                <a:lnTo>
                  <a:pt x="63444" y="164231"/>
                </a:lnTo>
                <a:lnTo>
                  <a:pt x="45338" y="134365"/>
                </a:lnTo>
                <a:close/>
              </a:path>
              <a:path w="337820" h="207009">
                <a:moveTo>
                  <a:pt x="63444" y="164231"/>
                </a:moveTo>
                <a:lnTo>
                  <a:pt x="52577" y="170814"/>
                </a:lnTo>
                <a:lnTo>
                  <a:pt x="55879" y="176275"/>
                </a:lnTo>
                <a:lnTo>
                  <a:pt x="66752" y="169688"/>
                </a:lnTo>
                <a:lnTo>
                  <a:pt x="63444" y="164231"/>
                </a:lnTo>
                <a:close/>
              </a:path>
              <a:path w="337820" h="207009">
                <a:moveTo>
                  <a:pt x="66752" y="169688"/>
                </a:moveTo>
                <a:lnTo>
                  <a:pt x="55879" y="176275"/>
                </a:lnTo>
                <a:lnTo>
                  <a:pt x="70746" y="176275"/>
                </a:lnTo>
                <a:lnTo>
                  <a:pt x="66752" y="169688"/>
                </a:lnTo>
                <a:close/>
              </a:path>
              <a:path w="337820" h="207009">
                <a:moveTo>
                  <a:pt x="334517" y="0"/>
                </a:moveTo>
                <a:lnTo>
                  <a:pt x="63444" y="164231"/>
                </a:lnTo>
                <a:lnTo>
                  <a:pt x="66752" y="169688"/>
                </a:lnTo>
                <a:lnTo>
                  <a:pt x="337819" y="5461"/>
                </a:lnTo>
                <a:lnTo>
                  <a:pt x="3345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866894" y="2545207"/>
            <a:ext cx="1476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Divide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dados </a:t>
            </a:r>
            <a:r>
              <a:rPr sz="1200" b="1" dirty="0">
                <a:latin typeface="Calibri"/>
                <a:cs typeface="Calibri"/>
              </a:rPr>
              <a:t>em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75%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treinamento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e </a:t>
            </a:r>
            <a:r>
              <a:rPr sz="1200" b="1" dirty="0">
                <a:latin typeface="Calibri"/>
                <a:cs typeface="Calibri"/>
              </a:rPr>
              <a:t>25%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validação.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106290" y="2807461"/>
            <a:ext cx="683260" cy="379730"/>
          </a:xfrm>
          <a:custGeom>
            <a:avLst/>
            <a:gdLst/>
            <a:ahLst/>
            <a:cxnLst/>
            <a:rect l="l" t="t" r="r" b="b"/>
            <a:pathLst>
              <a:path w="683260" h="379730">
                <a:moveTo>
                  <a:pt x="48260" y="309372"/>
                </a:moveTo>
                <a:lnTo>
                  <a:pt x="0" y="379602"/>
                </a:lnTo>
                <a:lnTo>
                  <a:pt x="85089" y="376047"/>
                </a:lnTo>
                <a:lnTo>
                  <a:pt x="71620" y="351663"/>
                </a:lnTo>
                <a:lnTo>
                  <a:pt x="57150" y="351663"/>
                </a:lnTo>
                <a:lnTo>
                  <a:pt x="53975" y="346075"/>
                </a:lnTo>
                <a:lnTo>
                  <a:pt x="65127" y="339908"/>
                </a:lnTo>
                <a:lnTo>
                  <a:pt x="48260" y="309372"/>
                </a:lnTo>
                <a:close/>
              </a:path>
              <a:path w="683260" h="379730">
                <a:moveTo>
                  <a:pt x="65127" y="339908"/>
                </a:moveTo>
                <a:lnTo>
                  <a:pt x="53975" y="346075"/>
                </a:lnTo>
                <a:lnTo>
                  <a:pt x="57150" y="351663"/>
                </a:lnTo>
                <a:lnTo>
                  <a:pt x="68234" y="345532"/>
                </a:lnTo>
                <a:lnTo>
                  <a:pt x="65127" y="339908"/>
                </a:lnTo>
                <a:close/>
              </a:path>
              <a:path w="683260" h="379730">
                <a:moveTo>
                  <a:pt x="68234" y="345532"/>
                </a:moveTo>
                <a:lnTo>
                  <a:pt x="57150" y="351663"/>
                </a:lnTo>
                <a:lnTo>
                  <a:pt x="71620" y="351663"/>
                </a:lnTo>
                <a:lnTo>
                  <a:pt x="68234" y="345532"/>
                </a:lnTo>
                <a:close/>
              </a:path>
              <a:path w="683260" h="379730">
                <a:moveTo>
                  <a:pt x="679831" y="0"/>
                </a:moveTo>
                <a:lnTo>
                  <a:pt x="65127" y="339908"/>
                </a:lnTo>
                <a:lnTo>
                  <a:pt x="68234" y="345532"/>
                </a:lnTo>
                <a:lnTo>
                  <a:pt x="682879" y="5587"/>
                </a:lnTo>
                <a:lnTo>
                  <a:pt x="6798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193284" y="3262121"/>
            <a:ext cx="21088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Converte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mensagens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spc="-10" dirty="0">
                <a:latin typeface="Calibri"/>
                <a:cs typeface="Calibri"/>
              </a:rPr>
              <a:t>treinamento </a:t>
            </a:r>
            <a:r>
              <a:rPr sz="1200" b="1" dirty="0">
                <a:latin typeface="Calibri"/>
                <a:cs typeface="Calibri"/>
              </a:rPr>
              <a:t>em uma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com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frequência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 cada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palavra.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305809" y="3588892"/>
            <a:ext cx="1809114" cy="584835"/>
          </a:xfrm>
          <a:custGeom>
            <a:avLst/>
            <a:gdLst/>
            <a:ahLst/>
            <a:cxnLst/>
            <a:rect l="l" t="t" r="r" b="b"/>
            <a:pathLst>
              <a:path w="1809114" h="584835">
                <a:moveTo>
                  <a:pt x="61340" y="511683"/>
                </a:moveTo>
                <a:lnTo>
                  <a:pt x="0" y="570865"/>
                </a:lnTo>
                <a:lnTo>
                  <a:pt x="84074" y="584454"/>
                </a:lnTo>
                <a:lnTo>
                  <a:pt x="74830" y="554863"/>
                </a:lnTo>
                <a:lnTo>
                  <a:pt x="61467" y="554863"/>
                </a:lnTo>
                <a:lnTo>
                  <a:pt x="59562" y="548894"/>
                </a:lnTo>
                <a:lnTo>
                  <a:pt x="71767" y="545060"/>
                </a:lnTo>
                <a:lnTo>
                  <a:pt x="61340" y="511683"/>
                </a:lnTo>
                <a:close/>
              </a:path>
              <a:path w="1809114" h="584835">
                <a:moveTo>
                  <a:pt x="71767" y="545060"/>
                </a:moveTo>
                <a:lnTo>
                  <a:pt x="59562" y="548894"/>
                </a:lnTo>
                <a:lnTo>
                  <a:pt x="61467" y="554863"/>
                </a:lnTo>
                <a:lnTo>
                  <a:pt x="73636" y="551041"/>
                </a:lnTo>
                <a:lnTo>
                  <a:pt x="71767" y="545060"/>
                </a:lnTo>
                <a:close/>
              </a:path>
              <a:path w="1809114" h="584835">
                <a:moveTo>
                  <a:pt x="73636" y="551041"/>
                </a:moveTo>
                <a:lnTo>
                  <a:pt x="61467" y="554863"/>
                </a:lnTo>
                <a:lnTo>
                  <a:pt x="74830" y="554863"/>
                </a:lnTo>
                <a:lnTo>
                  <a:pt x="73636" y="551041"/>
                </a:lnTo>
                <a:close/>
              </a:path>
              <a:path w="1809114" h="584835">
                <a:moveTo>
                  <a:pt x="1807210" y="0"/>
                </a:moveTo>
                <a:lnTo>
                  <a:pt x="71767" y="545060"/>
                </a:lnTo>
                <a:lnTo>
                  <a:pt x="73636" y="551041"/>
                </a:lnTo>
                <a:lnTo>
                  <a:pt x="1809114" y="5969"/>
                </a:lnTo>
                <a:lnTo>
                  <a:pt x="180721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668392" y="4164838"/>
            <a:ext cx="20751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Converte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as mensagens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dirty="0">
                <a:latin typeface="Calibri"/>
                <a:cs typeface="Calibri"/>
              </a:rPr>
              <a:t>validação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uma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a </a:t>
            </a:r>
            <a:r>
              <a:rPr sz="1200" b="1" dirty="0">
                <a:latin typeface="Calibri"/>
                <a:cs typeface="Calibri"/>
              </a:rPr>
              <a:t>frequência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cada</a:t>
            </a:r>
            <a:r>
              <a:rPr sz="1200" b="1" spc="-10" dirty="0">
                <a:latin typeface="Calibri"/>
                <a:cs typeface="Calibri"/>
              </a:rPr>
              <a:t> palavra, </a:t>
            </a:r>
            <a:r>
              <a:rPr sz="1200" b="1" dirty="0">
                <a:latin typeface="Calibri"/>
                <a:cs typeface="Calibri"/>
              </a:rPr>
              <a:t>baseado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vocabulário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criado </a:t>
            </a:r>
            <a:r>
              <a:rPr sz="1200" b="1" dirty="0">
                <a:latin typeface="Calibri"/>
                <a:cs typeface="Calibri"/>
              </a:rPr>
              <a:t>com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</a:t>
            </a:r>
            <a:r>
              <a:rPr sz="1200" b="1" spc="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conjunto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treinamento.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43427" y="4479797"/>
            <a:ext cx="1600835" cy="116205"/>
          </a:xfrm>
          <a:custGeom>
            <a:avLst/>
            <a:gdLst/>
            <a:ahLst/>
            <a:cxnLst/>
            <a:rect l="l" t="t" r="r" b="b"/>
            <a:pathLst>
              <a:path w="1600835" h="116204">
                <a:moveTo>
                  <a:pt x="76290" y="34910"/>
                </a:moveTo>
                <a:lnTo>
                  <a:pt x="75983" y="41264"/>
                </a:lnTo>
                <a:lnTo>
                  <a:pt x="1600200" y="115950"/>
                </a:lnTo>
                <a:lnTo>
                  <a:pt x="1600454" y="109600"/>
                </a:lnTo>
                <a:lnTo>
                  <a:pt x="76290" y="34910"/>
                </a:lnTo>
                <a:close/>
              </a:path>
              <a:path w="1600835" h="116204">
                <a:moveTo>
                  <a:pt x="77978" y="0"/>
                </a:moveTo>
                <a:lnTo>
                  <a:pt x="0" y="34416"/>
                </a:lnTo>
                <a:lnTo>
                  <a:pt x="74295" y="76200"/>
                </a:lnTo>
                <a:lnTo>
                  <a:pt x="75983" y="41264"/>
                </a:lnTo>
                <a:lnTo>
                  <a:pt x="63246" y="40639"/>
                </a:lnTo>
                <a:lnTo>
                  <a:pt x="63627" y="34289"/>
                </a:lnTo>
                <a:lnTo>
                  <a:pt x="76320" y="34289"/>
                </a:lnTo>
                <a:lnTo>
                  <a:pt x="77978" y="0"/>
                </a:lnTo>
                <a:close/>
              </a:path>
              <a:path w="1600835" h="116204">
                <a:moveTo>
                  <a:pt x="63627" y="34289"/>
                </a:moveTo>
                <a:lnTo>
                  <a:pt x="63246" y="40639"/>
                </a:lnTo>
                <a:lnTo>
                  <a:pt x="75983" y="41264"/>
                </a:lnTo>
                <a:lnTo>
                  <a:pt x="76290" y="34910"/>
                </a:lnTo>
                <a:lnTo>
                  <a:pt x="63627" y="34289"/>
                </a:lnTo>
                <a:close/>
              </a:path>
              <a:path w="1600835" h="116204">
                <a:moveTo>
                  <a:pt x="76320" y="34289"/>
                </a:moveTo>
                <a:lnTo>
                  <a:pt x="63627" y="34289"/>
                </a:lnTo>
                <a:lnTo>
                  <a:pt x="76290" y="34910"/>
                </a:lnTo>
                <a:lnTo>
                  <a:pt x="76320" y="342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998467" y="5359146"/>
            <a:ext cx="2615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Treinamento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validação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classificador.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82061" y="5314822"/>
            <a:ext cx="638810" cy="348615"/>
          </a:xfrm>
          <a:custGeom>
            <a:avLst/>
            <a:gdLst/>
            <a:ahLst/>
            <a:cxnLst/>
            <a:rect l="l" t="t" r="r" b="b"/>
            <a:pathLst>
              <a:path w="638810" h="348614">
                <a:moveTo>
                  <a:pt x="637921" y="154559"/>
                </a:moveTo>
                <a:lnTo>
                  <a:pt x="75209" y="34175"/>
                </a:lnTo>
                <a:lnTo>
                  <a:pt x="75780" y="31496"/>
                </a:lnTo>
                <a:lnTo>
                  <a:pt x="82550" y="0"/>
                </a:lnTo>
                <a:lnTo>
                  <a:pt x="0" y="21336"/>
                </a:lnTo>
                <a:lnTo>
                  <a:pt x="66548" y="74549"/>
                </a:lnTo>
                <a:lnTo>
                  <a:pt x="73875" y="40386"/>
                </a:lnTo>
                <a:lnTo>
                  <a:pt x="636524" y="160782"/>
                </a:lnTo>
                <a:lnTo>
                  <a:pt x="637921" y="154559"/>
                </a:lnTo>
                <a:close/>
              </a:path>
              <a:path w="638810" h="348614">
                <a:moveTo>
                  <a:pt x="638302" y="183007"/>
                </a:moveTo>
                <a:lnTo>
                  <a:pt x="636016" y="177038"/>
                </a:lnTo>
                <a:lnTo>
                  <a:pt x="295948" y="310146"/>
                </a:lnTo>
                <a:lnTo>
                  <a:pt x="283210" y="277634"/>
                </a:lnTo>
                <a:lnTo>
                  <a:pt x="226187" y="340880"/>
                </a:lnTo>
                <a:lnTo>
                  <a:pt x="311023" y="348589"/>
                </a:lnTo>
                <a:lnTo>
                  <a:pt x="300088" y="320700"/>
                </a:lnTo>
                <a:lnTo>
                  <a:pt x="298272" y="316103"/>
                </a:lnTo>
                <a:lnTo>
                  <a:pt x="638302" y="1830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Casos</a:t>
            </a:r>
            <a:r>
              <a:rPr sz="4400" b="0" spc="2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multi-classe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696338"/>
            <a:ext cx="10794365" cy="5067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Até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agora,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nós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classificar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utilizando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regressão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os</a:t>
            </a:r>
            <a:endParaRPr sz="2600" dirty="0">
              <a:latin typeface="Calibri"/>
              <a:cs typeface="Calibri"/>
            </a:endParaRPr>
          </a:p>
          <a:p>
            <a:pPr marL="241300" marR="148590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pertencem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2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2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2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existem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mais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21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&gt;</a:t>
            </a:r>
            <a:r>
              <a:rPr sz="2600" spc="1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2</a:t>
            </a:r>
            <a:r>
              <a:rPr sz="2600" dirty="0">
                <a:latin typeface="Calibri"/>
                <a:cs typeface="Calibri"/>
              </a:rPr>
              <a:t>)?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</a:t>
            </a:r>
            <a:r>
              <a:rPr sz="2600" spc="-10" dirty="0">
                <a:latin typeface="Calibri"/>
                <a:cs typeface="Calibri"/>
              </a:rPr>
              <a:t> exemplo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2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Reconhecimento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dígitos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escritos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mão: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dígitos.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5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Classificação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texto: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Esportes,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Economia,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Política,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Entretenimento, etc.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Classificação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sentimentos: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Neutro,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Positivo,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Negativo.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multi-classe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5" dirty="0">
                <a:latin typeface="Calibri"/>
                <a:cs typeface="Calibri"/>
              </a:rPr>
              <a:t>Um-</a:t>
            </a:r>
            <a:r>
              <a:rPr sz="2200" spc="-30" dirty="0">
                <a:latin typeface="Calibri"/>
                <a:cs typeface="Calibri"/>
              </a:rPr>
              <a:t>Contra-</a:t>
            </a:r>
            <a:r>
              <a:rPr sz="2200" spc="-20" dirty="0">
                <a:latin typeface="Calibri"/>
                <a:cs typeface="Calibri"/>
              </a:rPr>
              <a:t>o-Resto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5" dirty="0">
                <a:latin typeface="Calibri"/>
                <a:cs typeface="Calibri"/>
              </a:rPr>
              <a:t>Um-</a:t>
            </a:r>
            <a:r>
              <a:rPr sz="2200" spc="-30" dirty="0">
                <a:latin typeface="Calibri"/>
                <a:cs typeface="Calibri"/>
              </a:rPr>
              <a:t>Contra-</a:t>
            </a:r>
            <a:r>
              <a:rPr sz="2200" spc="-25" dirty="0">
                <a:latin typeface="Calibri"/>
                <a:cs typeface="Calibri"/>
              </a:rPr>
              <a:t>Um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495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Regressão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Softmax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aplicadas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qualquer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tipo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classificador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binário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510"/>
              </a:lnSpc>
            </a:pPr>
            <a:r>
              <a:rPr sz="260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regressor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logístico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marR="540385" lvl="1" indent="-228600">
              <a:lnSpc>
                <a:spcPct val="70000"/>
              </a:lnSpc>
              <a:spcBef>
                <a:spcPts val="65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Outros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classificadores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binários: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SVM,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árvores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decisão,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classificadores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ingênuos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Bayes.</a:t>
            </a:r>
            <a:endParaRPr sz="2200" dirty="0">
              <a:latin typeface="Calibri"/>
              <a:cs typeface="Calibri"/>
            </a:endParaRPr>
          </a:p>
          <a:p>
            <a:pPr marL="241300" marR="75565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terceira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generalização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classificador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logístico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problemas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multi-classe.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89662"/>
            <a:ext cx="43745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" dirty="0">
                <a:latin typeface="Calibri Light"/>
                <a:cs typeface="Calibri Light"/>
              </a:rPr>
              <a:t>Um-</a:t>
            </a:r>
            <a:r>
              <a:rPr sz="4400" b="0" spc="-30" dirty="0">
                <a:latin typeface="Calibri Light"/>
                <a:cs typeface="Calibri Light"/>
              </a:rPr>
              <a:t>Contra-</a:t>
            </a:r>
            <a:r>
              <a:rPr sz="4400" b="0" spc="-10" dirty="0">
                <a:latin typeface="Calibri Light"/>
                <a:cs typeface="Calibri Light"/>
              </a:rPr>
              <a:t>o-</a:t>
            </a:r>
            <a:r>
              <a:rPr sz="4400" b="0" spc="-25" dirty="0">
                <a:latin typeface="Calibri Light"/>
                <a:cs typeface="Calibri Light"/>
              </a:rPr>
              <a:t>Resto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862900" y="707304"/>
                <a:ext cx="10854055" cy="4086311"/>
              </a:xfrm>
              <a:prstGeom prst="rect">
                <a:avLst/>
              </a:prstGeom>
            </p:spPr>
            <p:txBody>
              <a:bodyPr vert="horz" wrap="square" lIns="0" tIns="92075" rIns="0" bIns="0" rtlCol="0">
                <a:spAutoFit/>
              </a:bodyPr>
              <a:lstStyle/>
              <a:p>
                <a:pPr marL="317500" marR="544195" indent="-228600">
                  <a:spcBef>
                    <a:spcPts val="725"/>
                  </a:spcBef>
                  <a:buFont typeface="Arial"/>
                  <a:buChar char="•"/>
                  <a:tabLst>
                    <a:tab pos="317500" algn="l"/>
                    <a:tab pos="2437130" algn="l"/>
                    <a:tab pos="2917825" algn="l"/>
                    <a:tab pos="5243195" algn="l"/>
                    <a:tab pos="5546725" algn="l"/>
                    <a:tab pos="591566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Nesta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abordagem,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treina-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</a:t>
                </a:r>
                <a:r>
                  <a:rPr lang="pt-BR"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l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as</a:t>
                </a:r>
                <a:r>
                  <a:rPr lang="pt-BR" sz="2400" b="1" i="1" spc="5" dirty="0">
                    <a:solidFill>
                      <a:srgbClr val="00AF50"/>
                    </a:solidFill>
                    <a:latin typeface="Calibri"/>
                    <a:cs typeface="Calibri"/>
                  </a:rPr>
                  <a:t>s</a:t>
                </a:r>
                <a:r>
                  <a:rPr lang="pt-BR" sz="2400" b="1" i="1" spc="-105" dirty="0">
                    <a:solidFill>
                      <a:srgbClr val="00AF50"/>
                    </a:solidFill>
                    <a:latin typeface="Calibri"/>
                    <a:cs typeface="Calibri"/>
                  </a:rPr>
                  <a:t>if</a:t>
                </a:r>
                <a:r>
                  <a:rPr lang="pt-BR"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i</a:t>
                </a:r>
                <a:r>
                  <a:rPr lang="pt-BR"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c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</a:t>
                </a:r>
                <a:r>
                  <a:rPr lang="pt-BR" sz="2400" b="1" i="1" spc="5" dirty="0">
                    <a:solidFill>
                      <a:srgbClr val="00AF50"/>
                    </a:solidFill>
                    <a:latin typeface="Calibri"/>
                    <a:cs typeface="Calibri"/>
                  </a:rPr>
                  <a:t>d</a:t>
                </a:r>
                <a:r>
                  <a:rPr lang="pt-BR" sz="2400" b="1" i="1" spc="-5" dirty="0">
                    <a:solidFill>
                      <a:srgbClr val="00AF50"/>
                    </a:solidFill>
                    <a:latin typeface="Calibri"/>
                    <a:cs typeface="Calibri"/>
                  </a:rPr>
                  <a:t>o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r</a:t>
                </a:r>
                <a:r>
                  <a:rPr lang="pt-BR" sz="24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binário</a:t>
                </a:r>
                <a:r>
                  <a:rPr lang="pt-BR" sz="24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(e.g.,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 err="1">
                    <a:latin typeface="Calibri"/>
                    <a:cs typeface="Calibri"/>
                  </a:rPr>
                  <a:t>regressor</a:t>
                </a:r>
                <a:r>
                  <a:rPr lang="pt-BR" sz="2400" b="1" i="1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logístico</a:t>
                </a:r>
                <a:r>
                  <a:rPr lang="pt-BR" sz="2400" spc="-10" dirty="0">
                    <a:latin typeface="Calibri"/>
                    <a:cs typeface="Calibri"/>
                  </a:rPr>
                  <a:t>), </a:t>
                </a:r>
                <a:r>
                  <a:rPr lang="pt-BR" sz="2400" dirty="0">
                    <a:latin typeface="Calibri"/>
                    <a:cs typeface="Calibri"/>
                  </a:rPr>
                  <a:t>representado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pela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função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hipótese,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sub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𝑞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predizer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a </a:t>
                </a:r>
                <a:r>
                  <a:rPr lang="pt-BR" sz="2400" dirty="0">
                    <a:latin typeface="Calibri"/>
                    <a:cs typeface="Calibri"/>
                  </a:rPr>
                  <a:t>probabilidade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mbria Math"/>
                    <a:cs typeface="Cambria Math"/>
                  </a:rPr>
                  <a:t>𝑃</a:t>
                </a:r>
                <a:r>
                  <a:rPr lang="pt-BR" sz="2400" dirty="0">
                    <a:latin typeface="Cambria Math"/>
                    <a:cs typeface="Cambria Math"/>
                  </a:rPr>
                  <a:t>(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𝐶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𝑞</a:t>
                </a:r>
                <a:r>
                  <a:rPr lang="pt-BR" sz="2625" spc="-37" dirty="0">
                    <a:latin typeface="Cambria Math"/>
                    <a:cs typeface="Cambria Math"/>
                  </a:rPr>
                  <a:t>|</a:t>
                </a:r>
                <a:r>
                  <a:rPr lang="pt-BR" sz="2400" dirty="0">
                    <a:latin typeface="Cambria Math"/>
                    <a:cs typeface="Cambria Math"/>
                  </a:rPr>
                  <a:t>𝒙(𝑖);</a:t>
                </a:r>
                <a:r>
                  <a:rPr lang="pt-BR" sz="2400" spc="-13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𝒂),</a:t>
                </a:r>
                <a:r>
                  <a:rPr lang="pt-BR" sz="2400" spc="-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∀𝑞</a:t>
                </a:r>
                <a:r>
                  <a:rPr lang="pt-BR" sz="2400" spc="204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∈</a:t>
                </a:r>
                <a:r>
                  <a:rPr lang="pt-BR" sz="2400" spc="140" dirty="0">
                    <a:latin typeface="Cambria Math"/>
                    <a:cs typeface="Cambria Math"/>
                  </a:rPr>
                  <a:t> </a:t>
                </a:r>
                <a:r>
                  <a:rPr lang="pt-BR" sz="2400" spc="-10" dirty="0">
                    <a:latin typeface="Cambria Math"/>
                    <a:cs typeface="Cambria Math"/>
                  </a:rPr>
                  <a:t>{1,</a:t>
                </a:r>
                <a:r>
                  <a:rPr lang="pt-BR" sz="2400" spc="-13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…</a:t>
                </a:r>
                <a:r>
                  <a:rPr lang="pt-BR" sz="2400" spc="-14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,</a:t>
                </a:r>
                <a:r>
                  <a:rPr lang="pt-BR" sz="2400" spc="-13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𝑄}</a:t>
                </a:r>
                <a:r>
                  <a:rPr lang="pt-BR" sz="2400" dirty="0">
                    <a:latin typeface="Calibri"/>
                    <a:cs typeface="Calibri"/>
                  </a:rPr>
                  <a:t>, i.e.,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𝐶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𝑞</a:t>
                </a:r>
                <a:r>
                  <a:rPr lang="pt-BR" sz="2625" spc="480" baseline="-15873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 a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 positiva,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𝐶</a:t>
                </a:r>
                <a:r>
                  <a:rPr lang="pt-BR" sz="2625" spc="-37" baseline="-15873" dirty="0">
                    <a:latin typeface="Cambria Math"/>
                    <a:cs typeface="Cambria Math"/>
                  </a:rPr>
                  <a:t>2</a:t>
                </a:r>
                <a:r>
                  <a:rPr lang="pt-BR" sz="2400" spc="-25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317500" marR="68580" indent="-228600">
                  <a:lnSpc>
                    <a:spcPct val="70100"/>
                  </a:lnSpc>
                  <a:spcBef>
                    <a:spcPts val="1075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outras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palavras,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cria-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𝑄</a:t>
                </a:r>
                <a:r>
                  <a:rPr lang="pt-BR" sz="2400" spc="30" dirty="0">
                    <a:latin typeface="Cambria Math"/>
                    <a:cs typeface="Cambria Math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classificadores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binários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onde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classificador,</a:t>
                </a:r>
                <a:r>
                  <a:rPr lang="pt-BR" sz="2400" spc="-50" dirty="0">
                    <a:latin typeface="Calibri"/>
                    <a:cs typeface="Calibri"/>
                  </a:rPr>
                  <a:t> a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positiva,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𝐶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2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𝑞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negativa,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𝐶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1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junção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todas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as </a:t>
                </a:r>
                <a:r>
                  <a:rPr lang="pt-BR" sz="2400" dirty="0">
                    <a:latin typeface="Calibri"/>
                    <a:cs typeface="Calibri"/>
                  </a:rPr>
                  <a:t>outras,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𝑄</a:t>
                </a:r>
                <a:r>
                  <a:rPr lang="pt-BR" sz="2400" spc="4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−</a:t>
                </a:r>
                <a:r>
                  <a:rPr lang="pt-BR" sz="2400" spc="-1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1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classes.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774700" lvl="1" indent="-229235">
                  <a:lnSpc>
                    <a:spcPts val="2190"/>
                  </a:lnSpc>
                  <a:buFont typeface="Wingdings"/>
                  <a:buChar char=""/>
                  <a:tabLst>
                    <a:tab pos="775335" algn="l"/>
                  </a:tabLst>
                </a:pPr>
                <a:r>
                  <a:rPr lang="pt-BR" sz="2000" b="1" i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Transformamos</a:t>
                </a:r>
                <a:r>
                  <a:rPr lang="pt-BR" sz="2000" b="1" i="1" spc="-6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000" b="1" i="1" spc="-20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problema</a:t>
                </a:r>
                <a:r>
                  <a:rPr lang="pt-BR" sz="2000" b="1" i="1" spc="-3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com</a:t>
                </a:r>
                <a:r>
                  <a:rPr lang="pt-BR" sz="2000" b="1" i="1" spc="-1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solidFill>
                      <a:srgbClr val="00AFEF"/>
                    </a:solidFill>
                    <a:latin typeface="Cambria Math"/>
                    <a:cs typeface="Cambria Math"/>
                  </a:rPr>
                  <a:t>𝑸 </a:t>
                </a:r>
                <a:r>
                  <a:rPr lang="pt-BR" sz="20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classes</a:t>
                </a:r>
                <a:r>
                  <a:rPr lang="pt-BR" sz="2000" b="1" i="1" spc="-3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em</a:t>
                </a:r>
                <a:r>
                  <a:rPr lang="pt-BR" sz="2000" b="1" i="1" spc="-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solidFill>
                      <a:srgbClr val="00AFEF"/>
                    </a:solidFill>
                    <a:latin typeface="Cambria Math"/>
                    <a:cs typeface="Cambria Math"/>
                  </a:rPr>
                  <a:t>𝑸</a:t>
                </a:r>
                <a:r>
                  <a:rPr lang="pt-BR" sz="2000" spc="5" dirty="0">
                    <a:solidFill>
                      <a:srgbClr val="00AFEF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pt-BR" sz="2000" b="1" i="1" dirty="0">
                    <a:solidFill>
                      <a:srgbClr val="00AFEF"/>
                    </a:solidFill>
                    <a:latin typeface="Calibri"/>
                    <a:cs typeface="Calibri"/>
                  </a:rPr>
                  <a:t>problemas</a:t>
                </a:r>
                <a:r>
                  <a:rPr lang="pt-BR" sz="2000" b="1" i="1" spc="-35" dirty="0">
                    <a:solidFill>
                      <a:srgbClr val="00AFEF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solidFill>
                      <a:srgbClr val="00AFEF"/>
                    </a:solidFill>
                    <a:latin typeface="Calibri"/>
                    <a:cs typeface="Calibri"/>
                  </a:rPr>
                  <a:t>binários.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317500" marR="193675" indent="-228600">
                  <a:lnSpc>
                    <a:spcPct val="70000"/>
                  </a:lnSpc>
                  <a:spcBef>
                    <a:spcPts val="995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lang="pt-BR" sz="2400" spc="-10" dirty="0">
                    <a:latin typeface="Calibri"/>
                    <a:cs typeface="Calibri"/>
                  </a:rPr>
                  <a:t>Portanto,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𝑞</a:t>
                </a:r>
                <a:r>
                  <a:rPr lang="pt-BR" sz="2400" dirty="0">
                    <a:latin typeface="Calibri"/>
                    <a:cs typeface="Calibri"/>
                  </a:rPr>
                  <a:t>-ésimo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classificador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deve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indicar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positiva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caso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exemplo </a:t>
                </a:r>
                <a:r>
                  <a:rPr lang="pt-BR" sz="2400" dirty="0">
                    <a:latin typeface="Calibri"/>
                    <a:cs typeface="Calibri"/>
                  </a:rPr>
                  <a:t>pertença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à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𝑞</a:t>
                </a:r>
                <a:r>
                  <a:rPr lang="pt-BR" sz="2400" dirty="0">
                    <a:latin typeface="Calibri"/>
                    <a:cs typeface="Calibri"/>
                  </a:rPr>
                  <a:t>-ésima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à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negativa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caso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exemplo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pertença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qualquer </a:t>
                </a:r>
                <a:r>
                  <a:rPr lang="pt-BR" sz="2400" dirty="0">
                    <a:latin typeface="Calibri"/>
                    <a:cs typeface="Calibri"/>
                  </a:rPr>
                  <a:t>outra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classe.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317500" marR="425450" indent="-228600">
                  <a:lnSpc>
                    <a:spcPct val="77100"/>
                  </a:lnSpc>
                  <a:spcBef>
                    <a:spcPts val="790"/>
                  </a:spcBef>
                  <a:buFont typeface="Arial"/>
                  <a:buChar char="•"/>
                  <a:tabLst>
                    <a:tab pos="317500" algn="l"/>
                    <a:tab pos="4950460" algn="l"/>
                    <a:tab pos="7099934" algn="l"/>
                    <a:tab pos="733298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Após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treinamento,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e</a:t>
                </a:r>
                <a:r>
                  <a:rPr lang="pt-BR" sz="2400" spc="-35" dirty="0">
                    <a:latin typeface="Calibri"/>
                    <a:cs typeface="Calibri"/>
                  </a:rPr>
                  <a:t>x</a:t>
                </a:r>
                <a:r>
                  <a:rPr lang="pt-BR" sz="2400" spc="20" dirty="0">
                    <a:latin typeface="Calibri"/>
                    <a:cs typeface="Calibri"/>
                  </a:rPr>
                  <a:t>emplo de entrada </a:t>
                </a:r>
                <a14:m>
                  <m:oMath xmlns:m="http://schemas.openxmlformats.org/officeDocument/2006/math">
                    <m:r>
                      <a:rPr lang="pt-BR" sz="2400" b="1" i="1" spc="20" smtClean="0">
                        <a:latin typeface="Cambria Math" panose="02040503050406030204" pitchFamily="18" charset="0"/>
                        <a:cs typeface="Calibri"/>
                      </a:rPr>
                      <m:t>𝒙</m:t>
                    </m:r>
                    <m:r>
                      <a:rPr lang="pt-BR" sz="2400" b="0" i="1" spc="20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2400" b="0" i="1" spc="20" smtClean="0">
                        <a:latin typeface="Cambria Math" panose="02040503050406030204" pitchFamily="18" charset="0"/>
                        <a:cs typeface="Calibri"/>
                      </a:rPr>
                      <m:t>𝑖</m:t>
                    </m:r>
                    <m:r>
                      <a:rPr lang="pt-BR" sz="2400" b="0" i="1" spc="2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realiza-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𝑄</a:t>
                </a:r>
                <a:r>
                  <a:rPr lang="pt-BR" sz="2400" spc="4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predições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50" dirty="0">
                    <a:latin typeface="Calibri"/>
                    <a:cs typeface="Calibri"/>
                  </a:rPr>
                  <a:t>e </a:t>
                </a:r>
                <a:r>
                  <a:rPr lang="pt-BR" sz="2400" spc="-10" dirty="0">
                    <a:latin typeface="Calibri"/>
                    <a:cs typeface="Calibri"/>
                  </a:rPr>
                  <a:t>escolhe-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classe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maximize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sub>
                      <m:sup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e>
                    </m:d>
                  </m:oMath>
                </a14:m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900" y="707304"/>
                <a:ext cx="10854055" cy="4086311"/>
              </a:xfrm>
              <a:prstGeom prst="rect">
                <a:avLst/>
              </a:prstGeom>
              <a:blipFill>
                <a:blip r:embed="rId2"/>
                <a:stretch>
                  <a:fillRect l="-787" r="-1236" b="-35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bject 12"/>
          <p:cNvSpPr txBox="1"/>
          <p:nvPr/>
        </p:nvSpPr>
        <p:spPr>
          <a:xfrm>
            <a:off x="862900" y="5391099"/>
            <a:ext cx="10198735" cy="1285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vantagem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abordagem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apenas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classificadores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desvantagem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classificador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binário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treinado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dirty="0">
                <a:latin typeface="Calibri"/>
                <a:cs typeface="Calibri"/>
              </a:rPr>
              <a:t>-1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vezes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maior,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aumentar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treinamento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possibilidade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desbalanceadas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41928B2-F119-C1A8-170C-63DC9F1B6E91}"/>
                  </a:ext>
                </a:extLst>
              </p:cNvPr>
              <p:cNvSpPr txBox="1"/>
              <p:nvPr/>
            </p:nvSpPr>
            <p:spPr>
              <a:xfrm>
                <a:off x="4512393" y="4819747"/>
                <a:ext cx="3167214" cy="550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41928B2-F119-C1A8-170C-63DC9F1B6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393" y="4819747"/>
                <a:ext cx="3167214" cy="550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75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Um-</a:t>
            </a:r>
            <a:r>
              <a:rPr sz="4400" b="0" spc="-30" dirty="0">
                <a:latin typeface="Calibri Light"/>
                <a:cs typeface="Calibri Light"/>
              </a:rPr>
              <a:t>Contra-</a:t>
            </a:r>
            <a:r>
              <a:rPr sz="4400" b="0" spc="-10" dirty="0">
                <a:latin typeface="Calibri Light"/>
                <a:cs typeface="Calibri Light"/>
              </a:rPr>
              <a:t>o-</a:t>
            </a:r>
            <a:r>
              <a:rPr sz="4400" b="0" spc="-20" dirty="0">
                <a:latin typeface="Calibri Light"/>
                <a:cs typeface="Calibri Light"/>
              </a:rPr>
              <a:t>Resto</a:t>
            </a:r>
            <a:endParaRPr sz="44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69210" y="124743"/>
            <a:ext cx="8053705" cy="6609080"/>
            <a:chOff x="2069210" y="124743"/>
            <a:chExt cx="8053705" cy="6609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9210" y="124743"/>
              <a:ext cx="8053450" cy="66085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599796" y="1672589"/>
              <a:ext cx="200025" cy="218440"/>
            </a:xfrm>
            <a:custGeom>
              <a:avLst/>
              <a:gdLst/>
              <a:ahLst/>
              <a:cxnLst/>
              <a:rect l="l" t="t" r="r" b="b"/>
              <a:pathLst>
                <a:path w="200025" h="218439">
                  <a:moveTo>
                    <a:pt x="199529" y="77470"/>
                  </a:moveTo>
                  <a:lnTo>
                    <a:pt x="131711" y="77470"/>
                  </a:lnTo>
                  <a:lnTo>
                    <a:pt x="131711" y="0"/>
                  </a:lnTo>
                  <a:lnTo>
                    <a:pt x="67830" y="0"/>
                  </a:lnTo>
                  <a:lnTo>
                    <a:pt x="67830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30" y="140970"/>
                  </a:lnTo>
                  <a:lnTo>
                    <a:pt x="67830" y="218440"/>
                  </a:lnTo>
                  <a:lnTo>
                    <a:pt x="131711" y="218440"/>
                  </a:lnTo>
                  <a:lnTo>
                    <a:pt x="131711" y="140970"/>
                  </a:lnTo>
                  <a:lnTo>
                    <a:pt x="199529" y="140970"/>
                  </a:lnTo>
                  <a:lnTo>
                    <a:pt x="199529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99808" y="1671954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50"/>
                  </a:moveTo>
                  <a:lnTo>
                    <a:pt x="67818" y="77850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50"/>
                  </a:lnTo>
                  <a:lnTo>
                    <a:pt x="199517" y="77850"/>
                  </a:lnTo>
                  <a:lnTo>
                    <a:pt x="199517" y="141732"/>
                  </a:lnTo>
                  <a:lnTo>
                    <a:pt x="131699" y="141732"/>
                  </a:lnTo>
                  <a:lnTo>
                    <a:pt x="131699" y="219583"/>
                  </a:lnTo>
                  <a:lnTo>
                    <a:pt x="67818" y="219583"/>
                  </a:lnTo>
                  <a:lnTo>
                    <a:pt x="67818" y="141732"/>
                  </a:lnTo>
                  <a:lnTo>
                    <a:pt x="0" y="141732"/>
                  </a:lnTo>
                  <a:lnTo>
                    <a:pt x="0" y="77850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99796" y="393572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199529" y="77470"/>
                  </a:moveTo>
                  <a:lnTo>
                    <a:pt x="131711" y="77470"/>
                  </a:lnTo>
                  <a:lnTo>
                    <a:pt x="131711" y="0"/>
                  </a:lnTo>
                  <a:lnTo>
                    <a:pt x="67830" y="0"/>
                  </a:lnTo>
                  <a:lnTo>
                    <a:pt x="67830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30" y="140970"/>
                  </a:lnTo>
                  <a:lnTo>
                    <a:pt x="67830" y="219710"/>
                  </a:lnTo>
                  <a:lnTo>
                    <a:pt x="131711" y="219710"/>
                  </a:lnTo>
                  <a:lnTo>
                    <a:pt x="131711" y="140970"/>
                  </a:lnTo>
                  <a:lnTo>
                    <a:pt x="199529" y="140970"/>
                  </a:lnTo>
                  <a:lnTo>
                    <a:pt x="199529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99808" y="3935476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50"/>
                  </a:moveTo>
                  <a:lnTo>
                    <a:pt x="67818" y="77850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50"/>
                  </a:lnTo>
                  <a:lnTo>
                    <a:pt x="199517" y="77850"/>
                  </a:lnTo>
                  <a:lnTo>
                    <a:pt x="199517" y="141731"/>
                  </a:lnTo>
                  <a:lnTo>
                    <a:pt x="131699" y="141731"/>
                  </a:lnTo>
                  <a:lnTo>
                    <a:pt x="131699" y="219582"/>
                  </a:lnTo>
                  <a:lnTo>
                    <a:pt x="67818" y="219582"/>
                  </a:lnTo>
                  <a:lnTo>
                    <a:pt x="67818" y="141731"/>
                  </a:lnTo>
                  <a:lnTo>
                    <a:pt x="0" y="141731"/>
                  </a:lnTo>
                  <a:lnTo>
                    <a:pt x="0" y="77850"/>
                  </a:lnTo>
                  <a:close/>
                </a:path>
              </a:pathLst>
            </a:custGeom>
            <a:ln w="12699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10350" y="6198870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199644" y="77470"/>
                  </a:moveTo>
                  <a:lnTo>
                    <a:pt x="131826" y="77470"/>
                  </a:lnTo>
                  <a:lnTo>
                    <a:pt x="131826" y="0"/>
                  </a:lnTo>
                  <a:lnTo>
                    <a:pt x="67945" y="0"/>
                  </a:lnTo>
                  <a:lnTo>
                    <a:pt x="67945" y="77470"/>
                  </a:lnTo>
                  <a:lnTo>
                    <a:pt x="0" y="77470"/>
                  </a:lnTo>
                  <a:lnTo>
                    <a:pt x="0" y="142240"/>
                  </a:lnTo>
                  <a:lnTo>
                    <a:pt x="67945" y="142240"/>
                  </a:lnTo>
                  <a:lnTo>
                    <a:pt x="67945" y="219710"/>
                  </a:lnTo>
                  <a:lnTo>
                    <a:pt x="131826" y="219710"/>
                  </a:lnTo>
                  <a:lnTo>
                    <a:pt x="131826" y="142240"/>
                  </a:lnTo>
                  <a:lnTo>
                    <a:pt x="199644" y="142240"/>
                  </a:lnTo>
                  <a:lnTo>
                    <a:pt x="199644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10350" y="6198984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38"/>
                  </a:moveTo>
                  <a:lnTo>
                    <a:pt x="67945" y="77838"/>
                  </a:lnTo>
                  <a:lnTo>
                    <a:pt x="67945" y="0"/>
                  </a:lnTo>
                  <a:lnTo>
                    <a:pt x="131825" y="0"/>
                  </a:lnTo>
                  <a:lnTo>
                    <a:pt x="131825" y="77838"/>
                  </a:lnTo>
                  <a:lnTo>
                    <a:pt x="199644" y="77838"/>
                  </a:lnTo>
                  <a:lnTo>
                    <a:pt x="199644" y="141719"/>
                  </a:lnTo>
                  <a:lnTo>
                    <a:pt x="131825" y="141719"/>
                  </a:lnTo>
                  <a:lnTo>
                    <a:pt x="131825" y="219557"/>
                  </a:lnTo>
                  <a:lnTo>
                    <a:pt x="67945" y="219557"/>
                  </a:lnTo>
                  <a:lnTo>
                    <a:pt x="67945" y="141719"/>
                  </a:lnTo>
                  <a:lnTo>
                    <a:pt x="0" y="141719"/>
                  </a:lnTo>
                  <a:lnTo>
                    <a:pt x="0" y="77838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93707" y="647445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09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18" y="140970"/>
                  </a:lnTo>
                  <a:lnTo>
                    <a:pt x="67818" y="219710"/>
                  </a:lnTo>
                  <a:lnTo>
                    <a:pt x="131699" y="219710"/>
                  </a:lnTo>
                  <a:lnTo>
                    <a:pt x="131699" y="140970"/>
                  </a:lnTo>
                  <a:lnTo>
                    <a:pt x="199517" y="14097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93706" y="6474155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09">
                  <a:moveTo>
                    <a:pt x="0" y="77838"/>
                  </a:moveTo>
                  <a:lnTo>
                    <a:pt x="67818" y="77838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38"/>
                  </a:lnTo>
                  <a:lnTo>
                    <a:pt x="199517" y="77838"/>
                  </a:lnTo>
                  <a:lnTo>
                    <a:pt x="199517" y="141719"/>
                  </a:lnTo>
                  <a:lnTo>
                    <a:pt x="131699" y="141719"/>
                  </a:lnTo>
                  <a:lnTo>
                    <a:pt x="131699" y="219557"/>
                  </a:lnTo>
                  <a:lnTo>
                    <a:pt x="67818" y="219557"/>
                  </a:lnTo>
                  <a:lnTo>
                    <a:pt x="67818" y="141719"/>
                  </a:lnTo>
                  <a:lnTo>
                    <a:pt x="0" y="141719"/>
                  </a:lnTo>
                  <a:lnTo>
                    <a:pt x="0" y="77838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414002" y="6211531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503936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93554" y="778509"/>
            <a:ext cx="597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87533" y="3223971"/>
            <a:ext cx="597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 </a:t>
            </a:r>
            <a:r>
              <a:rPr sz="1800" spc="-20" dirty="0">
                <a:latin typeface="Calibri"/>
                <a:cs typeface="Calibri"/>
              </a:rPr>
              <a:t>0.05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28935" y="5431942"/>
            <a:ext cx="16059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0.85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21640" y="1890958"/>
            <a:ext cx="455295" cy="3101340"/>
            <a:chOff x="5121640" y="1890958"/>
            <a:chExt cx="455295" cy="310134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1640" y="1890958"/>
              <a:ext cx="454725" cy="4582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8402" y="4500637"/>
              <a:ext cx="416133" cy="49154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351017" y="3076194"/>
            <a:ext cx="666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𝐶</a:t>
            </a:r>
            <a:r>
              <a:rPr sz="1950" spc="-15" baseline="-14957" dirty="0">
                <a:latin typeface="Cambria Math"/>
                <a:cs typeface="Cambria Math"/>
              </a:rPr>
              <a:t>2</a:t>
            </a:r>
            <a:r>
              <a:rPr sz="1800" spc="-10" dirty="0">
                <a:latin typeface="Cambria Math"/>
                <a:cs typeface="Cambria Math"/>
              </a:rPr>
              <a:t>(+)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52702" y="4416932"/>
            <a:ext cx="3759835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220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mbria Math"/>
                <a:cs typeface="Cambria Math"/>
              </a:rPr>
              <a:t>𝑄</a:t>
            </a:r>
            <a:r>
              <a:rPr sz="3600" spc="310" dirty="0">
                <a:latin typeface="Cambria Math"/>
                <a:cs typeface="Cambria Math"/>
              </a:rPr>
              <a:t> </a:t>
            </a:r>
            <a:r>
              <a:rPr sz="3600" dirty="0">
                <a:latin typeface="Cambria Math"/>
                <a:cs typeface="Cambria Math"/>
              </a:rPr>
              <a:t>=</a:t>
            </a:r>
            <a:r>
              <a:rPr sz="3600" spc="210" dirty="0">
                <a:latin typeface="Cambria Math"/>
                <a:cs typeface="Cambria Math"/>
              </a:rPr>
              <a:t> </a:t>
            </a:r>
            <a:r>
              <a:rPr sz="3600" spc="-50" dirty="0">
                <a:latin typeface="Cambria Math"/>
                <a:cs typeface="Cambria Math"/>
              </a:rPr>
              <a:t>3</a:t>
            </a:r>
            <a:endParaRPr sz="36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800" dirty="0">
                <a:latin typeface="Calibri"/>
                <a:cs typeface="Calibri"/>
              </a:rPr>
              <a:t>Passamos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classificadores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binários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793348" y="1803019"/>
            <a:ext cx="9779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4471C4"/>
                </a:solidFill>
                <a:latin typeface="Calibri"/>
                <a:cs typeface="Calibri"/>
              </a:rPr>
              <a:t>A qual</a:t>
            </a:r>
            <a:r>
              <a:rPr sz="1400" b="1" i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4471C4"/>
                </a:solidFill>
                <a:latin typeface="Calibri"/>
                <a:cs typeface="Calibri"/>
              </a:rPr>
              <a:t>classe pertence?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801475" y="1814957"/>
            <a:ext cx="212725" cy="232410"/>
            <a:chOff x="11801475" y="1814957"/>
            <a:chExt cx="212725" cy="232410"/>
          </a:xfrm>
        </p:grpSpPr>
        <p:sp>
          <p:nvSpPr>
            <p:cNvPr id="24" name="object 24"/>
            <p:cNvSpPr/>
            <p:nvPr/>
          </p:nvSpPr>
          <p:spPr>
            <a:xfrm>
              <a:off x="11807825" y="182117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2240"/>
                  </a:lnTo>
                  <a:lnTo>
                    <a:pt x="67818" y="142240"/>
                  </a:lnTo>
                  <a:lnTo>
                    <a:pt x="67818" y="219710"/>
                  </a:lnTo>
                  <a:lnTo>
                    <a:pt x="131699" y="219710"/>
                  </a:lnTo>
                  <a:lnTo>
                    <a:pt x="131699" y="142240"/>
                  </a:lnTo>
                  <a:lnTo>
                    <a:pt x="199517" y="14224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807825" y="1821307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50"/>
                  </a:moveTo>
                  <a:lnTo>
                    <a:pt x="67818" y="77850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50"/>
                  </a:lnTo>
                  <a:lnTo>
                    <a:pt x="199517" y="77850"/>
                  </a:lnTo>
                  <a:lnTo>
                    <a:pt x="199517" y="141731"/>
                  </a:lnTo>
                  <a:lnTo>
                    <a:pt x="131699" y="141731"/>
                  </a:lnTo>
                  <a:lnTo>
                    <a:pt x="131699" y="219582"/>
                  </a:lnTo>
                  <a:lnTo>
                    <a:pt x="67818" y="219582"/>
                  </a:lnTo>
                  <a:lnTo>
                    <a:pt x="67818" y="141731"/>
                  </a:lnTo>
                  <a:lnTo>
                    <a:pt x="0" y="141731"/>
                  </a:lnTo>
                  <a:lnTo>
                    <a:pt x="0" y="77850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1BBBBC8-2A05-9854-C19A-BB0A00D467D4}"/>
              </a:ext>
            </a:extLst>
          </p:cNvPr>
          <p:cNvSpPr txBox="1"/>
          <p:nvPr/>
        </p:nvSpPr>
        <p:spPr>
          <a:xfrm>
            <a:off x="9981287" y="5910532"/>
            <a:ext cx="2324915" cy="88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195" marR="5080" indent="3175">
              <a:lnSpc>
                <a:spcPct val="172400"/>
              </a:lnSpc>
            </a:pPr>
            <a:r>
              <a:rPr lang="pt-BR" sz="1600" spc="-10" dirty="0">
                <a:latin typeface="Calibri"/>
                <a:cs typeface="Calibri"/>
              </a:rPr>
              <a:t>Fronteira</a:t>
            </a:r>
            <a:r>
              <a:rPr lang="pt-BR" sz="1600" spc="-25" dirty="0">
                <a:latin typeface="Calibri"/>
                <a:cs typeface="Calibri"/>
              </a:rPr>
              <a:t> </a:t>
            </a:r>
            <a:r>
              <a:rPr lang="pt-BR" sz="1600" dirty="0">
                <a:latin typeface="Calibri"/>
                <a:cs typeface="Calibri"/>
              </a:rPr>
              <a:t>de </a:t>
            </a:r>
            <a:r>
              <a:rPr lang="pt-BR" sz="1600" spc="-10" dirty="0">
                <a:latin typeface="Calibri"/>
                <a:cs typeface="Calibri"/>
              </a:rPr>
              <a:t>decisão </a:t>
            </a:r>
            <a:r>
              <a:rPr lang="pt-BR" sz="1600" dirty="0">
                <a:latin typeface="Calibri"/>
                <a:cs typeface="Calibri"/>
              </a:rPr>
              <a:t>Exemplo</a:t>
            </a:r>
            <a:r>
              <a:rPr lang="pt-BR" sz="1600" spc="-35" dirty="0">
                <a:latin typeface="Calibri"/>
                <a:cs typeface="Calibri"/>
              </a:rPr>
              <a:t> </a:t>
            </a:r>
            <a:r>
              <a:rPr lang="pt-BR" sz="1600" dirty="0">
                <a:latin typeface="Calibri"/>
                <a:cs typeface="Calibri"/>
              </a:rPr>
              <a:t>de</a:t>
            </a:r>
            <a:r>
              <a:rPr lang="pt-BR" sz="1600" spc="-35" dirty="0">
                <a:latin typeface="Calibri"/>
                <a:cs typeface="Calibri"/>
              </a:rPr>
              <a:t> </a:t>
            </a:r>
            <a:r>
              <a:rPr lang="pt-BR" sz="1600" spc="-10" dirty="0">
                <a:latin typeface="Calibri"/>
                <a:cs typeface="Calibri"/>
              </a:rPr>
              <a:t>validação</a:t>
            </a:r>
            <a:endParaRPr lang="pt-BR"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Um-</a:t>
            </a:r>
            <a:r>
              <a:rPr sz="4400" b="0" spc="-30" dirty="0">
                <a:latin typeface="Calibri Light"/>
                <a:cs typeface="Calibri Light"/>
              </a:rPr>
              <a:t>Contra-</a:t>
            </a:r>
            <a:r>
              <a:rPr sz="4400" b="0" spc="-25" dirty="0">
                <a:latin typeface="Calibri Light"/>
                <a:cs typeface="Calibri Light"/>
              </a:rPr>
              <a:t>Um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1717827"/>
            <a:ext cx="11066780" cy="50806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Nesta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treina-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𝑄(𝑄</a:t>
            </a:r>
            <a:r>
              <a:rPr sz="2800" spc="2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−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1)/2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classificadores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binários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85471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Cada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classificador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construído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distinção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 pertencentes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possíveis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pares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classes.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810"/>
              </a:lnSpc>
              <a:buFont typeface="Wingdings"/>
              <a:buChar char=""/>
              <a:tabLst>
                <a:tab pos="724535" algn="l"/>
              </a:tabLst>
            </a:pPr>
            <a:r>
              <a:rPr sz="2400" b="1" i="1" spc="-10" dirty="0">
                <a:solidFill>
                  <a:srgbClr val="00AFEF"/>
                </a:solidFill>
                <a:latin typeface="Calibri"/>
                <a:cs typeface="Calibri"/>
              </a:rPr>
              <a:t>Transformamos</a:t>
            </a:r>
            <a:r>
              <a:rPr sz="24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um</a:t>
            </a:r>
            <a:r>
              <a:rPr sz="24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problema</a:t>
            </a:r>
            <a:r>
              <a:rPr sz="2400" b="1" i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com</a:t>
            </a:r>
            <a:r>
              <a:rPr sz="2400" b="1" i="1" spc="-1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𝑸</a:t>
            </a:r>
            <a:r>
              <a:rPr sz="2400" spc="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classes</a:t>
            </a:r>
            <a:r>
              <a:rPr sz="2400" b="1" i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em</a:t>
            </a:r>
            <a:r>
              <a:rPr sz="2400" b="1" i="1" spc="-2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𝑸(𝑸</a:t>
            </a:r>
            <a:r>
              <a:rPr sz="2400" spc="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−</a:t>
            </a:r>
            <a:r>
              <a:rPr sz="2400" spc="-2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EF"/>
                </a:solidFill>
                <a:latin typeface="Cambria Math"/>
                <a:cs typeface="Cambria Math"/>
              </a:rPr>
              <a:t>𝟏)/𝟐</a:t>
            </a:r>
            <a:r>
              <a:rPr sz="2400" spc="10" dirty="0">
                <a:solidFill>
                  <a:srgbClr val="00AFEF"/>
                </a:solidFill>
                <a:latin typeface="Cambria Math"/>
                <a:cs typeface="Cambria Math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Calibri"/>
                <a:cs typeface="Calibri"/>
              </a:rPr>
              <a:t>problemas</a:t>
            </a:r>
            <a:r>
              <a:rPr sz="2400" b="1" i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EF"/>
                </a:solidFill>
                <a:latin typeface="Calibri"/>
                <a:cs typeface="Calibri"/>
              </a:rPr>
              <a:t>binários.</a:t>
            </a:r>
            <a:endParaRPr sz="2400" dirty="0">
              <a:latin typeface="Calibri"/>
              <a:cs typeface="Calibri"/>
            </a:endParaRPr>
          </a:p>
          <a:p>
            <a:pPr marL="723900" lvl="1" indent="-229235">
              <a:lnSpc>
                <a:spcPts val="2555"/>
              </a:lnSpc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1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4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então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treina-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classificadores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/𝐶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𝐶</a:t>
            </a:r>
            <a:r>
              <a:rPr sz="2625" spc="-15" baseline="-15873" dirty="0">
                <a:latin typeface="Cambria Math"/>
                <a:cs typeface="Cambria Math"/>
              </a:rPr>
              <a:t>1</a:t>
            </a:r>
            <a:r>
              <a:rPr sz="2400" spc="-10" dirty="0">
                <a:latin typeface="Cambria Math"/>
                <a:cs typeface="Cambria Math"/>
              </a:rPr>
              <a:t>/𝐶</a:t>
            </a:r>
            <a:r>
              <a:rPr sz="2625" spc="-15" baseline="-15873" dirty="0">
                <a:latin typeface="Cambria Math"/>
                <a:cs typeface="Cambria Math"/>
              </a:rPr>
              <a:t>3</a:t>
            </a:r>
            <a:r>
              <a:rPr sz="2400" spc="-10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595"/>
              </a:lnSpc>
            </a:pP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/𝐶</a:t>
            </a:r>
            <a:r>
              <a:rPr sz="2625" baseline="-15873" dirty="0">
                <a:latin typeface="Cambria Math"/>
                <a:cs typeface="Cambria Math"/>
              </a:rPr>
              <a:t>4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/𝐶</a:t>
            </a:r>
            <a:r>
              <a:rPr sz="2625" baseline="-15873" dirty="0">
                <a:latin typeface="Cambria Math"/>
                <a:cs typeface="Cambria Math"/>
              </a:rPr>
              <a:t>3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/𝐶</a:t>
            </a:r>
            <a:r>
              <a:rPr sz="2625" baseline="-15873" dirty="0">
                <a:latin typeface="Cambria Math"/>
                <a:cs typeface="Cambria Math"/>
              </a:rPr>
              <a:t>4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𝐶</a:t>
            </a:r>
            <a:r>
              <a:rPr sz="2625" spc="-15" baseline="-15873" dirty="0">
                <a:latin typeface="Cambria Math"/>
                <a:cs typeface="Cambria Math"/>
              </a:rPr>
              <a:t>3</a:t>
            </a:r>
            <a:r>
              <a:rPr sz="2400" spc="-10" dirty="0">
                <a:latin typeface="Cambria Math"/>
                <a:cs typeface="Cambria Math"/>
              </a:rPr>
              <a:t>/𝐶</a:t>
            </a:r>
            <a:r>
              <a:rPr sz="2625" spc="-15" baseline="-15873" dirty="0">
                <a:latin typeface="Cambria Math"/>
                <a:cs typeface="Cambria Math"/>
              </a:rPr>
              <a:t>4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66700" indent="-228600">
              <a:lnSpc>
                <a:spcPts val="3025"/>
              </a:lnSpc>
              <a:spcBef>
                <a:spcPts val="31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No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voto</a:t>
            </a:r>
            <a:r>
              <a:rPr sz="2800" b="1" i="1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majoritário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classificadores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7429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vantagem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30" dirty="0">
                <a:latin typeface="Calibri"/>
                <a:cs typeface="Calibri"/>
              </a:rPr>
              <a:t>Um-</a:t>
            </a:r>
            <a:r>
              <a:rPr sz="2800" b="1" i="1" spc="-25" dirty="0">
                <a:latin typeface="Calibri"/>
                <a:cs typeface="Calibri"/>
              </a:rPr>
              <a:t>Contra-</a:t>
            </a:r>
            <a:r>
              <a:rPr sz="2800" b="1" i="1" dirty="0">
                <a:latin typeface="Calibri"/>
                <a:cs typeface="Calibri"/>
              </a:rPr>
              <a:t>Um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cada </a:t>
            </a:r>
            <a:r>
              <a:rPr sz="2800" b="1" i="1" spc="-10" dirty="0">
                <a:latin typeface="Calibri"/>
                <a:cs typeface="Calibri"/>
              </a:rPr>
              <a:t>classificador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precisa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deve </a:t>
            </a:r>
            <a:r>
              <a:rPr sz="2800" spc="-25" dirty="0">
                <a:latin typeface="Calibri"/>
                <a:cs typeface="Calibri"/>
              </a:rPr>
              <a:t>distinguir,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portanto,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desbalanceamento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reduzida.</a:t>
            </a:r>
            <a:endParaRPr sz="2800" dirty="0">
              <a:latin typeface="Calibri"/>
              <a:cs typeface="Calibri"/>
            </a:endParaRPr>
          </a:p>
          <a:p>
            <a:pPr marL="266700" indent="-228600">
              <a:lnSpc>
                <a:spcPts val="3025"/>
              </a:lnSpc>
              <a:spcBef>
                <a:spcPts val="335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desvantagem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9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10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treinar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45</a:t>
            </a:r>
            <a:endParaRPr sz="2800" dirty="0">
              <a:latin typeface="Calibri"/>
              <a:cs typeface="Calibri"/>
            </a:endParaRPr>
          </a:p>
          <a:p>
            <a:pPr marL="266700">
              <a:lnSpc>
                <a:spcPts val="3025"/>
              </a:lnSpc>
            </a:pPr>
            <a:r>
              <a:rPr sz="2800" b="1" i="1" spc="-10" dirty="0">
                <a:latin typeface="Calibri"/>
                <a:cs typeface="Calibri"/>
              </a:rPr>
              <a:t>classificadores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68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Um-</a:t>
            </a:r>
            <a:r>
              <a:rPr sz="4400" b="0" spc="-30" dirty="0">
                <a:latin typeface="Calibri Light"/>
                <a:cs typeface="Calibri Light"/>
              </a:rPr>
              <a:t>Contra-</a:t>
            </a:r>
            <a:r>
              <a:rPr sz="4400" b="0" spc="-25" dirty="0">
                <a:latin typeface="Calibri Light"/>
                <a:cs typeface="Calibri Light"/>
              </a:rPr>
              <a:t>Um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0714" y="124743"/>
            <a:ext cx="8370569" cy="66085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0835" y="6304889"/>
            <a:ext cx="52336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4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ClassificationOfFourClassesWithOvAandOvO.ipynb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Exemplo:</a:t>
            </a:r>
            <a:r>
              <a:rPr sz="1400" u="sng" spc="1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ClassificationOfFourClassesWithOvAandOvO-SciKitLearn.ipynb</a:t>
            </a:r>
            <a:endParaRPr sz="1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1012437" y="4688294"/>
                <a:ext cx="1495488" cy="44371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50" dirty="0" smtClean="0">
                          <a:latin typeface="Cambria Math" panose="02040503050406030204" pitchFamily="18" charset="0"/>
                          <a:cs typeface="Cambria Math"/>
                        </a:rPr>
                        <m:t>𝑄</m:t>
                      </m:r>
                      <m:r>
                        <a:rPr lang="pt-BR" sz="2800" i="1" spc="50" dirty="0" smtClean="0">
                          <a:latin typeface="Cambria Math" panose="02040503050406030204" pitchFamily="18" charset="0"/>
                          <a:cs typeface="Cambria Math"/>
                        </a:rPr>
                        <m:t>= 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437" y="4688294"/>
                <a:ext cx="1495488" cy="4437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object 10"/>
          <p:cNvGrpSpPr/>
          <p:nvPr/>
        </p:nvGrpSpPr>
        <p:grpSpPr>
          <a:xfrm>
            <a:off x="4821682" y="1585648"/>
            <a:ext cx="5096510" cy="5114925"/>
            <a:chOff x="4821682" y="1585648"/>
            <a:chExt cx="5096510" cy="5114925"/>
          </a:xfrm>
        </p:grpSpPr>
        <p:sp>
          <p:nvSpPr>
            <p:cNvPr id="11" name="object 11"/>
            <p:cNvSpPr/>
            <p:nvPr/>
          </p:nvSpPr>
          <p:spPr>
            <a:xfrm>
              <a:off x="6762750" y="170306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2240"/>
                  </a:lnTo>
                  <a:lnTo>
                    <a:pt x="67818" y="142240"/>
                  </a:lnTo>
                  <a:lnTo>
                    <a:pt x="67818" y="219710"/>
                  </a:lnTo>
                  <a:lnTo>
                    <a:pt x="131699" y="219710"/>
                  </a:lnTo>
                  <a:lnTo>
                    <a:pt x="131699" y="142240"/>
                  </a:lnTo>
                  <a:lnTo>
                    <a:pt x="199517" y="14224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62750" y="170306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50"/>
                  </a:moveTo>
                  <a:lnTo>
                    <a:pt x="67818" y="77850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50"/>
                  </a:lnTo>
                  <a:lnTo>
                    <a:pt x="199517" y="77850"/>
                  </a:lnTo>
                  <a:lnTo>
                    <a:pt x="199517" y="141731"/>
                  </a:lnTo>
                  <a:lnTo>
                    <a:pt x="131699" y="141731"/>
                  </a:lnTo>
                  <a:lnTo>
                    <a:pt x="131699" y="219582"/>
                  </a:lnTo>
                  <a:lnTo>
                    <a:pt x="67818" y="219582"/>
                  </a:lnTo>
                  <a:lnTo>
                    <a:pt x="67818" y="141731"/>
                  </a:lnTo>
                  <a:lnTo>
                    <a:pt x="0" y="141731"/>
                  </a:lnTo>
                  <a:lnTo>
                    <a:pt x="0" y="77850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928" y="391794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18" y="140970"/>
                  </a:lnTo>
                  <a:lnTo>
                    <a:pt x="67818" y="219710"/>
                  </a:lnTo>
                  <a:lnTo>
                    <a:pt x="131699" y="219710"/>
                  </a:lnTo>
                  <a:lnTo>
                    <a:pt x="131699" y="140970"/>
                  </a:lnTo>
                  <a:lnTo>
                    <a:pt x="199517" y="14097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89927" y="391756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50"/>
                  </a:moveTo>
                  <a:lnTo>
                    <a:pt x="67818" y="77850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50"/>
                  </a:lnTo>
                  <a:lnTo>
                    <a:pt x="199517" y="77850"/>
                  </a:lnTo>
                  <a:lnTo>
                    <a:pt x="199517" y="141731"/>
                  </a:lnTo>
                  <a:lnTo>
                    <a:pt x="131699" y="141731"/>
                  </a:lnTo>
                  <a:lnTo>
                    <a:pt x="131699" y="219582"/>
                  </a:lnTo>
                  <a:lnTo>
                    <a:pt x="67818" y="219582"/>
                  </a:lnTo>
                  <a:lnTo>
                    <a:pt x="67818" y="141731"/>
                  </a:lnTo>
                  <a:lnTo>
                    <a:pt x="0" y="141731"/>
                  </a:lnTo>
                  <a:lnTo>
                    <a:pt x="0" y="77850"/>
                  </a:lnTo>
                  <a:close/>
                </a:path>
              </a:pathLst>
            </a:custGeom>
            <a:ln w="12699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89928" y="6159500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18" y="140970"/>
                  </a:lnTo>
                  <a:lnTo>
                    <a:pt x="67818" y="219710"/>
                  </a:lnTo>
                  <a:lnTo>
                    <a:pt x="131699" y="219710"/>
                  </a:lnTo>
                  <a:lnTo>
                    <a:pt x="131699" y="140970"/>
                  </a:lnTo>
                  <a:lnTo>
                    <a:pt x="199517" y="14097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89927" y="6159144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38"/>
                  </a:moveTo>
                  <a:lnTo>
                    <a:pt x="67818" y="77838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38"/>
                  </a:lnTo>
                  <a:lnTo>
                    <a:pt x="199517" y="77838"/>
                  </a:lnTo>
                  <a:lnTo>
                    <a:pt x="199517" y="141719"/>
                  </a:lnTo>
                  <a:lnTo>
                    <a:pt x="131699" y="141719"/>
                  </a:lnTo>
                  <a:lnTo>
                    <a:pt x="131699" y="219557"/>
                  </a:lnTo>
                  <a:lnTo>
                    <a:pt x="67818" y="219557"/>
                  </a:lnTo>
                  <a:lnTo>
                    <a:pt x="67818" y="141719"/>
                  </a:lnTo>
                  <a:lnTo>
                    <a:pt x="0" y="141719"/>
                  </a:lnTo>
                  <a:lnTo>
                    <a:pt x="0" y="77838"/>
                  </a:lnTo>
                  <a:close/>
                </a:path>
              </a:pathLst>
            </a:custGeom>
            <a:ln w="12699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93707" y="6474459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09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18" y="140970"/>
                  </a:lnTo>
                  <a:lnTo>
                    <a:pt x="67818" y="219710"/>
                  </a:lnTo>
                  <a:lnTo>
                    <a:pt x="131699" y="219710"/>
                  </a:lnTo>
                  <a:lnTo>
                    <a:pt x="131699" y="140970"/>
                  </a:lnTo>
                  <a:lnTo>
                    <a:pt x="199517" y="14097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93707" y="6474155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09">
                  <a:moveTo>
                    <a:pt x="0" y="77838"/>
                  </a:moveTo>
                  <a:lnTo>
                    <a:pt x="67818" y="77838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38"/>
                  </a:lnTo>
                  <a:lnTo>
                    <a:pt x="199517" y="77838"/>
                  </a:lnTo>
                  <a:lnTo>
                    <a:pt x="199517" y="141719"/>
                  </a:lnTo>
                  <a:lnTo>
                    <a:pt x="131699" y="141719"/>
                  </a:lnTo>
                  <a:lnTo>
                    <a:pt x="131699" y="219557"/>
                  </a:lnTo>
                  <a:lnTo>
                    <a:pt x="67818" y="219557"/>
                  </a:lnTo>
                  <a:lnTo>
                    <a:pt x="67818" y="141719"/>
                  </a:lnTo>
                  <a:lnTo>
                    <a:pt x="0" y="141719"/>
                  </a:lnTo>
                  <a:lnTo>
                    <a:pt x="0" y="77838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14002" y="6211531"/>
              <a:ext cx="504190" cy="0"/>
            </a:xfrm>
            <a:custGeom>
              <a:avLst/>
              <a:gdLst/>
              <a:ahLst/>
              <a:cxnLst/>
              <a:rect l="l" t="t" r="r" b="b"/>
              <a:pathLst>
                <a:path w="504190">
                  <a:moveTo>
                    <a:pt x="0" y="0"/>
                  </a:moveTo>
                  <a:lnTo>
                    <a:pt x="503936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21682" y="1585658"/>
              <a:ext cx="941069" cy="3734435"/>
            </a:xfrm>
            <a:custGeom>
              <a:avLst/>
              <a:gdLst/>
              <a:ahLst/>
              <a:cxnLst/>
              <a:rect l="l" t="t" r="r" b="b"/>
              <a:pathLst>
                <a:path w="941070" h="3734435">
                  <a:moveTo>
                    <a:pt x="131191" y="917130"/>
                  </a:moveTo>
                  <a:lnTo>
                    <a:pt x="112903" y="890333"/>
                  </a:lnTo>
                  <a:lnTo>
                    <a:pt x="105537" y="898080"/>
                  </a:lnTo>
                  <a:lnTo>
                    <a:pt x="108204" y="905573"/>
                  </a:lnTo>
                  <a:lnTo>
                    <a:pt x="109728" y="912050"/>
                  </a:lnTo>
                  <a:lnTo>
                    <a:pt x="110490" y="922845"/>
                  </a:lnTo>
                  <a:lnTo>
                    <a:pt x="109855" y="927544"/>
                  </a:lnTo>
                  <a:lnTo>
                    <a:pt x="106553" y="935926"/>
                  </a:lnTo>
                  <a:lnTo>
                    <a:pt x="103759" y="939990"/>
                  </a:lnTo>
                  <a:lnTo>
                    <a:pt x="94107" y="950023"/>
                  </a:lnTo>
                  <a:lnTo>
                    <a:pt x="87884" y="952690"/>
                  </a:lnTo>
                  <a:lnTo>
                    <a:pt x="81280" y="951928"/>
                  </a:lnTo>
                  <a:lnTo>
                    <a:pt x="44030" y="922045"/>
                  </a:lnTo>
                  <a:lnTo>
                    <a:pt x="20142" y="878700"/>
                  </a:lnTo>
                  <a:lnTo>
                    <a:pt x="15189" y="848283"/>
                  </a:lnTo>
                  <a:lnTo>
                    <a:pt x="16586" y="839851"/>
                  </a:lnTo>
                  <a:lnTo>
                    <a:pt x="19519" y="832573"/>
                  </a:lnTo>
                  <a:lnTo>
                    <a:pt x="24003" y="826452"/>
                  </a:lnTo>
                  <a:lnTo>
                    <a:pt x="29210" y="820991"/>
                  </a:lnTo>
                  <a:lnTo>
                    <a:pt x="34417" y="818451"/>
                  </a:lnTo>
                  <a:lnTo>
                    <a:pt x="44958" y="819213"/>
                  </a:lnTo>
                  <a:lnTo>
                    <a:pt x="51181" y="822261"/>
                  </a:lnTo>
                  <a:lnTo>
                    <a:pt x="58166" y="828230"/>
                  </a:lnTo>
                  <a:lnTo>
                    <a:pt x="65532" y="820483"/>
                  </a:lnTo>
                  <a:lnTo>
                    <a:pt x="48387" y="794702"/>
                  </a:lnTo>
                  <a:lnTo>
                    <a:pt x="41910" y="798258"/>
                  </a:lnTo>
                  <a:lnTo>
                    <a:pt x="36322" y="801941"/>
                  </a:lnTo>
                  <a:lnTo>
                    <a:pt x="7899" y="831913"/>
                  </a:lnTo>
                  <a:lnTo>
                    <a:pt x="0" y="864450"/>
                  </a:lnTo>
                  <a:lnTo>
                    <a:pt x="609" y="873429"/>
                  </a:lnTo>
                  <a:lnTo>
                    <a:pt x="12750" y="911186"/>
                  </a:lnTo>
                  <a:lnTo>
                    <a:pt x="35382" y="944930"/>
                  </a:lnTo>
                  <a:lnTo>
                    <a:pt x="74422" y="967549"/>
                  </a:lnTo>
                  <a:lnTo>
                    <a:pt x="82410" y="966774"/>
                  </a:lnTo>
                  <a:lnTo>
                    <a:pt x="119545" y="935596"/>
                  </a:lnTo>
                  <a:lnTo>
                    <a:pt x="125704" y="926515"/>
                  </a:lnTo>
                  <a:lnTo>
                    <a:pt x="131191" y="917130"/>
                  </a:lnTo>
                  <a:close/>
                </a:path>
                <a:path w="941070" h="3734435">
                  <a:moveTo>
                    <a:pt x="157861" y="2836989"/>
                  </a:moveTo>
                  <a:lnTo>
                    <a:pt x="154813" y="2832925"/>
                  </a:lnTo>
                  <a:lnTo>
                    <a:pt x="112903" y="2814383"/>
                  </a:lnTo>
                  <a:lnTo>
                    <a:pt x="109093" y="2822003"/>
                  </a:lnTo>
                  <a:lnTo>
                    <a:pt x="119761" y="2825940"/>
                  </a:lnTo>
                  <a:lnTo>
                    <a:pt x="126619" y="2829242"/>
                  </a:lnTo>
                  <a:lnTo>
                    <a:pt x="128778" y="2830639"/>
                  </a:lnTo>
                  <a:lnTo>
                    <a:pt x="130683" y="2833179"/>
                  </a:lnTo>
                  <a:lnTo>
                    <a:pt x="131064" y="2834449"/>
                  </a:lnTo>
                  <a:lnTo>
                    <a:pt x="130683" y="2836735"/>
                  </a:lnTo>
                  <a:lnTo>
                    <a:pt x="129794" y="2838005"/>
                  </a:lnTo>
                  <a:lnTo>
                    <a:pt x="78613" y="2876867"/>
                  </a:lnTo>
                  <a:lnTo>
                    <a:pt x="75438" y="2878518"/>
                  </a:lnTo>
                  <a:lnTo>
                    <a:pt x="72771" y="2879153"/>
                  </a:lnTo>
                  <a:lnTo>
                    <a:pt x="68707" y="2878137"/>
                  </a:lnTo>
                  <a:lnTo>
                    <a:pt x="66294" y="2876613"/>
                  </a:lnTo>
                  <a:lnTo>
                    <a:pt x="62992" y="2873438"/>
                  </a:lnTo>
                  <a:lnTo>
                    <a:pt x="54991" y="2864040"/>
                  </a:lnTo>
                  <a:lnTo>
                    <a:pt x="49276" y="2868358"/>
                  </a:lnTo>
                  <a:lnTo>
                    <a:pt x="88646" y="2920047"/>
                  </a:lnTo>
                  <a:lnTo>
                    <a:pt x="94361" y="2915729"/>
                  </a:lnTo>
                  <a:lnTo>
                    <a:pt x="88011" y="2906839"/>
                  </a:lnTo>
                  <a:lnTo>
                    <a:pt x="84709" y="2900743"/>
                  </a:lnTo>
                  <a:lnTo>
                    <a:pt x="83947" y="2898584"/>
                  </a:lnTo>
                  <a:lnTo>
                    <a:pt x="83820" y="2897568"/>
                  </a:lnTo>
                  <a:lnTo>
                    <a:pt x="83947" y="2896044"/>
                  </a:lnTo>
                  <a:lnTo>
                    <a:pt x="84455" y="2893885"/>
                  </a:lnTo>
                  <a:lnTo>
                    <a:pt x="86614" y="2891091"/>
                  </a:lnTo>
                  <a:lnTo>
                    <a:pt x="90932" y="2887408"/>
                  </a:lnTo>
                  <a:lnTo>
                    <a:pt x="143891" y="2847022"/>
                  </a:lnTo>
                  <a:lnTo>
                    <a:pt x="157861" y="2836989"/>
                  </a:lnTo>
                  <a:close/>
                </a:path>
                <a:path w="941070" h="3734435">
                  <a:moveTo>
                    <a:pt x="201803" y="2745676"/>
                  </a:moveTo>
                  <a:lnTo>
                    <a:pt x="183261" y="2711894"/>
                  </a:lnTo>
                  <a:lnTo>
                    <a:pt x="148932" y="2688691"/>
                  </a:lnTo>
                  <a:lnTo>
                    <a:pt x="131495" y="2686075"/>
                  </a:lnTo>
                  <a:lnTo>
                    <a:pt x="122047" y="2686240"/>
                  </a:lnTo>
                  <a:lnTo>
                    <a:pt x="82042" y="2695892"/>
                  </a:lnTo>
                  <a:lnTo>
                    <a:pt x="48387" y="2714180"/>
                  </a:lnTo>
                  <a:lnTo>
                    <a:pt x="26517" y="2752204"/>
                  </a:lnTo>
                  <a:lnTo>
                    <a:pt x="27965" y="2760345"/>
                  </a:lnTo>
                  <a:lnTo>
                    <a:pt x="51447" y="2793784"/>
                  </a:lnTo>
                  <a:lnTo>
                    <a:pt x="67818" y="2808160"/>
                  </a:lnTo>
                  <a:lnTo>
                    <a:pt x="97155" y="2794444"/>
                  </a:lnTo>
                  <a:lnTo>
                    <a:pt x="90678" y="2785808"/>
                  </a:lnTo>
                  <a:lnTo>
                    <a:pt x="82931" y="2787332"/>
                  </a:lnTo>
                  <a:lnTo>
                    <a:pt x="76327" y="2787840"/>
                  </a:lnTo>
                  <a:lnTo>
                    <a:pt x="41148" y="2766504"/>
                  </a:lnTo>
                  <a:lnTo>
                    <a:pt x="39497" y="2759900"/>
                  </a:lnTo>
                  <a:lnTo>
                    <a:pt x="41402" y="2753423"/>
                  </a:lnTo>
                  <a:lnTo>
                    <a:pt x="76682" y="2721381"/>
                  </a:lnTo>
                  <a:lnTo>
                    <a:pt x="123202" y="2704592"/>
                  </a:lnTo>
                  <a:lnTo>
                    <a:pt x="134188" y="2703258"/>
                  </a:lnTo>
                  <a:lnTo>
                    <a:pt x="144653" y="2703258"/>
                  </a:lnTo>
                  <a:lnTo>
                    <a:pt x="178816" y="2722562"/>
                  </a:lnTo>
                  <a:lnTo>
                    <a:pt x="180467" y="2728150"/>
                  </a:lnTo>
                  <a:lnTo>
                    <a:pt x="178181" y="2738437"/>
                  </a:lnTo>
                  <a:lnTo>
                    <a:pt x="174117" y="2744025"/>
                  </a:lnTo>
                  <a:lnTo>
                    <a:pt x="167132" y="2750121"/>
                  </a:lnTo>
                  <a:lnTo>
                    <a:pt x="173609" y="2758630"/>
                  </a:lnTo>
                  <a:lnTo>
                    <a:pt x="201803" y="2745676"/>
                  </a:lnTo>
                  <a:close/>
                </a:path>
                <a:path w="941070" h="3734435">
                  <a:moveTo>
                    <a:pt x="238760" y="878522"/>
                  </a:moveTo>
                  <a:lnTo>
                    <a:pt x="223012" y="861250"/>
                  </a:lnTo>
                  <a:lnTo>
                    <a:pt x="217678" y="866838"/>
                  </a:lnTo>
                  <a:lnTo>
                    <a:pt x="219583" y="870902"/>
                  </a:lnTo>
                  <a:lnTo>
                    <a:pt x="220472" y="873823"/>
                  </a:lnTo>
                  <a:lnTo>
                    <a:pt x="193675" y="906462"/>
                  </a:lnTo>
                  <a:lnTo>
                    <a:pt x="192659" y="901001"/>
                  </a:lnTo>
                  <a:lnTo>
                    <a:pt x="191643" y="890460"/>
                  </a:lnTo>
                  <a:lnTo>
                    <a:pt x="190373" y="849820"/>
                  </a:lnTo>
                  <a:lnTo>
                    <a:pt x="189230" y="839914"/>
                  </a:lnTo>
                  <a:lnTo>
                    <a:pt x="165608" y="815276"/>
                  </a:lnTo>
                  <a:lnTo>
                    <a:pt x="159004" y="815911"/>
                  </a:lnTo>
                  <a:lnTo>
                    <a:pt x="127762" y="846137"/>
                  </a:lnTo>
                  <a:lnTo>
                    <a:pt x="122047" y="859345"/>
                  </a:lnTo>
                  <a:lnTo>
                    <a:pt x="133604" y="870394"/>
                  </a:lnTo>
                  <a:lnTo>
                    <a:pt x="140970" y="862647"/>
                  </a:lnTo>
                  <a:lnTo>
                    <a:pt x="138557" y="857567"/>
                  </a:lnTo>
                  <a:lnTo>
                    <a:pt x="137541" y="852868"/>
                  </a:lnTo>
                  <a:lnTo>
                    <a:pt x="154559" y="830262"/>
                  </a:lnTo>
                  <a:lnTo>
                    <a:pt x="159004" y="830389"/>
                  </a:lnTo>
                  <a:lnTo>
                    <a:pt x="180213" y="873823"/>
                  </a:lnTo>
                  <a:lnTo>
                    <a:pt x="180467" y="885761"/>
                  </a:lnTo>
                  <a:lnTo>
                    <a:pt x="181356" y="898715"/>
                  </a:lnTo>
                  <a:lnTo>
                    <a:pt x="183134" y="909764"/>
                  </a:lnTo>
                  <a:lnTo>
                    <a:pt x="185547" y="919670"/>
                  </a:lnTo>
                  <a:lnTo>
                    <a:pt x="187833" y="925766"/>
                  </a:lnTo>
                  <a:lnTo>
                    <a:pt x="191008" y="928687"/>
                  </a:lnTo>
                  <a:lnTo>
                    <a:pt x="238760" y="878522"/>
                  </a:lnTo>
                  <a:close/>
                </a:path>
                <a:path w="941070" h="3734435">
                  <a:moveTo>
                    <a:pt x="319786" y="798385"/>
                  </a:moveTo>
                  <a:lnTo>
                    <a:pt x="315341" y="790511"/>
                  </a:lnTo>
                  <a:lnTo>
                    <a:pt x="303149" y="795566"/>
                  </a:lnTo>
                  <a:lnTo>
                    <a:pt x="290588" y="797966"/>
                  </a:lnTo>
                  <a:lnTo>
                    <a:pt x="250812" y="789482"/>
                  </a:lnTo>
                  <a:lnTo>
                    <a:pt x="209042" y="759523"/>
                  </a:lnTo>
                  <a:lnTo>
                    <a:pt x="178244" y="720280"/>
                  </a:lnTo>
                  <a:lnTo>
                    <a:pt x="168376" y="681164"/>
                  </a:lnTo>
                  <a:lnTo>
                    <a:pt x="170294" y="668502"/>
                  </a:lnTo>
                  <a:lnTo>
                    <a:pt x="174879" y="656018"/>
                  </a:lnTo>
                  <a:lnTo>
                    <a:pt x="166624" y="652208"/>
                  </a:lnTo>
                  <a:lnTo>
                    <a:pt x="159994" y="667143"/>
                  </a:lnTo>
                  <a:lnTo>
                    <a:pt x="156502" y="682421"/>
                  </a:lnTo>
                  <a:lnTo>
                    <a:pt x="156133" y="698055"/>
                  </a:lnTo>
                  <a:lnTo>
                    <a:pt x="158877" y="714057"/>
                  </a:lnTo>
                  <a:lnTo>
                    <a:pt x="183299" y="760069"/>
                  </a:lnTo>
                  <a:lnTo>
                    <a:pt x="211378" y="786879"/>
                  </a:lnTo>
                  <a:lnTo>
                    <a:pt x="258318" y="809180"/>
                  </a:lnTo>
                  <a:lnTo>
                    <a:pt x="274358" y="811149"/>
                  </a:lnTo>
                  <a:lnTo>
                    <a:pt x="289953" y="809980"/>
                  </a:lnTo>
                  <a:lnTo>
                    <a:pt x="305079" y="805726"/>
                  </a:lnTo>
                  <a:lnTo>
                    <a:pt x="319786" y="798385"/>
                  </a:lnTo>
                  <a:close/>
                </a:path>
                <a:path w="941070" h="3734435">
                  <a:moveTo>
                    <a:pt x="321183" y="2881185"/>
                  </a:moveTo>
                  <a:lnTo>
                    <a:pt x="307428" y="2872308"/>
                  </a:lnTo>
                  <a:lnTo>
                    <a:pt x="292874" y="2866440"/>
                  </a:lnTo>
                  <a:lnTo>
                    <a:pt x="277469" y="2863596"/>
                  </a:lnTo>
                  <a:lnTo>
                    <a:pt x="261239" y="2863786"/>
                  </a:lnTo>
                  <a:lnTo>
                    <a:pt x="212051" y="2880728"/>
                  </a:lnTo>
                  <a:lnTo>
                    <a:pt x="181114" y="2904223"/>
                  </a:lnTo>
                  <a:lnTo>
                    <a:pt x="151765" y="2947098"/>
                  </a:lnTo>
                  <a:lnTo>
                    <a:pt x="145961" y="2978239"/>
                  </a:lnTo>
                  <a:lnTo>
                    <a:pt x="147739" y="2993847"/>
                  </a:lnTo>
                  <a:lnTo>
                    <a:pt x="152654" y="3009455"/>
                  </a:lnTo>
                  <a:lnTo>
                    <a:pt x="161163" y="3006407"/>
                  </a:lnTo>
                  <a:lnTo>
                    <a:pt x="158102" y="2993580"/>
                  </a:lnTo>
                  <a:lnTo>
                    <a:pt x="157708" y="2980791"/>
                  </a:lnTo>
                  <a:lnTo>
                    <a:pt x="172288" y="2942729"/>
                  </a:lnTo>
                  <a:lnTo>
                    <a:pt x="208534" y="2906331"/>
                  </a:lnTo>
                  <a:lnTo>
                    <a:pt x="252120" y="2881960"/>
                  </a:lnTo>
                  <a:lnTo>
                    <a:pt x="279463" y="2877007"/>
                  </a:lnTo>
                  <a:lnTo>
                    <a:pt x="292265" y="2878328"/>
                  </a:lnTo>
                  <a:lnTo>
                    <a:pt x="304469" y="2882239"/>
                  </a:lnTo>
                  <a:lnTo>
                    <a:pt x="316103" y="2888678"/>
                  </a:lnTo>
                  <a:lnTo>
                    <a:pt x="321183" y="2881185"/>
                  </a:lnTo>
                  <a:close/>
                </a:path>
                <a:path w="941070" h="3734435">
                  <a:moveTo>
                    <a:pt x="356997" y="695515"/>
                  </a:moveTo>
                  <a:lnTo>
                    <a:pt x="310515" y="651192"/>
                  </a:lnTo>
                  <a:lnTo>
                    <a:pt x="352552" y="607123"/>
                  </a:lnTo>
                  <a:lnTo>
                    <a:pt x="341757" y="596836"/>
                  </a:lnTo>
                  <a:lnTo>
                    <a:pt x="299720" y="640905"/>
                  </a:lnTo>
                  <a:lnTo>
                    <a:pt x="253238" y="596455"/>
                  </a:lnTo>
                  <a:lnTo>
                    <a:pt x="242316" y="608012"/>
                  </a:lnTo>
                  <a:lnTo>
                    <a:pt x="288798" y="652335"/>
                  </a:lnTo>
                  <a:lnTo>
                    <a:pt x="246888" y="696404"/>
                  </a:lnTo>
                  <a:lnTo>
                    <a:pt x="257556" y="706564"/>
                  </a:lnTo>
                  <a:lnTo>
                    <a:pt x="299593" y="662622"/>
                  </a:lnTo>
                  <a:lnTo>
                    <a:pt x="346075" y="706945"/>
                  </a:lnTo>
                  <a:lnTo>
                    <a:pt x="356997" y="695515"/>
                  </a:lnTo>
                  <a:close/>
                </a:path>
                <a:path w="941070" h="3734435">
                  <a:moveTo>
                    <a:pt x="362585" y="2975546"/>
                  </a:moveTo>
                  <a:lnTo>
                    <a:pt x="352933" y="2962846"/>
                  </a:lnTo>
                  <a:lnTo>
                    <a:pt x="301752" y="3001835"/>
                  </a:lnTo>
                  <a:lnTo>
                    <a:pt x="264922" y="2953448"/>
                  </a:lnTo>
                  <a:lnTo>
                    <a:pt x="253111" y="2962465"/>
                  </a:lnTo>
                  <a:lnTo>
                    <a:pt x="290068" y="3010852"/>
                  </a:lnTo>
                  <a:lnTo>
                    <a:pt x="238887" y="3049841"/>
                  </a:lnTo>
                  <a:lnTo>
                    <a:pt x="248412" y="3062414"/>
                  </a:lnTo>
                  <a:lnTo>
                    <a:pt x="299593" y="3023425"/>
                  </a:lnTo>
                  <a:lnTo>
                    <a:pt x="336423" y="3071812"/>
                  </a:lnTo>
                  <a:lnTo>
                    <a:pt x="348234" y="3062795"/>
                  </a:lnTo>
                  <a:lnTo>
                    <a:pt x="311404" y="3014408"/>
                  </a:lnTo>
                  <a:lnTo>
                    <a:pt x="362585" y="2975546"/>
                  </a:lnTo>
                  <a:close/>
                </a:path>
                <a:path w="941070" h="3734435">
                  <a:moveTo>
                    <a:pt x="439750" y="3059303"/>
                  </a:moveTo>
                  <a:lnTo>
                    <a:pt x="437972" y="3043732"/>
                  </a:lnTo>
                  <a:lnTo>
                    <a:pt x="433070" y="3028124"/>
                  </a:lnTo>
                  <a:lnTo>
                    <a:pt x="424434" y="3030918"/>
                  </a:lnTo>
                  <a:lnTo>
                    <a:pt x="427647" y="3043910"/>
                  </a:lnTo>
                  <a:lnTo>
                    <a:pt x="428180" y="3056750"/>
                  </a:lnTo>
                  <a:lnTo>
                    <a:pt x="413969" y="3094520"/>
                  </a:lnTo>
                  <a:lnTo>
                    <a:pt x="378968" y="3129978"/>
                  </a:lnTo>
                  <a:lnTo>
                    <a:pt x="334200" y="3155251"/>
                  </a:lnTo>
                  <a:lnTo>
                    <a:pt x="306590" y="3160445"/>
                  </a:lnTo>
                  <a:lnTo>
                    <a:pt x="293687" y="3159252"/>
                  </a:lnTo>
                  <a:lnTo>
                    <a:pt x="281444" y="3155492"/>
                  </a:lnTo>
                  <a:lnTo>
                    <a:pt x="269875" y="3149155"/>
                  </a:lnTo>
                  <a:lnTo>
                    <a:pt x="264668" y="3156394"/>
                  </a:lnTo>
                  <a:lnTo>
                    <a:pt x="278396" y="3165335"/>
                  </a:lnTo>
                  <a:lnTo>
                    <a:pt x="292950" y="3171215"/>
                  </a:lnTo>
                  <a:lnTo>
                    <a:pt x="308305" y="3174060"/>
                  </a:lnTo>
                  <a:lnTo>
                    <a:pt x="324485" y="3173920"/>
                  </a:lnTo>
                  <a:lnTo>
                    <a:pt x="373608" y="3156991"/>
                  </a:lnTo>
                  <a:lnTo>
                    <a:pt x="404520" y="3133445"/>
                  </a:lnTo>
                  <a:lnTo>
                    <a:pt x="433959" y="3090481"/>
                  </a:lnTo>
                  <a:lnTo>
                    <a:pt x="438404" y="3074886"/>
                  </a:lnTo>
                  <a:lnTo>
                    <a:pt x="439750" y="3059303"/>
                  </a:lnTo>
                  <a:close/>
                </a:path>
                <a:path w="941070" h="3734435">
                  <a:moveTo>
                    <a:pt x="458914" y="617804"/>
                  </a:moveTo>
                  <a:lnTo>
                    <a:pt x="442556" y="570712"/>
                  </a:lnTo>
                  <a:lnTo>
                    <a:pt x="403669" y="529120"/>
                  </a:lnTo>
                  <a:lnTo>
                    <a:pt x="356616" y="506920"/>
                  </a:lnTo>
                  <a:lnTo>
                    <a:pt x="340537" y="504875"/>
                  </a:lnTo>
                  <a:lnTo>
                    <a:pt x="324942" y="505955"/>
                  </a:lnTo>
                  <a:lnTo>
                    <a:pt x="309841" y="510159"/>
                  </a:lnTo>
                  <a:lnTo>
                    <a:pt x="295275" y="517461"/>
                  </a:lnTo>
                  <a:lnTo>
                    <a:pt x="299339" y="525589"/>
                  </a:lnTo>
                  <a:lnTo>
                    <a:pt x="311670" y="520382"/>
                  </a:lnTo>
                  <a:lnTo>
                    <a:pt x="324294" y="517842"/>
                  </a:lnTo>
                  <a:lnTo>
                    <a:pt x="363766" y="525907"/>
                  </a:lnTo>
                  <a:lnTo>
                    <a:pt x="404368" y="554926"/>
                  </a:lnTo>
                  <a:lnTo>
                    <a:pt x="436257" y="595185"/>
                  </a:lnTo>
                  <a:lnTo>
                    <a:pt x="446595" y="634593"/>
                  </a:lnTo>
                  <a:lnTo>
                    <a:pt x="444779" y="647280"/>
                  </a:lnTo>
                  <a:lnTo>
                    <a:pt x="440309" y="659701"/>
                  </a:lnTo>
                  <a:lnTo>
                    <a:pt x="448437" y="663638"/>
                  </a:lnTo>
                  <a:lnTo>
                    <a:pt x="455053" y="648716"/>
                  </a:lnTo>
                  <a:lnTo>
                    <a:pt x="458546" y="633437"/>
                  </a:lnTo>
                  <a:lnTo>
                    <a:pt x="458914" y="617804"/>
                  </a:lnTo>
                  <a:close/>
                </a:path>
                <a:path w="941070" h="3734435">
                  <a:moveTo>
                    <a:pt x="523748" y="581215"/>
                  </a:moveTo>
                  <a:lnTo>
                    <a:pt x="429133" y="379412"/>
                  </a:lnTo>
                  <a:lnTo>
                    <a:pt x="417195" y="391985"/>
                  </a:lnTo>
                  <a:lnTo>
                    <a:pt x="511683" y="593788"/>
                  </a:lnTo>
                  <a:lnTo>
                    <a:pt x="523748" y="581215"/>
                  </a:lnTo>
                  <a:close/>
                </a:path>
                <a:path w="941070" h="3734435">
                  <a:moveTo>
                    <a:pt x="549275" y="3183318"/>
                  </a:moveTo>
                  <a:lnTo>
                    <a:pt x="538861" y="3169475"/>
                  </a:lnTo>
                  <a:lnTo>
                    <a:pt x="324612" y="3231070"/>
                  </a:lnTo>
                  <a:lnTo>
                    <a:pt x="335153" y="3245040"/>
                  </a:lnTo>
                  <a:lnTo>
                    <a:pt x="549275" y="3183318"/>
                  </a:lnTo>
                  <a:close/>
                </a:path>
                <a:path w="941070" h="3734435">
                  <a:moveTo>
                    <a:pt x="587121" y="3411918"/>
                  </a:moveTo>
                  <a:lnTo>
                    <a:pt x="561848" y="3372040"/>
                  </a:lnTo>
                  <a:lnTo>
                    <a:pt x="550418" y="3365055"/>
                  </a:lnTo>
                  <a:lnTo>
                    <a:pt x="537591" y="3374834"/>
                  </a:lnTo>
                  <a:lnTo>
                    <a:pt x="543941" y="3383089"/>
                  </a:lnTo>
                  <a:lnTo>
                    <a:pt x="549275" y="3381184"/>
                  </a:lnTo>
                  <a:lnTo>
                    <a:pt x="554101" y="3380803"/>
                  </a:lnTo>
                  <a:lnTo>
                    <a:pt x="562483" y="3382835"/>
                  </a:lnTo>
                  <a:lnTo>
                    <a:pt x="566039" y="3385375"/>
                  </a:lnTo>
                  <a:lnTo>
                    <a:pt x="572643" y="3394011"/>
                  </a:lnTo>
                  <a:lnTo>
                    <a:pt x="574167" y="3398456"/>
                  </a:lnTo>
                  <a:lnTo>
                    <a:pt x="573151" y="3407092"/>
                  </a:lnTo>
                  <a:lnTo>
                    <a:pt x="570738" y="3410775"/>
                  </a:lnTo>
                  <a:lnTo>
                    <a:pt x="564007" y="3415982"/>
                  </a:lnTo>
                  <a:lnTo>
                    <a:pt x="561213" y="3417252"/>
                  </a:lnTo>
                  <a:lnTo>
                    <a:pt x="555117" y="3418522"/>
                  </a:lnTo>
                  <a:lnTo>
                    <a:pt x="551815" y="3418395"/>
                  </a:lnTo>
                  <a:lnTo>
                    <a:pt x="527050" y="3401885"/>
                  </a:lnTo>
                  <a:lnTo>
                    <a:pt x="520827" y="3406711"/>
                  </a:lnTo>
                  <a:lnTo>
                    <a:pt x="530860" y="3419919"/>
                  </a:lnTo>
                  <a:lnTo>
                    <a:pt x="533654" y="3426650"/>
                  </a:lnTo>
                  <a:lnTo>
                    <a:pt x="533527" y="3438715"/>
                  </a:lnTo>
                  <a:lnTo>
                    <a:pt x="530606" y="3444049"/>
                  </a:lnTo>
                  <a:lnTo>
                    <a:pt x="519430" y="3452558"/>
                  </a:lnTo>
                  <a:lnTo>
                    <a:pt x="514223" y="3454209"/>
                  </a:lnTo>
                  <a:lnTo>
                    <a:pt x="504571" y="3452431"/>
                  </a:lnTo>
                  <a:lnTo>
                    <a:pt x="490728" y="3433381"/>
                  </a:lnTo>
                  <a:lnTo>
                    <a:pt x="490728" y="3429444"/>
                  </a:lnTo>
                  <a:lnTo>
                    <a:pt x="491109" y="3427285"/>
                  </a:lnTo>
                  <a:lnTo>
                    <a:pt x="492760" y="3423094"/>
                  </a:lnTo>
                  <a:lnTo>
                    <a:pt x="494030" y="3420808"/>
                  </a:lnTo>
                  <a:lnTo>
                    <a:pt x="495681" y="3418522"/>
                  </a:lnTo>
                  <a:lnTo>
                    <a:pt x="489204" y="3410013"/>
                  </a:lnTo>
                  <a:lnTo>
                    <a:pt x="475234" y="3420808"/>
                  </a:lnTo>
                  <a:lnTo>
                    <a:pt x="476758" y="3425507"/>
                  </a:lnTo>
                  <a:lnTo>
                    <a:pt x="478663" y="3430206"/>
                  </a:lnTo>
                  <a:lnTo>
                    <a:pt x="505333" y="3463226"/>
                  </a:lnTo>
                  <a:lnTo>
                    <a:pt x="517779" y="3467036"/>
                  </a:lnTo>
                  <a:lnTo>
                    <a:pt x="521843" y="3467036"/>
                  </a:lnTo>
                  <a:lnTo>
                    <a:pt x="546354" y="3440874"/>
                  </a:lnTo>
                  <a:lnTo>
                    <a:pt x="546227" y="3437572"/>
                  </a:lnTo>
                  <a:lnTo>
                    <a:pt x="544703" y="3430714"/>
                  </a:lnTo>
                  <a:lnTo>
                    <a:pt x="543433" y="3427412"/>
                  </a:lnTo>
                  <a:lnTo>
                    <a:pt x="541655" y="3424110"/>
                  </a:lnTo>
                  <a:lnTo>
                    <a:pt x="542544" y="3423475"/>
                  </a:lnTo>
                  <a:lnTo>
                    <a:pt x="565023" y="3431349"/>
                  </a:lnTo>
                  <a:lnTo>
                    <a:pt x="567944" y="3430968"/>
                  </a:lnTo>
                  <a:lnTo>
                    <a:pt x="586486" y="3415093"/>
                  </a:lnTo>
                  <a:lnTo>
                    <a:pt x="587121" y="3411918"/>
                  </a:lnTo>
                  <a:close/>
                </a:path>
                <a:path w="941070" h="3734435">
                  <a:moveTo>
                    <a:pt x="617347" y="407860"/>
                  </a:moveTo>
                  <a:lnTo>
                    <a:pt x="599059" y="380936"/>
                  </a:lnTo>
                  <a:lnTo>
                    <a:pt x="591693" y="388683"/>
                  </a:lnTo>
                  <a:lnTo>
                    <a:pt x="594360" y="396303"/>
                  </a:lnTo>
                  <a:lnTo>
                    <a:pt x="595884" y="402653"/>
                  </a:lnTo>
                  <a:lnTo>
                    <a:pt x="596646" y="413448"/>
                  </a:lnTo>
                  <a:lnTo>
                    <a:pt x="596011" y="418274"/>
                  </a:lnTo>
                  <a:lnTo>
                    <a:pt x="592709" y="426656"/>
                  </a:lnTo>
                  <a:lnTo>
                    <a:pt x="589915" y="430720"/>
                  </a:lnTo>
                  <a:lnTo>
                    <a:pt x="580263" y="440753"/>
                  </a:lnTo>
                  <a:lnTo>
                    <a:pt x="574040" y="443420"/>
                  </a:lnTo>
                  <a:lnTo>
                    <a:pt x="567436" y="442658"/>
                  </a:lnTo>
                  <a:lnTo>
                    <a:pt x="530186" y="412724"/>
                  </a:lnTo>
                  <a:lnTo>
                    <a:pt x="506298" y="369417"/>
                  </a:lnTo>
                  <a:lnTo>
                    <a:pt x="501332" y="338899"/>
                  </a:lnTo>
                  <a:lnTo>
                    <a:pt x="502691" y="330517"/>
                  </a:lnTo>
                  <a:lnTo>
                    <a:pt x="505625" y="323278"/>
                  </a:lnTo>
                  <a:lnTo>
                    <a:pt x="510159" y="317182"/>
                  </a:lnTo>
                  <a:lnTo>
                    <a:pt x="515366" y="311721"/>
                  </a:lnTo>
                  <a:lnTo>
                    <a:pt x="520573" y="309181"/>
                  </a:lnTo>
                  <a:lnTo>
                    <a:pt x="531114" y="309816"/>
                  </a:lnTo>
                  <a:lnTo>
                    <a:pt x="537337" y="312991"/>
                  </a:lnTo>
                  <a:lnTo>
                    <a:pt x="544322" y="318833"/>
                  </a:lnTo>
                  <a:lnTo>
                    <a:pt x="551688" y="311086"/>
                  </a:lnTo>
                  <a:lnTo>
                    <a:pt x="534543" y="285432"/>
                  </a:lnTo>
                  <a:lnTo>
                    <a:pt x="528066" y="288988"/>
                  </a:lnTo>
                  <a:lnTo>
                    <a:pt x="522478" y="292671"/>
                  </a:lnTo>
                  <a:lnTo>
                    <a:pt x="494055" y="322592"/>
                  </a:lnTo>
                  <a:lnTo>
                    <a:pt x="486130" y="355180"/>
                  </a:lnTo>
                  <a:lnTo>
                    <a:pt x="486714" y="364159"/>
                  </a:lnTo>
                  <a:lnTo>
                    <a:pt x="498843" y="401904"/>
                  </a:lnTo>
                  <a:lnTo>
                    <a:pt x="521538" y="435660"/>
                  </a:lnTo>
                  <a:lnTo>
                    <a:pt x="560578" y="458279"/>
                  </a:lnTo>
                  <a:lnTo>
                    <a:pt x="568566" y="457504"/>
                  </a:lnTo>
                  <a:lnTo>
                    <a:pt x="605701" y="426262"/>
                  </a:lnTo>
                  <a:lnTo>
                    <a:pt x="611860" y="417233"/>
                  </a:lnTo>
                  <a:lnTo>
                    <a:pt x="617347" y="407860"/>
                  </a:lnTo>
                  <a:close/>
                </a:path>
                <a:path w="941070" h="3734435">
                  <a:moveTo>
                    <a:pt x="625602" y="3302063"/>
                  </a:moveTo>
                  <a:lnTo>
                    <a:pt x="607060" y="3268408"/>
                  </a:lnTo>
                  <a:lnTo>
                    <a:pt x="572846" y="3245205"/>
                  </a:lnTo>
                  <a:lnTo>
                    <a:pt x="555320" y="3242589"/>
                  </a:lnTo>
                  <a:lnTo>
                    <a:pt x="545846" y="3242754"/>
                  </a:lnTo>
                  <a:lnTo>
                    <a:pt x="505968" y="3252279"/>
                  </a:lnTo>
                  <a:lnTo>
                    <a:pt x="472313" y="3270567"/>
                  </a:lnTo>
                  <a:lnTo>
                    <a:pt x="450316" y="3308718"/>
                  </a:lnTo>
                  <a:lnTo>
                    <a:pt x="451777" y="3316859"/>
                  </a:lnTo>
                  <a:lnTo>
                    <a:pt x="475322" y="3350298"/>
                  </a:lnTo>
                  <a:lnTo>
                    <a:pt x="491744" y="3364674"/>
                  </a:lnTo>
                  <a:lnTo>
                    <a:pt x="521081" y="3350831"/>
                  </a:lnTo>
                  <a:lnTo>
                    <a:pt x="514604" y="3342322"/>
                  </a:lnTo>
                  <a:lnTo>
                    <a:pt x="506730" y="3343846"/>
                  </a:lnTo>
                  <a:lnTo>
                    <a:pt x="500126" y="3344354"/>
                  </a:lnTo>
                  <a:lnTo>
                    <a:pt x="464947" y="3322891"/>
                  </a:lnTo>
                  <a:lnTo>
                    <a:pt x="463423" y="3316414"/>
                  </a:lnTo>
                  <a:lnTo>
                    <a:pt x="465201" y="3309937"/>
                  </a:lnTo>
                  <a:lnTo>
                    <a:pt x="500570" y="3277870"/>
                  </a:lnTo>
                  <a:lnTo>
                    <a:pt x="547116" y="3261080"/>
                  </a:lnTo>
                  <a:lnTo>
                    <a:pt x="568452" y="3259645"/>
                  </a:lnTo>
                  <a:lnTo>
                    <a:pt x="577926" y="3260991"/>
                  </a:lnTo>
                  <a:lnTo>
                    <a:pt x="604393" y="3284664"/>
                  </a:lnTo>
                  <a:lnTo>
                    <a:pt x="601980" y="3294951"/>
                  </a:lnTo>
                  <a:lnTo>
                    <a:pt x="597916" y="3300539"/>
                  </a:lnTo>
                  <a:lnTo>
                    <a:pt x="591058" y="3306635"/>
                  </a:lnTo>
                  <a:lnTo>
                    <a:pt x="597535" y="3315144"/>
                  </a:lnTo>
                  <a:lnTo>
                    <a:pt x="625602" y="3302063"/>
                  </a:lnTo>
                  <a:close/>
                </a:path>
                <a:path w="941070" h="3734435">
                  <a:moveTo>
                    <a:pt x="724535" y="369760"/>
                  </a:moveTo>
                  <a:lnTo>
                    <a:pt x="719328" y="364807"/>
                  </a:lnTo>
                  <a:lnTo>
                    <a:pt x="717042" y="367220"/>
                  </a:lnTo>
                  <a:lnTo>
                    <a:pt x="711581" y="372427"/>
                  </a:lnTo>
                  <a:lnTo>
                    <a:pt x="708660" y="374840"/>
                  </a:lnTo>
                  <a:lnTo>
                    <a:pt x="704088" y="377761"/>
                  </a:lnTo>
                  <a:lnTo>
                    <a:pt x="701548" y="378142"/>
                  </a:lnTo>
                  <a:lnTo>
                    <a:pt x="699389" y="377888"/>
                  </a:lnTo>
                  <a:lnTo>
                    <a:pt x="697103" y="376872"/>
                  </a:lnTo>
                  <a:lnTo>
                    <a:pt x="691896" y="372554"/>
                  </a:lnTo>
                  <a:lnTo>
                    <a:pt x="646938" y="329628"/>
                  </a:lnTo>
                  <a:lnTo>
                    <a:pt x="631571" y="314388"/>
                  </a:lnTo>
                  <a:lnTo>
                    <a:pt x="628142" y="317944"/>
                  </a:lnTo>
                  <a:lnTo>
                    <a:pt x="616331" y="362394"/>
                  </a:lnTo>
                  <a:lnTo>
                    <a:pt x="624459" y="364934"/>
                  </a:lnTo>
                  <a:lnTo>
                    <a:pt x="625602" y="358711"/>
                  </a:lnTo>
                  <a:lnTo>
                    <a:pt x="626745" y="353758"/>
                  </a:lnTo>
                  <a:lnTo>
                    <a:pt x="628777" y="346519"/>
                  </a:lnTo>
                  <a:lnTo>
                    <a:pt x="629920" y="344106"/>
                  </a:lnTo>
                  <a:lnTo>
                    <a:pt x="632206" y="341820"/>
                  </a:lnTo>
                  <a:lnTo>
                    <a:pt x="633222" y="341185"/>
                  </a:lnTo>
                  <a:lnTo>
                    <a:pt x="635635" y="341312"/>
                  </a:lnTo>
                  <a:lnTo>
                    <a:pt x="682371" y="385254"/>
                  </a:lnTo>
                  <a:lnTo>
                    <a:pt x="686689" y="392620"/>
                  </a:lnTo>
                  <a:lnTo>
                    <a:pt x="686308" y="395922"/>
                  </a:lnTo>
                  <a:lnTo>
                    <a:pt x="685546" y="397700"/>
                  </a:lnTo>
                  <a:lnTo>
                    <a:pt x="682625" y="402399"/>
                  </a:lnTo>
                  <a:lnTo>
                    <a:pt x="674497" y="411797"/>
                  </a:lnTo>
                  <a:lnTo>
                    <a:pt x="679704" y="416623"/>
                  </a:lnTo>
                  <a:lnTo>
                    <a:pt x="724535" y="369760"/>
                  </a:lnTo>
                  <a:close/>
                </a:path>
                <a:path w="941070" h="3734435">
                  <a:moveTo>
                    <a:pt x="747776" y="3441255"/>
                  </a:moveTo>
                  <a:lnTo>
                    <a:pt x="734034" y="3432403"/>
                  </a:lnTo>
                  <a:lnTo>
                    <a:pt x="719480" y="3426561"/>
                  </a:lnTo>
                  <a:lnTo>
                    <a:pt x="704126" y="3423729"/>
                  </a:lnTo>
                  <a:lnTo>
                    <a:pt x="687959" y="3423856"/>
                  </a:lnTo>
                  <a:lnTo>
                    <a:pt x="638644" y="3440798"/>
                  </a:lnTo>
                  <a:lnTo>
                    <a:pt x="607707" y="3464369"/>
                  </a:lnTo>
                  <a:lnTo>
                    <a:pt x="578358" y="3507295"/>
                  </a:lnTo>
                  <a:lnTo>
                    <a:pt x="572554" y="3538372"/>
                  </a:lnTo>
                  <a:lnTo>
                    <a:pt x="574332" y="3553930"/>
                  </a:lnTo>
                  <a:lnTo>
                    <a:pt x="579247" y="3569525"/>
                  </a:lnTo>
                  <a:lnTo>
                    <a:pt x="587756" y="3566477"/>
                  </a:lnTo>
                  <a:lnTo>
                    <a:pt x="584708" y="3553650"/>
                  </a:lnTo>
                  <a:lnTo>
                    <a:pt x="584327" y="3540861"/>
                  </a:lnTo>
                  <a:lnTo>
                    <a:pt x="598995" y="3502863"/>
                  </a:lnTo>
                  <a:lnTo>
                    <a:pt x="635127" y="3466401"/>
                  </a:lnTo>
                  <a:lnTo>
                    <a:pt x="678764" y="3442131"/>
                  </a:lnTo>
                  <a:lnTo>
                    <a:pt x="706056" y="3437178"/>
                  </a:lnTo>
                  <a:lnTo>
                    <a:pt x="718858" y="3438487"/>
                  </a:lnTo>
                  <a:lnTo>
                    <a:pt x="731062" y="3442373"/>
                  </a:lnTo>
                  <a:lnTo>
                    <a:pt x="742696" y="3448875"/>
                  </a:lnTo>
                  <a:lnTo>
                    <a:pt x="747776" y="3441255"/>
                  </a:lnTo>
                  <a:close/>
                </a:path>
                <a:path w="941070" h="3734435">
                  <a:moveTo>
                    <a:pt x="774954" y="3622992"/>
                  </a:moveTo>
                  <a:lnTo>
                    <a:pt x="691515" y="3513518"/>
                  </a:lnTo>
                  <a:lnTo>
                    <a:pt x="679831" y="3522535"/>
                  </a:lnTo>
                  <a:lnTo>
                    <a:pt x="763143" y="3632009"/>
                  </a:lnTo>
                  <a:lnTo>
                    <a:pt x="774954" y="3622992"/>
                  </a:lnTo>
                  <a:close/>
                </a:path>
                <a:path w="941070" h="3734435">
                  <a:moveTo>
                    <a:pt x="802767" y="292417"/>
                  </a:moveTo>
                  <a:lnTo>
                    <a:pt x="798322" y="284543"/>
                  </a:lnTo>
                  <a:lnTo>
                    <a:pt x="786130" y="289598"/>
                  </a:lnTo>
                  <a:lnTo>
                    <a:pt x="773569" y="291998"/>
                  </a:lnTo>
                  <a:lnTo>
                    <a:pt x="733793" y="283514"/>
                  </a:lnTo>
                  <a:lnTo>
                    <a:pt x="692150" y="253428"/>
                  </a:lnTo>
                  <a:lnTo>
                    <a:pt x="661225" y="214249"/>
                  </a:lnTo>
                  <a:lnTo>
                    <a:pt x="651357" y="175183"/>
                  </a:lnTo>
                  <a:lnTo>
                    <a:pt x="653275" y="162483"/>
                  </a:lnTo>
                  <a:lnTo>
                    <a:pt x="657860" y="149923"/>
                  </a:lnTo>
                  <a:lnTo>
                    <a:pt x="649605" y="146240"/>
                  </a:lnTo>
                  <a:lnTo>
                    <a:pt x="642975" y="161175"/>
                  </a:lnTo>
                  <a:lnTo>
                    <a:pt x="639483" y="176453"/>
                  </a:lnTo>
                  <a:lnTo>
                    <a:pt x="639114" y="192087"/>
                  </a:lnTo>
                  <a:lnTo>
                    <a:pt x="641858" y="208089"/>
                  </a:lnTo>
                  <a:lnTo>
                    <a:pt x="666280" y="254000"/>
                  </a:lnTo>
                  <a:lnTo>
                    <a:pt x="694372" y="280860"/>
                  </a:lnTo>
                  <a:lnTo>
                    <a:pt x="741426" y="303085"/>
                  </a:lnTo>
                  <a:lnTo>
                    <a:pt x="757466" y="305066"/>
                  </a:lnTo>
                  <a:lnTo>
                    <a:pt x="773049" y="303949"/>
                  </a:lnTo>
                  <a:lnTo>
                    <a:pt x="788136" y="299732"/>
                  </a:lnTo>
                  <a:lnTo>
                    <a:pt x="802767" y="292417"/>
                  </a:lnTo>
                  <a:close/>
                </a:path>
                <a:path w="941070" h="3734435">
                  <a:moveTo>
                    <a:pt x="835533" y="101155"/>
                  </a:moveTo>
                  <a:lnTo>
                    <a:pt x="824738" y="90868"/>
                  </a:lnTo>
                  <a:lnTo>
                    <a:pt x="729869" y="190309"/>
                  </a:lnTo>
                  <a:lnTo>
                    <a:pt x="740537" y="200596"/>
                  </a:lnTo>
                  <a:lnTo>
                    <a:pt x="835533" y="101155"/>
                  </a:lnTo>
                  <a:close/>
                </a:path>
                <a:path w="941070" h="3734435">
                  <a:moveTo>
                    <a:pt x="866355" y="3619436"/>
                  </a:moveTo>
                  <a:lnTo>
                    <a:pt x="864616" y="3603879"/>
                  </a:lnTo>
                  <a:lnTo>
                    <a:pt x="859790" y="3588321"/>
                  </a:lnTo>
                  <a:lnTo>
                    <a:pt x="851027" y="3591115"/>
                  </a:lnTo>
                  <a:lnTo>
                    <a:pt x="854240" y="3604095"/>
                  </a:lnTo>
                  <a:lnTo>
                    <a:pt x="854773" y="3616934"/>
                  </a:lnTo>
                  <a:lnTo>
                    <a:pt x="840625" y="3654602"/>
                  </a:lnTo>
                  <a:lnTo>
                    <a:pt x="805561" y="3690175"/>
                  </a:lnTo>
                  <a:lnTo>
                    <a:pt x="760857" y="3715321"/>
                  </a:lnTo>
                  <a:lnTo>
                    <a:pt x="733183" y="3720515"/>
                  </a:lnTo>
                  <a:lnTo>
                    <a:pt x="720280" y="3719322"/>
                  </a:lnTo>
                  <a:lnTo>
                    <a:pt x="708037" y="3715562"/>
                  </a:lnTo>
                  <a:lnTo>
                    <a:pt x="696468" y="3709225"/>
                  </a:lnTo>
                  <a:lnTo>
                    <a:pt x="691261" y="3716591"/>
                  </a:lnTo>
                  <a:lnTo>
                    <a:pt x="704989" y="3725481"/>
                  </a:lnTo>
                  <a:lnTo>
                    <a:pt x="719543" y="3731349"/>
                  </a:lnTo>
                  <a:lnTo>
                    <a:pt x="734898" y="3734193"/>
                  </a:lnTo>
                  <a:lnTo>
                    <a:pt x="751078" y="3733990"/>
                  </a:lnTo>
                  <a:lnTo>
                    <a:pt x="800252" y="3717137"/>
                  </a:lnTo>
                  <a:lnTo>
                    <a:pt x="831164" y="3693566"/>
                  </a:lnTo>
                  <a:lnTo>
                    <a:pt x="860552" y="3650551"/>
                  </a:lnTo>
                  <a:lnTo>
                    <a:pt x="864997" y="3635006"/>
                  </a:lnTo>
                  <a:lnTo>
                    <a:pt x="866355" y="3619436"/>
                  </a:lnTo>
                  <a:close/>
                </a:path>
                <a:path w="941070" h="3734435">
                  <a:moveTo>
                    <a:pt x="940866" y="112903"/>
                  </a:moveTo>
                  <a:lnTo>
                    <a:pt x="924471" y="65836"/>
                  </a:lnTo>
                  <a:lnTo>
                    <a:pt x="885634" y="24282"/>
                  </a:lnTo>
                  <a:lnTo>
                    <a:pt x="838581" y="1968"/>
                  </a:lnTo>
                  <a:lnTo>
                    <a:pt x="822452" y="0"/>
                  </a:lnTo>
                  <a:lnTo>
                    <a:pt x="806843" y="1104"/>
                  </a:lnTo>
                  <a:lnTo>
                    <a:pt x="791730" y="5283"/>
                  </a:lnTo>
                  <a:lnTo>
                    <a:pt x="777113" y="12509"/>
                  </a:lnTo>
                  <a:lnTo>
                    <a:pt x="781304" y="20637"/>
                  </a:lnTo>
                  <a:lnTo>
                    <a:pt x="793635" y="15481"/>
                  </a:lnTo>
                  <a:lnTo>
                    <a:pt x="806259" y="12941"/>
                  </a:lnTo>
                  <a:lnTo>
                    <a:pt x="845718" y="21031"/>
                  </a:lnTo>
                  <a:lnTo>
                    <a:pt x="886333" y="49974"/>
                  </a:lnTo>
                  <a:lnTo>
                    <a:pt x="918222" y="90284"/>
                  </a:lnTo>
                  <a:lnTo>
                    <a:pt x="928560" y="129692"/>
                  </a:lnTo>
                  <a:lnTo>
                    <a:pt x="926744" y="142341"/>
                  </a:lnTo>
                  <a:lnTo>
                    <a:pt x="922274" y="154749"/>
                  </a:lnTo>
                  <a:lnTo>
                    <a:pt x="930402" y="158813"/>
                  </a:lnTo>
                  <a:lnTo>
                    <a:pt x="936967" y="143814"/>
                  </a:lnTo>
                  <a:lnTo>
                    <a:pt x="940460" y="128511"/>
                  </a:lnTo>
                  <a:lnTo>
                    <a:pt x="940866" y="1129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052431" y="6447840"/>
            <a:ext cx="1582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Exemplo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validação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56114" y="6079947"/>
            <a:ext cx="14928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Fronteira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decisão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61814" y="3020314"/>
            <a:ext cx="1370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𝐶</a:t>
            </a:r>
            <a:r>
              <a:rPr sz="1950" spc="-15" baseline="-14957" dirty="0">
                <a:latin typeface="Cambria Math"/>
                <a:cs typeface="Cambria Math"/>
              </a:rPr>
              <a:t>3</a:t>
            </a:r>
            <a:r>
              <a:rPr sz="1800" spc="-10" dirty="0">
                <a:latin typeface="Cambria Math"/>
                <a:cs typeface="Cambria Math"/>
              </a:rPr>
              <a:t>(+)/𝐶</a:t>
            </a:r>
            <a:r>
              <a:rPr sz="1950" spc="-15" baseline="-14957" dirty="0">
                <a:latin typeface="Cambria Math"/>
                <a:cs typeface="Cambria Math"/>
              </a:rPr>
              <a:t>2</a:t>
            </a:r>
            <a:r>
              <a:rPr sz="1800" spc="-10" dirty="0">
                <a:latin typeface="Cambria Math"/>
                <a:cs typeface="Cambria Math"/>
              </a:rPr>
              <a:t>(−)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42525" y="5254878"/>
            <a:ext cx="1750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0.55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(voto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𝐶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r>
              <a:rPr sz="1600" spc="-25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737340" y="3308095"/>
            <a:ext cx="1111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35" dirty="0">
                <a:latin typeface="Cambria Math"/>
                <a:cs typeface="Cambria Math"/>
              </a:rPr>
              <a:t>3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214609" y="3186176"/>
            <a:ext cx="17043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0.85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(voto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𝐶</a:t>
            </a:r>
            <a:r>
              <a:rPr sz="1600" spc="260" dirty="0">
                <a:latin typeface="Cambria Math"/>
                <a:cs typeface="Cambria Math"/>
              </a:rPr>
              <a:t> </a:t>
            </a:r>
            <a:r>
              <a:rPr sz="1600" spc="-5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16057" y="960196"/>
            <a:ext cx="1750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0.05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(voto em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𝐶</a:t>
            </a:r>
            <a:r>
              <a:rPr sz="1725" spc="-37" baseline="-14492" dirty="0">
                <a:latin typeface="Cambria Math"/>
                <a:cs typeface="Cambria Math"/>
              </a:rPr>
              <a:t>1</a:t>
            </a:r>
            <a:r>
              <a:rPr sz="1600" spc="-25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93730" y="2009394"/>
            <a:ext cx="9779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825" marR="5080" indent="-111760">
              <a:lnSpc>
                <a:spcPct val="100000"/>
              </a:lnSpc>
              <a:spcBef>
                <a:spcPts val="105"/>
              </a:spcBef>
            </a:pPr>
            <a:r>
              <a:rPr sz="1400" b="1" i="1" dirty="0">
                <a:solidFill>
                  <a:srgbClr val="4471C4"/>
                </a:solidFill>
                <a:latin typeface="Calibri"/>
                <a:cs typeface="Calibri"/>
              </a:rPr>
              <a:t>A qual</a:t>
            </a:r>
            <a:r>
              <a:rPr sz="1400" b="1" i="1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4471C4"/>
                </a:solidFill>
                <a:latin typeface="Calibri"/>
                <a:cs typeface="Calibri"/>
              </a:rPr>
              <a:t>classe pertence?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801729" y="2021204"/>
            <a:ext cx="212725" cy="232410"/>
            <a:chOff x="11801729" y="2021204"/>
            <a:chExt cx="212725" cy="232410"/>
          </a:xfrm>
        </p:grpSpPr>
        <p:sp>
          <p:nvSpPr>
            <p:cNvPr id="30" name="object 30"/>
            <p:cNvSpPr/>
            <p:nvPr/>
          </p:nvSpPr>
          <p:spPr>
            <a:xfrm>
              <a:off x="11808079" y="2028189"/>
              <a:ext cx="200025" cy="218440"/>
            </a:xfrm>
            <a:custGeom>
              <a:avLst/>
              <a:gdLst/>
              <a:ahLst/>
              <a:cxnLst/>
              <a:rect l="l" t="t" r="r" b="b"/>
              <a:pathLst>
                <a:path w="200025" h="218439">
                  <a:moveTo>
                    <a:pt x="199517" y="77470"/>
                  </a:moveTo>
                  <a:lnTo>
                    <a:pt x="131699" y="77470"/>
                  </a:lnTo>
                  <a:lnTo>
                    <a:pt x="131699" y="0"/>
                  </a:lnTo>
                  <a:lnTo>
                    <a:pt x="67818" y="0"/>
                  </a:lnTo>
                  <a:lnTo>
                    <a:pt x="67818" y="77470"/>
                  </a:lnTo>
                  <a:lnTo>
                    <a:pt x="0" y="77470"/>
                  </a:lnTo>
                  <a:lnTo>
                    <a:pt x="0" y="140970"/>
                  </a:lnTo>
                  <a:lnTo>
                    <a:pt x="67818" y="140970"/>
                  </a:lnTo>
                  <a:lnTo>
                    <a:pt x="67818" y="218440"/>
                  </a:lnTo>
                  <a:lnTo>
                    <a:pt x="131699" y="218440"/>
                  </a:lnTo>
                  <a:lnTo>
                    <a:pt x="131699" y="140970"/>
                  </a:lnTo>
                  <a:lnTo>
                    <a:pt x="199517" y="140970"/>
                  </a:lnTo>
                  <a:lnTo>
                    <a:pt x="199517" y="7747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808079" y="2027554"/>
              <a:ext cx="200025" cy="219710"/>
            </a:xfrm>
            <a:custGeom>
              <a:avLst/>
              <a:gdLst/>
              <a:ahLst/>
              <a:cxnLst/>
              <a:rect l="l" t="t" r="r" b="b"/>
              <a:pathLst>
                <a:path w="200025" h="219710">
                  <a:moveTo>
                    <a:pt x="0" y="77850"/>
                  </a:moveTo>
                  <a:lnTo>
                    <a:pt x="67818" y="77850"/>
                  </a:lnTo>
                  <a:lnTo>
                    <a:pt x="67818" y="0"/>
                  </a:lnTo>
                  <a:lnTo>
                    <a:pt x="131699" y="0"/>
                  </a:lnTo>
                  <a:lnTo>
                    <a:pt x="131699" y="77850"/>
                  </a:lnTo>
                  <a:lnTo>
                    <a:pt x="199517" y="77850"/>
                  </a:lnTo>
                  <a:lnTo>
                    <a:pt x="199517" y="141732"/>
                  </a:lnTo>
                  <a:lnTo>
                    <a:pt x="131699" y="141732"/>
                  </a:lnTo>
                  <a:lnTo>
                    <a:pt x="131699" y="219583"/>
                  </a:lnTo>
                  <a:lnTo>
                    <a:pt x="67818" y="219583"/>
                  </a:lnTo>
                  <a:lnTo>
                    <a:pt x="67818" y="141732"/>
                  </a:lnTo>
                  <a:lnTo>
                    <a:pt x="0" y="141732"/>
                  </a:lnTo>
                  <a:lnTo>
                    <a:pt x="0" y="77850"/>
                  </a:lnTo>
                  <a:close/>
                </a:path>
              </a:pathLst>
            </a:custGeom>
            <a:ln w="1270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5">
                <a:extLst>
                  <a:ext uri="{FF2B5EF4-FFF2-40B4-BE49-F238E27FC236}">
                    <a16:creationId xmlns:a16="http://schemas.microsoft.com/office/drawing/2014/main" id="{9E3AA8C7-91FF-DEA0-494A-D6AD59B818C9}"/>
                  </a:ext>
                </a:extLst>
              </p:cNvPr>
              <p:cNvSpPr txBox="1"/>
              <p:nvPr/>
            </p:nvSpPr>
            <p:spPr>
              <a:xfrm>
                <a:off x="737711" y="5295350"/>
                <a:ext cx="3244032" cy="84619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b="0" i="1" spc="50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r>
                            <a:rPr lang="pt-BR" sz="2800" i="1" spc="5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pt-BR" sz="2800" b="0" i="1" spc="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2800" b="0" i="1" spc="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𝑄</m:t>
                              </m:r>
                              <m:r>
                                <a:rPr lang="pt-BR" sz="2800" b="0" i="1" spc="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−</m:t>
                              </m:r>
                              <m:r>
                                <a:rPr lang="pt-BR" sz="2800" b="0" i="1" spc="50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pt-BR" sz="2800" b="0" i="1" spc="5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pt-BR" sz="2800" i="1" spc="50" dirty="0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3</m:t>
                      </m:r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32" name="object 5">
                <a:extLst>
                  <a:ext uri="{FF2B5EF4-FFF2-40B4-BE49-F238E27FC236}">
                    <a16:creationId xmlns:a16="http://schemas.microsoft.com/office/drawing/2014/main" id="{9E3AA8C7-91FF-DEA0-494A-D6AD59B81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11" y="5295350"/>
                <a:ext cx="3244032" cy="8461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37870"/>
            <a:ext cx="42570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Softmax</a:t>
            </a:r>
            <a:endParaRPr sz="440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916939" y="1268665"/>
                <a:ext cx="10925175" cy="535146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10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spc="-20" dirty="0">
                    <a:latin typeface="Calibri"/>
                    <a:cs typeface="Calibri"/>
                  </a:rPr>
                  <a:t>Também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conhecida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como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regressão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logística</a:t>
                </a:r>
                <a:r>
                  <a:rPr lang="pt-BR" sz="2400" b="1" i="1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multinomial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698500" marR="964565" lvl="1" indent="-228600">
                  <a:lnSpc>
                    <a:spcPct val="80000"/>
                  </a:lnSpc>
                  <a:spcBef>
                    <a:spcPts val="520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Porque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saídas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regressor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podem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ser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interpretadas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como</a:t>
                </a:r>
                <a:r>
                  <a:rPr lang="pt-BR" sz="2000" spc="-6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as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probabilidades</a:t>
                </a:r>
                <a:r>
                  <a:rPr lang="pt-BR" sz="2000" b="1" i="1" spc="-70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de</a:t>
                </a:r>
                <a:r>
                  <a:rPr lang="pt-BR" sz="20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000" b="1" i="1" spc="-25" dirty="0">
                    <a:latin typeface="Calibri"/>
                    <a:cs typeface="Calibri"/>
                  </a:rPr>
                  <a:t>uma </a:t>
                </a:r>
                <a:r>
                  <a:rPr lang="pt-BR" sz="2000" b="1" i="1" dirty="0">
                    <a:latin typeface="Calibri"/>
                    <a:cs typeface="Calibri"/>
                  </a:rPr>
                  <a:t>variável</a:t>
                </a:r>
                <a:r>
                  <a:rPr lang="pt-BR" sz="20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categoricamente</a:t>
                </a:r>
                <a:r>
                  <a:rPr lang="pt-BR" sz="20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distribuída</a:t>
                </a:r>
                <a:r>
                  <a:rPr lang="pt-BR" sz="20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(as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classes)</a:t>
                </a:r>
                <a:r>
                  <a:rPr lang="pt-BR" sz="2000" spc="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dado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conjunto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variáveis </a:t>
                </a:r>
                <a:r>
                  <a:rPr lang="pt-BR" sz="2000" dirty="0">
                    <a:latin typeface="Calibri"/>
                    <a:cs typeface="Calibri"/>
                  </a:rPr>
                  <a:t>(atributos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pesos).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41300" indent="-228600">
                  <a:lnSpc>
                    <a:spcPct val="100000"/>
                  </a:lnSpc>
                  <a:spcBef>
                    <a:spcPts val="40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generalização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do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regressor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logístico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problemas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114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múltiplas</a:t>
                </a:r>
                <a:r>
                  <a:rPr lang="pt-BR" sz="24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classes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41300" marR="14604" indent="-228600" algn="just">
                  <a:lnSpc>
                    <a:spcPct val="77300"/>
                  </a:lnSpc>
                  <a:spcBef>
                    <a:spcPts val="1070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ideia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treinar</a:t>
                </a:r>
                <a:r>
                  <a:rPr lang="pt-BR" sz="2400" b="1" i="1" spc="-1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4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único</a:t>
                </a:r>
                <a:r>
                  <a:rPr lang="pt-BR" sz="2400" b="1" i="1" spc="-3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classificador</a:t>
                </a:r>
                <a:r>
                  <a:rPr lang="pt-BR" sz="24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com</a:t>
                </a:r>
                <a:r>
                  <a:rPr lang="pt-BR" sz="2400" b="1" i="1" spc="-2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𝑸</a:t>
                </a:r>
                <a:r>
                  <a:rPr lang="pt-BR" sz="2400" spc="-2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saídas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onde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cada</a:t>
                </a:r>
                <a:r>
                  <a:rPr lang="pt-BR"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saída</a:t>
                </a:r>
                <a:r>
                  <a:rPr lang="pt-BR" sz="24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representa</a:t>
                </a:r>
                <a:r>
                  <a:rPr lang="pt-BR"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spc="-50" dirty="0">
                    <a:solidFill>
                      <a:srgbClr val="00AF50"/>
                    </a:solidFill>
                    <a:latin typeface="Calibri"/>
                    <a:cs typeface="Calibri"/>
                  </a:rPr>
                  <a:t>a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probabilidade</a:t>
                </a:r>
                <a:r>
                  <a:rPr lang="pt-BR" sz="2400" b="1" i="1" spc="-6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de</a:t>
                </a:r>
                <a:r>
                  <a:rPr lang="pt-BR"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um</a:t>
                </a:r>
                <a:r>
                  <a:rPr lang="pt-BR"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exemplo</a:t>
                </a:r>
                <a:r>
                  <a:rPr lang="pt-BR" sz="2400" b="1" i="1" spc="-4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pertencer</a:t>
                </a:r>
                <a:r>
                  <a:rPr lang="pt-BR" sz="2400" b="1" i="1" spc="-25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a</a:t>
                </a:r>
                <a:r>
                  <a:rPr lang="pt-BR"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uma</a:t>
                </a:r>
                <a:r>
                  <a:rPr lang="pt-BR" sz="2400" b="1" i="1" spc="-3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00AF50"/>
                    </a:solidFill>
                    <a:latin typeface="Calibri"/>
                    <a:cs typeface="Calibri"/>
                  </a:rPr>
                  <a:t>das</a:t>
                </a:r>
                <a:r>
                  <a:rPr lang="pt-BR" sz="2400" b="1" i="1" spc="-110" dirty="0">
                    <a:solidFill>
                      <a:srgbClr val="00AF5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500" b="1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𝑄</a:t>
                </a:r>
                <a:r>
                  <a:rPr lang="pt-BR" sz="2500" b="1" spc="-4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pt-BR" sz="2400" b="1" i="1" spc="-10" dirty="0">
                    <a:solidFill>
                      <a:srgbClr val="00AF50"/>
                    </a:solidFill>
                    <a:latin typeface="Calibri"/>
                    <a:cs typeface="Calibri"/>
                  </a:rPr>
                  <a:t>classes</a:t>
                </a:r>
                <a:r>
                  <a:rPr lang="pt-BR" sz="2400" spc="-10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698500" marR="662940" lvl="1" indent="-228600" algn="just">
                  <a:lnSpc>
                    <a:spcPct val="80000"/>
                  </a:lnSpc>
                  <a:spcBef>
                    <a:spcPts val="505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Por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para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problema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com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4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classes, teríamos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único</a:t>
                </a:r>
                <a:r>
                  <a:rPr lang="pt-BR" sz="2000" spc="-5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classificador,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mas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com</a:t>
                </a:r>
                <a:r>
                  <a:rPr lang="pt-BR" sz="2000" spc="-40" dirty="0">
                    <a:latin typeface="Calibri"/>
                    <a:cs typeface="Calibri"/>
                  </a:rPr>
                  <a:t> </a:t>
                </a:r>
                <a:r>
                  <a:rPr lang="pt-BR" sz="2000" spc="-50" dirty="0">
                    <a:latin typeface="Calibri"/>
                    <a:cs typeface="Calibri"/>
                  </a:rPr>
                  <a:t>4 </a:t>
                </a:r>
                <a:r>
                  <a:rPr lang="pt-BR" sz="2000" spc="-10" dirty="0">
                    <a:latin typeface="Calibri"/>
                    <a:cs typeface="Calibri"/>
                  </a:rPr>
                  <a:t>saídas.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41300" marR="100965" indent="-228600" algn="just">
                  <a:lnSpc>
                    <a:spcPct val="80100"/>
                  </a:lnSpc>
                  <a:spcBef>
                    <a:spcPts val="97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Prediz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apenas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uma</a:t>
                </a:r>
                <a:r>
                  <a:rPr lang="pt-BR" sz="2400" b="1" i="1" spc="-20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classe</a:t>
                </a:r>
                <a:r>
                  <a:rPr lang="pt-BR" sz="24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cada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vez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ou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seja,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ele é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multi-</a:t>
                </a:r>
                <a:r>
                  <a:rPr lang="pt-BR" sz="2400" b="1" i="1" dirty="0">
                    <a:latin typeface="Calibri"/>
                    <a:cs typeface="Calibri"/>
                  </a:rPr>
                  <a:t>classe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não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multi-label</a:t>
                </a:r>
                <a:r>
                  <a:rPr lang="pt-BR" sz="2400" spc="-10" dirty="0">
                    <a:latin typeface="Calibri"/>
                    <a:cs typeface="Calibri"/>
                  </a:rPr>
                  <a:t>, portanto,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ele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deve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usado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apenas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</a:t>
                </a:r>
                <a:r>
                  <a:rPr lang="pt-BR" sz="2400" spc="-9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classes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mutuamente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exclusivas</a:t>
                </a:r>
                <a:r>
                  <a:rPr lang="pt-BR" sz="2400" spc="-10" dirty="0">
                    <a:latin typeface="Calibri"/>
                    <a:cs typeface="Calibri"/>
                  </a:rPr>
                  <a:t>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por </a:t>
                </a:r>
                <a:r>
                  <a:rPr lang="pt-BR" sz="2400" dirty="0">
                    <a:latin typeface="Calibri"/>
                    <a:cs typeface="Calibri"/>
                  </a:rPr>
                  <a:t>exemplo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diferentes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tipos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plantas,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dígitos,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carros,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libri"/>
                    <a:cs typeface="Calibri"/>
                  </a:rPr>
                  <a:t>etc.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698500" lvl="1" indent="-229235" algn="just">
                  <a:lnSpc>
                    <a:spcPct val="100000"/>
                  </a:lnSpc>
                  <a:spcBef>
                    <a:spcPts val="40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lang="pt-BR" sz="2000" b="1" i="1" dirty="0">
                    <a:latin typeface="Calibri"/>
                    <a:cs typeface="Calibri"/>
                  </a:rPr>
                  <a:t>Classes</a:t>
                </a:r>
                <a:r>
                  <a:rPr lang="pt-BR" sz="20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000" b="1" i="1" dirty="0">
                    <a:latin typeface="Calibri"/>
                    <a:cs typeface="Calibri"/>
                  </a:rPr>
                  <a:t>mutuamente</a:t>
                </a:r>
                <a:r>
                  <a:rPr lang="pt-BR" sz="20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000" b="1" i="1" spc="-10" dirty="0">
                    <a:latin typeface="Calibri"/>
                    <a:cs typeface="Calibri"/>
                  </a:rPr>
                  <a:t>exclusivas</a:t>
                </a:r>
                <a:r>
                  <a:rPr lang="pt-BR" sz="2000" spc="-10" dirty="0">
                    <a:latin typeface="Calibri"/>
                    <a:cs typeface="Calibri"/>
                  </a:rPr>
                  <a:t>:</a:t>
                </a:r>
                <a:r>
                  <a:rPr lang="pt-BR" sz="2000" spc="-5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exemplos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devem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pertencer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apenas</a:t>
                </a:r>
                <a:r>
                  <a:rPr lang="pt-BR" sz="2000" spc="-2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uma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das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mbria Math"/>
                    <a:cs typeface="Cambria Math"/>
                  </a:rPr>
                  <a:t>𝑄</a:t>
                </a:r>
                <a:r>
                  <a:rPr lang="pt-BR" sz="2000" spc="-20" dirty="0">
                    <a:latin typeface="Cambria Math"/>
                    <a:cs typeface="Cambria Math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classes.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698500" lvl="1" indent="-229235" algn="just">
                  <a:lnSpc>
                    <a:spcPct val="100000"/>
                  </a:lnSpc>
                  <a:spcBef>
                    <a:spcPts val="25"/>
                  </a:spcBef>
                  <a:buFont typeface="Wingdings"/>
                  <a:buChar char=""/>
                  <a:tabLst>
                    <a:tab pos="699135" algn="l"/>
                  </a:tabLst>
                </a:pPr>
                <a:r>
                  <a:rPr lang="pt-BR" sz="2000" dirty="0">
                    <a:latin typeface="Calibri"/>
                    <a:cs typeface="Calibri"/>
                  </a:rPr>
                  <a:t>Já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notícias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e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animais,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por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spc="-10" dirty="0">
                    <a:latin typeface="Calibri"/>
                    <a:cs typeface="Calibri"/>
                  </a:rPr>
                  <a:t>exemplo,</a:t>
                </a:r>
                <a:r>
                  <a:rPr lang="pt-BR" sz="2000" spc="-1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podem</a:t>
                </a:r>
                <a:r>
                  <a:rPr lang="pt-BR" sz="2000" spc="-45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pertencer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2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várias</a:t>
                </a:r>
                <a:r>
                  <a:rPr lang="pt-BR" sz="2000" spc="-1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a</a:t>
                </a:r>
                <a:r>
                  <a:rPr lang="pt-BR" sz="2000" spc="-30" dirty="0">
                    <a:latin typeface="Calibri"/>
                    <a:cs typeface="Calibri"/>
                  </a:rPr>
                  <a:t> </a:t>
                </a:r>
                <a:r>
                  <a:rPr lang="pt-BR" sz="2000" dirty="0">
                    <a:latin typeface="Calibri"/>
                    <a:cs typeface="Calibri"/>
                  </a:rPr>
                  <a:t>várias</a:t>
                </a:r>
                <a:r>
                  <a:rPr lang="pt-BR" sz="2000" spc="-10" dirty="0">
                    <a:latin typeface="Calibri"/>
                    <a:cs typeface="Calibri"/>
                  </a:rPr>
                  <a:t> classes.</a:t>
                </a:r>
                <a:endParaRPr lang="pt-BR" sz="2000" dirty="0">
                  <a:latin typeface="Calibri"/>
                  <a:cs typeface="Calibri"/>
                </a:endParaRPr>
              </a:p>
              <a:p>
                <a:pPr marL="241300" indent="-228600">
                  <a:spcBef>
                    <a:spcPts val="405"/>
                  </a:spcBef>
                  <a:buFont typeface="Arial"/>
                  <a:buChar char="•"/>
                  <a:tabLst>
                    <a:tab pos="2413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termos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7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único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classificador,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regressor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softmax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possui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 err="1">
                    <a:latin typeface="Calibri"/>
                    <a:cs typeface="Calibri"/>
                  </a:rPr>
                  <a:t>função</a:t>
                </a:r>
                <a:r>
                  <a:rPr lang="pt-BR" sz="24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i="1" spc="-10" dirty="0" err="1">
                    <a:latin typeface="Calibri"/>
                    <a:cs typeface="Calibri"/>
                  </a:rPr>
                  <a:t>hipótese</a:t>
                </a:r>
                <a:r>
                  <a:rPr lang="pt-BR" sz="2400" b="1" i="1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6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classificação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400" b="0" i="1" spc="40" dirty="0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400" i="1" spc="40" dirty="0" smtClean="0">
                            <a:latin typeface="Cambria Math" panose="02040503050406030204" pitchFamily="18" charset="0"/>
                            <a:cs typeface="Cambria Math"/>
                          </a:rPr>
                          <m:t>h</m:t>
                        </m:r>
                      </m:e>
                      <m:sub>
                        <m:r>
                          <a:rPr lang="pt-BR" sz="2400" b="0" i="1" spc="40" dirty="0" smtClean="0">
                            <a:latin typeface="Cambria Math" panose="02040503050406030204" pitchFamily="18" charset="0"/>
                            <a:cs typeface="Cambria Math"/>
                          </a:rPr>
                          <m:t>𝑎</m:t>
                        </m:r>
                      </m:sub>
                      <m:sup>
                        <m:r>
                          <a:rPr lang="pt-BR" sz="2400" b="0" i="1" spc="40" dirty="0" smtClean="0">
                            <a:latin typeface="Cambria Math" panose="02040503050406030204" pitchFamily="18" charset="0"/>
                            <a:cs typeface="Cambria Math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pt-BR" sz="2400" b="0" i="1" spc="4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1" i="1" spc="40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sz="2400" b="0" i="1" spc="4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pc="4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, e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função</a:t>
                </a:r>
                <a:r>
                  <a:rPr lang="pt-BR" sz="2400" b="1" i="1" spc="1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discriminante</a:t>
                </a:r>
                <a:r>
                  <a:rPr lang="pt-BR" sz="2400" dirty="0">
                    <a:latin typeface="Calibri"/>
                    <a:cs typeface="Calibri"/>
                  </a:rPr>
                  <a:t>, </a:t>
                </a:r>
                <a:r>
                  <a:rPr lang="pt-BR" sz="2400" dirty="0">
                    <a:latin typeface="Cambria Math"/>
                    <a:cs typeface="Cambria Math"/>
                  </a:rPr>
                  <a:t>𝑔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𝑞</a:t>
                </a:r>
                <a:r>
                  <a:rPr lang="pt-BR" sz="2400" dirty="0">
                    <a:latin typeface="Cambria Math"/>
                    <a:cs typeface="Cambria Math"/>
                  </a:rPr>
                  <a:t>(𝒙(𝑖))</a:t>
                </a:r>
                <a:r>
                  <a:rPr lang="pt-BR" sz="2400" dirty="0">
                    <a:latin typeface="Calibri"/>
                    <a:cs typeface="Calibri"/>
                  </a:rPr>
                  <a:t>, para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 classe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mbria Math"/>
                    <a:cs typeface="Cambria Math"/>
                  </a:rPr>
                  <a:t>𝑞</a:t>
                </a:r>
                <a:r>
                  <a:rPr lang="pt-BR" sz="2400" spc="-25" dirty="0">
                    <a:latin typeface="Calibri"/>
                    <a:cs typeface="Calibri"/>
                  </a:rPr>
                  <a:t>.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1268665"/>
                <a:ext cx="10925175" cy="5351465"/>
              </a:xfrm>
              <a:prstGeom prst="rect">
                <a:avLst/>
              </a:prstGeom>
              <a:blipFill>
                <a:blip r:embed="rId2"/>
                <a:stretch>
                  <a:fillRect l="-1450" t="-1481" r="-1562" b="-21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8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Softmax</a:t>
            </a:r>
            <a:endParaRPr sz="4400" dirty="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739140" y="1406088"/>
                <a:ext cx="11171303" cy="852156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266700" indent="-228600">
                  <a:spcBef>
                    <a:spcPts val="105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𝑞</a:t>
                </a:r>
                <a:r>
                  <a:rPr lang="pt-BR" sz="2600" b="1" dirty="0">
                    <a:latin typeface="Calibri"/>
                    <a:cs typeface="Calibri"/>
                  </a:rPr>
                  <a:t>-</a:t>
                </a:r>
                <a:r>
                  <a:rPr lang="pt-BR" sz="2600" b="1" i="1" dirty="0">
                    <a:latin typeface="Calibri"/>
                    <a:cs typeface="Calibri"/>
                  </a:rPr>
                  <a:t>ésima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função hipótese</a:t>
                </a:r>
                <a:r>
                  <a:rPr lang="pt-BR" sz="26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</a:t>
                </a:r>
                <a:r>
                  <a:rPr lang="pt-BR" sz="26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classificação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pt-BR" sz="26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sub>
                      <m:sup>
                        <m: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1" i="1" spc="-5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600" b="0" i="1" spc="-5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e>
                    </m:d>
                  </m:oMath>
                </a14:m>
                <a:r>
                  <a:rPr lang="pt-BR" sz="2850" dirty="0">
                    <a:latin typeface="Cambria Math"/>
                    <a:cs typeface="Cambria Math"/>
                  </a:rPr>
                  <a:t>, </a:t>
                </a:r>
                <a:r>
                  <a:rPr lang="pt-BR" sz="2600" dirty="0">
                    <a:latin typeface="Calibri"/>
                    <a:cs typeface="Calibri"/>
                  </a:rPr>
                  <a:t>é obtida passando-se a 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libri"/>
                      </a:rPr>
                      <m:t>𝑞</m:t>
                    </m:r>
                  </m:oMath>
                </a14:m>
                <a:r>
                  <a:rPr lang="pt-BR" sz="2600" b="1" i="1" dirty="0">
                    <a:latin typeface="Calibri"/>
                    <a:cs typeface="Calibri"/>
                  </a:rPr>
                  <a:t>-</a:t>
                </a:r>
                <a:r>
                  <a:rPr lang="pt-BR" sz="2600" b="1" i="1" dirty="0" err="1">
                    <a:latin typeface="Calibri"/>
                    <a:cs typeface="Calibri"/>
                  </a:rPr>
                  <a:t>ésima</a:t>
                </a:r>
                <a:r>
                  <a:rPr lang="pt-BR" sz="26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função</a:t>
                </a:r>
                <a:r>
                  <a:rPr lang="pt-BR" sz="2600" b="1" i="1" spc="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discriminante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2850" i="1" baseline="-16081" dirty="0" smtClean="0">
                        <a:latin typeface="Cambria Math" panose="02040503050406030204" pitchFamily="18" charset="0"/>
                        <a:cs typeface="Cambria Math"/>
                      </a:rPr>
                      <m:t>𝑞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)), </m:t>
                    </m:r>
                  </m:oMath>
                </a14:m>
                <a:r>
                  <a:rPr lang="pt-BR" sz="2600" spc="-10" dirty="0">
                    <a:latin typeface="Calibri"/>
                    <a:cs typeface="Calibri"/>
                  </a:rPr>
                  <a:t>através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função</a:t>
                </a:r>
                <a:r>
                  <a:rPr lang="pt-BR" sz="2600" b="1" i="1" spc="5" dirty="0">
                    <a:latin typeface="Calibri"/>
                    <a:cs typeface="Calibri"/>
                  </a:rPr>
                  <a:t> </a:t>
                </a:r>
                <a:r>
                  <a:rPr lang="pt-BR" sz="2600" b="1" i="1" spc="-10" dirty="0" err="1">
                    <a:latin typeface="Calibri"/>
                    <a:cs typeface="Calibri"/>
                  </a:rPr>
                  <a:t>softmax</a:t>
                </a:r>
                <a:r>
                  <a:rPr lang="pt-BR" sz="2600" spc="-10" dirty="0">
                    <a:latin typeface="Calibri"/>
                    <a:cs typeface="Calibri"/>
                  </a:rPr>
                  <a:t>,</a:t>
                </a:r>
                <a:endParaRPr lang="pt-BR"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" y="1406088"/>
                <a:ext cx="11171303" cy="852156"/>
              </a:xfrm>
              <a:prstGeom prst="rect">
                <a:avLst/>
              </a:prstGeom>
              <a:blipFill>
                <a:blip r:embed="rId2"/>
                <a:stretch>
                  <a:fillRect l="-1309" t="-12230" r="-491" b="-23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26"/>
              <p:cNvSpPr txBox="1"/>
              <p:nvPr/>
            </p:nvSpPr>
            <p:spPr>
              <a:xfrm>
                <a:off x="739140" y="3307207"/>
                <a:ext cx="11093806" cy="96058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spcBef>
                    <a:spcPts val="105"/>
                  </a:spcBef>
                  <a:tabLst>
                    <a:tab pos="123317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dirty="0" err="1">
                    <a:latin typeface="Calibri"/>
                    <a:cs typeface="Calibri"/>
                  </a:rPr>
                  <a:t>nde</a:t>
                </a:r>
                <a:r>
                  <a:rPr lang="pt-BR" sz="260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1" i="1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sz="26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mPr>
                              <m:mr>
                                <m:e>
                                  <m:sSubSup>
                                    <m:sSubSupPr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𝑞</m:t>
                                      </m:r>
                                    </m:sup>
                                  </m:sSubSup>
                                </m:e>
                                <m:e>
                                  <m:sSubSup>
                                    <m:sSubSupPr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𝑞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⋯</m:t>
                                  </m:r>
                                </m:e>
                                <m:e>
                                  <m:sSubSup>
                                    <m:sSubSupPr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𝐾</m:t>
                                      </m:r>
                                    </m:sub>
                                    <m:sup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𝑞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pt-BR" sz="2600" b="0" i="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sup>
                    </m:sSup>
                    <m:r>
                      <a:rPr lang="pt-BR" sz="2600" b="0" i="1" smtClean="0">
                        <a:latin typeface="Cambria Math" panose="02040503050406030204" pitchFamily="18" charset="0"/>
                        <a:cs typeface="Calibri"/>
                      </a:rPr>
                      <m:t>∈</m:t>
                    </m:r>
                    <m:sSup>
                      <m:sSup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ℝ</m:t>
                        </m:r>
                      </m:e>
                      <m:sup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𝐾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+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×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 é o</a:t>
                </a:r>
                <a:r>
                  <a:rPr lang="pt-BR" sz="2600" spc="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vetor</a:t>
                </a:r>
                <a:r>
                  <a:rPr lang="pt-BR" sz="2600" b="1" i="1" spc="-1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 pesos</a:t>
                </a:r>
                <a:r>
                  <a:rPr lang="pt-BR" sz="2600" b="1" i="1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𝑞</a:t>
                </a:r>
                <a:r>
                  <a:rPr lang="pt-BR" sz="2600" dirty="0">
                    <a:latin typeface="Calibri"/>
                    <a:cs typeface="Calibri"/>
                  </a:rPr>
                  <a:t>-</a:t>
                </a:r>
                <a:r>
                  <a:rPr lang="pt-BR" sz="2600" dirty="0" err="1">
                    <a:latin typeface="Calibri"/>
                    <a:cs typeface="Calibri"/>
                  </a:rPr>
                  <a:t>ésima</a:t>
                </a:r>
                <a:r>
                  <a:rPr lang="pt-BR" sz="2600" dirty="0">
                    <a:latin typeface="Calibri"/>
                    <a:cs typeface="Calibri"/>
                  </a:rPr>
                  <a:t> 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função </a:t>
                </a:r>
                <a:r>
                  <a:rPr lang="pt-BR" sz="2600" b="1" i="1" dirty="0">
                    <a:latin typeface="Calibri"/>
                    <a:cs typeface="Calibri"/>
                  </a:rPr>
                  <a:t>discriminante</a:t>
                </a:r>
                <a:r>
                  <a:rPr lang="pt-BR" sz="2600" dirty="0">
                    <a:latin typeface="Calibri"/>
                    <a:cs typeface="Calibri"/>
                  </a:rPr>
                  <a:t>, </a:t>
                </a:r>
                <a:r>
                  <a:rPr lang="pt-BR" sz="2600" dirty="0">
                    <a:latin typeface="Cambria Math"/>
                    <a:cs typeface="Cambria Math"/>
                  </a:rPr>
                  <a:t>𝑔</a:t>
                </a:r>
                <a:r>
                  <a:rPr lang="pt-BR" sz="2850" baseline="-16081" dirty="0">
                    <a:latin typeface="Cambria Math"/>
                    <a:cs typeface="Cambria Math"/>
                  </a:rPr>
                  <a:t>𝑞</a:t>
                </a:r>
                <a:r>
                  <a:rPr lang="pt-BR" sz="2600" dirty="0">
                    <a:latin typeface="Cambria Math"/>
                    <a:cs typeface="Cambria Math"/>
                  </a:rPr>
                  <a:t>(𝒙(𝑖))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 </a:t>
                </a:r>
                <a:r>
                  <a:rPr lang="pt-BR" sz="2600" dirty="0">
                    <a:latin typeface="Cambria Math"/>
                    <a:cs typeface="Cambria Math"/>
                  </a:rPr>
                  <a:t>𝑖</a:t>
                </a:r>
                <a:r>
                  <a:rPr lang="pt-BR" sz="2600" spc="10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indica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 número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amostra.</a:t>
                </a:r>
                <a:endParaRPr lang="pt-BR"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2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" y="3307207"/>
                <a:ext cx="11093806" cy="960584"/>
              </a:xfrm>
              <a:prstGeom prst="rect">
                <a:avLst/>
              </a:prstGeom>
              <a:blipFill>
                <a:blip r:embed="rId3"/>
                <a:stretch>
                  <a:fillRect l="-1703" r="-714" b="-2101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bject 34"/>
          <p:cNvSpPr txBox="1"/>
          <p:nvPr/>
        </p:nvSpPr>
        <p:spPr>
          <a:xfrm>
            <a:off x="739140" y="4223217"/>
            <a:ext cx="11076940" cy="7925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66700" indent="-228600">
              <a:lnSpc>
                <a:spcPts val="2810"/>
              </a:lnSpc>
              <a:spcBef>
                <a:spcPts val="48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 err="1">
                <a:latin typeface="Calibri"/>
                <a:cs typeface="Calibri"/>
              </a:rPr>
              <a:t>Assim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logístico,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hiperplanos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polinômios</a:t>
            </a:r>
            <a:endParaRPr sz="2600" dirty="0">
              <a:latin typeface="Calibri"/>
              <a:cs typeface="Calibri"/>
            </a:endParaRPr>
          </a:p>
          <a:p>
            <a:pPr marL="266700">
              <a:lnSpc>
                <a:spcPts val="2810"/>
              </a:lnSpc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discriminantes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bject 39"/>
              <p:cNvSpPr txBox="1"/>
              <p:nvPr/>
            </p:nvSpPr>
            <p:spPr>
              <a:xfrm>
                <a:off x="739140" y="5328477"/>
                <a:ext cx="11076940" cy="1436483"/>
              </a:xfrm>
              <a:prstGeom prst="rect">
                <a:avLst/>
              </a:prstGeom>
            </p:spPr>
            <p:txBody>
              <a:bodyPr vert="horz" wrap="square" lIns="0" tIns="86360" rIns="0" bIns="0" rtlCol="0">
                <a:spAutoFit/>
              </a:bodyPr>
              <a:lstStyle/>
              <a:p>
                <a:pPr marL="304800" marR="30480" indent="-228600" algn="just">
                  <a:lnSpc>
                    <a:spcPct val="81500"/>
                  </a:lnSpc>
                  <a:spcBef>
                    <a:spcPts val="680"/>
                  </a:spcBef>
                  <a:buFont typeface="Arial"/>
                  <a:buChar char="•"/>
                  <a:tabLst>
                    <a:tab pos="3048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b="1" i="1" spc="-5" dirty="0">
                    <a:latin typeface="Calibri"/>
                    <a:cs typeface="Calibri"/>
                  </a:rPr>
                  <a:t>fun</a:t>
                </a:r>
                <a:r>
                  <a:rPr lang="pt-BR" sz="2600" b="1" i="1" spc="-35" dirty="0">
                    <a:latin typeface="Calibri"/>
                    <a:cs typeface="Calibri"/>
                  </a:rPr>
                  <a:t>ç</a:t>
                </a:r>
                <a:r>
                  <a:rPr lang="pt-BR" sz="2600" b="1" i="1" dirty="0">
                    <a:latin typeface="Calibri"/>
                    <a:cs typeface="Calibri"/>
                  </a:rPr>
                  <a:t>ão</a:t>
                </a:r>
                <a:r>
                  <a:rPr lang="pt-BR" sz="2600" b="1" i="1" spc="20" dirty="0">
                    <a:latin typeface="Calibri"/>
                    <a:cs typeface="Calibri"/>
                  </a:rPr>
                  <a:t> </a:t>
                </a:r>
                <a:r>
                  <a:rPr lang="pt-BR" sz="2600" b="1" i="1" spc="-5" dirty="0">
                    <a:latin typeface="Calibri"/>
                    <a:cs typeface="Calibri"/>
                  </a:rPr>
                  <a:t>softma</a:t>
                </a:r>
                <a:r>
                  <a:rPr lang="pt-BR" sz="2600" b="1" i="1" dirty="0">
                    <a:latin typeface="Calibri"/>
                    <a:cs typeface="Calibri"/>
                  </a:rPr>
                  <a:t>x</a:t>
                </a:r>
                <a:r>
                  <a:rPr lang="pt-BR" sz="2600" b="1" i="1" spc="-5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libri"/>
                    <a:cs typeface="Calibri"/>
                  </a:rPr>
                  <a:t>a</a:t>
                </a:r>
                <a:r>
                  <a:rPr lang="pt-BR" sz="2600" dirty="0">
                    <a:latin typeface="Calibri"/>
                    <a:cs typeface="Calibri"/>
                  </a:rPr>
                  <a:t>t</a:t>
                </a:r>
                <a:r>
                  <a:rPr lang="pt-BR" sz="2600" spc="5" dirty="0">
                    <a:latin typeface="Calibri"/>
                    <a:cs typeface="Calibri"/>
                  </a:rPr>
                  <a:t>r</a:t>
                </a:r>
                <a:r>
                  <a:rPr lang="pt-BR" sz="2600" dirty="0">
                    <a:latin typeface="Calibri"/>
                    <a:cs typeface="Calibri"/>
                  </a:rPr>
                  <a:t>i</a:t>
                </a:r>
                <a:r>
                  <a:rPr lang="pt-BR" sz="2600" spc="-5" dirty="0">
                    <a:latin typeface="Calibri"/>
                    <a:cs typeface="Calibri"/>
                  </a:rPr>
                  <a:t>bu</a:t>
                </a:r>
                <a:r>
                  <a:rPr lang="pt-BR" sz="2600" dirty="0">
                    <a:latin typeface="Calibri"/>
                    <a:cs typeface="Calibri"/>
                  </a:rPr>
                  <a:t>i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spc="-5" dirty="0">
                    <a:latin typeface="Calibri"/>
                    <a:cs typeface="Calibri"/>
                  </a:rPr>
                  <a:t>u</a:t>
                </a:r>
                <a:r>
                  <a:rPr lang="pt-BR" sz="2600" dirty="0">
                    <a:latin typeface="Calibri"/>
                    <a:cs typeface="Calibri"/>
                  </a:rPr>
                  <a:t>ma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proba</a:t>
                </a:r>
                <a:r>
                  <a:rPr lang="pt-BR" sz="2600" b="1" i="1" spc="5" dirty="0">
                    <a:latin typeface="Calibri"/>
                    <a:cs typeface="Calibri"/>
                  </a:rPr>
                  <a:t>b</a:t>
                </a:r>
                <a:r>
                  <a:rPr lang="pt-BR" sz="2600" b="1" i="1" dirty="0">
                    <a:latin typeface="Calibri"/>
                    <a:cs typeface="Calibri"/>
                  </a:rPr>
                  <a:t>i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l</a:t>
                </a:r>
                <a:r>
                  <a:rPr lang="pt-BR" sz="2600" b="1" i="1" dirty="0">
                    <a:latin typeface="Calibri"/>
                    <a:cs typeface="Calibri"/>
                  </a:rPr>
                  <a:t>ida</a:t>
                </a:r>
                <a:r>
                  <a:rPr lang="pt-BR" sz="2600" b="1" i="1" spc="5" dirty="0">
                    <a:latin typeface="Calibri"/>
                    <a:cs typeface="Calibri"/>
                  </a:rPr>
                  <a:t>d</a:t>
                </a:r>
                <a:r>
                  <a:rPr lang="pt-BR" sz="2600" b="1" i="1" dirty="0">
                    <a:latin typeface="Calibri"/>
                    <a:cs typeface="Calibri"/>
                  </a:rPr>
                  <a:t>e</a:t>
                </a:r>
                <a:r>
                  <a:rPr lang="pt-BR" sz="26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600" b="1" i="1" spc="-30" dirty="0">
                    <a:latin typeface="Calibri"/>
                    <a:cs typeface="Calibri"/>
                  </a:rPr>
                  <a:t>c</a:t>
                </a:r>
                <a:r>
                  <a:rPr lang="pt-BR" sz="2600" b="1" i="1" spc="-5" dirty="0">
                    <a:latin typeface="Calibri"/>
                    <a:cs typeface="Calibri"/>
                  </a:rPr>
                  <a:t>o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n</a:t>
                </a:r>
                <a:r>
                  <a:rPr lang="pt-BR" sz="2600" b="1" i="1" dirty="0">
                    <a:latin typeface="Calibri"/>
                    <a:cs typeface="Calibri"/>
                  </a:rPr>
                  <a:t>dic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i</a:t>
                </a:r>
                <a:r>
                  <a:rPr lang="pt-BR" sz="2600" b="1" i="1" spc="-5" dirty="0">
                    <a:latin typeface="Calibri"/>
                    <a:cs typeface="Calibri"/>
                  </a:rPr>
                  <a:t>o</a:t>
                </a:r>
                <a:r>
                  <a:rPr lang="pt-BR" sz="2600" b="1" i="1" spc="-10" dirty="0">
                    <a:latin typeface="Calibri"/>
                    <a:cs typeface="Calibri"/>
                  </a:rPr>
                  <a:t>n</a:t>
                </a:r>
                <a:r>
                  <a:rPr lang="pt-BR" sz="2600" b="1" i="1" dirty="0">
                    <a:latin typeface="Calibri"/>
                    <a:cs typeface="Calibri"/>
                  </a:rPr>
                  <a:t>a</a:t>
                </a:r>
                <a:r>
                  <a:rPr lang="pt-BR" sz="2600" b="1" i="1" spc="5" dirty="0">
                    <a:latin typeface="Calibri"/>
                    <a:cs typeface="Calibri"/>
                  </a:rPr>
                  <a:t>l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3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𝑃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spc="-35" dirty="0" smtClean="0">
                        <a:latin typeface="Cambria Math" panose="02040503050406030204" pitchFamily="18" charset="0"/>
                        <a:cs typeface="Cambria Math"/>
                      </a:rPr>
                      <m:t>𝐶</m:t>
                    </m:r>
                    <m:r>
                      <a:rPr lang="pt-BR" sz="2850" i="1" spc="-52" baseline="-16081" dirty="0" smtClean="0">
                        <a:latin typeface="Cambria Math" panose="02040503050406030204" pitchFamily="18" charset="0"/>
                        <a:cs typeface="Cambria Math"/>
                      </a:rPr>
                      <m:t>𝑞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|</m:t>
                    </m:r>
                    <m:r>
                      <a:rPr lang="pt-BR" sz="2600" i="1" spc="5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b="0" i="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);</m:t>
                    </m:r>
                    <m:r>
                      <a:rPr lang="pt-BR" sz="2600" i="1" spc="-145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spc="50" dirty="0" smtClean="0">
                        <a:latin typeface="Cambria Math" panose="02040503050406030204" pitchFamily="18" charset="0"/>
                        <a:cs typeface="Cambria Math"/>
                      </a:rPr>
                      <m:t>𝒂</m:t>
                    </m:r>
                    <m:r>
                      <a:rPr lang="pt-BR" sz="2850" i="1" spc="75" baseline="-16081" dirty="0" smtClean="0">
                        <a:latin typeface="Cambria Math" panose="02040503050406030204" pitchFamily="18" charset="0"/>
                        <a:cs typeface="Cambria Math"/>
                      </a:rPr>
                      <m:t>𝑞</m:t>
                    </m:r>
                    <m:r>
                      <a:rPr lang="pt-BR" sz="2850" i="1" spc="75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, a </a:t>
                </a:r>
                <a:r>
                  <a:rPr lang="pt-BR" sz="2600" spc="-20" dirty="0">
                    <a:latin typeface="Calibri"/>
                    <a:cs typeface="Calibri"/>
                  </a:rPr>
                  <a:t>c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5" dirty="0">
                    <a:latin typeface="Calibri"/>
                    <a:cs typeface="Calibri"/>
                  </a:rPr>
                  <a:t>d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cl</a:t>
                </a:r>
                <a:r>
                  <a:rPr lang="pt-BR" sz="2600" spc="5" dirty="0">
                    <a:latin typeface="Calibri"/>
                    <a:cs typeface="Calibri"/>
                  </a:rPr>
                  <a:t>a</a:t>
                </a:r>
                <a:r>
                  <a:rPr lang="pt-BR" sz="2600" spc="-5" dirty="0">
                    <a:latin typeface="Calibri"/>
                    <a:cs typeface="Calibri"/>
                  </a:rPr>
                  <a:t>s</a:t>
                </a:r>
                <a:r>
                  <a:rPr lang="pt-BR" sz="2600" dirty="0">
                    <a:latin typeface="Calibri"/>
                    <a:cs typeface="Calibri"/>
                  </a:rPr>
                  <a:t>se,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spc="70" dirty="0">
                    <a:latin typeface="Cambria Math"/>
                    <a:cs typeface="Cambria Math"/>
                  </a:rPr>
                  <a:t>𝑞</a:t>
                </a:r>
                <a:r>
                  <a:rPr lang="pt-BR" sz="2600" dirty="0">
                    <a:latin typeface="Calibri"/>
                    <a:cs typeface="Calibri"/>
                  </a:rPr>
                  <a:t>, em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spc="-5" dirty="0">
                    <a:latin typeface="Calibri"/>
                    <a:cs typeface="Calibri"/>
                  </a:rPr>
                  <a:t>u</a:t>
                </a:r>
                <a:r>
                  <a:rPr lang="pt-BR" sz="2600" dirty="0">
                    <a:latin typeface="Calibri"/>
                    <a:cs typeface="Calibri"/>
                  </a:rPr>
                  <a:t>m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spc="-5" dirty="0">
                    <a:latin typeface="Calibri"/>
                    <a:cs typeface="Calibri"/>
                  </a:rPr>
                  <a:t>p</a:t>
                </a:r>
                <a:r>
                  <a:rPr lang="pt-BR" sz="2600" spc="-35" dirty="0">
                    <a:latin typeface="Calibri"/>
                    <a:cs typeface="Calibri"/>
                  </a:rPr>
                  <a:t>r</a:t>
                </a:r>
                <a:r>
                  <a:rPr lang="pt-BR" sz="2600" spc="-5" dirty="0">
                    <a:latin typeface="Calibri"/>
                    <a:cs typeface="Calibri"/>
                  </a:rPr>
                  <a:t>ob</a:t>
                </a:r>
                <a:r>
                  <a:rPr lang="pt-BR" sz="2600" dirty="0">
                    <a:latin typeface="Calibri"/>
                    <a:cs typeface="Calibri"/>
                  </a:rPr>
                  <a:t>lema</a:t>
                </a:r>
                <a:r>
                  <a:rPr lang="pt-BR" sz="2600" spc="-25" dirty="0">
                    <a:latin typeface="Calibri"/>
                    <a:cs typeface="Calibri"/>
                  </a:rPr>
                  <a:t> c</a:t>
                </a:r>
                <a:r>
                  <a:rPr lang="pt-BR" sz="2600" spc="-5" dirty="0">
                    <a:latin typeface="Calibri"/>
                    <a:cs typeface="Calibri"/>
                  </a:rPr>
                  <a:t>o</a:t>
                </a:r>
                <a:r>
                  <a:rPr lang="pt-BR" sz="2600" dirty="0">
                    <a:latin typeface="Calibri"/>
                    <a:cs typeface="Calibri"/>
                  </a:rPr>
                  <a:t>m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m</a:t>
                </a:r>
                <a:r>
                  <a:rPr lang="pt-BR" sz="2600" spc="-5" dirty="0">
                    <a:latin typeface="Calibri"/>
                    <a:cs typeface="Calibri"/>
                  </a:rPr>
                  <a:t>ú</a:t>
                </a:r>
                <a:r>
                  <a:rPr lang="pt-BR" sz="2600" dirty="0">
                    <a:latin typeface="Calibri"/>
                    <a:cs typeface="Calibri"/>
                  </a:rPr>
                  <a:t>lti</a:t>
                </a:r>
                <a:r>
                  <a:rPr lang="pt-BR" sz="2600" spc="-5" dirty="0">
                    <a:latin typeface="Calibri"/>
                    <a:cs typeface="Calibri"/>
                  </a:rPr>
                  <a:t>p</a:t>
                </a:r>
                <a:r>
                  <a:rPr lang="pt-BR" sz="2600" dirty="0">
                    <a:latin typeface="Calibri"/>
                    <a:cs typeface="Calibri"/>
                  </a:rPr>
                  <a:t>las classes,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spc="-5" dirty="0">
                    <a:latin typeface="Calibri"/>
                    <a:cs typeface="Calibri"/>
                  </a:rPr>
                  <a:t>ond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 </a:t>
                </a:r>
                <a:r>
                  <a:rPr lang="pt-BR" sz="2600" spc="-5" dirty="0">
                    <a:latin typeface="Calibri"/>
                    <a:cs typeface="Calibri"/>
                  </a:rPr>
                  <a:t>som</a:t>
                </a:r>
                <a:r>
                  <a:rPr lang="pt-BR" sz="2600" dirty="0">
                    <a:latin typeface="Calibri"/>
                    <a:cs typeface="Calibri"/>
                  </a:rPr>
                  <a:t>a </a:t>
                </a:r>
                <a:r>
                  <a:rPr lang="pt-BR" sz="2600" spc="-5" dirty="0">
                    <a:latin typeface="Calibri"/>
                    <a:cs typeface="Calibri"/>
                  </a:rPr>
                  <a:t>d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30" dirty="0">
                    <a:latin typeface="Calibri"/>
                    <a:cs typeface="Calibri"/>
                  </a:rPr>
                  <a:t>s</a:t>
                </a:r>
                <a:r>
                  <a:rPr lang="pt-BR" sz="2600" spc="-35" dirty="0">
                    <a:latin typeface="Calibri"/>
                    <a:cs typeface="Calibri"/>
                  </a:rPr>
                  <a:t>t</a:t>
                </a:r>
                <a:r>
                  <a:rPr lang="pt-BR" sz="2600" dirty="0">
                    <a:latin typeface="Calibri"/>
                    <a:cs typeface="Calibri"/>
                  </a:rPr>
                  <a:t>as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𝑄 </a:t>
                </a:r>
                <a:r>
                  <a:rPr lang="pt-BR" sz="2600" spc="-5" dirty="0">
                    <a:latin typeface="Calibri"/>
                    <a:cs typeface="Calibri"/>
                  </a:rPr>
                  <a:t>p</a:t>
                </a:r>
                <a:r>
                  <a:rPr lang="pt-BR" sz="2600" spc="-30" dirty="0">
                    <a:latin typeface="Calibri"/>
                    <a:cs typeface="Calibri"/>
                  </a:rPr>
                  <a:t>r</a:t>
                </a:r>
                <a:r>
                  <a:rPr lang="pt-BR" sz="2600" spc="-5" dirty="0">
                    <a:latin typeface="Calibri"/>
                    <a:cs typeface="Calibri"/>
                  </a:rPr>
                  <a:t>obab</a:t>
                </a:r>
                <a:r>
                  <a:rPr lang="pt-BR" sz="2600" spc="5" dirty="0">
                    <a:latin typeface="Calibri"/>
                    <a:cs typeface="Calibri"/>
                  </a:rPr>
                  <a:t>i</a:t>
                </a:r>
                <a:r>
                  <a:rPr lang="pt-BR" sz="2600" dirty="0">
                    <a:latin typeface="Calibri"/>
                    <a:cs typeface="Calibri"/>
                  </a:rPr>
                  <a:t>li</a:t>
                </a:r>
                <a:r>
                  <a:rPr lang="pt-BR" sz="2600" spc="-5" dirty="0">
                    <a:latin typeface="Calibri"/>
                    <a:cs typeface="Calibri"/>
                  </a:rPr>
                  <a:t>d</a:t>
                </a:r>
                <a:r>
                  <a:rPr lang="pt-BR" sz="2600" spc="5" dirty="0">
                    <a:latin typeface="Calibri"/>
                    <a:cs typeface="Calibri"/>
                  </a:rPr>
                  <a:t>a</a:t>
                </a:r>
                <a:r>
                  <a:rPr lang="pt-BR" sz="2600" spc="-5" dirty="0">
                    <a:latin typeface="Calibri"/>
                    <a:cs typeface="Calibri"/>
                  </a:rPr>
                  <a:t>d</a:t>
                </a:r>
                <a:r>
                  <a:rPr lang="pt-BR" sz="2600" dirty="0">
                    <a:latin typeface="Calibri"/>
                    <a:cs typeface="Calibri"/>
                  </a:rPr>
                  <a:t>es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5" dirty="0">
                    <a:latin typeface="Calibri"/>
                    <a:cs typeface="Calibri"/>
                  </a:rPr>
                  <a:t>d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30" dirty="0">
                    <a:latin typeface="Calibri"/>
                    <a:cs typeface="Calibri"/>
                  </a:rPr>
                  <a:t>v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spc="-5" dirty="0">
                    <a:latin typeface="Calibri"/>
                    <a:cs typeface="Calibri"/>
                  </a:rPr>
                  <a:t>s</a:t>
                </a:r>
                <a:r>
                  <a:rPr lang="pt-BR" sz="2600" dirty="0">
                    <a:latin typeface="Calibri"/>
                    <a:cs typeface="Calibri"/>
                  </a:rPr>
                  <a:t>er</a:t>
                </a:r>
                <a:r>
                  <a:rPr lang="pt-BR" sz="2600" spc="-1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ig</a:t>
                </a:r>
                <a:r>
                  <a:rPr lang="pt-BR" sz="2600" spc="-5" dirty="0">
                    <a:latin typeface="Calibri"/>
                    <a:cs typeface="Calibri"/>
                  </a:rPr>
                  <a:t>u</a:t>
                </a:r>
                <a:r>
                  <a:rPr lang="pt-BR" sz="2600" dirty="0">
                    <a:latin typeface="Calibri"/>
                    <a:cs typeface="Calibri"/>
                  </a:rPr>
                  <a:t>al</a:t>
                </a:r>
                <a:r>
                  <a:rPr lang="pt-BR" sz="2600" spc="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 1:</a:t>
                </a:r>
              </a:p>
              <a:p>
                <a:pPr marL="33020" algn="ctr">
                  <a:lnSpc>
                    <a:spcPts val="2570"/>
                  </a:lnSpc>
                  <a:tabLst>
                    <a:tab pos="1898650" algn="l"/>
                    <a:tab pos="4091940" algn="l"/>
                    <a:tab pos="5224145" algn="l"/>
                    <a:tab pos="6893559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  <a:cs typeface="Cambria Math"/>
                        </a:rPr>
                        <m:t>𝑃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𝐶</m:t>
                      </m:r>
                      <m:r>
                        <a:rPr lang="pt-BR" sz="2400" i="1" baseline="-15625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|</m:t>
                      </m:r>
                      <m:r>
                        <a:rPr lang="pt-BR" sz="2200" i="1" spc="-2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200" i="1" spc="-10" dirty="0">
                          <a:latin typeface="Cambria Math" panose="02040503050406030204" pitchFamily="18" charset="0"/>
                          <a:cs typeface="Cambria Math"/>
                        </a:rPr>
                        <m:t>;</m:t>
                      </m:r>
                      <m:r>
                        <a:rPr lang="pt-BR" sz="2200" i="1" spc="-25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400" i="1" spc="-37" baseline="-15625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400" b="0" i="1" spc="-37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baseline="-15625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200" i="1" spc="-5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𝑃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𝐶</m:t>
                      </m:r>
                      <m:r>
                        <a:rPr lang="pt-BR" sz="2400" i="1" baseline="-15625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|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); </m:t>
                      </m:r>
                      <m:r>
                        <a:rPr lang="pt-BR" sz="2200" i="1" spc="-25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400" i="1" spc="-37" baseline="-15625" dirty="0">
                          <a:latin typeface="Cambria Math" panose="02040503050406030204" pitchFamily="18" charset="0"/>
                          <a:cs typeface="Cambria Math"/>
                        </a:rPr>
                        <m:t>2</m:t>
                      </m:r>
                      <m:r>
                        <a:rPr lang="pt-BR" sz="2400" b="0" i="1" spc="-37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200" i="1" spc="-25" dirty="0">
                          <a:latin typeface="Cambria Math" panose="02040503050406030204" pitchFamily="18" charset="0"/>
                          <a:cs typeface="Cambria Math"/>
                        </a:rPr>
                        <m:t>⋯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+</m:t>
                      </m:r>
                      <m:r>
                        <a:rPr lang="pt-BR" sz="2200" i="1" spc="-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200" i="1" spc="-50" dirty="0">
                          <a:latin typeface="Cambria Math" panose="02040503050406030204" pitchFamily="18" charset="0"/>
                          <a:cs typeface="Cambria Math"/>
                        </a:rPr>
                        <m:t>𝑃</m:t>
                      </m:r>
                      <m:r>
                        <a:rPr lang="pt-BR" sz="2200" b="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𝐶</m:t>
                      </m:r>
                      <m:r>
                        <a:rPr lang="pt-BR" sz="2400" i="1" baseline="-15625" dirty="0">
                          <a:latin typeface="Cambria Math" panose="02040503050406030204" pitchFamily="18" charset="0"/>
                          <a:cs typeface="Cambria Math"/>
                        </a:rPr>
                        <m:t>𝑄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|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𝒙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200" i="1" spc="-10" dirty="0">
                          <a:latin typeface="Cambria Math" panose="02040503050406030204" pitchFamily="18" charset="0"/>
                          <a:cs typeface="Cambria Math"/>
                        </a:rPr>
                        <m:t>;</m:t>
                      </m:r>
                      <m:r>
                        <a:rPr lang="pt-BR" sz="2200" i="1" spc="-13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200" i="1" spc="-25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r>
                        <a:rPr lang="pt-BR" sz="2400" i="1" spc="-37" baseline="-15625" dirty="0">
                          <a:latin typeface="Cambria Math" panose="02040503050406030204" pitchFamily="18" charset="0"/>
                          <a:cs typeface="Cambria Math"/>
                        </a:rPr>
                        <m:t>𝑄</m:t>
                      </m:r>
                      <m:r>
                        <a:rPr lang="pt-BR" sz="2400" b="0" i="1" spc="-37" dirty="0" smtClean="0">
                          <a:latin typeface="Cambria Math" panose="02040503050406030204" pitchFamily="18" charset="0"/>
                          <a:cs typeface="Cambria Math"/>
                        </a:rPr>
                        <m:t>)</m:t>
                      </m:r>
                      <m:r>
                        <a:rPr lang="pt-BR" sz="2400" i="1" baseline="-15625" dirty="0">
                          <a:latin typeface="Cambria Math" panose="02040503050406030204" pitchFamily="18" charset="0"/>
                          <a:cs typeface="Cambria Math"/>
                        </a:rPr>
                        <m:t>	</m:t>
                      </m:r>
                      <m:r>
                        <a:rPr lang="pt-BR" sz="2200" i="1" dirty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r>
                        <a:rPr lang="pt-BR" sz="2200" i="1" spc="95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200" i="1" spc="-25" dirty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200" i="1" spc="-25" dirty="0">
                          <a:latin typeface="Cambria Math" panose="02040503050406030204" pitchFamily="18" charset="0"/>
                          <a:cs typeface="Cambria Math"/>
                        </a:rPr>
                        <m:t>.</m:t>
                      </m:r>
                    </m:oMath>
                  </m:oMathPara>
                </a14:m>
                <a:endParaRPr sz="22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39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" y="5328477"/>
                <a:ext cx="11076940" cy="1436483"/>
              </a:xfrm>
              <a:prstGeom prst="rect">
                <a:avLst/>
              </a:prstGeom>
              <a:blipFill>
                <a:blip r:embed="rId4"/>
                <a:stretch>
                  <a:fillRect l="-936" t="-5085" r="-1541" b="-67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bject 40"/>
          <p:cNvSpPr txBox="1"/>
          <p:nvPr/>
        </p:nvSpPr>
        <p:spPr>
          <a:xfrm>
            <a:off x="510336" y="2662809"/>
            <a:ext cx="10198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Cada</a:t>
            </a:r>
            <a:r>
              <a:rPr sz="1200" spc="-10" dirty="0">
                <a:latin typeface="Calibri"/>
                <a:cs typeface="Calibri"/>
              </a:rPr>
              <a:t> função discriminante </a:t>
            </a:r>
            <a:r>
              <a:rPr sz="1200" dirty="0">
                <a:latin typeface="Calibri"/>
                <a:cs typeface="Calibri"/>
              </a:rPr>
              <a:t>tem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seu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próprio </a:t>
            </a:r>
            <a:r>
              <a:rPr sz="1200" dirty="0">
                <a:latin typeface="Calibri"/>
                <a:cs typeface="Calibri"/>
              </a:rPr>
              <a:t>vetor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pesos.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541652" y="3105023"/>
            <a:ext cx="238760" cy="438784"/>
          </a:xfrm>
          <a:custGeom>
            <a:avLst/>
            <a:gdLst/>
            <a:ahLst/>
            <a:cxnLst/>
            <a:rect l="l" t="t" r="r" b="b"/>
            <a:pathLst>
              <a:path w="238760" h="438785">
                <a:moveTo>
                  <a:pt x="199839" y="373136"/>
                </a:moveTo>
                <a:lnTo>
                  <a:pt x="169036" y="389763"/>
                </a:lnTo>
                <a:lnTo>
                  <a:pt x="238759" y="438657"/>
                </a:lnTo>
                <a:lnTo>
                  <a:pt x="237056" y="384301"/>
                </a:lnTo>
                <a:lnTo>
                  <a:pt x="205866" y="384301"/>
                </a:lnTo>
                <a:lnTo>
                  <a:pt x="199839" y="373136"/>
                </a:lnTo>
                <a:close/>
              </a:path>
              <a:path w="238760" h="438785">
                <a:moveTo>
                  <a:pt x="205439" y="370113"/>
                </a:moveTo>
                <a:lnTo>
                  <a:pt x="199839" y="373136"/>
                </a:lnTo>
                <a:lnTo>
                  <a:pt x="205866" y="384301"/>
                </a:lnTo>
                <a:lnTo>
                  <a:pt x="211454" y="381253"/>
                </a:lnTo>
                <a:lnTo>
                  <a:pt x="205439" y="370113"/>
                </a:lnTo>
                <a:close/>
              </a:path>
              <a:path w="238760" h="438785">
                <a:moveTo>
                  <a:pt x="236092" y="353567"/>
                </a:moveTo>
                <a:lnTo>
                  <a:pt x="205439" y="370113"/>
                </a:lnTo>
                <a:lnTo>
                  <a:pt x="211454" y="381253"/>
                </a:lnTo>
                <a:lnTo>
                  <a:pt x="205866" y="384301"/>
                </a:lnTo>
                <a:lnTo>
                  <a:pt x="237056" y="384301"/>
                </a:lnTo>
                <a:lnTo>
                  <a:pt x="236092" y="353567"/>
                </a:lnTo>
                <a:close/>
              </a:path>
              <a:path w="238760" h="438785">
                <a:moveTo>
                  <a:pt x="5587" y="0"/>
                </a:moveTo>
                <a:lnTo>
                  <a:pt x="0" y="2921"/>
                </a:lnTo>
                <a:lnTo>
                  <a:pt x="199839" y="373136"/>
                </a:lnTo>
                <a:lnTo>
                  <a:pt x="205439" y="370113"/>
                </a:lnTo>
                <a:lnTo>
                  <a:pt x="55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434066" y="2420492"/>
            <a:ext cx="16643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somatório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termos </a:t>
            </a:r>
            <a:r>
              <a:rPr sz="1200" dirty="0">
                <a:latin typeface="Calibri"/>
                <a:cs typeface="Calibri"/>
              </a:rPr>
              <a:t>exponenciais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normaliza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o </a:t>
            </a:r>
            <a:r>
              <a:rPr sz="1200" dirty="0">
                <a:latin typeface="Calibri"/>
                <a:cs typeface="Calibri"/>
              </a:rPr>
              <a:t>valor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q</a:t>
            </a:r>
            <a:r>
              <a:rPr sz="1200" spc="-10" dirty="0">
                <a:latin typeface="Calibri"/>
                <a:cs typeface="Calibri"/>
              </a:rPr>
              <a:t>-</a:t>
            </a:r>
            <a:r>
              <a:rPr sz="1200" dirty="0">
                <a:latin typeface="Calibri"/>
                <a:cs typeface="Calibri"/>
              </a:rPr>
              <a:t>ésima saída </a:t>
            </a:r>
            <a:r>
              <a:rPr sz="1200" spc="-25" dirty="0">
                <a:latin typeface="Calibri"/>
                <a:cs typeface="Calibri"/>
              </a:rPr>
              <a:t>de </a:t>
            </a:r>
            <a:r>
              <a:rPr sz="1200" dirty="0">
                <a:latin typeface="Calibri"/>
                <a:cs typeface="Calibri"/>
              </a:rPr>
              <a:t>tal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forma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que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 </a:t>
            </a:r>
            <a:r>
              <a:rPr sz="1200" spc="-10" dirty="0">
                <a:latin typeface="Calibri"/>
                <a:cs typeface="Calibri"/>
              </a:rPr>
              <a:t>somatório </a:t>
            </a:r>
            <a:r>
              <a:rPr sz="1200" dirty="0">
                <a:latin typeface="Calibri"/>
                <a:cs typeface="Calibri"/>
              </a:rPr>
              <a:t>das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mbria Math"/>
                <a:cs typeface="Cambria Math"/>
              </a:rPr>
              <a:t>𝑄</a:t>
            </a:r>
            <a:r>
              <a:rPr sz="1200" spc="40" dirty="0">
                <a:latin typeface="Cambria Math"/>
                <a:cs typeface="Cambria Math"/>
              </a:rPr>
              <a:t> </a:t>
            </a:r>
            <a:r>
              <a:rPr sz="1200" dirty="0">
                <a:latin typeface="Calibri"/>
                <a:cs typeface="Calibri"/>
              </a:rPr>
              <a:t>saídas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seja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igual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 </a:t>
            </a:r>
            <a:r>
              <a:rPr sz="1200" spc="-25" dirty="0">
                <a:latin typeface="Calibri"/>
                <a:cs typeface="Calibri"/>
              </a:rPr>
              <a:t>1.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5F9E2230-F8CD-61FC-C174-CE01E7075D40}"/>
                  </a:ext>
                </a:extLst>
              </p:cNvPr>
              <p:cNvSpPr txBox="1"/>
              <p:nvPr/>
            </p:nvSpPr>
            <p:spPr>
              <a:xfrm>
                <a:off x="2599182" y="2549339"/>
                <a:ext cx="7458388" cy="8561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bSup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sSup>
                                    <m:sSup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pt-BR" sz="2000" b="0" i="0" smtClean="0">
                                          <a:latin typeface="Cambria Math" panose="02040503050406030204" pitchFamily="18" charset="0"/>
                                        </a:rPr>
                                        <m:t>T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pt-BR" sz="2000" dirty="0" smtClean="0">
                          <a:latin typeface="Cambria Math"/>
                          <a:cs typeface="Cambria Math"/>
                        </a:rPr>
                        <m:t>ℝ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pt-BR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5F9E2230-F8CD-61FC-C174-CE01E7075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182" y="2549339"/>
                <a:ext cx="7458388" cy="8561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tângulo 46">
            <a:extLst>
              <a:ext uri="{FF2B5EF4-FFF2-40B4-BE49-F238E27FC236}">
                <a16:creationId xmlns:a16="http://schemas.microsoft.com/office/drawing/2014/main" id="{21C6991F-026D-8F4D-2320-2C0435A02E70}"/>
              </a:ext>
            </a:extLst>
          </p:cNvPr>
          <p:cNvSpPr/>
          <p:nvPr/>
        </p:nvSpPr>
        <p:spPr>
          <a:xfrm>
            <a:off x="7519543" y="3001915"/>
            <a:ext cx="1472057" cy="457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4829C096-A4AA-09F5-653A-FC6ABE066018}"/>
              </a:ext>
            </a:extLst>
          </p:cNvPr>
          <p:cNvCxnSpPr/>
          <p:nvPr/>
        </p:nvCxnSpPr>
        <p:spPr>
          <a:xfrm flipH="1">
            <a:off x="9075674" y="2995091"/>
            <a:ext cx="1278188" cy="288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8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Softmax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2858" y="1371600"/>
            <a:ext cx="10986135" cy="2340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objetivo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modelo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7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hipótese)</a:t>
            </a:r>
            <a:endParaRPr sz="2600" dirty="0">
              <a:latin typeface="Calibri"/>
              <a:cs typeface="Calibri"/>
            </a:endParaRPr>
          </a:p>
          <a:p>
            <a:pPr marL="241300" marR="313690">
              <a:lnSpc>
                <a:spcPct val="70100"/>
              </a:lnSpc>
              <a:spcBef>
                <a:spcPts val="459"/>
              </a:spcBef>
            </a:pPr>
            <a:r>
              <a:rPr sz="2600" dirty="0">
                <a:latin typeface="Calibri"/>
                <a:cs typeface="Calibri"/>
              </a:rPr>
              <a:t>que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alta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probabilidade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alvo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10" dirty="0">
                <a:latin typeface="Calibri"/>
                <a:cs typeface="Calibri"/>
              </a:rPr>
              <a:t> consequentemente,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baixa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probabilidade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para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demais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classes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fizemos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anteriormente,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precisamos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erro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0"/>
              </a:lnSpc>
            </a:pPr>
            <a:r>
              <a:rPr sz="2600" dirty="0">
                <a:latin typeface="Calibri"/>
                <a:cs typeface="Calibri"/>
              </a:rPr>
              <a:t>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minimizá-</a:t>
            </a:r>
            <a:r>
              <a:rPr sz="2600" b="1" i="1" dirty="0">
                <a:latin typeface="Calibri"/>
                <a:cs typeface="Calibri"/>
              </a:rPr>
              <a:t>la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60" dirty="0">
                <a:latin typeface="Cambria Math"/>
                <a:cs typeface="Cambria Math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10" dirty="0">
                <a:latin typeface="Calibri"/>
                <a:cs typeface="Calibri"/>
              </a:rPr>
              <a:t> hipóteses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73405" indent="-228600">
              <a:lnSpc>
                <a:spcPct val="701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Usaremos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definida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logístico,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desta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regressão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softmax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2858" y="6032133"/>
            <a:ext cx="10850880" cy="825867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6700" indent="-228600">
              <a:lnSpc>
                <a:spcPts val="2700"/>
              </a:lnSpc>
              <a:spcBef>
                <a:spcPts val="13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matriz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𝑨 </a:t>
            </a:r>
            <a:r>
              <a:rPr sz="2600" dirty="0">
                <a:latin typeface="Calibri"/>
                <a:cs typeface="Calibri"/>
              </a:rPr>
              <a:t>contém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colunas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85" dirty="0">
                <a:latin typeface="Cambria Math"/>
                <a:cs typeface="Cambria Math"/>
              </a:rPr>
              <a:t>𝒂</a:t>
            </a:r>
            <a:r>
              <a:rPr sz="2850" spc="127" baseline="-16081" dirty="0">
                <a:latin typeface="Cambria Math"/>
                <a:cs typeface="Cambria Math"/>
              </a:rPr>
              <a:t>𝑞</a:t>
            </a:r>
            <a:r>
              <a:rPr sz="2600" spc="85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das</a:t>
            </a:r>
            <a:endParaRPr sz="2600" dirty="0">
              <a:latin typeface="Calibri"/>
              <a:cs typeface="Calibri"/>
            </a:endParaRPr>
          </a:p>
          <a:p>
            <a:pPr marL="266700">
              <a:lnSpc>
                <a:spcPts val="2700"/>
              </a:lnSpc>
            </a:pP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45" dirty="0">
                <a:latin typeface="Cambria Math"/>
                <a:cs typeface="Cambria Math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funções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discriminantes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9"/>
              <p:cNvSpPr txBox="1"/>
              <p:nvPr/>
            </p:nvSpPr>
            <p:spPr>
              <a:xfrm>
                <a:off x="10761007" y="3464461"/>
                <a:ext cx="1357630" cy="77540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spcBef>
                    <a:spcPts val="100"/>
                  </a:spcBef>
                </a:pPr>
                <a:r>
                  <a:rPr lang="pt-BR" sz="1200" dirty="0">
                    <a:latin typeface="Calibri"/>
                    <a:cs typeface="Calibri"/>
                  </a:rPr>
                  <a:t>O erro</a:t>
                </a:r>
                <a:r>
                  <a:rPr lang="pt-BR" sz="1200" spc="-1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tende</a:t>
                </a:r>
                <a:r>
                  <a:rPr lang="pt-BR" sz="1200" spc="-3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</a:t>
                </a:r>
                <a:r>
                  <a:rPr lang="pt-BR" sz="1200" spc="-5" dirty="0">
                    <a:latin typeface="Calibri"/>
                    <a:cs typeface="Calibri"/>
                  </a:rPr>
                  <a:t> </a:t>
                </a:r>
                <a:r>
                  <a:rPr lang="pt-BR" sz="1200" spc="-50" dirty="0">
                    <a:latin typeface="Calibri"/>
                    <a:cs typeface="Calibri"/>
                  </a:rPr>
                  <a:t>0</a:t>
                </a:r>
                <a:endParaRPr lang="pt-BR" sz="1200" dirty="0">
                  <a:latin typeface="Calibri"/>
                  <a:cs typeface="Calibri"/>
                </a:endParaRPr>
              </a:p>
              <a:p>
                <a:pPr marL="38100">
                  <a:spcBef>
                    <a:spcPts val="100"/>
                  </a:spcBef>
                </a:pPr>
                <a:r>
                  <a:rPr lang="pt-BR" sz="1200" dirty="0" err="1">
                    <a:latin typeface="Calibri"/>
                    <a:cs typeface="Calibri"/>
                  </a:rPr>
                  <a:t>quando</a:t>
                </a:r>
                <a:r>
                  <a:rPr lang="pt-BR" sz="12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200" b="0" i="1" spc="-1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SupPr>
                      <m:e>
                        <m:r>
                          <a:rPr lang="pt-BR" sz="12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pt-BR" sz="12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𝑎</m:t>
                        </m:r>
                      </m:sub>
                      <m:sup>
                        <m:r>
                          <a:rPr lang="pt-BR" sz="1200" b="0" i="1" spc="-15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p>
                    </m:sSubSup>
                    <m:r>
                      <a:rPr lang="pt-BR" sz="1200" b="0" i="1" spc="-15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r>
                      <a:rPr lang="pt-BR" sz="1200" b="1" i="1" spc="-15" smtClean="0">
                        <a:latin typeface="Cambria Math" panose="02040503050406030204" pitchFamily="18" charset="0"/>
                        <a:cs typeface="Calibri"/>
                      </a:rPr>
                      <m:t>𝒙</m:t>
                    </m:r>
                    <m:r>
                      <a:rPr lang="pt-BR" sz="1200" b="0" i="1" spc="-15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pt-BR" sz="1200" spc="130" dirty="0">
                    <a:latin typeface="Cambria Math"/>
                    <a:cs typeface="Cambria Math"/>
                  </a:rPr>
                  <a:t> </a:t>
                </a:r>
                <a:r>
                  <a:rPr lang="pt-BR" sz="1200" spc="-20" dirty="0" err="1">
                    <a:latin typeface="Calibri"/>
                    <a:cs typeface="Calibri"/>
                  </a:rPr>
                  <a:t>tende</a:t>
                </a:r>
                <a:r>
                  <a:rPr lang="pt-BR" sz="1200" spc="-20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a 1,</a:t>
                </a:r>
                <a:r>
                  <a:rPr lang="pt-BR" sz="1200" spc="5" dirty="0">
                    <a:latin typeface="Calibri"/>
                    <a:cs typeface="Calibri"/>
                  </a:rPr>
                  <a:t> </a:t>
                </a:r>
                <a:r>
                  <a:rPr lang="pt-BR" sz="1200" dirty="0">
                    <a:latin typeface="Calibri"/>
                    <a:cs typeface="Calibri"/>
                  </a:rPr>
                  <a:t>caso</a:t>
                </a:r>
                <a:r>
                  <a:rPr lang="pt-BR" sz="1200" spc="15" dirty="0">
                    <a:latin typeface="Calibri"/>
                    <a:cs typeface="Calibri"/>
                  </a:rPr>
                  <a:t> </a:t>
                </a:r>
                <a:r>
                  <a:rPr lang="pt-BR" sz="1200" spc="-10" dirty="0">
                    <a:latin typeface="Calibri"/>
                    <a:cs typeface="Calibri"/>
                  </a:rPr>
                  <a:t>contrário,</a:t>
                </a:r>
                <a:r>
                  <a:rPr lang="pt-BR" sz="1200" spc="-15" dirty="0">
                    <a:latin typeface="Calibri"/>
                    <a:cs typeface="Calibri"/>
                  </a:rPr>
                  <a:t> </a:t>
                </a:r>
                <a:r>
                  <a:rPr lang="pt-BR" sz="1200" spc="-50" dirty="0">
                    <a:latin typeface="Calibri"/>
                    <a:cs typeface="Calibri"/>
                  </a:rPr>
                  <a:t>o erro aumenta</a:t>
                </a:r>
                <a:endParaRPr lang="pt-BR" sz="1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007" y="3464461"/>
                <a:ext cx="1357630" cy="775405"/>
              </a:xfrm>
              <a:prstGeom prst="rect">
                <a:avLst/>
              </a:prstGeom>
              <a:blipFill>
                <a:blip r:embed="rId2"/>
                <a:stretch>
                  <a:fillRect l="-4036" t="-4688" r="-5830" b="-109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bject 21"/>
          <p:cNvSpPr txBox="1"/>
          <p:nvPr/>
        </p:nvSpPr>
        <p:spPr>
          <a:xfrm>
            <a:off x="852858" y="4724400"/>
            <a:ext cx="11042650" cy="1213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1{</a:t>
            </a:r>
            <a:r>
              <a:rPr sz="2600" dirty="0">
                <a:latin typeface="Cambria Math"/>
                <a:cs typeface="Cambria Math"/>
              </a:rPr>
              <a:t>⋅</a:t>
            </a:r>
            <a:r>
              <a:rPr sz="2600" dirty="0">
                <a:latin typeface="Calibri"/>
                <a:cs typeface="Calibri"/>
              </a:rPr>
              <a:t>}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indicadora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1{uma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condição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verdadeira</a:t>
            </a:r>
            <a:r>
              <a:rPr sz="2600" spc="-10" dirty="0">
                <a:latin typeface="Calibri"/>
                <a:cs typeface="Calibri"/>
              </a:rPr>
              <a:t>}</a:t>
            </a:r>
            <a:r>
              <a:rPr lang="pt-BR" sz="2600" spc="-10" dirty="0">
                <a:latin typeface="Calibri"/>
                <a:cs typeface="Calibri"/>
              </a:rPr>
              <a:t>=1 e </a:t>
            </a:r>
            <a:r>
              <a:rPr lang="pt-BR" sz="2600" dirty="0">
                <a:latin typeface="Calibri"/>
                <a:cs typeface="Calibri"/>
              </a:rPr>
              <a:t>1{uma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condição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falsa}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=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0,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𝑨</a:t>
            </a:r>
            <a:r>
              <a:rPr lang="pt-BR" sz="2600" spc="135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∈</a:t>
            </a:r>
            <a:r>
              <a:rPr lang="pt-BR" sz="2600" spc="145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ℝ</a:t>
            </a:r>
            <a:r>
              <a:rPr lang="pt-BR" sz="2850" baseline="27777" dirty="0">
                <a:latin typeface="Cambria Math"/>
                <a:cs typeface="Cambria Math"/>
              </a:rPr>
              <a:t>𝐾+1×𝑄</a:t>
            </a:r>
            <a:r>
              <a:rPr lang="pt-BR" sz="2850" spc="457" baseline="27777" dirty="0">
                <a:latin typeface="Cambria Math"/>
                <a:cs typeface="Cambria Math"/>
              </a:rPr>
              <a:t>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matriz</a:t>
            </a:r>
            <a:r>
              <a:rPr lang="pt-BR" sz="2600" spc="-1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com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os</a:t>
            </a:r>
            <a:r>
              <a:rPr lang="pt-BR" sz="2600" spc="-10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pesos</a:t>
            </a:r>
            <a:r>
              <a:rPr lang="pt-BR" sz="2600" b="1" i="1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das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𝑄</a:t>
            </a:r>
            <a:r>
              <a:rPr lang="pt-BR" sz="2600" spc="75" dirty="0">
                <a:latin typeface="Cambria Math"/>
                <a:cs typeface="Cambria Math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funções </a:t>
            </a:r>
            <a:r>
              <a:rPr lang="pt-BR" sz="2600" b="1" i="1" dirty="0">
                <a:latin typeface="Calibri"/>
                <a:cs typeface="Calibri"/>
              </a:rPr>
              <a:t>hipótese</a:t>
            </a:r>
            <a:r>
              <a:rPr lang="pt-BR" sz="2600" b="1" i="1" spc="-3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spc="-60" dirty="0">
                <a:latin typeface="Cambria Math"/>
                <a:cs typeface="Cambria Math"/>
              </a:rPr>
              <a:t>𝑦(</a:t>
            </a:r>
            <a:r>
              <a:rPr lang="pt-BR" sz="2600" spc="-50" dirty="0">
                <a:latin typeface="Cambria Math"/>
                <a:cs typeface="Cambria Math"/>
              </a:rPr>
              <a:t>𝑖) </a:t>
            </a:r>
            <a:r>
              <a:rPr lang="pt-BR" sz="2600" dirty="0">
                <a:latin typeface="Calibri"/>
                <a:cs typeface="Calibri"/>
              </a:rPr>
              <a:t>é</a:t>
            </a:r>
            <a:r>
              <a:rPr lang="pt-BR" sz="2600" spc="-2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</a:t>
            </a:r>
            <a:r>
              <a:rPr lang="pt-BR" sz="2600" spc="1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mbria Math"/>
                <a:cs typeface="Cambria Math"/>
              </a:rPr>
              <a:t>𝑖</a:t>
            </a:r>
            <a:r>
              <a:rPr lang="pt-BR" sz="2600" dirty="0">
                <a:latin typeface="Calibri"/>
                <a:cs typeface="Calibri"/>
              </a:rPr>
              <a:t>-</a:t>
            </a:r>
            <a:r>
              <a:rPr lang="pt-BR" sz="2600" dirty="0" err="1">
                <a:latin typeface="Calibri"/>
                <a:cs typeface="Calibri"/>
              </a:rPr>
              <a:t>ésimo</a:t>
            </a:r>
            <a:r>
              <a:rPr lang="pt-BR" sz="2600" spc="-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valor</a:t>
            </a:r>
            <a:r>
              <a:rPr lang="pt-BR" sz="2600" spc="5" dirty="0">
                <a:latin typeface="Calibri"/>
                <a:cs typeface="Calibri"/>
              </a:rPr>
              <a:t> </a:t>
            </a:r>
            <a:r>
              <a:rPr lang="pt-BR" sz="2600" spc="-10" dirty="0">
                <a:latin typeface="Calibri"/>
                <a:cs typeface="Calibri"/>
              </a:rPr>
              <a:t>esperado.</a:t>
            </a:r>
            <a:r>
              <a:rPr sz="2600" spc="-114" dirty="0">
                <a:latin typeface="Calibri"/>
                <a:cs typeface="Calibri"/>
              </a:rPr>
              <a:t> </a:t>
            </a:r>
            <a:endParaRPr sz="1800" baseline="16203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050612" y="3950335"/>
            <a:ext cx="667175" cy="267969"/>
          </a:xfrm>
          <a:custGeom>
            <a:avLst/>
            <a:gdLst/>
            <a:ahLst/>
            <a:cxnLst/>
            <a:rect l="l" t="t" r="r" b="b"/>
            <a:pathLst>
              <a:path w="528320" h="309879">
                <a:moveTo>
                  <a:pt x="46608" y="238633"/>
                </a:moveTo>
                <a:lnTo>
                  <a:pt x="0" y="309880"/>
                </a:lnTo>
                <a:lnTo>
                  <a:pt x="84962" y="304419"/>
                </a:lnTo>
                <a:lnTo>
                  <a:pt x="71117" y="280670"/>
                </a:lnTo>
                <a:lnTo>
                  <a:pt x="56387" y="280670"/>
                </a:lnTo>
                <a:lnTo>
                  <a:pt x="53212" y="275209"/>
                </a:lnTo>
                <a:lnTo>
                  <a:pt x="64194" y="268796"/>
                </a:lnTo>
                <a:lnTo>
                  <a:pt x="46608" y="238633"/>
                </a:lnTo>
                <a:close/>
              </a:path>
              <a:path w="528320" h="309879">
                <a:moveTo>
                  <a:pt x="64194" y="268796"/>
                </a:moveTo>
                <a:lnTo>
                  <a:pt x="53212" y="275209"/>
                </a:lnTo>
                <a:lnTo>
                  <a:pt x="56387" y="280670"/>
                </a:lnTo>
                <a:lnTo>
                  <a:pt x="67376" y="274254"/>
                </a:lnTo>
                <a:lnTo>
                  <a:pt x="64194" y="268796"/>
                </a:lnTo>
                <a:close/>
              </a:path>
              <a:path w="528320" h="309879">
                <a:moveTo>
                  <a:pt x="67376" y="274254"/>
                </a:moveTo>
                <a:lnTo>
                  <a:pt x="56387" y="280670"/>
                </a:lnTo>
                <a:lnTo>
                  <a:pt x="71117" y="280670"/>
                </a:lnTo>
                <a:lnTo>
                  <a:pt x="67376" y="274254"/>
                </a:lnTo>
                <a:close/>
              </a:path>
              <a:path w="528320" h="309879">
                <a:moveTo>
                  <a:pt x="524509" y="0"/>
                </a:moveTo>
                <a:lnTo>
                  <a:pt x="64194" y="268796"/>
                </a:lnTo>
                <a:lnTo>
                  <a:pt x="67376" y="274254"/>
                </a:lnTo>
                <a:lnTo>
                  <a:pt x="527811" y="5461"/>
                </a:lnTo>
                <a:lnTo>
                  <a:pt x="5245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84331320-A407-7350-A6C2-A721D3783C26}"/>
                  </a:ext>
                </a:extLst>
              </p:cNvPr>
              <p:cNvSpPr txBox="1"/>
              <p:nvPr/>
            </p:nvSpPr>
            <p:spPr>
              <a:xfrm>
                <a:off x="2184609" y="3810000"/>
                <a:ext cx="7822783" cy="7986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==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</m:nary>
                        </m:e>
                      </m:nary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84331320-A407-7350-A6C2-A721D3783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4609" y="3810000"/>
                <a:ext cx="7822783" cy="7986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6200"/>
            <a:ext cx="10119360" cy="1301115"/>
          </a:xfrm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8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Softmax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262" y="990600"/>
            <a:ext cx="106191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Usando-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codificação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one-</a:t>
            </a:r>
            <a:r>
              <a:rPr sz="2600" b="1" i="1" dirty="0">
                <a:latin typeface="Calibri"/>
                <a:cs typeface="Calibri"/>
              </a:rPr>
              <a:t>hot</a:t>
            </a:r>
            <a:r>
              <a:rPr sz="2600" dirty="0">
                <a:latin typeface="Calibri"/>
                <a:cs typeface="Calibri"/>
              </a:rPr>
              <a:t>, 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anterior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reescrita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como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4262" y="4747895"/>
            <a:ext cx="10969625" cy="1957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5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Notem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19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114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2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 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20" dirty="0">
                <a:latin typeface="Calibri"/>
                <a:cs typeface="Calibri"/>
              </a:rPr>
              <a:t>erro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510"/>
              </a:lnSpc>
            </a:pPr>
            <a:r>
              <a:rPr sz="2600" dirty="0">
                <a:latin typeface="Calibri"/>
                <a:cs typeface="Calibri"/>
              </a:rPr>
              <a:t>acima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equivalente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 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regressor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logístico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50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Ou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regressor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softmax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também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usado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quando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𝑄</a:t>
            </a:r>
            <a:r>
              <a:rPr sz="2200" spc="1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=</a:t>
            </a:r>
            <a:r>
              <a:rPr sz="2200" spc="5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2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binário.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  <a:tab pos="90811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é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portanto,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existe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uma</a:t>
            </a:r>
            <a:r>
              <a:rPr sz="2600" b="1" i="1" dirty="0">
                <a:latin typeface="Calibri"/>
                <a:cs typeface="Calibri"/>
              </a:rPr>
              <a:t>	solução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em </a:t>
            </a:r>
            <a:r>
              <a:rPr sz="2600" b="1" i="1" dirty="0">
                <a:latin typeface="Calibri"/>
                <a:cs typeface="Calibri"/>
              </a:rPr>
              <a:t>forma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fechada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encontramos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pesos.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convexa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portanto,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garantido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descendente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mínimo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global.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DFE1CAAD-2FCB-B75A-A75D-2A2ABBADA83A}"/>
                  </a:ext>
                </a:extLst>
              </p:cNvPr>
              <p:cNvSpPr txBox="1"/>
              <p:nvPr/>
            </p:nvSpPr>
            <p:spPr>
              <a:xfrm>
                <a:off x="3408854" y="1524000"/>
                <a:ext cx="5374292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</m:nary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DFE1CAAD-2FCB-B75A-A75D-2A2ABBADA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854" y="1524000"/>
                <a:ext cx="5374292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17">
                <a:extLst>
                  <a:ext uri="{FF2B5EF4-FFF2-40B4-BE49-F238E27FC236}">
                    <a16:creationId xmlns:a16="http://schemas.microsoft.com/office/drawing/2014/main" id="{B2855300-99F9-D8F9-BAC7-EB1590C434B0}"/>
                  </a:ext>
                </a:extLst>
              </p:cNvPr>
              <p:cNvSpPr txBox="1"/>
              <p:nvPr/>
            </p:nvSpPr>
            <p:spPr>
              <a:xfrm>
                <a:off x="834262" y="2362200"/>
                <a:ext cx="11205338" cy="145174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spcBef>
                    <a:spcPts val="105"/>
                  </a:spcBef>
                  <a:tabLst>
                    <a:tab pos="1902460" algn="l"/>
                    <a:tab pos="2212975" algn="l"/>
                    <a:tab pos="2539365" algn="l"/>
                    <a:tab pos="2864485" algn="l"/>
                    <a:tab pos="4353560" algn="l"/>
                    <a:tab pos="475107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onde </a:t>
                </a:r>
                <a14:m>
                  <m:oMath xmlns:m="http://schemas.openxmlformats.org/officeDocument/2006/math">
                    <m:r>
                      <a:rPr lang="pt-BR" sz="2600" b="1" i="1" smtClean="0">
                        <a:latin typeface="Cambria Math" panose="02040503050406030204" pitchFamily="18" charset="0"/>
                        <a:cs typeface="Calibri"/>
                      </a:rPr>
                      <m:t>𝒚</m:t>
                    </m:r>
                    <m:d>
                      <m:d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</m:e>
                    </m:d>
                    <m:r>
                      <a:rPr lang="pt-BR" sz="26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sz="26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1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+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1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==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,</m:t>
                                  </m:r>
                                </m:e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⋯,</m:t>
                                  </m:r>
                                </m:e>
                                <m:e>
                                  <m:r>
                                    <a:rPr lang="pt-BR" sz="26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1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600" b="0" i="1" smtClean="0">
                                              <a:latin typeface="Cambria Math" panose="02040503050406030204" pitchFamily="18" charset="0"/>
                                              <a:cs typeface="Calibri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+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1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==</m:t>
                                      </m:r>
                                      <m:r>
                                        <a:rPr lang="pt-BR" sz="2600" b="0" i="1" smtClean="0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𝑄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pt-BR" sz="2600" b="0" i="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sup>
                    </m:sSup>
                    <m:r>
                      <a:rPr lang="pt-BR" sz="2600" b="0" i="1" smtClean="0">
                        <a:latin typeface="Cambria Math" panose="02040503050406030204" pitchFamily="18" charset="0"/>
                        <a:cs typeface="Calibri"/>
                      </a:rPr>
                      <m:t>∈  </m:t>
                    </m:r>
                    <m:sSup>
                      <m:sSup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ℝ</m:t>
                        </m:r>
                      </m:e>
                      <m:sup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𝑄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×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sz="3900" spc="-75" baseline="1068" dirty="0">
                    <a:latin typeface="Cambria Math"/>
                    <a:cs typeface="Cambria Math"/>
                  </a:rPr>
                  <a:t> é o vetor utilizando a codificação </a:t>
                </a:r>
                <a:r>
                  <a:rPr lang="pt-BR" sz="3900" b="1" spc="-75" baseline="1068" dirty="0" err="1">
                    <a:latin typeface="Cambria Math"/>
                    <a:cs typeface="Cambria Math"/>
                  </a:rPr>
                  <a:t>one</a:t>
                </a:r>
                <a:r>
                  <a:rPr lang="pt-BR" sz="3900" b="1" spc="-75" baseline="1068" dirty="0">
                    <a:latin typeface="Cambria Math"/>
                    <a:cs typeface="Cambria Math"/>
                  </a:rPr>
                  <a:t>-hot</a:t>
                </a:r>
                <a:r>
                  <a:rPr lang="pt-BR" sz="3900" spc="-75" baseline="1068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900" b="0" i="1" spc="-75" baseline="1068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Pr>
                      <m:e>
                        <m:r>
                          <a:rPr lang="pt-BR" sz="3900" b="0" i="1" spc="-75" baseline="1068" smtClean="0">
                            <a:latin typeface="Cambria Math" panose="02040503050406030204" pitchFamily="18" charset="0"/>
                            <a:cs typeface="Cambria Math"/>
                          </a:rPr>
                          <m:t>h</m:t>
                        </m:r>
                      </m:e>
                      <m:sub>
                        <m:r>
                          <a:rPr lang="pt-BR" sz="3900" b="1" i="1" spc="-75" baseline="1068" smtClean="0">
                            <a:latin typeface="Cambria Math" panose="02040503050406030204" pitchFamily="18" charset="0"/>
                            <a:cs typeface="Cambria Math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sz="3900" b="0" i="1" spc="-75" baseline="1068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3900" b="1" i="1" spc="-75" baseline="1068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sz="3900" b="0" i="1" spc="-75" baseline="1068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3900" b="0" i="1" spc="-75" baseline="1068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pt-BR" sz="3900" b="0" i="1" spc="-75" baseline="1068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pt-BR" sz="3900" b="0" i="1" spc="-75" baseline="1068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900" b="0" i="1" spc="-75" baseline="1068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3900" b="0" i="1" spc="-75" baseline="1068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sz="3900" b="0" i="1" spc="-75" baseline="1068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pt-BR" sz="3900" b="0" i="1" spc="-75" baseline="1068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sz="3900" spc="-75" dirty="0">
                    <a:latin typeface="Cambria Math"/>
                    <a:cs typeface="Cambria Math"/>
                  </a:rPr>
                  <a:t> </a:t>
                </a:r>
                <a:r>
                  <a:rPr lang="pt-BR" sz="3900" spc="-75" baseline="1068" dirty="0">
                    <a:latin typeface="Cambria Math"/>
                    <a:cs typeface="Cambria Math"/>
                  </a:rPr>
                  <a:t>é o vetor as saídas das 𝑄  </a:t>
                </a:r>
                <a:r>
                  <a:rPr lang="pt-BR" sz="2800" b="1" i="1" dirty="0">
                    <a:latin typeface="Calibri"/>
                    <a:cs typeface="Calibri"/>
                  </a:rPr>
                  <a:t>funções</a:t>
                </a:r>
                <a:r>
                  <a:rPr lang="pt-BR" sz="2800" b="1" i="1" spc="-55" dirty="0">
                    <a:latin typeface="Calibri"/>
                    <a:cs typeface="Calibri"/>
                  </a:rPr>
                  <a:t> </a:t>
                </a:r>
                <a:r>
                  <a:rPr lang="pt-BR" sz="2800" b="1" i="1" spc="-10" dirty="0">
                    <a:latin typeface="Calibri"/>
                    <a:cs typeface="Calibri"/>
                  </a:rPr>
                  <a:t>hipóteses</a:t>
                </a:r>
                <a:endParaRPr lang="pt-BR" sz="40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17">
                <a:extLst>
                  <a:ext uri="{FF2B5EF4-FFF2-40B4-BE49-F238E27FC236}">
                    <a16:creationId xmlns:a16="http://schemas.microsoft.com/office/drawing/2014/main" id="{B2855300-99F9-D8F9-BAC7-EB1590C43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62" y="2362200"/>
                <a:ext cx="11205338" cy="1451744"/>
              </a:xfrm>
              <a:prstGeom prst="rect">
                <a:avLst/>
              </a:prstGeom>
              <a:blipFill>
                <a:blip r:embed="rId3"/>
                <a:stretch>
                  <a:fillRect l="-1850" t="-7143" b="-138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5CAF601-65C2-2F3B-3620-AAF1F79F4395}"/>
                  </a:ext>
                </a:extLst>
              </p:cNvPr>
              <p:cNvSpPr txBox="1"/>
              <p:nvPr/>
            </p:nvSpPr>
            <p:spPr>
              <a:xfrm>
                <a:off x="2999827" y="3581400"/>
                <a:ext cx="5610774" cy="10280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;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sub>
                                        </m:sSub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;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2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𝒂</m:t>
                                            </m:r>
                                          </m:e>
                                          <m:sub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5CAF601-65C2-2F3B-3620-AAF1F79F4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827" y="3581400"/>
                <a:ext cx="5610774" cy="10280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 err="1">
                <a:latin typeface="Calibri Light"/>
                <a:cs typeface="Calibri Light"/>
              </a:rPr>
              <a:t>Regressão</a:t>
            </a:r>
            <a:r>
              <a:rPr sz="4400" b="0" spc="-180" dirty="0">
                <a:latin typeface="Calibri Light"/>
                <a:cs typeface="Calibri Light"/>
              </a:rPr>
              <a:t> </a:t>
            </a:r>
            <a:r>
              <a:rPr sz="4400" b="0" spc="-10" dirty="0" err="1">
                <a:latin typeface="Calibri Light"/>
                <a:cs typeface="Calibri Light"/>
              </a:rPr>
              <a:t>Softmax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7910" y="1798066"/>
            <a:ext cx="10710545" cy="20034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66700" marR="30480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Agora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definimos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algoritmo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descendente</a:t>
            </a:r>
            <a:r>
              <a:rPr sz="2600" b="1" i="1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encontrar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𝑄</a:t>
            </a:r>
            <a:r>
              <a:rPr sz="2600" spc="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funções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discriminantes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minimizam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marR="360680" indent="-228600">
              <a:lnSpc>
                <a:spcPts val="2930"/>
              </a:lnSpc>
              <a:spcBef>
                <a:spcPts val="103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atualização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iterativa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pesos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q</a:t>
            </a:r>
            <a:r>
              <a:rPr sz="2600" dirty="0">
                <a:latin typeface="Calibri"/>
                <a:cs typeface="Calibri"/>
              </a:rPr>
              <a:t>-ésima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discriminante,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𝑔</a:t>
            </a:r>
            <a:r>
              <a:rPr sz="2850" baseline="-16081" dirty="0">
                <a:latin typeface="Cambria Math"/>
                <a:cs typeface="Cambria Math"/>
              </a:rPr>
              <a:t>𝑞</a:t>
            </a:r>
            <a:r>
              <a:rPr sz="2600" dirty="0">
                <a:latin typeface="Cambria Math"/>
                <a:cs typeface="Cambria Math"/>
              </a:rPr>
              <a:t>(𝒙)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é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7910" y="4447433"/>
            <a:ext cx="11010265" cy="1165062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54000" marR="55880" indent="-228600">
              <a:lnSpc>
                <a:spcPts val="2900"/>
              </a:lnSpc>
              <a:spcBef>
                <a:spcPts val="384"/>
              </a:spcBef>
              <a:buFont typeface="Arial"/>
              <a:buChar char="•"/>
              <a:tabLst>
                <a:tab pos="254000" algn="l"/>
                <a:tab pos="5105400" algn="l"/>
                <a:tab pos="5459095" algn="l"/>
              </a:tabLst>
            </a:pPr>
            <a:r>
              <a:rPr sz="2600" dirty="0">
                <a:latin typeface="Calibri"/>
                <a:cs typeface="Calibri"/>
              </a:rPr>
              <a:t>Considerando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discriminante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linear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hiperplano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derivada </a:t>
            </a:r>
            <a:r>
              <a:rPr sz="2600" dirty="0">
                <a:latin typeface="Calibri"/>
                <a:cs typeface="Calibri"/>
              </a:rPr>
              <a:t>parcial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mbria Math"/>
                <a:cs typeface="Cambria Math"/>
              </a:rPr>
              <a:t>𝐽</a:t>
            </a:r>
            <a:r>
              <a:rPr sz="2850" spc="-37" baseline="-16081" dirty="0">
                <a:latin typeface="Cambria Math"/>
                <a:cs typeface="Cambria Math"/>
              </a:rPr>
              <a:t>𝑒</a:t>
            </a:r>
            <a:r>
              <a:rPr lang="pt-BR" sz="2850" spc="-37" dirty="0">
                <a:latin typeface="Cambria Math"/>
                <a:cs typeface="Cambria Math"/>
              </a:rPr>
              <a:t>(</a:t>
            </a:r>
            <a:r>
              <a:rPr sz="2600" spc="-50" dirty="0">
                <a:latin typeface="Cambria Math"/>
                <a:cs typeface="Cambria Math"/>
              </a:rPr>
              <a:t>𝑨</a:t>
            </a:r>
            <a:r>
              <a:rPr lang="pt-BR" sz="2600" spc="-50" dirty="0">
                <a:latin typeface="Cambria Math"/>
                <a:cs typeface="Cambria Math"/>
              </a:rPr>
              <a:t>)</a:t>
            </a:r>
            <a:r>
              <a:rPr sz="2600" dirty="0">
                <a:latin typeface="Cambria Math"/>
                <a:cs typeface="Cambria Math"/>
              </a:rPr>
              <a:t>	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respeito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pesos,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60" dirty="0">
                <a:latin typeface="Cambria Math"/>
                <a:cs typeface="Cambria Math"/>
              </a:rPr>
              <a:t>𝒂</a:t>
            </a:r>
            <a:r>
              <a:rPr sz="2850" spc="89" baseline="-16081" dirty="0">
                <a:latin typeface="Cambria Math"/>
                <a:cs typeface="Cambria Math"/>
              </a:rPr>
              <a:t>𝑞</a:t>
            </a:r>
            <a:r>
              <a:rPr sz="2600" spc="60" dirty="0">
                <a:latin typeface="Calibri"/>
                <a:cs typeface="Calibri"/>
              </a:rPr>
              <a:t>,</a:t>
            </a:r>
            <a:r>
              <a:rPr lang="pt-BR" sz="2600" spc="6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tem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uma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expressão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idêntica</a:t>
            </a:r>
            <a:r>
              <a:rPr lang="pt-BR" sz="2600" spc="-50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àquela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obtida</a:t>
            </a:r>
            <a:r>
              <a:rPr lang="pt-BR" sz="2600" spc="-3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para</a:t>
            </a:r>
            <a:r>
              <a:rPr lang="pt-BR" sz="2600" spc="-25" dirty="0">
                <a:latin typeface="Calibri"/>
                <a:cs typeface="Calibri"/>
              </a:rPr>
              <a:t> </a:t>
            </a:r>
            <a:r>
              <a:rPr lang="pt-BR" sz="2600" dirty="0">
                <a:latin typeface="Calibri"/>
                <a:cs typeface="Calibri"/>
              </a:rPr>
              <a:t>a</a:t>
            </a:r>
            <a:r>
              <a:rPr lang="pt-BR" sz="2600" spc="-95" dirty="0">
                <a:latin typeface="Calibri"/>
                <a:cs typeface="Calibri"/>
              </a:rPr>
              <a:t> </a:t>
            </a:r>
            <a:r>
              <a:rPr lang="pt-BR" sz="2600" b="1" i="1" dirty="0">
                <a:latin typeface="Calibri"/>
                <a:cs typeface="Calibri"/>
              </a:rPr>
              <a:t>regressão</a:t>
            </a:r>
            <a:r>
              <a:rPr lang="pt-BR" sz="2600" b="1" i="1" spc="-50" dirty="0">
                <a:latin typeface="Calibri"/>
                <a:cs typeface="Calibri"/>
              </a:rPr>
              <a:t> </a:t>
            </a:r>
            <a:r>
              <a:rPr lang="pt-BR" sz="2600" b="1" i="1" spc="-10" dirty="0">
                <a:latin typeface="Calibri"/>
                <a:cs typeface="Calibri"/>
              </a:rPr>
              <a:t>logística</a:t>
            </a:r>
            <a:r>
              <a:rPr lang="pt-BR" sz="2600" spc="-10" dirty="0">
                <a:latin typeface="Calibri"/>
                <a:cs typeface="Calibri"/>
              </a:rPr>
              <a:t>:</a:t>
            </a:r>
            <a:endParaRPr lang="pt-BR"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28"/>
              <p:cNvSpPr txBox="1"/>
              <p:nvPr/>
            </p:nvSpPr>
            <p:spPr>
              <a:xfrm>
                <a:off x="887910" y="6395720"/>
                <a:ext cx="6321425" cy="37683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pt-BR" sz="2200" dirty="0">
                    <a:latin typeface="Calibri"/>
                    <a:cs typeface="Calibri"/>
                  </a:rPr>
                  <a:t>onde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𝒚</a:t>
                </a:r>
                <a:r>
                  <a:rPr lang="pt-BR" sz="2400" baseline="-15625" dirty="0">
                    <a:latin typeface="Cambria Math"/>
                    <a:cs typeface="Cambria Math"/>
                  </a:rPr>
                  <a:t>𝑞</a:t>
                </a:r>
                <a:r>
                  <a:rPr lang="pt-BR" sz="2400" spc="367" baseline="-15625" dirty="0">
                    <a:latin typeface="Cambria Math"/>
                    <a:cs typeface="Cambria Math"/>
                  </a:rPr>
                  <a:t> </a:t>
                </a:r>
                <a:r>
                  <a:rPr lang="pt-BR" sz="2200" spc="367" dirty="0">
                    <a:latin typeface="Calibri"/>
                    <a:cs typeface="Calibri"/>
                  </a:rPr>
                  <a:t>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b="0" i="1" spc="367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sz="2200" b="0" i="1" spc="367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200" b="1" i="1" spc="367" smtClean="0">
                                <a:latin typeface="Cambria Math" panose="02040503050406030204" pitchFamily="18" charset="0"/>
                                <a:cs typeface="Calibri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pt-BR" sz="2200" dirty="0" err="1">
                    <a:latin typeface="Calibri"/>
                    <a:cs typeface="Calibri"/>
                  </a:rPr>
                  <a:t>são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vetores</a:t>
                </a:r>
                <a:r>
                  <a:rPr lang="pt-BR" sz="2200" spc="-1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coluna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com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dimensão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𝑁</a:t>
                </a:r>
                <a:r>
                  <a:rPr lang="pt-BR" sz="2200" spc="20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×</a:t>
                </a:r>
                <a:r>
                  <a:rPr lang="pt-BR" sz="2200" spc="-25" dirty="0">
                    <a:latin typeface="Cambria Math"/>
                    <a:cs typeface="Cambria Math"/>
                  </a:rPr>
                  <a:t> 1</a:t>
                </a:r>
                <a:r>
                  <a:rPr lang="pt-BR" sz="2200" spc="-25" dirty="0">
                    <a:latin typeface="Calibri"/>
                    <a:cs typeface="Calibri"/>
                  </a:rPr>
                  <a:t>.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2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10" y="6395720"/>
                <a:ext cx="6321425" cy="376834"/>
              </a:xfrm>
              <a:prstGeom prst="rect">
                <a:avLst/>
              </a:prstGeom>
              <a:blipFill>
                <a:blip r:embed="rId2"/>
                <a:stretch>
                  <a:fillRect l="-2122" t="-20968" r="-579" b="-387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bject 29"/>
          <p:cNvSpPr txBox="1"/>
          <p:nvPr/>
        </p:nvSpPr>
        <p:spPr>
          <a:xfrm>
            <a:off x="10566654" y="5494426"/>
            <a:ext cx="5238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405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alibri"/>
                <a:cs typeface="Calibri"/>
              </a:rPr>
              <a:t>Forma </a:t>
            </a:r>
            <a:r>
              <a:rPr sz="1100" spc="-10" dirty="0">
                <a:latin typeface="Calibri"/>
                <a:cs typeface="Calibri"/>
              </a:rPr>
              <a:t>matricial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090657" y="5681979"/>
            <a:ext cx="388620" cy="218440"/>
          </a:xfrm>
          <a:custGeom>
            <a:avLst/>
            <a:gdLst/>
            <a:ahLst/>
            <a:cxnLst/>
            <a:rect l="l" t="t" r="r" b="b"/>
            <a:pathLst>
              <a:path w="388620" h="218439">
                <a:moveTo>
                  <a:pt x="48006" y="147840"/>
                </a:moveTo>
                <a:lnTo>
                  <a:pt x="0" y="218211"/>
                </a:lnTo>
                <a:lnTo>
                  <a:pt x="85090" y="214414"/>
                </a:lnTo>
                <a:lnTo>
                  <a:pt x="71535" y="190080"/>
                </a:lnTo>
                <a:lnTo>
                  <a:pt x="57023" y="190080"/>
                </a:lnTo>
                <a:lnTo>
                  <a:pt x="53975" y="184531"/>
                </a:lnTo>
                <a:lnTo>
                  <a:pt x="65017" y="178379"/>
                </a:lnTo>
                <a:lnTo>
                  <a:pt x="48006" y="147840"/>
                </a:lnTo>
                <a:close/>
              </a:path>
              <a:path w="388620" h="218439">
                <a:moveTo>
                  <a:pt x="65017" y="178379"/>
                </a:moveTo>
                <a:lnTo>
                  <a:pt x="53975" y="184531"/>
                </a:lnTo>
                <a:lnTo>
                  <a:pt x="57023" y="190080"/>
                </a:lnTo>
                <a:lnTo>
                  <a:pt x="68098" y="183910"/>
                </a:lnTo>
                <a:lnTo>
                  <a:pt x="65017" y="178379"/>
                </a:lnTo>
                <a:close/>
              </a:path>
              <a:path w="388620" h="218439">
                <a:moveTo>
                  <a:pt x="68098" y="183910"/>
                </a:moveTo>
                <a:lnTo>
                  <a:pt x="57023" y="190080"/>
                </a:lnTo>
                <a:lnTo>
                  <a:pt x="71535" y="190080"/>
                </a:lnTo>
                <a:lnTo>
                  <a:pt x="68098" y="183910"/>
                </a:lnTo>
                <a:close/>
              </a:path>
              <a:path w="388620" h="218439">
                <a:moveTo>
                  <a:pt x="385191" y="0"/>
                </a:moveTo>
                <a:lnTo>
                  <a:pt x="65017" y="178379"/>
                </a:lnTo>
                <a:lnTo>
                  <a:pt x="68098" y="183910"/>
                </a:lnTo>
                <a:lnTo>
                  <a:pt x="388239" y="5549"/>
                </a:lnTo>
                <a:lnTo>
                  <a:pt x="385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444990" y="6226555"/>
            <a:ext cx="266192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Para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outros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 função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discriminante,</a:t>
            </a:r>
            <a:endParaRPr sz="11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alibri"/>
                <a:cs typeface="Calibri"/>
              </a:rPr>
              <a:t>basta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alterarmos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formato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matriz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5" dirty="0">
                <a:latin typeface="Cambria Math"/>
                <a:cs typeface="Cambria Math"/>
              </a:rPr>
              <a:t>𝑿</a:t>
            </a:r>
            <a:r>
              <a:rPr sz="1100" spc="-25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2843" y="6155728"/>
            <a:ext cx="130428" cy="23933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398766" y="6628892"/>
            <a:ext cx="37071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Exemplo:</a:t>
            </a:r>
            <a:r>
              <a:rPr sz="1200" u="sng" spc="13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softmax_regressor_with_gradient_descent.</a:t>
            </a:r>
            <a:r>
              <a:rPr sz="1200" u="sng" spc="7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ipynb</a:t>
            </a:r>
            <a:endParaRPr sz="12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E85BCD9-810B-6DCF-1B23-07C9AFF60F22}"/>
                  </a:ext>
                </a:extLst>
              </p:cNvPr>
              <p:cNvSpPr txBox="1"/>
              <p:nvPr/>
            </p:nvSpPr>
            <p:spPr>
              <a:xfrm>
                <a:off x="2459682" y="5687554"/>
                <a:ext cx="8179290" cy="683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==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pt-B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0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CE85BCD9-810B-6DCF-1B23-07C9AFF60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682" y="5687554"/>
                <a:ext cx="8179290" cy="6830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8EF7979-C1A3-578E-65D4-D3FB740A632E}"/>
                  </a:ext>
                </a:extLst>
              </p:cNvPr>
              <p:cNvSpPr txBox="1"/>
              <p:nvPr/>
            </p:nvSpPr>
            <p:spPr>
              <a:xfrm>
                <a:off x="4475685" y="3557939"/>
                <a:ext cx="3240631" cy="819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88EF7979-C1A3-578E-65D4-D3FB740A6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685" y="3557939"/>
                <a:ext cx="3240631" cy="8197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3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Softmax:</a:t>
            </a:r>
            <a:r>
              <a:rPr sz="4400" b="0" spc="-10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Observações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19200"/>
            <a:ext cx="10326370" cy="211645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gradiente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depende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formato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função </a:t>
            </a:r>
            <a:r>
              <a:rPr sz="2600" b="1" i="1" dirty="0">
                <a:latin typeface="Calibri"/>
                <a:cs typeface="Calibri"/>
              </a:rPr>
              <a:t>discriminante</a:t>
            </a:r>
            <a:r>
              <a:rPr sz="2600" b="1" i="1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adotada.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spcBef>
                <a:spcPts val="10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Entretanto,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dependência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afeta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apenas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matriz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atributos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𝑿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60"/>
              </a:lnSpc>
              <a:buFont typeface="Wingdings"/>
              <a:buChar char=""/>
              <a:tabLst>
                <a:tab pos="699135" algn="l"/>
              </a:tabLst>
            </a:pPr>
            <a:r>
              <a:rPr sz="2200" spc="-20" dirty="0">
                <a:latin typeface="Calibri"/>
                <a:cs typeface="Calibri"/>
              </a:rPr>
              <a:t>Portanto,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outros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formatos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função</a:t>
            </a:r>
            <a:r>
              <a:rPr sz="2200" b="1" i="1" spc="-7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discriminante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basta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alterar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formato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da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matriz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atributos,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𝑿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softmax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apresenta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propriedades: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>
              <a:xfrm>
                <a:off x="1363507" y="4352464"/>
                <a:ext cx="9975850" cy="113806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0" indent="-342900">
                  <a:spcBef>
                    <a:spcPts val="95"/>
                  </a:spcBef>
                  <a:buFont typeface="Wingdings" panose="05000000000000000000" pitchFamily="2" charset="2"/>
                  <a:buChar char="§"/>
                  <a:tabLst>
                    <a:tab pos="715645" algn="l"/>
                  </a:tabLs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ar-AE" sz="22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𝑞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sub>
                      <m:sup>
                        <m:r>
                          <a:rPr lang="ar-AE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𝑄</m:t>
                        </m:r>
                      </m:sup>
                      <m:e>
                        <m:sSubSup>
                          <m:sSubSupPr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SupPr>
                          <m:e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h</m:t>
                            </m:r>
                          </m:e>
                          <m:sub>
                            <m:r>
                              <a:rPr lang="pt-BR" sz="22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𝒂</m:t>
                            </m:r>
                          </m:sub>
                          <m:sup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200" b="1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(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)</m:t>
                            </m:r>
                          </m:e>
                        </m:d>
                        <m: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=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𝑞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=</m:t>
                            </m:r>
                            <m:r>
                              <m:rPr>
                                <m:brk m:alnAt="25"/>
                              </m:rP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  <m:sup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𝑄</m:t>
                            </m:r>
                          </m:sup>
                          <m:e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pt-BR" sz="22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𝑞</m:t>
                                    </m:r>
                                  </m:sub>
                                </m:sSub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|</m:t>
                                </m:r>
                                <m:r>
                                  <a:rPr lang="pt-BR" sz="2200" b="1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𝒙</m:t>
                                </m:r>
                                <m:d>
                                  <m:d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200" b="1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pt-BR" sz="22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=</m:t>
                            </m:r>
                            <m:r>
                              <a:rPr lang="pt-BR" sz="22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e>
                        </m:nary>
                      </m:e>
                    </m:nary>
                  </m:oMath>
                </a14:m>
                <a:r>
                  <a:rPr lang="pt-BR" sz="2200" dirty="0">
                    <a:latin typeface="Calibri"/>
                    <a:cs typeface="Calibri"/>
                  </a:rPr>
                  <a:t>, ou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seja,</a:t>
                </a:r>
                <a:r>
                  <a:rPr lang="pt-BR" sz="2200" spc="-1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</a:t>
                </a:r>
                <a:r>
                  <a:rPr lang="pt-BR" sz="2200" spc="-10" dirty="0">
                    <a:latin typeface="Calibri"/>
                    <a:cs typeface="Calibri"/>
                  </a:rPr>
                  <a:t> somatório</a:t>
                </a:r>
                <a:r>
                  <a:rPr lang="pt-BR" sz="2200" spc="-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das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b="1" i="1" spc="-10" dirty="0">
                    <a:latin typeface="Calibri"/>
                    <a:cs typeface="Calibri"/>
                  </a:rPr>
                  <a:t>probabilidades condicionais</a:t>
                </a:r>
                <a:r>
                  <a:rPr lang="pt-BR" sz="2200" b="1" i="1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todas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as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𝑄</a:t>
                </a:r>
                <a:r>
                  <a:rPr lang="pt-BR" sz="2200" spc="30" dirty="0">
                    <a:latin typeface="Cambria Math"/>
                    <a:cs typeface="Cambria Math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classes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igual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25" dirty="0">
                    <a:latin typeface="Calibri"/>
                    <a:cs typeface="Calibri"/>
                  </a:rPr>
                  <a:t> 1.</a:t>
                </a:r>
                <a:endParaRPr lang="pt-BR" sz="2200" dirty="0">
                  <a:latin typeface="Calibri"/>
                  <a:cs typeface="Calibri"/>
                </a:endParaRPr>
              </a:p>
              <a:p>
                <a:pPr marL="381000" indent="-342900">
                  <a:lnSpc>
                    <a:spcPct val="100000"/>
                  </a:lnSpc>
                  <a:spcBef>
                    <a:spcPts val="95"/>
                  </a:spcBef>
                  <a:buFont typeface="Wingdings" panose="05000000000000000000" pitchFamily="2" charset="2"/>
                  <a:buChar char="§"/>
                  <a:tabLst>
                    <a:tab pos="715645" algn="l"/>
                  </a:tabLst>
                </a:pP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07" y="4352464"/>
                <a:ext cx="9975850" cy="1138068"/>
              </a:xfrm>
              <a:prstGeom prst="rect">
                <a:avLst/>
              </a:prstGeom>
              <a:blipFill>
                <a:blip r:embed="rId2"/>
                <a:stretch>
                  <a:fillRect t="-2139" r="-140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bject 15"/>
          <p:cNvSpPr txBox="1"/>
          <p:nvPr/>
        </p:nvSpPr>
        <p:spPr>
          <a:xfrm>
            <a:off x="916939" y="5135252"/>
            <a:ext cx="6650990" cy="45012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 err="1">
                <a:latin typeface="Calibri"/>
                <a:cs typeface="Calibri"/>
              </a:rPr>
              <a:t>Estas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propriedades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vetor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6939" y="6118225"/>
            <a:ext cx="10289540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1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contendo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saídas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regressor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softmax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atenda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requisitos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ts val="2810"/>
              </a:lnSpc>
            </a:pPr>
            <a:r>
              <a:rPr sz="2600" b="1" i="1" dirty="0">
                <a:latin typeface="Calibri"/>
                <a:cs typeface="Calibri"/>
              </a:rPr>
              <a:t>função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massa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probabilidade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multinomial.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4F2431ED-CE84-72AB-AF95-AF13F3FA1A78}"/>
                  </a:ext>
                </a:extLst>
              </p:cNvPr>
              <p:cNvSpPr txBox="1"/>
              <p:nvPr/>
            </p:nvSpPr>
            <p:spPr>
              <a:xfrm>
                <a:off x="1363507" y="3524533"/>
                <a:ext cx="9975850" cy="6981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spcBef>
                    <a:spcPts val="95"/>
                  </a:spcBef>
                  <a:buFont typeface="Wingdings"/>
                  <a:buChar char=""/>
                  <a:tabLst>
                    <a:tab pos="266700" algn="l"/>
                    <a:tab pos="1127125" algn="l"/>
                    <a:tab pos="1757045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ar-AE" sz="2000" i="1" spc="11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000" b="0" i="1" spc="11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2000" i="1" spc="11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ar-AE" sz="2000" b="0" i="1" spc="11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pt-BR" sz="2000" b="1" i="1" spc="110" smtClean="0">
                            <a:latin typeface="Cambria Math" panose="02040503050406030204" pitchFamily="18" charset="0"/>
                          </a:rPr>
                          <m:t>𝒂</m:t>
                        </m:r>
                      </m:sub>
                      <m:sup>
                        <m:r>
                          <a:rPr lang="pt-BR" sz="2000" b="0" i="1" spc="110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pt-BR" sz="2000" b="0" i="1" spc="1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1" i="1" spc="110" smtClean="0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sz="2000" b="0" i="1" spc="11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b="0" i="1" spc="11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pt-BR" sz="2000" b="0" i="1" spc="1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sz="2000" b="0" i="1" spc="11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200" spc="-35" dirty="0">
                    <a:latin typeface="Calibri"/>
                    <a:cs typeface="Calibri"/>
                  </a:rPr>
                  <a:t>,</a:t>
                </a:r>
                <a:r>
                  <a:rPr lang="ar-AE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ou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seja,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saída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da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mbria Math"/>
                    <a:cs typeface="Cambria Math"/>
                  </a:rPr>
                  <a:t>𝑞</a:t>
                </a:r>
                <a:r>
                  <a:rPr lang="pt-BR" sz="2200" dirty="0">
                    <a:latin typeface="Calibri"/>
                    <a:cs typeface="Calibri"/>
                  </a:rPr>
                  <a:t>-ésima</a:t>
                </a:r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função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hipótese</a:t>
                </a:r>
                <a:r>
                  <a:rPr lang="pt-BR" sz="2200" spc="-1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de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classificação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sempre </a:t>
                </a:r>
                <a:r>
                  <a:rPr lang="pt-BR" sz="2200" dirty="0">
                    <a:latin typeface="Calibri"/>
                    <a:cs typeface="Calibri"/>
                  </a:rPr>
                  <a:t>será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um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valor</a:t>
                </a:r>
                <a:r>
                  <a:rPr lang="pt-BR" sz="2200" spc="-7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dentro</a:t>
                </a:r>
                <a:r>
                  <a:rPr lang="pt-BR" sz="2200" spc="-5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6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intervalo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[0,</a:t>
                </a:r>
                <a:r>
                  <a:rPr lang="pt-BR" sz="2200" spc="-55" dirty="0">
                    <a:latin typeface="Calibri"/>
                    <a:cs typeface="Calibri"/>
                  </a:rPr>
                  <a:t> </a:t>
                </a:r>
                <a:r>
                  <a:rPr lang="pt-BR" sz="2200" spc="-25" dirty="0">
                    <a:latin typeface="Calibri"/>
                    <a:cs typeface="Calibri"/>
                  </a:rPr>
                  <a:t>1];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7" name="object 5">
                <a:extLst>
                  <a:ext uri="{FF2B5EF4-FFF2-40B4-BE49-F238E27FC236}">
                    <a16:creationId xmlns:a16="http://schemas.microsoft.com/office/drawing/2014/main" id="{4F2431ED-CE84-72AB-AF95-AF13F3FA1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507" y="3524533"/>
                <a:ext cx="9975850" cy="698140"/>
              </a:xfrm>
              <a:prstGeom prst="rect">
                <a:avLst/>
              </a:prstGeom>
              <a:blipFill>
                <a:blip r:embed="rId3"/>
                <a:stretch>
                  <a:fillRect l="-1100" t="-11304" r="-2262" b="-2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077013A-EB2B-ADBA-9F79-D8655EC5ECA1}"/>
                  </a:ext>
                </a:extLst>
              </p:cNvPr>
              <p:cNvSpPr txBox="1"/>
              <p:nvPr/>
            </p:nvSpPr>
            <p:spPr>
              <a:xfrm>
                <a:off x="2749443" y="5572843"/>
                <a:ext cx="6693114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</m:e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⋯,</m:t>
                                    </m:r>
                                  </m:e>
                                  <m:e>
                                    <m:sSubSup>
                                      <m:sSubSup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b>
                                      <m:sup>
                                        <m: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pt-B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4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d>
                                          <m:dPr>
                                            <m:ctrlP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pt-BR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∈ 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077013A-EB2B-ADBA-9F79-D8655EC5E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443" y="5572843"/>
                <a:ext cx="6693114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78130"/>
            <a:ext cx="42570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Softmax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550" y="4280155"/>
            <a:ext cx="5675734" cy="25073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1539" y="965101"/>
            <a:ext cx="10855325" cy="114185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 algn="just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Após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treinamento,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durante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predição,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atribui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ao </a:t>
            </a:r>
            <a:r>
              <a:rPr sz="2800" i="1" spc="-15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ésimo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entrada,</a:t>
            </a:r>
            <a:r>
              <a:rPr lang="pt-BR"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𝒙</a:t>
            </a:r>
            <a:r>
              <a:rPr lang="pt-BR" sz="2800" spc="470" dirty="0">
                <a:latin typeface="Cambria Math"/>
                <a:cs typeface="Cambria Math"/>
              </a:rPr>
              <a:t>(</a:t>
            </a:r>
            <a:r>
              <a:rPr sz="2800" dirty="0">
                <a:latin typeface="Cambria Math"/>
                <a:cs typeface="Cambria Math"/>
              </a:rPr>
              <a:t>𝑖</a:t>
            </a:r>
            <a:r>
              <a:rPr lang="pt-BR" sz="2800" dirty="0">
                <a:latin typeface="Cambria Math"/>
                <a:cs typeface="Cambria Math"/>
              </a:rPr>
              <a:t>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𝑞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maior</a:t>
            </a:r>
            <a:r>
              <a:rPr sz="2800" b="1" i="1" spc="-2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probabilidade </a:t>
            </a:r>
            <a:r>
              <a:rPr sz="2800" b="1" i="1" dirty="0">
                <a:latin typeface="Calibri"/>
                <a:cs typeface="Calibri"/>
              </a:rPr>
              <a:t>estimada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simplesmente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para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1539" y="3509898"/>
            <a:ext cx="10467975" cy="7931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66700" marR="3048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667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arquitetura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regressor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softmax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(i.e.,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𝑄</a:t>
            </a:r>
            <a:r>
              <a:rPr sz="2800" spc="15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8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3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e </a:t>
            </a:r>
            <a:r>
              <a:rPr sz="2800" dirty="0">
                <a:latin typeface="Calibri"/>
                <a:cs typeface="Calibri"/>
              </a:rPr>
              <a:t>dois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59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𝑥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2800" dirty="0">
                <a:latin typeface="Calibri"/>
                <a:cs typeface="Calibri"/>
              </a:rPr>
              <a:t>)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17"/>
              <p:cNvSpPr txBox="1"/>
              <p:nvPr/>
            </p:nvSpPr>
            <p:spPr>
              <a:xfrm>
                <a:off x="7315200" y="4741412"/>
                <a:ext cx="4750435" cy="1973580"/>
              </a:xfrm>
              <a:prstGeom prst="rect">
                <a:avLst/>
              </a:prstGeom>
            </p:spPr>
            <p:txBody>
              <a:bodyPr vert="horz" wrap="square" lIns="0" tIns="7620" rIns="0" bIns="0" rtlCol="0">
                <a:spAutoFit/>
              </a:bodyPr>
              <a:lstStyle/>
              <a:p>
                <a:pPr marL="38100" marR="30480" indent="2540" algn="ctr">
                  <a:lnSpc>
                    <a:spcPct val="101699"/>
                  </a:lnSpc>
                  <a:spcBef>
                    <a:spcPts val="60"/>
                  </a:spcBef>
                  <a:tabLst>
                    <a:tab pos="1982470" algn="l"/>
                  </a:tabLst>
                </a:pPr>
                <a:r>
                  <a:rPr sz="1800" dirty="0">
                    <a:latin typeface="Calibri"/>
                    <a:cs typeface="Calibri"/>
                  </a:rPr>
                  <a:t>A</a:t>
                </a:r>
                <a:r>
                  <a:rPr sz="1800" spc="-2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ideia por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trás</a:t>
                </a:r>
                <a:r>
                  <a:rPr sz="1800" spc="-2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da</a:t>
                </a:r>
                <a:r>
                  <a:rPr sz="1800" spc="10" dirty="0">
                    <a:latin typeface="Calibri"/>
                    <a:cs typeface="Calibri"/>
                  </a:rPr>
                  <a:t> </a:t>
                </a:r>
                <a:r>
                  <a:rPr sz="1800" b="1" i="1" dirty="0">
                    <a:latin typeface="Calibri"/>
                    <a:cs typeface="Calibri"/>
                  </a:rPr>
                  <a:t>regressão</a:t>
                </a:r>
                <a:r>
                  <a:rPr sz="1800" b="1" i="1" spc="10" dirty="0">
                    <a:latin typeface="Calibri"/>
                    <a:cs typeface="Calibri"/>
                  </a:rPr>
                  <a:t> </a:t>
                </a:r>
                <a:r>
                  <a:rPr sz="1800" b="1" i="1" dirty="0">
                    <a:latin typeface="Calibri"/>
                    <a:cs typeface="Calibri"/>
                  </a:rPr>
                  <a:t>softmax </a:t>
                </a:r>
                <a:r>
                  <a:rPr sz="1800" dirty="0">
                    <a:latin typeface="Calibri"/>
                    <a:cs typeface="Calibri"/>
                  </a:rPr>
                  <a:t>é</a:t>
                </a:r>
                <a:r>
                  <a:rPr sz="1800" spc="5" dirty="0"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latin typeface="Calibri"/>
                    <a:cs typeface="Calibri"/>
                  </a:rPr>
                  <a:t>bastante </a:t>
                </a:r>
                <a:r>
                  <a:rPr sz="1800" dirty="0">
                    <a:latin typeface="Calibri"/>
                    <a:cs typeface="Calibri"/>
                  </a:rPr>
                  <a:t>simples:</a:t>
                </a:r>
                <a:r>
                  <a:rPr sz="1800" spc="-4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dado</a:t>
                </a:r>
                <a:r>
                  <a:rPr sz="1800" spc="-1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um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exemplo</a:t>
                </a:r>
                <a:r>
                  <a:rPr sz="1800" spc="-2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de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entrada,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mbria Math"/>
                    <a:cs typeface="Cambria Math"/>
                  </a:rPr>
                  <a:t>𝒙</a:t>
                </a:r>
                <a:r>
                  <a:rPr sz="1800" dirty="0">
                    <a:latin typeface="Calibri"/>
                    <a:cs typeface="Calibri"/>
                  </a:rPr>
                  <a:t>,</a:t>
                </a:r>
                <a:r>
                  <a:rPr sz="1800" spc="-15" dirty="0">
                    <a:latin typeface="Calibri"/>
                    <a:cs typeface="Calibri"/>
                  </a:rPr>
                  <a:t> </a:t>
                </a:r>
                <a:r>
                  <a:rPr sz="1800" spc="-50" dirty="0">
                    <a:latin typeface="Calibri"/>
                    <a:cs typeface="Calibri"/>
                  </a:rPr>
                  <a:t>o </a:t>
                </a:r>
                <a:r>
                  <a:rPr sz="1800" dirty="0">
                    <a:latin typeface="Calibri"/>
                    <a:cs typeface="Calibri"/>
                  </a:rPr>
                  <a:t>regressor</a:t>
                </a:r>
                <a:r>
                  <a:rPr sz="1800" spc="-6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softmax</a:t>
                </a:r>
                <a:r>
                  <a:rPr sz="1800" spc="-5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primeiro</a:t>
                </a:r>
                <a:r>
                  <a:rPr sz="1800" spc="-4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calcula</a:t>
                </a:r>
                <a:r>
                  <a:rPr sz="1800" spc="-20" dirty="0">
                    <a:latin typeface="Calibri"/>
                    <a:cs typeface="Calibri"/>
                  </a:rPr>
                  <a:t> </a:t>
                </a:r>
                <a:r>
                  <a:rPr sz="1800" spc="-25" dirty="0">
                    <a:latin typeface="Calibri"/>
                    <a:cs typeface="Calibri"/>
                  </a:rPr>
                  <a:t>uma </a:t>
                </a:r>
                <a:r>
                  <a:rPr sz="1800" dirty="0">
                    <a:latin typeface="Calibri"/>
                    <a:cs typeface="Calibri"/>
                  </a:rPr>
                  <a:t>“</a:t>
                </a:r>
                <a:r>
                  <a:rPr sz="1800" b="1" i="1" dirty="0">
                    <a:latin typeface="Calibri"/>
                    <a:cs typeface="Calibri"/>
                  </a:rPr>
                  <a:t>pontuação</a:t>
                </a:r>
                <a:r>
                  <a:rPr sz="1800" i="1" dirty="0">
                    <a:latin typeface="Calibri"/>
                    <a:cs typeface="Calibri"/>
                  </a:rPr>
                  <a:t>”</a:t>
                </a:r>
                <a:r>
                  <a:rPr sz="1800" dirty="0">
                    <a:latin typeface="Calibri"/>
                    <a:cs typeface="Calibri"/>
                  </a:rPr>
                  <a:t>,</a:t>
                </a:r>
                <a:r>
                  <a:rPr sz="1800" spc="-1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950" i="1" baseline="-14957" dirty="0">
                        <a:latin typeface="Cambria Math" panose="02040503050406030204" pitchFamily="18" charset="0"/>
                        <a:cs typeface="Cambria Math"/>
                      </a:rPr>
                      <m:t>𝑞</m:t>
                    </m:r>
                    <m:r>
                      <a:rPr lang="pt-BR" sz="1950" i="1" spc="195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)=</m:t>
                    </m:r>
                    <m:r>
                      <a:rPr lang="pt-BR" sz="1800" i="1" spc="60" dirty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950" i="1" spc="89" baseline="27777" dirty="0">
                        <a:latin typeface="Cambria Math" panose="02040503050406030204" pitchFamily="18" charset="0"/>
                        <a:cs typeface="Cambria Math"/>
                      </a:rPr>
                      <m:t>𝑇</m:t>
                    </m:r>
                    <m:r>
                      <a:rPr lang="pt-BR" sz="1800" i="1" spc="60" dirty="0">
                        <a:latin typeface="Cambria Math" panose="02040503050406030204" pitchFamily="18" charset="0"/>
                        <a:cs typeface="Cambria Math"/>
                      </a:rPr>
                      <m:t>𝒂</m:t>
                    </m:r>
                    <m:r>
                      <a:rPr lang="pt-BR" sz="1950" i="1" spc="89" baseline="-14957" dirty="0">
                        <a:latin typeface="Cambria Math" panose="02040503050406030204" pitchFamily="18" charset="0"/>
                        <a:cs typeface="Cambria Math"/>
                      </a:rPr>
                      <m:t>𝑞</m:t>
                    </m:r>
                  </m:oMath>
                </a14:m>
                <a:r>
                  <a:rPr sz="1800" spc="60" dirty="0">
                    <a:latin typeface="Calibri"/>
                    <a:cs typeface="Calibri"/>
                  </a:rPr>
                  <a:t>,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para</a:t>
                </a:r>
                <a:r>
                  <a:rPr sz="1800" spc="-1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cada classe</a:t>
                </a:r>
                <a:r>
                  <a:rPr sz="1800" spc="5" dirty="0">
                    <a:latin typeface="Calibri"/>
                    <a:cs typeface="Calibri"/>
                  </a:rPr>
                  <a:t> </a:t>
                </a:r>
                <a:r>
                  <a:rPr sz="1800" spc="-25" dirty="0">
                    <a:latin typeface="Cambria Math"/>
                    <a:cs typeface="Cambria Math"/>
                  </a:rPr>
                  <a:t>𝑞</a:t>
                </a:r>
                <a:r>
                  <a:rPr sz="1800" spc="-25" dirty="0">
                    <a:latin typeface="Calibri"/>
                    <a:cs typeface="Calibri"/>
                  </a:rPr>
                  <a:t>, </a:t>
                </a:r>
                <a:r>
                  <a:rPr sz="1800" dirty="0">
                    <a:latin typeface="Calibri"/>
                    <a:cs typeface="Calibri"/>
                  </a:rPr>
                  <a:t>em</a:t>
                </a:r>
                <a:r>
                  <a:rPr sz="1800" spc="-4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seguida,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estima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a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probabilidade de</a:t>
                </a:r>
                <a:r>
                  <a:rPr sz="1800" spc="-1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cada</a:t>
                </a:r>
                <a:r>
                  <a:rPr sz="1800" spc="-25" dirty="0"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latin typeface="Calibri"/>
                    <a:cs typeface="Calibri"/>
                  </a:rPr>
                  <a:t>classe </a:t>
                </a:r>
                <a:r>
                  <a:rPr sz="1800" dirty="0">
                    <a:latin typeface="Calibri"/>
                    <a:cs typeface="Calibri"/>
                  </a:rPr>
                  <a:t>aplicando</a:t>
                </a:r>
                <a:r>
                  <a:rPr sz="1800" spc="-1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a</a:t>
                </a:r>
                <a:r>
                  <a:rPr sz="1800" spc="-3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função</a:t>
                </a:r>
                <a:r>
                  <a:rPr sz="1800" spc="-15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softmax</a:t>
                </a:r>
                <a:r>
                  <a:rPr sz="1800" spc="-4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às</a:t>
                </a:r>
                <a:r>
                  <a:rPr sz="1800" spc="-35" dirty="0"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latin typeface="Calibri"/>
                    <a:cs typeface="Calibri"/>
                  </a:rPr>
                  <a:t>“</a:t>
                </a:r>
                <a:r>
                  <a:rPr sz="1800" b="1" i="1" spc="-10" dirty="0">
                    <a:latin typeface="Calibri"/>
                    <a:cs typeface="Calibri"/>
                  </a:rPr>
                  <a:t>pontuações</a:t>
                </a:r>
                <a:r>
                  <a:rPr sz="1800" i="1" spc="-10" dirty="0">
                    <a:latin typeface="Calibri"/>
                    <a:cs typeface="Calibri"/>
                  </a:rPr>
                  <a:t>”,</a:t>
                </a:r>
                <a:r>
                  <a:rPr sz="1800" i="1" spc="-20" dirty="0">
                    <a:latin typeface="Calibri"/>
                    <a:cs typeface="Calibri"/>
                  </a:rPr>
                  <a:t> </a:t>
                </a:r>
                <a:r>
                  <a:rPr sz="1800" spc="-25" dirty="0">
                    <a:latin typeface="Calibri"/>
                    <a:cs typeface="Calibri"/>
                  </a:rPr>
                  <a:t>ou </a:t>
                </a:r>
                <a:r>
                  <a:rPr sz="1800" dirty="0">
                    <a:latin typeface="Calibri"/>
                    <a:cs typeface="Calibri"/>
                  </a:rPr>
                  <a:t>seja,</a:t>
                </a:r>
                <a:r>
                  <a:rPr sz="1800" spc="-20" dirty="0">
                    <a:latin typeface="Calibri"/>
                    <a:cs typeface="Calibri"/>
                  </a:rPr>
                  <a:t> </a:t>
                </a:r>
                <a:r>
                  <a:rPr sz="1800" dirty="0">
                    <a:latin typeface="Calibri"/>
                    <a:cs typeface="Calibri"/>
                  </a:rPr>
                  <a:t>as</a:t>
                </a:r>
                <a:r>
                  <a:rPr sz="1800" spc="-5" dirty="0">
                    <a:latin typeface="Calibri"/>
                    <a:cs typeface="Calibri"/>
                  </a:rPr>
                  <a:t> </a:t>
                </a:r>
                <a:r>
                  <a:rPr sz="1800" spc="-10" dirty="0">
                    <a:latin typeface="Calibri"/>
                    <a:cs typeface="Calibri"/>
                  </a:rPr>
                  <a:t>normaliza.</a:t>
                </a:r>
                <a:endParaRPr sz="1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741412"/>
                <a:ext cx="4750435" cy="1973580"/>
              </a:xfrm>
              <a:prstGeom prst="rect">
                <a:avLst/>
              </a:prstGeom>
              <a:blipFill>
                <a:blip r:embed="rId3"/>
                <a:stretch>
                  <a:fillRect l="-2182" t="-4012" r="-2953" b="-6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0E6CE3D-FBE7-BC42-C084-F423C4914238}"/>
                  </a:ext>
                </a:extLst>
              </p:cNvPr>
              <p:cNvSpPr txBox="1"/>
              <p:nvPr/>
            </p:nvSpPr>
            <p:spPr>
              <a:xfrm>
                <a:off x="5019775" y="2193673"/>
                <a:ext cx="3178114" cy="481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10E6CE3D-FBE7-BC42-C084-F423C4914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775" y="2193673"/>
                <a:ext cx="3178114" cy="481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14BBB777-E21E-FCD1-61AE-3C712129785A}"/>
                  </a:ext>
                </a:extLst>
              </p:cNvPr>
              <p:cNvSpPr txBox="1"/>
              <p:nvPr/>
            </p:nvSpPr>
            <p:spPr>
              <a:xfrm>
                <a:off x="561022" y="2846080"/>
                <a:ext cx="11069955" cy="669992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5"/>
                  </a:spcBef>
                  <a:tabLst>
                    <a:tab pos="2768600" algn="l"/>
                    <a:tab pos="3121660" algn="l"/>
                    <a:tab pos="3650615" algn="l"/>
                    <a:tab pos="4743450" algn="l"/>
                    <a:tab pos="5831840" algn="l"/>
                    <a:tab pos="6468745" algn="l"/>
                    <a:tab pos="89839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𝐶</m:t>
                          </m:r>
                        </m:e>
                        <m:sub>
                          <m:r>
                            <a:rPr lang="pt-BR" sz="28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𝑞</m:t>
                          </m:r>
                        </m:sub>
                      </m:sSub>
                      <m:r>
                        <a:rPr lang="pt-BR" sz="2800" b="0" i="1" smtClean="0">
                          <a:latin typeface="Cambria Math" panose="02040503050406030204" pitchFamily="18" charset="0"/>
                          <a:cs typeface="Cambria Math"/>
                        </a:rPr>
                        <m:t>=</m:t>
                      </m:r>
                      <m:func>
                        <m:func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800" b="0" i="0" smtClean="0">
                              <a:latin typeface="Cambria Math" panose="02040503050406030204" pitchFamily="18" charset="0"/>
                              <a:cs typeface="Cambria Math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800" b="0" i="0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𝑞</m:t>
                                  </m:r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𝒂</m:t>
                                  </m:r>
                                </m:sub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𝑞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pt-BR" sz="2800" b="0" i="1" smtClean="0">
                              <a:latin typeface="Cambria Math" panose="02040503050406030204" pitchFamily="18" charset="0"/>
                              <a:cs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800" b="0" i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  <m:t>arg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cs typeface="Cambria Math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2800" b="0" i="0" smtClean="0">
                                          <a:latin typeface="Cambria Math" panose="02040503050406030204" pitchFamily="18" charset="0"/>
                                          <a:cs typeface="Cambria Math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  <a:cs typeface="Cambria Math"/>
                                        </a:rPr>
                                        <m:t>𝑞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pt-BR" sz="2800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d>
                                        <m:d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sSub>
                                        <m:sSub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func>
                                    <m:func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t-BR" sz="2800" b="0" i="0" smtClean="0">
                                          <a:latin typeface="Cambria Math" panose="02040503050406030204" pitchFamily="18" charset="0"/>
                                        </a:rPr>
                                        <m:t>arg</m:t>
                                      </m:r>
                                    </m:fName>
                                    <m:e>
                                      <m:func>
                                        <m:funcPr>
                                          <m:ctrlP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limLow>
                                            <m:limLow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limLow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28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max</m:t>
                                              </m:r>
                                            </m:e>
                                            <m:lim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lim>
                                          </m:limLow>
                                        </m:fName>
                                        <m:e>
                                          <m:r>
                                            <a:rPr lang="pt-BR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pt-BR" sz="2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pt-BR" sz="28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pt-BR" sz="28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T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8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𝒂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sz="2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14BBB777-E21E-FCD1-61AE-3C7121297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2" y="2846080"/>
                <a:ext cx="11069955" cy="6699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24206"/>
            <a:ext cx="102584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Exemplo: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Regressão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softmax</a:t>
            </a:r>
            <a:r>
              <a:rPr sz="4400" b="0" spc="-10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com</a:t>
            </a:r>
            <a:r>
              <a:rPr sz="4400" b="0" spc="-9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SciKit-Learn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7066" y="2209471"/>
            <a:ext cx="2943027" cy="29145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07194" y="6585610"/>
            <a:ext cx="27832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Exemplo:</a:t>
            </a:r>
            <a:r>
              <a:rPr sz="1200" u="sng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MultiClassDigitClassification.</a:t>
            </a:r>
            <a:r>
              <a:rPr sz="1200" u="sng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ipynb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3994" y="1029461"/>
            <a:ext cx="531431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Classificação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dígitos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escritos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mão.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latin typeface="Calibri"/>
                <a:cs typeface="Calibri"/>
              </a:rPr>
              <a:t>Exemplo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dados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baixada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SciKit-Learn.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Classifica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dígitos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9.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matriz</a:t>
            </a:r>
            <a:r>
              <a:rPr sz="1600" b="1" i="1" spc="-2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de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confusão</a:t>
            </a:r>
            <a:r>
              <a:rPr sz="1600" b="1" i="1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mostra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classificador.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993775"/>
            <a:ext cx="17919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Import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all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necessary</a:t>
            </a:r>
            <a:r>
              <a:rPr sz="11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libraries.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161414"/>
            <a:ext cx="3467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matplotlib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pyplot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plt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datasets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load_digits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linear_model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logistic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LogisticRegression</a:t>
            </a: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100" b="1" spc="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sklearn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model_selection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100" b="1" spc="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999614"/>
            <a:ext cx="1200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Load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digit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data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set. </a:t>
            </a:r>
            <a:r>
              <a:rPr sz="1100" dirty="0">
                <a:latin typeface="Calibri"/>
                <a:cs typeface="Calibri"/>
              </a:rPr>
              <a:t>digits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load_digits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() </a:t>
            </a:r>
            <a:r>
              <a:rPr sz="1100" dirty="0">
                <a:latin typeface="Calibri"/>
                <a:cs typeface="Calibri"/>
              </a:rPr>
              <a:t>x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digits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digits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target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2838069"/>
            <a:ext cx="11169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Split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data</a:t>
            </a:r>
            <a:r>
              <a:rPr sz="11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set.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3005708"/>
            <a:ext cx="48901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x_train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x_test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y_train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y_test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train_test_split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test_size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dirty="0">
                <a:solidFill>
                  <a:srgbClr val="FF0000"/>
                </a:solidFill>
                <a:latin typeface="Calibri"/>
                <a:cs typeface="Calibri"/>
              </a:rPr>
              <a:t>0.3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-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random_state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42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39" y="3340988"/>
            <a:ext cx="408432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6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Instantiate</a:t>
            </a:r>
            <a:r>
              <a:rPr sz="1100" spc="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LogisticRegression</a:t>
            </a:r>
            <a:r>
              <a:rPr sz="11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object.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model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7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LogisticRegression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max_iter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FF0000"/>
                </a:solidFill>
                <a:latin typeface="Calibri"/>
                <a:cs typeface="Calibri"/>
              </a:rPr>
              <a:t>10000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multi_class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spc="-10" dirty="0">
                <a:solidFill>
                  <a:srgbClr val="808080"/>
                </a:solidFill>
                <a:latin typeface="Calibri"/>
                <a:cs typeface="Calibri"/>
              </a:rPr>
              <a:t>'multinomial'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3844290"/>
            <a:ext cx="149733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1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1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model. </a:t>
            </a:r>
            <a:r>
              <a:rPr sz="1100" spc="-10" dirty="0">
                <a:latin typeface="Calibri"/>
                <a:cs typeface="Calibri"/>
              </a:rPr>
              <a:t>model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fit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x_train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100" b="1" spc="9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y_train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6939" y="4347209"/>
            <a:ext cx="179323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08000"/>
                </a:solidFill>
                <a:latin typeface="Calibri"/>
                <a:cs typeface="Calibri"/>
              </a:rPr>
              <a:t># </a:t>
            </a:r>
            <a:r>
              <a:rPr sz="1100" spc="-10" dirty="0">
                <a:solidFill>
                  <a:srgbClr val="008000"/>
                </a:solidFill>
                <a:latin typeface="Calibri"/>
                <a:cs typeface="Calibri"/>
              </a:rPr>
              <a:t>Predict.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y_pred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1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model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100" spc="-10" dirty="0">
                <a:latin typeface="Calibri"/>
                <a:cs typeface="Calibri"/>
              </a:rPr>
              <a:t>predict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100" spc="-10" dirty="0">
                <a:latin typeface="Calibri"/>
                <a:cs typeface="Calibri"/>
              </a:rPr>
              <a:t>x_test</a:t>
            </a:r>
            <a:r>
              <a:rPr sz="11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71390" y="1170178"/>
            <a:ext cx="1253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Importa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classe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dirty="0">
                <a:latin typeface="Calibri"/>
                <a:cs typeface="Calibri"/>
              </a:rPr>
              <a:t>regressão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Logística.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85183" y="1401063"/>
            <a:ext cx="337820" cy="207010"/>
          </a:xfrm>
          <a:custGeom>
            <a:avLst/>
            <a:gdLst/>
            <a:ahLst/>
            <a:cxnLst/>
            <a:rect l="l" t="t" r="r" b="b"/>
            <a:pathLst>
              <a:path w="337820" h="207009">
                <a:moveTo>
                  <a:pt x="45465" y="134365"/>
                </a:moveTo>
                <a:lnTo>
                  <a:pt x="0" y="206501"/>
                </a:lnTo>
                <a:lnTo>
                  <a:pt x="84836" y="199644"/>
                </a:lnTo>
                <a:lnTo>
                  <a:pt x="70742" y="176275"/>
                </a:lnTo>
                <a:lnTo>
                  <a:pt x="55879" y="176275"/>
                </a:lnTo>
                <a:lnTo>
                  <a:pt x="52704" y="170814"/>
                </a:lnTo>
                <a:lnTo>
                  <a:pt x="63501" y="164270"/>
                </a:lnTo>
                <a:lnTo>
                  <a:pt x="45465" y="134365"/>
                </a:lnTo>
                <a:close/>
              </a:path>
              <a:path w="337820" h="207009">
                <a:moveTo>
                  <a:pt x="63501" y="164270"/>
                </a:moveTo>
                <a:lnTo>
                  <a:pt x="52704" y="170814"/>
                </a:lnTo>
                <a:lnTo>
                  <a:pt x="55879" y="176275"/>
                </a:lnTo>
                <a:lnTo>
                  <a:pt x="66765" y="169681"/>
                </a:lnTo>
                <a:lnTo>
                  <a:pt x="63501" y="164270"/>
                </a:lnTo>
                <a:close/>
              </a:path>
              <a:path w="337820" h="207009">
                <a:moveTo>
                  <a:pt x="66765" y="169681"/>
                </a:moveTo>
                <a:lnTo>
                  <a:pt x="55879" y="176275"/>
                </a:lnTo>
                <a:lnTo>
                  <a:pt x="70742" y="176275"/>
                </a:lnTo>
                <a:lnTo>
                  <a:pt x="66765" y="169681"/>
                </a:lnTo>
                <a:close/>
              </a:path>
              <a:path w="337820" h="207009">
                <a:moveTo>
                  <a:pt x="334517" y="0"/>
                </a:moveTo>
                <a:lnTo>
                  <a:pt x="63501" y="164270"/>
                </a:lnTo>
                <a:lnTo>
                  <a:pt x="66765" y="169681"/>
                </a:lnTo>
                <a:lnTo>
                  <a:pt x="337819" y="5461"/>
                </a:lnTo>
                <a:lnTo>
                  <a:pt x="3345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47135" y="1926158"/>
            <a:ext cx="1642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Carrega </a:t>
            </a:r>
            <a:r>
              <a:rPr sz="1200" b="1" dirty="0">
                <a:latin typeface="Calibri"/>
                <a:cs typeface="Calibri"/>
              </a:rPr>
              <a:t>base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dados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da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Calibri"/>
                <a:cs typeface="Calibri"/>
              </a:rPr>
              <a:t>biblioteca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SciKit-</a:t>
            </a:r>
            <a:r>
              <a:rPr sz="1200" b="1" spc="-10" dirty="0">
                <a:latin typeface="Calibri"/>
                <a:cs typeface="Calibri"/>
              </a:rPr>
              <a:t>Learn.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188591" y="2116582"/>
            <a:ext cx="989965" cy="203200"/>
          </a:xfrm>
          <a:custGeom>
            <a:avLst/>
            <a:gdLst/>
            <a:ahLst/>
            <a:cxnLst/>
            <a:rect l="l" t="t" r="r" b="b"/>
            <a:pathLst>
              <a:path w="989964" h="203200">
                <a:moveTo>
                  <a:pt x="68325" y="127634"/>
                </a:moveTo>
                <a:lnTo>
                  <a:pt x="0" y="178434"/>
                </a:lnTo>
                <a:lnTo>
                  <a:pt x="81660" y="202691"/>
                </a:lnTo>
                <a:lnTo>
                  <a:pt x="75929" y="170433"/>
                </a:lnTo>
                <a:lnTo>
                  <a:pt x="63118" y="170433"/>
                </a:lnTo>
                <a:lnTo>
                  <a:pt x="61975" y="164210"/>
                </a:lnTo>
                <a:lnTo>
                  <a:pt x="74432" y="162003"/>
                </a:lnTo>
                <a:lnTo>
                  <a:pt x="68325" y="127634"/>
                </a:lnTo>
                <a:close/>
              </a:path>
              <a:path w="989964" h="203200">
                <a:moveTo>
                  <a:pt x="74432" y="162003"/>
                </a:moveTo>
                <a:lnTo>
                  <a:pt x="61975" y="164210"/>
                </a:lnTo>
                <a:lnTo>
                  <a:pt x="63118" y="170433"/>
                </a:lnTo>
                <a:lnTo>
                  <a:pt x="75538" y="168232"/>
                </a:lnTo>
                <a:lnTo>
                  <a:pt x="74432" y="162003"/>
                </a:lnTo>
                <a:close/>
              </a:path>
              <a:path w="989964" h="203200">
                <a:moveTo>
                  <a:pt x="75538" y="168232"/>
                </a:moveTo>
                <a:lnTo>
                  <a:pt x="63118" y="170433"/>
                </a:lnTo>
                <a:lnTo>
                  <a:pt x="75929" y="170433"/>
                </a:lnTo>
                <a:lnTo>
                  <a:pt x="75538" y="168232"/>
                </a:lnTo>
                <a:close/>
              </a:path>
              <a:path w="989964" h="203200">
                <a:moveTo>
                  <a:pt x="988694" y="0"/>
                </a:moveTo>
                <a:lnTo>
                  <a:pt x="74432" y="162003"/>
                </a:lnTo>
                <a:lnTo>
                  <a:pt x="75538" y="168232"/>
                </a:lnTo>
                <a:lnTo>
                  <a:pt x="989710" y="6222"/>
                </a:lnTo>
                <a:lnTo>
                  <a:pt x="9886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019547" y="2336114"/>
            <a:ext cx="1477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Divide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dados </a:t>
            </a:r>
            <a:r>
              <a:rPr sz="1200" b="1" dirty="0">
                <a:latin typeface="Calibri"/>
                <a:cs typeface="Calibri"/>
              </a:rPr>
              <a:t>em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70%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treinamento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e </a:t>
            </a:r>
            <a:r>
              <a:rPr sz="1200" b="1" dirty="0">
                <a:latin typeface="Calibri"/>
                <a:cs typeface="Calibri"/>
              </a:rPr>
              <a:t>30%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validação.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258817" y="2598927"/>
            <a:ext cx="683260" cy="379730"/>
          </a:xfrm>
          <a:custGeom>
            <a:avLst/>
            <a:gdLst/>
            <a:ahLst/>
            <a:cxnLst/>
            <a:rect l="l" t="t" r="r" b="b"/>
            <a:pathLst>
              <a:path w="683260" h="379730">
                <a:moveTo>
                  <a:pt x="48260" y="309372"/>
                </a:moveTo>
                <a:lnTo>
                  <a:pt x="0" y="379475"/>
                </a:lnTo>
                <a:lnTo>
                  <a:pt x="85217" y="376047"/>
                </a:lnTo>
                <a:lnTo>
                  <a:pt x="71630" y="351536"/>
                </a:lnTo>
                <a:lnTo>
                  <a:pt x="57150" y="351536"/>
                </a:lnTo>
                <a:lnTo>
                  <a:pt x="54102" y="346075"/>
                </a:lnTo>
                <a:lnTo>
                  <a:pt x="65201" y="339936"/>
                </a:lnTo>
                <a:lnTo>
                  <a:pt x="48260" y="309372"/>
                </a:lnTo>
                <a:close/>
              </a:path>
              <a:path w="683260" h="379730">
                <a:moveTo>
                  <a:pt x="65201" y="339936"/>
                </a:moveTo>
                <a:lnTo>
                  <a:pt x="54102" y="346075"/>
                </a:lnTo>
                <a:lnTo>
                  <a:pt x="57150" y="351536"/>
                </a:lnTo>
                <a:lnTo>
                  <a:pt x="68234" y="345407"/>
                </a:lnTo>
                <a:lnTo>
                  <a:pt x="65201" y="339936"/>
                </a:lnTo>
                <a:close/>
              </a:path>
              <a:path w="683260" h="379730">
                <a:moveTo>
                  <a:pt x="68234" y="345407"/>
                </a:moveTo>
                <a:lnTo>
                  <a:pt x="57150" y="351536"/>
                </a:lnTo>
                <a:lnTo>
                  <a:pt x="71630" y="351536"/>
                </a:lnTo>
                <a:lnTo>
                  <a:pt x="68234" y="345407"/>
                </a:lnTo>
                <a:close/>
              </a:path>
              <a:path w="683260" h="379730">
                <a:moveTo>
                  <a:pt x="679831" y="0"/>
                </a:moveTo>
                <a:lnTo>
                  <a:pt x="65201" y="339936"/>
                </a:lnTo>
                <a:lnTo>
                  <a:pt x="68234" y="345407"/>
                </a:lnTo>
                <a:lnTo>
                  <a:pt x="682879" y="5587"/>
                </a:lnTo>
                <a:lnTo>
                  <a:pt x="6798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07684" y="3069716"/>
            <a:ext cx="16414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Instancia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objeto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classe </a:t>
            </a:r>
            <a:r>
              <a:rPr sz="1200" b="1" dirty="0">
                <a:latin typeface="Calibri"/>
                <a:cs typeface="Calibri"/>
              </a:rPr>
              <a:t>LogisticRegression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para </a:t>
            </a:r>
            <a:r>
              <a:rPr sz="1200" b="1" dirty="0">
                <a:latin typeface="Calibri"/>
                <a:cs typeface="Calibri"/>
              </a:rPr>
              <a:t>realizar</a:t>
            </a:r>
            <a:r>
              <a:rPr sz="1200" b="1" spc="-6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regressão </a:t>
            </a:r>
            <a:r>
              <a:rPr sz="1200" b="1" dirty="0">
                <a:latin typeface="Calibri"/>
                <a:cs typeface="Calibri"/>
              </a:rPr>
              <a:t>logistica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Multinomial.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97017" y="3311525"/>
            <a:ext cx="927735" cy="183515"/>
          </a:xfrm>
          <a:custGeom>
            <a:avLst/>
            <a:gdLst/>
            <a:ahLst/>
            <a:cxnLst/>
            <a:rect l="l" t="t" r="r" b="b"/>
            <a:pathLst>
              <a:path w="927735" h="183514">
                <a:moveTo>
                  <a:pt x="68961" y="108076"/>
                </a:moveTo>
                <a:lnTo>
                  <a:pt x="0" y="158241"/>
                </a:lnTo>
                <a:lnTo>
                  <a:pt x="81534" y="183261"/>
                </a:lnTo>
                <a:lnTo>
                  <a:pt x="76118" y="150875"/>
                </a:lnTo>
                <a:lnTo>
                  <a:pt x="63246" y="150875"/>
                </a:lnTo>
                <a:lnTo>
                  <a:pt x="62103" y="144652"/>
                </a:lnTo>
                <a:lnTo>
                  <a:pt x="74724" y="142540"/>
                </a:lnTo>
                <a:lnTo>
                  <a:pt x="68961" y="108076"/>
                </a:lnTo>
                <a:close/>
              </a:path>
              <a:path w="927735" h="183514">
                <a:moveTo>
                  <a:pt x="74724" y="142540"/>
                </a:moveTo>
                <a:lnTo>
                  <a:pt x="62103" y="144652"/>
                </a:lnTo>
                <a:lnTo>
                  <a:pt x="63246" y="150875"/>
                </a:lnTo>
                <a:lnTo>
                  <a:pt x="75768" y="148781"/>
                </a:lnTo>
                <a:lnTo>
                  <a:pt x="74724" y="142540"/>
                </a:lnTo>
                <a:close/>
              </a:path>
              <a:path w="927735" h="183514">
                <a:moveTo>
                  <a:pt x="75768" y="148781"/>
                </a:moveTo>
                <a:lnTo>
                  <a:pt x="63246" y="150875"/>
                </a:lnTo>
                <a:lnTo>
                  <a:pt x="76118" y="150875"/>
                </a:lnTo>
                <a:lnTo>
                  <a:pt x="75768" y="148781"/>
                </a:lnTo>
                <a:close/>
              </a:path>
              <a:path w="927735" h="183514">
                <a:moveTo>
                  <a:pt x="926465" y="0"/>
                </a:moveTo>
                <a:lnTo>
                  <a:pt x="74724" y="142540"/>
                </a:lnTo>
                <a:lnTo>
                  <a:pt x="75768" y="148781"/>
                </a:lnTo>
                <a:lnTo>
                  <a:pt x="927481" y="6350"/>
                </a:lnTo>
                <a:lnTo>
                  <a:pt x="92646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76015" y="4078985"/>
            <a:ext cx="1574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Treinamento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 </a:t>
            </a:r>
            <a:r>
              <a:rPr sz="1200" b="1" spc="-10" dirty="0">
                <a:latin typeface="Calibri"/>
                <a:cs typeface="Calibri"/>
              </a:rPr>
              <a:t>validação </a:t>
            </a:r>
            <a:r>
              <a:rPr sz="1200" b="1" dirty="0">
                <a:latin typeface="Calibri"/>
                <a:cs typeface="Calibri"/>
              </a:rPr>
              <a:t>do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classificador.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83129" y="4110735"/>
            <a:ext cx="958850" cy="99695"/>
          </a:xfrm>
          <a:custGeom>
            <a:avLst/>
            <a:gdLst/>
            <a:ahLst/>
            <a:cxnLst/>
            <a:rect l="l" t="t" r="r" b="b"/>
            <a:pathLst>
              <a:path w="958850" h="99695">
                <a:moveTo>
                  <a:pt x="76288" y="34750"/>
                </a:moveTo>
                <a:lnTo>
                  <a:pt x="75864" y="41097"/>
                </a:lnTo>
                <a:lnTo>
                  <a:pt x="957960" y="99694"/>
                </a:lnTo>
                <a:lnTo>
                  <a:pt x="958342" y="93344"/>
                </a:lnTo>
                <a:lnTo>
                  <a:pt x="76288" y="34750"/>
                </a:lnTo>
                <a:close/>
              </a:path>
              <a:path w="958850" h="99695">
                <a:moveTo>
                  <a:pt x="78612" y="0"/>
                </a:moveTo>
                <a:lnTo>
                  <a:pt x="0" y="32893"/>
                </a:lnTo>
                <a:lnTo>
                  <a:pt x="73532" y="75945"/>
                </a:lnTo>
                <a:lnTo>
                  <a:pt x="75864" y="41097"/>
                </a:lnTo>
                <a:lnTo>
                  <a:pt x="63245" y="40258"/>
                </a:lnTo>
                <a:lnTo>
                  <a:pt x="63626" y="33908"/>
                </a:lnTo>
                <a:lnTo>
                  <a:pt x="76344" y="33908"/>
                </a:lnTo>
                <a:lnTo>
                  <a:pt x="78612" y="0"/>
                </a:lnTo>
                <a:close/>
              </a:path>
              <a:path w="958850" h="99695">
                <a:moveTo>
                  <a:pt x="63626" y="33908"/>
                </a:moveTo>
                <a:lnTo>
                  <a:pt x="63245" y="40258"/>
                </a:lnTo>
                <a:lnTo>
                  <a:pt x="75864" y="41097"/>
                </a:lnTo>
                <a:lnTo>
                  <a:pt x="76288" y="34750"/>
                </a:lnTo>
                <a:lnTo>
                  <a:pt x="63626" y="33908"/>
                </a:lnTo>
                <a:close/>
              </a:path>
              <a:path w="958850" h="99695">
                <a:moveTo>
                  <a:pt x="76344" y="33908"/>
                </a:moveTo>
                <a:lnTo>
                  <a:pt x="63626" y="33908"/>
                </a:lnTo>
                <a:lnTo>
                  <a:pt x="76288" y="34750"/>
                </a:lnTo>
                <a:lnTo>
                  <a:pt x="76344" y="3390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90876" y="4357496"/>
            <a:ext cx="951230" cy="236854"/>
          </a:xfrm>
          <a:custGeom>
            <a:avLst/>
            <a:gdLst/>
            <a:ahLst/>
            <a:cxnLst/>
            <a:rect l="l" t="t" r="r" b="b"/>
            <a:pathLst>
              <a:path w="951229" h="236854">
                <a:moveTo>
                  <a:pt x="66040" y="161925"/>
                </a:moveTo>
                <a:lnTo>
                  <a:pt x="0" y="215772"/>
                </a:lnTo>
                <a:lnTo>
                  <a:pt x="82676" y="236346"/>
                </a:lnTo>
                <a:lnTo>
                  <a:pt x="75664" y="204977"/>
                </a:lnTo>
                <a:lnTo>
                  <a:pt x="62611" y="204977"/>
                </a:lnTo>
                <a:lnTo>
                  <a:pt x="61213" y="198754"/>
                </a:lnTo>
                <a:lnTo>
                  <a:pt x="73651" y="195972"/>
                </a:lnTo>
                <a:lnTo>
                  <a:pt x="66040" y="161925"/>
                </a:lnTo>
                <a:close/>
              </a:path>
              <a:path w="951229" h="236854">
                <a:moveTo>
                  <a:pt x="73651" y="195972"/>
                </a:moveTo>
                <a:lnTo>
                  <a:pt x="61213" y="198754"/>
                </a:lnTo>
                <a:lnTo>
                  <a:pt x="62611" y="204977"/>
                </a:lnTo>
                <a:lnTo>
                  <a:pt x="75042" y="202197"/>
                </a:lnTo>
                <a:lnTo>
                  <a:pt x="73651" y="195972"/>
                </a:lnTo>
                <a:close/>
              </a:path>
              <a:path w="951229" h="236854">
                <a:moveTo>
                  <a:pt x="75042" y="202197"/>
                </a:moveTo>
                <a:lnTo>
                  <a:pt x="62611" y="204977"/>
                </a:lnTo>
                <a:lnTo>
                  <a:pt x="75664" y="204977"/>
                </a:lnTo>
                <a:lnTo>
                  <a:pt x="75042" y="202197"/>
                </a:lnTo>
                <a:close/>
              </a:path>
              <a:path w="951229" h="236854">
                <a:moveTo>
                  <a:pt x="949706" y="0"/>
                </a:moveTo>
                <a:lnTo>
                  <a:pt x="73651" y="195972"/>
                </a:lnTo>
                <a:lnTo>
                  <a:pt x="75042" y="202197"/>
                </a:lnTo>
                <a:lnTo>
                  <a:pt x="951102" y="6222"/>
                </a:lnTo>
                <a:lnTo>
                  <a:pt x="9497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73379" y="5242305"/>
            <a:ext cx="10041255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91440" indent="-28702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72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LogisticRegression</a:t>
            </a:r>
            <a:r>
              <a:rPr sz="1600" b="1" i="1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abordagem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i="1" spc="-20" dirty="0">
                <a:latin typeface="Calibri"/>
                <a:cs typeface="Calibri"/>
              </a:rPr>
              <a:t>um-contra-</a:t>
            </a:r>
            <a:r>
              <a:rPr sz="1600" b="1" i="1" dirty="0">
                <a:latin typeface="Calibri"/>
                <a:cs typeface="Calibri"/>
              </a:rPr>
              <a:t>todos</a:t>
            </a:r>
            <a:r>
              <a:rPr sz="1600" b="1" i="1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padrão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quando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treina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conjuntos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mais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duas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classes,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pode-</a:t>
            </a:r>
            <a:r>
              <a:rPr sz="1600" dirty="0">
                <a:latin typeface="Calibri"/>
                <a:cs typeface="Calibri"/>
              </a:rPr>
              <a:t>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definir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hiperparâmetro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multi_class</a:t>
            </a:r>
            <a:r>
              <a:rPr sz="1600" b="1" i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</a:t>
            </a:r>
            <a:r>
              <a:rPr sz="1600" b="1" i="1" spc="-10" dirty="0">
                <a:latin typeface="Calibri"/>
                <a:cs typeface="Calibri"/>
              </a:rPr>
              <a:t>multinomial</a:t>
            </a:r>
            <a:r>
              <a:rPr sz="1600" spc="-10" dirty="0">
                <a:latin typeface="Calibri"/>
                <a:cs typeface="Calibri"/>
              </a:rPr>
              <a:t>"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alternar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Regressão Softmax.</a:t>
            </a:r>
            <a:endParaRPr sz="1600" dirty="0">
              <a:latin typeface="Calibri"/>
              <a:cs typeface="Calibri"/>
            </a:endParaRPr>
          </a:p>
          <a:p>
            <a:pPr marL="299085" indent="-287020" algn="just">
              <a:lnSpc>
                <a:spcPct val="100000"/>
              </a:lnSpc>
              <a:buFont typeface="Arial"/>
              <a:buChar char="•"/>
              <a:tabLst>
                <a:tab pos="299720" algn="l"/>
              </a:tabLst>
            </a:pPr>
            <a:r>
              <a:rPr sz="1600" spc="-25" dirty="0">
                <a:latin typeface="Calibri"/>
                <a:cs typeface="Calibri"/>
              </a:rPr>
              <a:t>Deve-</a:t>
            </a:r>
            <a:r>
              <a:rPr sz="1600" dirty="0">
                <a:latin typeface="Calibri"/>
                <a:cs typeface="Calibri"/>
              </a:rPr>
              <a:t>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também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especificar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solver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suporte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Regressão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Softmax,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exemplo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solver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"lbfgs"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(consulte</a:t>
            </a:r>
            <a:endParaRPr sz="1600" dirty="0">
              <a:latin typeface="Calibri"/>
              <a:cs typeface="Calibri"/>
            </a:endParaRPr>
          </a:p>
          <a:p>
            <a:pPr marL="299085" algn="just"/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documentação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Scikit-</a:t>
            </a:r>
            <a:r>
              <a:rPr sz="1600" dirty="0">
                <a:latin typeface="Calibri"/>
                <a:cs typeface="Calibri"/>
              </a:rPr>
              <a:t>Learn).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LogisticRegression</a:t>
            </a:r>
            <a:r>
              <a:rPr sz="1600" b="1" i="1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também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aplica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regularização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L2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padrão,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 err="1">
                <a:latin typeface="Calibri"/>
                <a:cs typeface="Calibri"/>
              </a:rPr>
              <a:t>pode</a:t>
            </a:r>
            <a:r>
              <a:rPr lang="pt-BR" sz="1600" spc="-20" dirty="0">
                <a:latin typeface="Calibri"/>
                <a:cs typeface="Calibri"/>
              </a:rPr>
              <a:t> </a:t>
            </a:r>
            <a:r>
              <a:rPr lang="pt-BR" sz="1600" dirty="0">
                <a:latin typeface="Calibri"/>
                <a:cs typeface="Calibri"/>
              </a:rPr>
              <a:t>ser</a:t>
            </a:r>
            <a:r>
              <a:rPr lang="pt-BR" sz="1600" spc="-40" dirty="0">
                <a:latin typeface="Calibri"/>
                <a:cs typeface="Calibri"/>
              </a:rPr>
              <a:t> </a:t>
            </a:r>
            <a:r>
              <a:rPr lang="pt-BR" sz="1600" spc="-10" dirty="0">
                <a:latin typeface="Calibri"/>
                <a:cs typeface="Calibri"/>
              </a:rPr>
              <a:t>controlada</a:t>
            </a:r>
            <a:r>
              <a:rPr lang="pt-BR" sz="1600" spc="-45" dirty="0">
                <a:latin typeface="Calibri"/>
                <a:cs typeface="Calibri"/>
              </a:rPr>
              <a:t> </a:t>
            </a:r>
            <a:r>
              <a:rPr lang="pt-BR" sz="1600" dirty="0">
                <a:latin typeface="Calibri"/>
                <a:cs typeface="Calibri"/>
              </a:rPr>
              <a:t>usando</a:t>
            </a:r>
            <a:r>
              <a:rPr lang="pt-BR" sz="1600" spc="-50" dirty="0">
                <a:latin typeface="Calibri"/>
                <a:cs typeface="Calibri"/>
              </a:rPr>
              <a:t> </a:t>
            </a:r>
            <a:r>
              <a:rPr lang="pt-BR" sz="1600" dirty="0">
                <a:latin typeface="Calibri"/>
                <a:cs typeface="Calibri"/>
              </a:rPr>
              <a:t>o</a:t>
            </a:r>
            <a:r>
              <a:rPr lang="pt-BR" sz="1600" spc="-40" dirty="0">
                <a:latin typeface="Calibri"/>
                <a:cs typeface="Calibri"/>
              </a:rPr>
              <a:t> </a:t>
            </a:r>
            <a:r>
              <a:rPr lang="pt-BR" sz="1600" spc="-10" dirty="0" err="1">
                <a:latin typeface="Calibri"/>
                <a:cs typeface="Calibri"/>
              </a:rPr>
              <a:t>hiperparâmetro</a:t>
            </a:r>
            <a:r>
              <a:rPr lang="pt-BR" sz="1600" spc="10" dirty="0">
                <a:latin typeface="Calibri"/>
                <a:cs typeface="Calibri"/>
              </a:rPr>
              <a:t> </a:t>
            </a:r>
            <a:r>
              <a:rPr lang="pt-BR" sz="1600" b="1" i="1" spc="-25" dirty="0">
                <a:latin typeface="Calibri"/>
                <a:cs typeface="Calibri"/>
              </a:rPr>
              <a:t>C</a:t>
            </a:r>
            <a:r>
              <a:rPr lang="pt-BR" sz="1600" spc="-2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84045"/>
            <a:ext cx="10897870" cy="31978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5080" indent="-228600">
              <a:lnSpc>
                <a:spcPts val="3460"/>
              </a:lnSpc>
              <a:spcBef>
                <a:spcPts val="535"/>
              </a:spcBef>
              <a:buFont typeface="Arial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As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métricas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avalição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desempenho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classificadores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que </a:t>
            </a:r>
            <a:r>
              <a:rPr sz="3200" dirty="0">
                <a:latin typeface="Calibri"/>
                <a:cs typeface="Calibri"/>
              </a:rPr>
              <a:t>estudaremos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são:</a:t>
            </a:r>
            <a:endParaRPr sz="32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50" dirty="0">
                <a:latin typeface="Calibri"/>
                <a:cs typeface="Calibri"/>
              </a:rPr>
              <a:t>Taxa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acurácia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confusão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0"/>
              </a:spcBef>
              <a:buFont typeface="Courier New"/>
              <a:buChar char="o"/>
              <a:tabLst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Várias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métricas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extraídas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matriz.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20" dirty="0">
                <a:latin typeface="Calibri"/>
                <a:cs typeface="Calibri"/>
              </a:rPr>
              <a:t>Pontuação-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0" dirty="0">
                <a:latin typeface="Calibri"/>
                <a:cs typeface="Calibri"/>
              </a:rPr>
              <a:t>F-score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marR="764540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Curva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Característica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Receptor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inglês,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Receiver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Operating </a:t>
            </a:r>
            <a:r>
              <a:rPr sz="2400" i="1" dirty="0">
                <a:latin typeface="Calibri"/>
                <a:cs typeface="Calibri"/>
              </a:rPr>
              <a:t>Characteristic</a:t>
            </a:r>
            <a:r>
              <a:rPr sz="2400" i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ROC)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10310495" cy="225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60" dirty="0">
                <a:latin typeface="Calibri"/>
                <a:cs typeface="Calibri"/>
              </a:rPr>
              <a:t>Taxa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de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erro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e</a:t>
            </a:r>
            <a:r>
              <a:rPr sz="3000" b="1" spc="-3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acurácia</a:t>
            </a:r>
            <a:endParaRPr sz="30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taxa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métrica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direta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avaliar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desempenho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 </a:t>
            </a:r>
            <a:r>
              <a:rPr sz="2600" spc="-10" dirty="0">
                <a:latin typeface="Calibri"/>
                <a:cs typeface="Calibri"/>
              </a:rPr>
              <a:t>classificador.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Ela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corresponde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porcentagem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exemplos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classificados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incorretamente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0"/>
              </a:lnSpc>
            </a:pPr>
            <a:r>
              <a:rPr sz="2600" dirty="0">
                <a:latin typeface="Calibri"/>
                <a:cs typeface="Calibri"/>
              </a:rPr>
              <a:t>considerando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disponíveis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validação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taxa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erro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por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/>
              <p:cNvSpPr txBox="1"/>
              <p:nvPr/>
            </p:nvSpPr>
            <p:spPr>
              <a:xfrm>
                <a:off x="902333" y="4419600"/>
                <a:ext cx="10339705" cy="90595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  <a:tabLst>
                    <a:tab pos="1124585" algn="l"/>
                    <a:tab pos="1715770" algn="l"/>
                    <a:tab pos="7248525" algn="l"/>
                    <a:tab pos="757491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onde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𝛿</a:t>
                </a:r>
                <a:r>
                  <a:rPr lang="pt-BR" sz="2600" dirty="0">
                    <a:latin typeface="Cambria Math"/>
                    <a:cs typeface="Cambria Math"/>
                  </a:rPr>
                  <a:t>(𝑖,</a:t>
                </a:r>
                <a:r>
                  <a:rPr lang="pt-BR" sz="2600" spc="-65" dirty="0">
                    <a:latin typeface="Cambria Math"/>
                    <a:cs typeface="Cambria Math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𝑗)</a:t>
                </a:r>
                <a:r>
                  <a:rPr lang="pt-BR" sz="2600" dirty="0">
                    <a:latin typeface="Cambria Math"/>
                    <a:cs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pt-BR" sz="2600" i="1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sz="2600" i="1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sz="260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</m:ctrlPr>
                          </m:eqArrPr>
                          <m:e>
                            <m:r>
                              <a:rPr lang="ar-AE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0</m:t>
                            </m:r>
                            <m:r>
                              <a:rPr lang="ar-AE" sz="260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,  </m:t>
                            </m:r>
                            <m:r>
                              <m:rPr>
                                <m:sty m:val="p"/>
                              </m:rPr>
                              <a:rPr lang="pt-BR" sz="2600" b="0" i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se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 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𝑖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/>
                              </a:rPr>
                              <m:t>≠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/>
                              </a:rPr>
                              <m:t>𝑗</m:t>
                            </m:r>
                          </m:e>
                          <m:e>
                            <m:r>
                              <a:rPr lang="ar-AE" sz="260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&amp;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1</m:t>
                            </m:r>
                            <m:r>
                              <a:rPr lang="ar-AE" sz="260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,  </m:t>
                            </m:r>
                            <m:r>
                              <m:rPr>
                                <m:sty m:val="p"/>
                              </m:rPr>
                              <a:rPr lang="pt-BR" sz="2600" b="0" i="0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se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 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𝑖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=</m:t>
                            </m:r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mbria Math"/>
                              </a:rPr>
                              <m:t>𝑗</m:t>
                            </m:r>
                          </m:e>
                        </m:eqArr>
                      </m:e>
                    </m:d>
                  </m:oMath>
                </a14:m>
                <a:r>
                  <a:rPr lang="ar-AE" sz="2600" spc="105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delta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</a:t>
                </a:r>
                <a:r>
                  <a:rPr lang="pt-BR" sz="26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Kronecker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mbria Math"/>
                    <a:cs typeface="Cambria Math"/>
                  </a:rPr>
                  <a:t>𝑦</a:t>
                </a:r>
                <a:r>
                  <a:rPr lang="pt-BR" sz="2600" dirty="0">
                    <a:latin typeface="Cambria Math"/>
                    <a:cs typeface="Cambria Math"/>
                  </a:rPr>
                  <a:t>(</a:t>
                </a:r>
                <a:r>
                  <a:rPr lang="pt-BR" sz="2600" spc="-50" dirty="0">
                    <a:latin typeface="Cambria Math"/>
                    <a:cs typeface="Cambria Math"/>
                  </a:rPr>
                  <a:t>𝑖)</a:t>
                </a:r>
                <a:r>
                  <a:rPr lang="pt-BR" sz="2600" dirty="0">
                    <a:latin typeface="Cambria Math"/>
                    <a:cs typeface="Cambria Math"/>
                  </a:rPr>
                  <a:t>	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valor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esperado</a:t>
                </a:r>
                <a:r>
                  <a:rPr lang="pt-BR" sz="2600" spc="-70" dirty="0">
                    <a:latin typeface="Calibri"/>
                    <a:cs typeface="Calibri"/>
                  </a:rPr>
                  <a:t> </a:t>
                </a:r>
                <a:r>
                  <a:rPr lang="pt-BR" sz="2600" spc="-50" dirty="0">
                    <a:latin typeface="Calibri"/>
                    <a:cs typeface="Calibri"/>
                  </a:rPr>
                  <a:t>e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33" y="4419600"/>
                <a:ext cx="10339705" cy="905954"/>
              </a:xfrm>
              <a:prstGeom prst="rect">
                <a:avLst/>
              </a:prstGeom>
              <a:blipFill>
                <a:blip r:embed="rId2"/>
                <a:stretch>
                  <a:fillRect l="-1592" r="-13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22"/>
              <p:cNvSpPr txBox="1"/>
              <p:nvPr/>
            </p:nvSpPr>
            <p:spPr>
              <a:xfrm>
                <a:off x="902333" y="5355771"/>
                <a:ext cx="10714355" cy="136960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88900">
                  <a:lnSpc>
                    <a:spcPct val="100000"/>
                  </a:lnSpc>
                  <a:spcBef>
                    <a:spcPts val="100"/>
                  </a:spcBef>
                  <a:tabLst>
                    <a:tab pos="6871334" algn="l"/>
                    <a:tab pos="7752080" algn="l"/>
                    <a:tab pos="8165465" algn="l"/>
                  </a:tabLs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acc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1" i="1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𝑖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e>
                    </m:d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saída do</a:t>
                </a:r>
                <a:r>
                  <a:rPr lang="pt-BR" sz="2600" spc="-5" dirty="0">
                    <a:latin typeface="Calibri"/>
                    <a:cs typeface="Calibri"/>
                  </a:rPr>
                  <a:t> </a:t>
                </a:r>
                <a:r>
                  <a:rPr lang="pt-BR" sz="2600" spc="-20" dirty="0">
                    <a:latin typeface="Calibri"/>
                    <a:cs typeface="Calibri"/>
                  </a:rPr>
                  <a:t>classificador.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Observe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6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pt-BR" sz="2600" b="0" i="1" smtClean="0">
                        <a:latin typeface="Cambria Math" panose="02040503050406030204" pitchFamily="18" charset="0"/>
                        <a:cs typeface="Calibri"/>
                      </a:rPr>
                      <m:t>∈ </m:t>
                    </m:r>
                    <m:d>
                      <m:dPr>
                        <m:begChr m:val="["/>
                        <m:endChr m:val="]"/>
                        <m:ctrlP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,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  <a:cs typeface="Calibri"/>
                          </a:rPr>
                          <m:t>1</m:t>
                        </m:r>
                      </m:e>
                    </m:d>
                  </m:oMath>
                </a14:m>
                <a:r>
                  <a:rPr lang="pt-BR" sz="2600" spc="-50" dirty="0">
                    <a:latin typeface="Calibri"/>
                    <a:cs typeface="Calibri"/>
                  </a:rPr>
                  <a:t>.</a:t>
                </a:r>
                <a:endParaRPr lang="pt-BR" sz="2600" dirty="0">
                  <a:latin typeface="Calibri"/>
                  <a:cs typeface="Calibri"/>
                </a:endParaRPr>
              </a:p>
              <a:p>
                <a:pPr marL="317500" indent="-228600">
                  <a:lnSpc>
                    <a:spcPct val="100000"/>
                  </a:lnSpc>
                  <a:spcBef>
                    <a:spcPts val="60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complemento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da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taxa</a:t>
                </a:r>
                <a:r>
                  <a:rPr lang="pt-BR" sz="26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de</a:t>
                </a:r>
                <a:r>
                  <a:rPr lang="pt-BR" sz="26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erro</a:t>
                </a:r>
                <a:r>
                  <a:rPr lang="pt-BR" sz="2600" b="1" i="1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conhecido</a:t>
                </a:r>
                <a:r>
                  <a:rPr lang="pt-BR" sz="2600" spc="-5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como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b="1" i="1" dirty="0">
                    <a:latin typeface="Calibri"/>
                    <a:cs typeface="Calibri"/>
                  </a:rPr>
                  <a:t>acurácia</a:t>
                </a:r>
                <a:r>
                  <a:rPr lang="pt-BR" sz="2600" dirty="0">
                    <a:latin typeface="Calibri"/>
                    <a:cs typeface="Calibri"/>
                  </a:rPr>
                  <a:t>,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definido</a:t>
                </a:r>
                <a:r>
                  <a:rPr lang="pt-BR" sz="2600" spc="-50" dirty="0">
                    <a:latin typeface="Calibri"/>
                    <a:cs typeface="Calibri"/>
                  </a:rPr>
                  <a:t> </a:t>
                </a:r>
                <a:r>
                  <a:rPr lang="pt-BR" sz="2600" spc="-25" dirty="0">
                    <a:latin typeface="Calibri"/>
                    <a:cs typeface="Calibri"/>
                  </a:rPr>
                  <a:t>por</a:t>
                </a:r>
              </a:p>
              <a:p>
                <a:pPr marL="88900">
                  <a:lnSpc>
                    <a:spcPct val="100000"/>
                  </a:lnSpc>
                  <a:spcBef>
                    <a:spcPts val="60"/>
                  </a:spcBef>
                  <a:tabLst>
                    <a:tab pos="317500" algn="l"/>
                  </a:tabLst>
                </a:pPr>
                <a:r>
                  <a:rPr lang="pt-BR" sz="2600" spc="-25" dirty="0">
                    <a:latin typeface="Calibri"/>
                    <a:cs typeface="Calibri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600" b="0" i="0" spc="-25" smtClean="0">
                        <a:latin typeface="Cambria Math" panose="02040503050406030204" pitchFamily="18" charset="0"/>
                        <a:cs typeface="Calibri"/>
                      </a:rPr>
                      <m:t>acc</m:t>
                    </m:r>
                    <m:d>
                      <m:dPr>
                        <m:ctrlPr>
                          <a:rPr lang="pt-BR" sz="2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BR" sz="2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600" b="1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sz="2600" b="0" i="1" spc="-25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pt-BR" sz="2600" b="0" i="1" spc="-25" smtClean="0">
                        <a:latin typeface="Cambria Math" panose="02040503050406030204" pitchFamily="18" charset="0"/>
                        <a:cs typeface="Calibri"/>
                      </a:rPr>
                      <m:t>1</m:t>
                    </m:r>
                    <m:r>
                      <a:rPr lang="pt-BR" sz="2600" b="0" i="1" spc="-25" smtClean="0">
                        <a:latin typeface="Cambria Math" panose="02040503050406030204" pitchFamily="18" charset="0"/>
                        <a:cs typeface="Calibri"/>
                      </a:rPr>
                      <m:t>−</m:t>
                    </m:r>
                    <m:sSub>
                      <m:sSubPr>
                        <m:ctrlPr>
                          <a:rPr lang="pt-BR" sz="2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6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𝑝</m:t>
                        </m:r>
                      </m:e>
                      <m:sub>
                        <m:r>
                          <a:rPr lang="pt-BR" sz="26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pt-BR" sz="26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pt-BR" sz="2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BR" sz="26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600" b="1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endParaRPr lang="pt-BR"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33" y="5355771"/>
                <a:ext cx="10714355" cy="1369606"/>
              </a:xfrm>
              <a:prstGeom prst="rect">
                <a:avLst/>
              </a:prstGeom>
              <a:blipFill>
                <a:blip r:embed="rId3"/>
                <a:stretch>
                  <a:fillRect l="-853" t="-4018" r="-8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EDBD461-3637-3ACD-7A25-91ABF3BA29E9}"/>
                  </a:ext>
                </a:extLst>
              </p:cNvPr>
              <p:cNvSpPr txBox="1"/>
              <p:nvPr/>
            </p:nvSpPr>
            <p:spPr>
              <a:xfrm>
                <a:off x="3210787" y="3733800"/>
                <a:ext cx="5770426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d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0EDBD461-3637-3ACD-7A25-91ABF3BA2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787" y="3733800"/>
                <a:ext cx="5770426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98195"/>
            <a:ext cx="9352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56420"/>
            <a:ext cx="10714990" cy="16808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800" b="1" dirty="0">
                <a:latin typeface="Calibri"/>
                <a:cs typeface="Calibri"/>
              </a:rPr>
              <a:t>Matriz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Confusão</a:t>
            </a:r>
            <a:endParaRPr sz="2800" dirty="0">
              <a:latin typeface="Calibri"/>
              <a:cs typeface="Calibri"/>
            </a:endParaRPr>
          </a:p>
          <a:p>
            <a:pPr marL="241300" marR="11747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nome,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matriz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confusão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deriva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torna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fácil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verificar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classificador </a:t>
            </a:r>
            <a:r>
              <a:rPr sz="2200" dirty="0">
                <a:latin typeface="Calibri"/>
                <a:cs typeface="Calibri"/>
              </a:rPr>
              <a:t>está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confundindo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(ou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seja,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classificando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spc="-20" dirty="0">
                <a:latin typeface="Calibri"/>
                <a:cs typeface="Calibri"/>
              </a:rPr>
              <a:t>incorretamente</a:t>
            </a:r>
            <a:r>
              <a:rPr sz="2200" b="1" i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exemplos).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matriz</a:t>
            </a:r>
            <a:r>
              <a:rPr sz="22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confusão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contabiliza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número</a:t>
            </a:r>
            <a:r>
              <a:rPr sz="22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classificações</a:t>
            </a:r>
            <a:r>
              <a:rPr sz="2200" b="1" i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corretas</a:t>
            </a:r>
            <a:r>
              <a:rPr sz="22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dirty="0">
                <a:solidFill>
                  <a:srgbClr val="00AF50"/>
                </a:solidFill>
                <a:latin typeface="Calibri"/>
                <a:cs typeface="Calibri"/>
              </a:rPr>
              <a:t>e</a:t>
            </a:r>
            <a:r>
              <a:rPr sz="22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i="1" spc="-10" dirty="0">
                <a:solidFill>
                  <a:srgbClr val="00AF50"/>
                </a:solidFill>
                <a:latin typeface="Calibri"/>
                <a:cs typeface="Calibri"/>
              </a:rPr>
              <a:t>incorretas</a:t>
            </a:r>
            <a:r>
              <a:rPr sz="22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cada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𝑄</a:t>
            </a:r>
            <a:r>
              <a:rPr sz="2200" spc="35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problema.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39" y="3139820"/>
            <a:ext cx="59905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dirty="0">
                <a:latin typeface="Calibri"/>
                <a:cs typeface="Calibri"/>
              </a:rPr>
              <a:t>A </a:t>
            </a:r>
            <a:r>
              <a:rPr sz="2200" b="1" i="1" dirty="0">
                <a:latin typeface="Calibri"/>
                <a:cs typeface="Calibri"/>
              </a:rPr>
              <a:t>matriz</a:t>
            </a:r>
            <a:r>
              <a:rPr sz="2200" b="1" i="1" spc="-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de</a:t>
            </a:r>
            <a:r>
              <a:rPr sz="2200" b="1" i="1" spc="-1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confusão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𝑪</a:t>
            </a:r>
            <a:r>
              <a:rPr sz="2200" spc="10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∈</a:t>
            </a:r>
            <a:r>
              <a:rPr sz="2200" spc="125" dirty="0">
                <a:latin typeface="Cambria Math"/>
                <a:cs typeface="Cambria Math"/>
              </a:rPr>
              <a:t> </a:t>
            </a:r>
            <a:r>
              <a:rPr sz="2200" dirty="0">
                <a:latin typeface="Cambria Math"/>
                <a:cs typeface="Cambria Math"/>
              </a:rPr>
              <a:t>ℝ</a:t>
            </a:r>
            <a:r>
              <a:rPr sz="2400" baseline="27777" dirty="0">
                <a:latin typeface="Cambria Math"/>
                <a:cs typeface="Cambria Math"/>
              </a:rPr>
              <a:t>𝑄×𝑄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é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definida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como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4819" y="3879341"/>
            <a:ext cx="5492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Cambria Math"/>
                <a:cs typeface="Cambria Math"/>
              </a:rPr>
              <a:t>𝑪</a:t>
            </a:r>
            <a:r>
              <a:rPr sz="2500" spc="114" dirty="0">
                <a:latin typeface="Cambria Math"/>
                <a:cs typeface="Cambria Math"/>
              </a:rPr>
              <a:t> </a:t>
            </a:r>
            <a:r>
              <a:rPr sz="2500" spc="-50" dirty="0">
                <a:latin typeface="Cambria Math"/>
                <a:cs typeface="Cambria Math"/>
              </a:rPr>
              <a:t>=</a:t>
            </a:r>
            <a:endParaRPr sz="25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6329" y="3575050"/>
            <a:ext cx="2503170" cy="1087120"/>
          </a:xfrm>
          <a:custGeom>
            <a:avLst/>
            <a:gdLst/>
            <a:ahLst/>
            <a:cxnLst/>
            <a:rect l="l" t="t" r="r" b="b"/>
            <a:pathLst>
              <a:path w="2503170" h="1087120">
                <a:moveTo>
                  <a:pt x="73279" y="0"/>
                </a:moveTo>
                <a:lnTo>
                  <a:pt x="0" y="0"/>
                </a:lnTo>
                <a:lnTo>
                  <a:pt x="0" y="13970"/>
                </a:lnTo>
                <a:lnTo>
                  <a:pt x="0" y="1073150"/>
                </a:lnTo>
                <a:lnTo>
                  <a:pt x="0" y="1087120"/>
                </a:lnTo>
                <a:lnTo>
                  <a:pt x="73279" y="1087120"/>
                </a:lnTo>
                <a:lnTo>
                  <a:pt x="73279" y="1073150"/>
                </a:lnTo>
                <a:lnTo>
                  <a:pt x="27305" y="1073150"/>
                </a:lnTo>
                <a:lnTo>
                  <a:pt x="27305" y="13970"/>
                </a:lnTo>
                <a:lnTo>
                  <a:pt x="73279" y="13970"/>
                </a:lnTo>
                <a:lnTo>
                  <a:pt x="73279" y="0"/>
                </a:lnTo>
                <a:close/>
              </a:path>
              <a:path w="2503170" h="1087120">
                <a:moveTo>
                  <a:pt x="2502662" y="0"/>
                </a:moveTo>
                <a:lnTo>
                  <a:pt x="2429383" y="0"/>
                </a:lnTo>
                <a:lnTo>
                  <a:pt x="2429383" y="13970"/>
                </a:lnTo>
                <a:lnTo>
                  <a:pt x="2475357" y="13970"/>
                </a:lnTo>
                <a:lnTo>
                  <a:pt x="2475357" y="1073150"/>
                </a:lnTo>
                <a:lnTo>
                  <a:pt x="2429383" y="1073150"/>
                </a:lnTo>
                <a:lnTo>
                  <a:pt x="2429383" y="1087120"/>
                </a:lnTo>
                <a:lnTo>
                  <a:pt x="2502662" y="1087120"/>
                </a:lnTo>
                <a:lnTo>
                  <a:pt x="2502662" y="1073150"/>
                </a:lnTo>
                <a:lnTo>
                  <a:pt x="2502662" y="13970"/>
                </a:lnTo>
                <a:lnTo>
                  <a:pt x="25026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48071" y="3855796"/>
            <a:ext cx="24193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25" dirty="0">
                <a:latin typeface="Cambria Math"/>
                <a:cs typeface="Cambria Math"/>
              </a:rPr>
              <a:t>21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75859" y="3415665"/>
            <a:ext cx="1127760" cy="638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05"/>
              </a:spcBef>
              <a:tabLst>
                <a:tab pos="733425" algn="l"/>
              </a:tabLst>
            </a:pPr>
            <a:r>
              <a:rPr sz="3000" spc="-37" baseline="13888" dirty="0">
                <a:latin typeface="Cambria Math"/>
                <a:cs typeface="Cambria Math"/>
              </a:rPr>
              <a:t>𝐶</a:t>
            </a:r>
            <a:r>
              <a:rPr sz="1450" spc="-25" dirty="0">
                <a:latin typeface="Cambria Math"/>
                <a:cs typeface="Cambria Math"/>
              </a:rPr>
              <a:t>11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3000" spc="-37" baseline="13888" dirty="0">
                <a:latin typeface="Cambria Math"/>
                <a:cs typeface="Cambria Math"/>
              </a:rPr>
              <a:t>𝐶</a:t>
            </a:r>
            <a:r>
              <a:rPr sz="1450" spc="-25" dirty="0">
                <a:latin typeface="Cambria Math"/>
                <a:cs typeface="Cambria Math"/>
              </a:rPr>
              <a:t>12</a:t>
            </a:r>
            <a:endParaRPr sz="145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0"/>
              </a:spcBef>
              <a:tabLst>
                <a:tab pos="728980" algn="l"/>
              </a:tabLst>
            </a:pPr>
            <a:r>
              <a:rPr sz="2000" spc="-50" dirty="0">
                <a:latin typeface="Cambria Math"/>
                <a:cs typeface="Cambria Math"/>
              </a:rPr>
              <a:t>𝐶</a:t>
            </a:r>
            <a:r>
              <a:rPr sz="2000" dirty="0">
                <a:latin typeface="Cambria Math"/>
                <a:cs typeface="Cambria Math"/>
              </a:rPr>
              <a:t>	</a:t>
            </a:r>
            <a:r>
              <a:rPr sz="2000" spc="-50" dirty="0">
                <a:latin typeface="Cambria Math"/>
                <a:cs typeface="Cambria Math"/>
              </a:rPr>
              <a:t>𝐶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6504" y="3855796"/>
            <a:ext cx="241935" cy="2489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-25" dirty="0">
                <a:latin typeface="Cambria Math"/>
                <a:cs typeface="Cambria Math"/>
              </a:rPr>
              <a:t>22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1908" y="3574160"/>
            <a:ext cx="2438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94019" y="4068317"/>
            <a:ext cx="1047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⋮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92622" y="4386834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𝐶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92392" y="4386834"/>
            <a:ext cx="17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𝐶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26734" y="4519421"/>
            <a:ext cx="96266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11835" algn="l"/>
              </a:tabLst>
            </a:pPr>
            <a:r>
              <a:rPr sz="1450" spc="-25" dirty="0">
                <a:latin typeface="Cambria Math"/>
                <a:cs typeface="Cambria Math"/>
              </a:rPr>
              <a:t>𝑄1</a:t>
            </a:r>
            <a:r>
              <a:rPr sz="1450" dirty="0">
                <a:latin typeface="Cambria Math"/>
                <a:cs typeface="Cambria Math"/>
              </a:rPr>
              <a:t>	</a:t>
            </a:r>
            <a:r>
              <a:rPr sz="1450" spc="-25" dirty="0">
                <a:latin typeface="Cambria Math"/>
                <a:cs typeface="Cambria Math"/>
              </a:rPr>
              <a:t>𝑄2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91908" y="4001871"/>
            <a:ext cx="243840" cy="76962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latin typeface="Cambria Math"/>
                <a:cs typeface="Cambria Math"/>
              </a:rPr>
              <a:t>⋱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01432" y="3332838"/>
            <a:ext cx="469900" cy="150241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spc="-37" baseline="13888" dirty="0">
                <a:latin typeface="Cambria Math"/>
                <a:cs typeface="Cambria Math"/>
              </a:rPr>
              <a:t>𝐶</a:t>
            </a:r>
            <a:r>
              <a:rPr sz="1450" spc="-25" dirty="0">
                <a:latin typeface="Cambria Math"/>
                <a:cs typeface="Cambria Math"/>
              </a:rPr>
              <a:t>1𝑄</a:t>
            </a:r>
            <a:endParaRPr sz="1450">
              <a:latin typeface="Cambria Math"/>
              <a:cs typeface="Cambria Math"/>
            </a:endParaRPr>
          </a:p>
          <a:p>
            <a:pPr marL="635" algn="ctr">
              <a:lnSpc>
                <a:spcPts val="2370"/>
              </a:lnSpc>
              <a:spcBef>
                <a:spcPts val="525"/>
              </a:spcBef>
            </a:pPr>
            <a:r>
              <a:rPr sz="3000" spc="-37" baseline="13888" dirty="0">
                <a:latin typeface="Cambria Math"/>
                <a:cs typeface="Cambria Math"/>
              </a:rPr>
              <a:t>𝐶</a:t>
            </a:r>
            <a:r>
              <a:rPr sz="1450" spc="-25" dirty="0">
                <a:latin typeface="Cambria Math"/>
                <a:cs typeface="Cambria Math"/>
              </a:rPr>
              <a:t>2𝑄</a:t>
            </a:r>
            <a:endParaRPr sz="1450">
              <a:latin typeface="Cambria Math"/>
              <a:cs typeface="Cambria Math"/>
            </a:endParaRPr>
          </a:p>
          <a:p>
            <a:pPr marL="17780" algn="ctr">
              <a:lnSpc>
                <a:spcPts val="2370"/>
              </a:lnSpc>
            </a:pPr>
            <a:r>
              <a:rPr sz="2000" dirty="0">
                <a:latin typeface="Cambria Math"/>
                <a:cs typeface="Cambria Math"/>
              </a:rPr>
              <a:t>⋮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3000" spc="-37" baseline="13888" dirty="0">
                <a:latin typeface="Cambria Math"/>
                <a:cs typeface="Cambria Math"/>
              </a:rPr>
              <a:t>𝐶</a:t>
            </a:r>
            <a:r>
              <a:rPr sz="1450" spc="-25" dirty="0">
                <a:latin typeface="Cambria Math"/>
                <a:cs typeface="Cambria Math"/>
              </a:rPr>
              <a:t>𝑄𝑄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86141" y="3941826"/>
            <a:ext cx="781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6939" y="4755365"/>
            <a:ext cx="10766425" cy="19411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diagonal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principal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𝑪</a:t>
            </a:r>
            <a:r>
              <a:rPr sz="2200" spc="-30" dirty="0">
                <a:latin typeface="Cambria Math"/>
                <a:cs typeface="Cambria Math"/>
              </a:rPr>
              <a:t> </a:t>
            </a:r>
            <a:r>
              <a:rPr sz="2200" dirty="0">
                <a:latin typeface="Calibri"/>
                <a:cs typeface="Calibri"/>
              </a:rPr>
              <a:t>fornece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classificações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corretas.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245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𝑞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linha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indica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foram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pertencentes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mbria Math"/>
                <a:cs typeface="Cambria Math"/>
              </a:rPr>
              <a:t>𝑞</a:t>
            </a:r>
            <a:r>
              <a:rPr sz="2200" spc="-25" dirty="0">
                <a:latin typeface="Calibri"/>
                <a:cs typeface="Calibri"/>
              </a:rPr>
              <a:t>-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ésima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classe.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𝑞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coluna</a:t>
            </a:r>
            <a:r>
              <a:rPr sz="2200" b="1" i="1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indica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realmente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pertencentes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𝑞</a:t>
            </a:r>
            <a:r>
              <a:rPr sz="2200" dirty="0">
                <a:latin typeface="Calibri"/>
                <a:cs typeface="Calibri"/>
              </a:rPr>
              <a:t>-ésima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classe.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2245"/>
              </a:lnSpc>
              <a:spcBef>
                <a:spcPts val="2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informação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apresentada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matriz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permite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verificar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quais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classificador</a:t>
            </a:r>
            <a:r>
              <a:rPr sz="2200" b="1" i="1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maior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spc="-10" dirty="0">
                <a:latin typeface="Calibri"/>
                <a:cs typeface="Calibri"/>
              </a:rPr>
              <a:t>dificuldade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 </a:t>
            </a:r>
            <a:r>
              <a:rPr sz="2200" spc="-10" dirty="0">
                <a:latin typeface="Calibri"/>
                <a:cs typeface="Calibri"/>
              </a:rPr>
              <a:t>classificar.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229605" y="3226942"/>
            <a:ext cx="3540125" cy="1675764"/>
            <a:chOff x="5229605" y="3226942"/>
            <a:chExt cx="3540125" cy="1675764"/>
          </a:xfrm>
        </p:grpSpPr>
        <p:sp>
          <p:nvSpPr>
            <p:cNvPr id="20" name="object 20"/>
            <p:cNvSpPr/>
            <p:nvPr/>
          </p:nvSpPr>
          <p:spPr>
            <a:xfrm>
              <a:off x="5235955" y="3355212"/>
              <a:ext cx="2967990" cy="401320"/>
            </a:xfrm>
            <a:custGeom>
              <a:avLst/>
              <a:gdLst/>
              <a:ahLst/>
              <a:cxnLst/>
              <a:rect l="l" t="t" r="r" b="b"/>
              <a:pathLst>
                <a:path w="2967990" h="401320">
                  <a:moveTo>
                    <a:pt x="0" y="200533"/>
                  </a:moveTo>
                  <a:lnTo>
                    <a:pt x="30146" y="160120"/>
                  </a:lnTo>
                  <a:lnTo>
                    <a:pt x="66710" y="140903"/>
                  </a:lnTo>
                  <a:lnTo>
                    <a:pt x="116607" y="122479"/>
                  </a:lnTo>
                  <a:lnTo>
                    <a:pt x="179092" y="104950"/>
                  </a:lnTo>
                  <a:lnTo>
                    <a:pt x="253417" y="88416"/>
                  </a:lnTo>
                  <a:lnTo>
                    <a:pt x="294788" y="80554"/>
                  </a:lnTo>
                  <a:lnTo>
                    <a:pt x="338839" y="72978"/>
                  </a:lnTo>
                  <a:lnTo>
                    <a:pt x="385477" y="65702"/>
                  </a:lnTo>
                  <a:lnTo>
                    <a:pt x="434609" y="58737"/>
                  </a:lnTo>
                  <a:lnTo>
                    <a:pt x="486143" y="52097"/>
                  </a:lnTo>
                  <a:lnTo>
                    <a:pt x="539984" y="45794"/>
                  </a:lnTo>
                  <a:lnTo>
                    <a:pt x="596040" y="39840"/>
                  </a:lnTo>
                  <a:lnTo>
                    <a:pt x="654217" y="34249"/>
                  </a:lnTo>
                  <a:lnTo>
                    <a:pt x="714422" y="29033"/>
                  </a:lnTo>
                  <a:lnTo>
                    <a:pt x="776562" y="24204"/>
                  </a:lnTo>
                  <a:lnTo>
                    <a:pt x="840544" y="19775"/>
                  </a:lnTo>
                  <a:lnTo>
                    <a:pt x="906273" y="15759"/>
                  </a:lnTo>
                  <a:lnTo>
                    <a:pt x="973659" y="12169"/>
                  </a:lnTo>
                  <a:lnTo>
                    <a:pt x="1042606" y="9016"/>
                  </a:lnTo>
                  <a:lnTo>
                    <a:pt x="1113021" y="6313"/>
                  </a:lnTo>
                  <a:lnTo>
                    <a:pt x="1184813" y="4074"/>
                  </a:lnTo>
                  <a:lnTo>
                    <a:pt x="1257886" y="2310"/>
                  </a:lnTo>
                  <a:lnTo>
                    <a:pt x="1332148" y="1035"/>
                  </a:lnTo>
                  <a:lnTo>
                    <a:pt x="1407507" y="260"/>
                  </a:lnTo>
                  <a:lnTo>
                    <a:pt x="1483868" y="0"/>
                  </a:lnTo>
                  <a:lnTo>
                    <a:pt x="1560228" y="260"/>
                  </a:lnTo>
                  <a:lnTo>
                    <a:pt x="1635587" y="1035"/>
                  </a:lnTo>
                  <a:lnTo>
                    <a:pt x="1709849" y="2310"/>
                  </a:lnTo>
                  <a:lnTo>
                    <a:pt x="1782922" y="4074"/>
                  </a:lnTo>
                  <a:lnTo>
                    <a:pt x="1854714" y="6313"/>
                  </a:lnTo>
                  <a:lnTo>
                    <a:pt x="1925129" y="9016"/>
                  </a:lnTo>
                  <a:lnTo>
                    <a:pt x="1994076" y="12169"/>
                  </a:lnTo>
                  <a:lnTo>
                    <a:pt x="2061462" y="15759"/>
                  </a:lnTo>
                  <a:lnTo>
                    <a:pt x="2127191" y="19775"/>
                  </a:lnTo>
                  <a:lnTo>
                    <a:pt x="2191173" y="24204"/>
                  </a:lnTo>
                  <a:lnTo>
                    <a:pt x="2253313" y="29033"/>
                  </a:lnTo>
                  <a:lnTo>
                    <a:pt x="2313518" y="34249"/>
                  </a:lnTo>
                  <a:lnTo>
                    <a:pt x="2371695" y="39840"/>
                  </a:lnTo>
                  <a:lnTo>
                    <a:pt x="2427751" y="45794"/>
                  </a:lnTo>
                  <a:lnTo>
                    <a:pt x="2481592" y="52097"/>
                  </a:lnTo>
                  <a:lnTo>
                    <a:pt x="2533126" y="58737"/>
                  </a:lnTo>
                  <a:lnTo>
                    <a:pt x="2582258" y="65702"/>
                  </a:lnTo>
                  <a:lnTo>
                    <a:pt x="2628896" y="72978"/>
                  </a:lnTo>
                  <a:lnTo>
                    <a:pt x="2672947" y="80554"/>
                  </a:lnTo>
                  <a:lnTo>
                    <a:pt x="2714318" y="88416"/>
                  </a:lnTo>
                  <a:lnTo>
                    <a:pt x="2752914" y="96552"/>
                  </a:lnTo>
                  <a:lnTo>
                    <a:pt x="2821412" y="113596"/>
                  </a:lnTo>
                  <a:lnTo>
                    <a:pt x="2877696" y="131585"/>
                  </a:lnTo>
                  <a:lnTo>
                    <a:pt x="2921020" y="150419"/>
                  </a:lnTo>
                  <a:lnTo>
                    <a:pt x="2960075" y="180030"/>
                  </a:lnTo>
                  <a:lnTo>
                    <a:pt x="2967736" y="200533"/>
                  </a:lnTo>
                  <a:lnTo>
                    <a:pt x="2965805" y="210851"/>
                  </a:lnTo>
                  <a:lnTo>
                    <a:pt x="2937589" y="240945"/>
                  </a:lnTo>
                  <a:lnTo>
                    <a:pt x="2901025" y="260162"/>
                  </a:lnTo>
                  <a:lnTo>
                    <a:pt x="2851128" y="278586"/>
                  </a:lnTo>
                  <a:lnTo>
                    <a:pt x="2788643" y="296115"/>
                  </a:lnTo>
                  <a:lnTo>
                    <a:pt x="2714318" y="312649"/>
                  </a:lnTo>
                  <a:lnTo>
                    <a:pt x="2672947" y="320511"/>
                  </a:lnTo>
                  <a:lnTo>
                    <a:pt x="2628896" y="328087"/>
                  </a:lnTo>
                  <a:lnTo>
                    <a:pt x="2582258" y="335363"/>
                  </a:lnTo>
                  <a:lnTo>
                    <a:pt x="2533126" y="342328"/>
                  </a:lnTo>
                  <a:lnTo>
                    <a:pt x="2481592" y="348968"/>
                  </a:lnTo>
                  <a:lnTo>
                    <a:pt x="2427751" y="355271"/>
                  </a:lnTo>
                  <a:lnTo>
                    <a:pt x="2371695" y="361225"/>
                  </a:lnTo>
                  <a:lnTo>
                    <a:pt x="2313518" y="366816"/>
                  </a:lnTo>
                  <a:lnTo>
                    <a:pt x="2253313" y="372032"/>
                  </a:lnTo>
                  <a:lnTo>
                    <a:pt x="2191173" y="376861"/>
                  </a:lnTo>
                  <a:lnTo>
                    <a:pt x="2127191" y="381290"/>
                  </a:lnTo>
                  <a:lnTo>
                    <a:pt x="2061462" y="385306"/>
                  </a:lnTo>
                  <a:lnTo>
                    <a:pt x="1994076" y="388896"/>
                  </a:lnTo>
                  <a:lnTo>
                    <a:pt x="1925129" y="392049"/>
                  </a:lnTo>
                  <a:lnTo>
                    <a:pt x="1854714" y="394752"/>
                  </a:lnTo>
                  <a:lnTo>
                    <a:pt x="1782922" y="396991"/>
                  </a:lnTo>
                  <a:lnTo>
                    <a:pt x="1709849" y="398755"/>
                  </a:lnTo>
                  <a:lnTo>
                    <a:pt x="1635587" y="400030"/>
                  </a:lnTo>
                  <a:lnTo>
                    <a:pt x="1560228" y="400805"/>
                  </a:lnTo>
                  <a:lnTo>
                    <a:pt x="1483868" y="401066"/>
                  </a:lnTo>
                  <a:lnTo>
                    <a:pt x="1407507" y="400805"/>
                  </a:lnTo>
                  <a:lnTo>
                    <a:pt x="1332148" y="400030"/>
                  </a:lnTo>
                  <a:lnTo>
                    <a:pt x="1257886" y="398755"/>
                  </a:lnTo>
                  <a:lnTo>
                    <a:pt x="1184813" y="396991"/>
                  </a:lnTo>
                  <a:lnTo>
                    <a:pt x="1113021" y="394752"/>
                  </a:lnTo>
                  <a:lnTo>
                    <a:pt x="1042606" y="392049"/>
                  </a:lnTo>
                  <a:lnTo>
                    <a:pt x="973659" y="388896"/>
                  </a:lnTo>
                  <a:lnTo>
                    <a:pt x="906273" y="385306"/>
                  </a:lnTo>
                  <a:lnTo>
                    <a:pt x="840544" y="381290"/>
                  </a:lnTo>
                  <a:lnTo>
                    <a:pt x="776562" y="376861"/>
                  </a:lnTo>
                  <a:lnTo>
                    <a:pt x="714422" y="372032"/>
                  </a:lnTo>
                  <a:lnTo>
                    <a:pt x="654217" y="366816"/>
                  </a:lnTo>
                  <a:lnTo>
                    <a:pt x="596040" y="361225"/>
                  </a:lnTo>
                  <a:lnTo>
                    <a:pt x="539984" y="355271"/>
                  </a:lnTo>
                  <a:lnTo>
                    <a:pt x="486143" y="348968"/>
                  </a:lnTo>
                  <a:lnTo>
                    <a:pt x="434609" y="342328"/>
                  </a:lnTo>
                  <a:lnTo>
                    <a:pt x="385477" y="335363"/>
                  </a:lnTo>
                  <a:lnTo>
                    <a:pt x="338839" y="328087"/>
                  </a:lnTo>
                  <a:lnTo>
                    <a:pt x="294788" y="320511"/>
                  </a:lnTo>
                  <a:lnTo>
                    <a:pt x="253417" y="312649"/>
                  </a:lnTo>
                  <a:lnTo>
                    <a:pt x="214821" y="304513"/>
                  </a:lnTo>
                  <a:lnTo>
                    <a:pt x="146323" y="287469"/>
                  </a:lnTo>
                  <a:lnTo>
                    <a:pt x="90039" y="269480"/>
                  </a:lnTo>
                  <a:lnTo>
                    <a:pt x="46715" y="250646"/>
                  </a:lnTo>
                  <a:lnTo>
                    <a:pt x="7660" y="221035"/>
                  </a:lnTo>
                  <a:lnTo>
                    <a:pt x="0" y="200533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42330" y="3233292"/>
              <a:ext cx="505459" cy="1663064"/>
            </a:xfrm>
            <a:custGeom>
              <a:avLst/>
              <a:gdLst/>
              <a:ahLst/>
              <a:cxnLst/>
              <a:rect l="l" t="t" r="r" b="b"/>
              <a:pathLst>
                <a:path w="505460" h="1663064">
                  <a:moveTo>
                    <a:pt x="252730" y="0"/>
                  </a:moveTo>
                  <a:lnTo>
                    <a:pt x="295790" y="12040"/>
                  </a:lnTo>
                  <a:lnTo>
                    <a:pt x="336495" y="46831"/>
                  </a:lnTo>
                  <a:lnTo>
                    <a:pt x="374236" y="102375"/>
                  </a:lnTo>
                  <a:lnTo>
                    <a:pt x="391805" y="137305"/>
                  </a:lnTo>
                  <a:lnTo>
                    <a:pt x="408405" y="176674"/>
                  </a:lnTo>
                  <a:lnTo>
                    <a:pt x="423961" y="220233"/>
                  </a:lnTo>
                  <a:lnTo>
                    <a:pt x="438396" y="267733"/>
                  </a:lnTo>
                  <a:lnTo>
                    <a:pt x="451634" y="318922"/>
                  </a:lnTo>
                  <a:lnTo>
                    <a:pt x="463599" y="373553"/>
                  </a:lnTo>
                  <a:lnTo>
                    <a:pt x="474215" y="431375"/>
                  </a:lnTo>
                  <a:lnTo>
                    <a:pt x="483407" y="492138"/>
                  </a:lnTo>
                  <a:lnTo>
                    <a:pt x="491097" y="555593"/>
                  </a:lnTo>
                  <a:lnTo>
                    <a:pt x="497211" y="621491"/>
                  </a:lnTo>
                  <a:lnTo>
                    <a:pt x="501672" y="689581"/>
                  </a:lnTo>
                  <a:lnTo>
                    <a:pt x="504405" y="759615"/>
                  </a:lnTo>
                  <a:lnTo>
                    <a:pt x="505333" y="831342"/>
                  </a:lnTo>
                  <a:lnTo>
                    <a:pt x="504405" y="903068"/>
                  </a:lnTo>
                  <a:lnTo>
                    <a:pt x="501672" y="973102"/>
                  </a:lnTo>
                  <a:lnTo>
                    <a:pt x="497211" y="1041192"/>
                  </a:lnTo>
                  <a:lnTo>
                    <a:pt x="491097" y="1107090"/>
                  </a:lnTo>
                  <a:lnTo>
                    <a:pt x="483407" y="1170545"/>
                  </a:lnTo>
                  <a:lnTo>
                    <a:pt x="474215" y="1231308"/>
                  </a:lnTo>
                  <a:lnTo>
                    <a:pt x="463599" y="1289130"/>
                  </a:lnTo>
                  <a:lnTo>
                    <a:pt x="451634" y="1343761"/>
                  </a:lnTo>
                  <a:lnTo>
                    <a:pt x="438396" y="1394950"/>
                  </a:lnTo>
                  <a:lnTo>
                    <a:pt x="423961" y="1442450"/>
                  </a:lnTo>
                  <a:lnTo>
                    <a:pt x="408405" y="1486009"/>
                  </a:lnTo>
                  <a:lnTo>
                    <a:pt x="391805" y="1525378"/>
                  </a:lnTo>
                  <a:lnTo>
                    <a:pt x="374236" y="1560308"/>
                  </a:lnTo>
                  <a:lnTo>
                    <a:pt x="336495" y="1615852"/>
                  </a:lnTo>
                  <a:lnTo>
                    <a:pt x="295790" y="1650643"/>
                  </a:lnTo>
                  <a:lnTo>
                    <a:pt x="252730" y="1662684"/>
                  </a:lnTo>
                  <a:lnTo>
                    <a:pt x="230924" y="1659632"/>
                  </a:lnTo>
                  <a:lnTo>
                    <a:pt x="188933" y="1635966"/>
                  </a:lnTo>
                  <a:lnTo>
                    <a:pt x="149609" y="1590550"/>
                  </a:lnTo>
                  <a:lnTo>
                    <a:pt x="113559" y="1525378"/>
                  </a:lnTo>
                  <a:lnTo>
                    <a:pt x="96951" y="1486009"/>
                  </a:lnTo>
                  <a:lnTo>
                    <a:pt x="81389" y="1442450"/>
                  </a:lnTo>
                  <a:lnTo>
                    <a:pt x="66950" y="1394950"/>
                  </a:lnTo>
                  <a:lnTo>
                    <a:pt x="53708" y="1343761"/>
                  </a:lnTo>
                  <a:lnTo>
                    <a:pt x="41740" y="1289130"/>
                  </a:lnTo>
                  <a:lnTo>
                    <a:pt x="31121" y="1231308"/>
                  </a:lnTo>
                  <a:lnTo>
                    <a:pt x="21928" y="1170545"/>
                  </a:lnTo>
                  <a:lnTo>
                    <a:pt x="14236" y="1107090"/>
                  </a:lnTo>
                  <a:lnTo>
                    <a:pt x="8121" y="1041192"/>
                  </a:lnTo>
                  <a:lnTo>
                    <a:pt x="3660" y="973102"/>
                  </a:lnTo>
                  <a:lnTo>
                    <a:pt x="927" y="903068"/>
                  </a:lnTo>
                  <a:lnTo>
                    <a:pt x="0" y="831342"/>
                  </a:lnTo>
                  <a:lnTo>
                    <a:pt x="927" y="759615"/>
                  </a:lnTo>
                  <a:lnTo>
                    <a:pt x="3660" y="689581"/>
                  </a:lnTo>
                  <a:lnTo>
                    <a:pt x="8121" y="621491"/>
                  </a:lnTo>
                  <a:lnTo>
                    <a:pt x="14236" y="555593"/>
                  </a:lnTo>
                  <a:lnTo>
                    <a:pt x="21928" y="492138"/>
                  </a:lnTo>
                  <a:lnTo>
                    <a:pt x="31121" y="431375"/>
                  </a:lnTo>
                  <a:lnTo>
                    <a:pt x="41740" y="373553"/>
                  </a:lnTo>
                  <a:lnTo>
                    <a:pt x="53708" y="318922"/>
                  </a:lnTo>
                  <a:lnTo>
                    <a:pt x="66950" y="267733"/>
                  </a:lnTo>
                  <a:lnTo>
                    <a:pt x="81389" y="220233"/>
                  </a:lnTo>
                  <a:lnTo>
                    <a:pt x="96951" y="176674"/>
                  </a:lnTo>
                  <a:lnTo>
                    <a:pt x="113559" y="137305"/>
                  </a:lnTo>
                  <a:lnTo>
                    <a:pt x="131137" y="102375"/>
                  </a:lnTo>
                  <a:lnTo>
                    <a:pt x="168900" y="46831"/>
                  </a:lnTo>
                  <a:lnTo>
                    <a:pt x="209633" y="12040"/>
                  </a:lnTo>
                  <a:lnTo>
                    <a:pt x="252730" y="0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85404" y="3349116"/>
              <a:ext cx="577850" cy="144780"/>
            </a:xfrm>
            <a:custGeom>
              <a:avLst/>
              <a:gdLst/>
              <a:ahLst/>
              <a:cxnLst/>
              <a:rect l="l" t="t" r="r" b="b"/>
              <a:pathLst>
                <a:path w="577850" h="144779">
                  <a:moveTo>
                    <a:pt x="0" y="144399"/>
                  </a:moveTo>
                  <a:lnTo>
                    <a:pt x="44169" y="111204"/>
                  </a:lnTo>
                  <a:lnTo>
                    <a:pt x="88561" y="79586"/>
                  </a:lnTo>
                  <a:lnTo>
                    <a:pt x="133397" y="51101"/>
                  </a:lnTo>
                  <a:lnTo>
                    <a:pt x="178900" y="27305"/>
                  </a:lnTo>
                  <a:lnTo>
                    <a:pt x="225292" y="9752"/>
                  </a:lnTo>
                  <a:lnTo>
                    <a:pt x="272796" y="0"/>
                  </a:lnTo>
                  <a:lnTo>
                    <a:pt x="360979" y="8020"/>
                  </a:lnTo>
                  <a:lnTo>
                    <a:pt x="461248" y="36068"/>
                  </a:lnTo>
                  <a:lnTo>
                    <a:pt x="543490" y="66115"/>
                  </a:lnTo>
                  <a:lnTo>
                    <a:pt x="577596" y="80137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784717" y="3155695"/>
            <a:ext cx="209168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Exemplos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classificados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como </a:t>
            </a:r>
            <a:r>
              <a:rPr sz="1400" dirty="0">
                <a:latin typeface="Calibri"/>
                <a:cs typeface="Calibri"/>
              </a:rPr>
              <a:t>pertencentes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classe</a:t>
            </a:r>
            <a:r>
              <a:rPr sz="1400" spc="-25" dirty="0">
                <a:latin typeface="Calibri"/>
                <a:cs typeface="Calibri"/>
              </a:rPr>
              <a:t> 1.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30601" y="4152138"/>
            <a:ext cx="182816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Quantidade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exemplos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75510" y="4365497"/>
            <a:ext cx="25400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realmente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pertencentes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53763" y="4311650"/>
            <a:ext cx="995044" cy="80645"/>
          </a:xfrm>
          <a:custGeom>
            <a:avLst/>
            <a:gdLst/>
            <a:ahLst/>
            <a:cxnLst/>
            <a:rect l="l" t="t" r="r" b="b"/>
            <a:pathLst>
              <a:path w="995045" h="80645">
                <a:moveTo>
                  <a:pt x="994663" y="0"/>
                </a:moveTo>
                <a:lnTo>
                  <a:pt x="934929" y="2804"/>
                </a:lnTo>
                <a:lnTo>
                  <a:pt x="875344" y="5628"/>
                </a:lnTo>
                <a:lnTo>
                  <a:pt x="816061" y="8489"/>
                </a:lnTo>
                <a:lnTo>
                  <a:pt x="757228" y="11406"/>
                </a:lnTo>
                <a:lnTo>
                  <a:pt x="698998" y="14396"/>
                </a:lnTo>
                <a:lnTo>
                  <a:pt x="641519" y="17477"/>
                </a:lnTo>
                <a:lnTo>
                  <a:pt x="584942" y="20667"/>
                </a:lnTo>
                <a:lnTo>
                  <a:pt x="529419" y="23983"/>
                </a:lnTo>
                <a:lnTo>
                  <a:pt x="475098" y="27444"/>
                </a:lnTo>
                <a:lnTo>
                  <a:pt x="422132" y="31067"/>
                </a:lnTo>
                <a:lnTo>
                  <a:pt x="370669" y="34870"/>
                </a:lnTo>
                <a:lnTo>
                  <a:pt x="320860" y="38871"/>
                </a:lnTo>
                <a:lnTo>
                  <a:pt x="272857" y="43087"/>
                </a:lnTo>
                <a:lnTo>
                  <a:pt x="226808" y="47537"/>
                </a:lnTo>
                <a:lnTo>
                  <a:pt x="182866" y="52238"/>
                </a:lnTo>
                <a:lnTo>
                  <a:pt x="141179" y="57208"/>
                </a:lnTo>
                <a:lnTo>
                  <a:pt x="101898" y="62466"/>
                </a:lnTo>
                <a:lnTo>
                  <a:pt x="31158" y="73912"/>
                </a:lnTo>
                <a:lnTo>
                  <a:pt x="0" y="8013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43925" y="3876294"/>
            <a:ext cx="3403600" cy="8782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37185" marR="55880" indent="-287020">
              <a:lnSpc>
                <a:spcPts val="1670"/>
              </a:lnSpc>
              <a:spcBef>
                <a:spcPts val="165"/>
              </a:spcBef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1400" dirty="0">
                <a:latin typeface="Cambria Math"/>
                <a:cs typeface="Cambria Math"/>
              </a:rPr>
              <a:t>𝐶</a:t>
            </a:r>
            <a:r>
              <a:rPr sz="1500" baseline="-16666" dirty="0">
                <a:latin typeface="Cambria Math"/>
                <a:cs typeface="Cambria Math"/>
              </a:rPr>
              <a:t>11</a:t>
            </a:r>
            <a:r>
              <a:rPr sz="1500" spc="157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indica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quantos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exemplos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1 </a:t>
            </a:r>
            <a:r>
              <a:rPr sz="1400" spc="-10" dirty="0">
                <a:latin typeface="Calibri"/>
                <a:cs typeface="Calibri"/>
              </a:rPr>
              <a:t>foram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corretamente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atribuídos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 classe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1.</a:t>
            </a:r>
            <a:endParaRPr sz="1400" dirty="0">
              <a:latin typeface="Calibri"/>
              <a:cs typeface="Calibri"/>
            </a:endParaRPr>
          </a:p>
          <a:p>
            <a:pPr marL="337185" indent="-287020">
              <a:lnSpc>
                <a:spcPts val="1630"/>
              </a:lnSpc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1400" dirty="0">
                <a:latin typeface="Cambria Math"/>
                <a:cs typeface="Cambria Math"/>
              </a:rPr>
              <a:t>𝐶</a:t>
            </a:r>
            <a:r>
              <a:rPr sz="1500" baseline="-16666" dirty="0">
                <a:latin typeface="Cambria Math"/>
                <a:cs typeface="Cambria Math"/>
              </a:rPr>
              <a:t>12</a:t>
            </a:r>
            <a:r>
              <a:rPr sz="1500" spc="157" baseline="-16666" dirty="0">
                <a:latin typeface="Cambria Math"/>
                <a:cs typeface="Cambria Math"/>
              </a:rPr>
              <a:t> </a:t>
            </a:r>
            <a:r>
              <a:rPr sz="1400" dirty="0">
                <a:latin typeface="Calibri"/>
                <a:cs typeface="Calibri"/>
              </a:rPr>
              <a:t>indica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quantos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exemplos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  <a:p>
            <a:pPr marL="337185">
              <a:lnSpc>
                <a:spcPts val="1675"/>
              </a:lnSpc>
            </a:pPr>
            <a:r>
              <a:rPr sz="1400" spc="-10" dirty="0">
                <a:latin typeface="Calibri"/>
                <a:cs typeface="Calibri"/>
              </a:rPr>
              <a:t>foram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atribuídos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à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86257"/>
            <a:ext cx="9352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539" y="3227323"/>
            <a:ext cx="10812145" cy="3545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228600">
              <a:lnSpc>
                <a:spcPts val="2245"/>
              </a:lnSpc>
              <a:spcBef>
                <a:spcPts val="9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b="1" i="1" spc="-20" dirty="0">
                <a:latin typeface="Calibri"/>
                <a:cs typeface="Calibri"/>
              </a:rPr>
              <a:t>Verdadeiro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Positivo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(TP):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número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positiva,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𝐶</a:t>
            </a:r>
            <a:r>
              <a:rPr sz="2400" baseline="-15625" dirty="0">
                <a:latin typeface="Cambria Math"/>
                <a:cs typeface="Cambria Math"/>
              </a:rPr>
              <a:t>2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classificados</a:t>
            </a:r>
            <a:endParaRPr sz="2200" dirty="0">
              <a:latin typeface="Calibri"/>
              <a:cs typeface="Calibri"/>
            </a:endParaRPr>
          </a:p>
          <a:p>
            <a:pPr marL="266700">
              <a:lnSpc>
                <a:spcPts val="2245"/>
              </a:lnSpc>
            </a:pPr>
            <a:r>
              <a:rPr sz="2200" spc="-10" dirty="0">
                <a:latin typeface="Calibri"/>
                <a:cs typeface="Calibri"/>
              </a:rPr>
              <a:t>corretamente.</a:t>
            </a:r>
            <a:endParaRPr sz="2200" dirty="0">
              <a:latin typeface="Calibri"/>
              <a:cs typeface="Calibri"/>
            </a:endParaRPr>
          </a:p>
          <a:p>
            <a:pPr marL="266700" marR="102235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b="1" i="1" spc="-20" dirty="0">
                <a:latin typeface="Calibri"/>
                <a:cs typeface="Calibri"/>
              </a:rPr>
              <a:t>Verdadeiro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Negativo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(TN):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negativa,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mbria Math"/>
                <a:cs typeface="Cambria Math"/>
              </a:rPr>
              <a:t>𝐶</a:t>
            </a:r>
            <a:r>
              <a:rPr sz="2400" baseline="-15625" dirty="0">
                <a:latin typeface="Cambria Math"/>
                <a:cs typeface="Cambria Math"/>
              </a:rPr>
              <a:t>1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classificados corretamente.</a:t>
            </a:r>
            <a:endParaRPr sz="2200" dirty="0">
              <a:latin typeface="Calibri"/>
              <a:cs typeface="Calibri"/>
            </a:endParaRPr>
          </a:p>
          <a:p>
            <a:pPr marL="266700" marR="14605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b="1" i="1" dirty="0">
                <a:latin typeface="Calibri"/>
                <a:cs typeface="Calibri"/>
              </a:rPr>
              <a:t>Falso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Positivo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(FP):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número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classificados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positivos,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verdade, </a:t>
            </a:r>
            <a:r>
              <a:rPr sz="2200" dirty="0">
                <a:latin typeface="Calibri"/>
                <a:cs typeface="Calibri"/>
              </a:rPr>
              <a:t>pertencem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negativa.</a:t>
            </a:r>
            <a:endParaRPr sz="2200" dirty="0">
              <a:latin typeface="Calibri"/>
              <a:cs typeface="Calibri"/>
            </a:endParaRPr>
          </a:p>
          <a:p>
            <a:pPr marL="266700" indent="-228600">
              <a:lnSpc>
                <a:spcPts val="2245"/>
              </a:lnSpc>
              <a:spcBef>
                <a:spcPts val="215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b="1" i="1" dirty="0">
                <a:latin typeface="Calibri"/>
                <a:cs typeface="Calibri"/>
              </a:rPr>
              <a:t>Falso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Negativo</a:t>
            </a:r>
            <a:r>
              <a:rPr sz="2200" b="1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(FN):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número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exemplos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atribuídos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negativa,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verdade,</a:t>
            </a:r>
            <a:endParaRPr sz="2200" dirty="0">
              <a:latin typeface="Calibri"/>
              <a:cs typeface="Calibri"/>
            </a:endParaRPr>
          </a:p>
          <a:p>
            <a:pPr marL="2667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pertencem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à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positiva.</a:t>
            </a:r>
            <a:endParaRPr sz="2200" dirty="0">
              <a:latin typeface="Calibri"/>
              <a:cs typeface="Calibri"/>
            </a:endParaRPr>
          </a:p>
          <a:p>
            <a:pPr marL="330835" indent="-293370">
              <a:lnSpc>
                <a:spcPts val="2550"/>
              </a:lnSpc>
              <a:spcBef>
                <a:spcPts val="204"/>
              </a:spcBef>
              <a:buFont typeface="Wingdings"/>
              <a:buChar char=""/>
              <a:tabLst>
                <a:tab pos="331470" algn="l"/>
              </a:tabLst>
            </a:pPr>
            <a:r>
              <a:rPr sz="2200" b="1" spc="-25" dirty="0">
                <a:latin typeface="Calibri"/>
                <a:cs typeface="Calibri"/>
              </a:rPr>
              <a:t>IMPORTANTE</a:t>
            </a:r>
            <a:r>
              <a:rPr sz="2200" spc="-25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Algumas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definições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vamos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precisar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seguir:</a:t>
            </a:r>
            <a:endParaRPr sz="2200" dirty="0">
              <a:latin typeface="Calibri"/>
              <a:cs typeface="Calibri"/>
            </a:endParaRPr>
          </a:p>
          <a:p>
            <a:pPr marL="723900" lvl="1" indent="-229235">
              <a:lnSpc>
                <a:spcPts val="2095"/>
              </a:lnSpc>
              <a:buFont typeface="Arial"/>
              <a:buChar char="•"/>
              <a:tabLst>
                <a:tab pos="723900" algn="l"/>
                <a:tab pos="724535" algn="l"/>
              </a:tabLst>
            </a:pPr>
            <a:r>
              <a:rPr sz="1900" spc="-10" dirty="0">
                <a:latin typeface="Cambria Math"/>
                <a:cs typeface="Cambria Math"/>
              </a:rPr>
              <a:t>𝑁</a:t>
            </a:r>
            <a:r>
              <a:rPr sz="2025" spc="-15" baseline="-16460" dirty="0">
                <a:latin typeface="Cambria Math"/>
                <a:cs typeface="Cambria Math"/>
              </a:rPr>
              <a:t>+</a:t>
            </a:r>
            <a:r>
              <a:rPr sz="2025" spc="209" baseline="-164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número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exemplos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pertencentes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à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classe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positiva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TP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FN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(coluna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𝐶</a:t>
            </a:r>
            <a:r>
              <a:rPr sz="2025" spc="-30" baseline="-16460" dirty="0">
                <a:latin typeface="Cambria Math"/>
                <a:cs typeface="Cambria Math"/>
              </a:rPr>
              <a:t>2</a:t>
            </a:r>
            <a:r>
              <a:rPr sz="1900" spc="-20" dirty="0">
                <a:latin typeface="Calibri"/>
                <a:cs typeface="Calibri"/>
              </a:rPr>
              <a:t>).</a:t>
            </a:r>
            <a:endParaRPr sz="1900" dirty="0">
              <a:latin typeface="Calibri"/>
              <a:cs typeface="Calibri"/>
            </a:endParaRPr>
          </a:p>
          <a:p>
            <a:pPr marL="723900" lvl="1" indent="-229235">
              <a:lnSpc>
                <a:spcPts val="2095"/>
              </a:lnSpc>
              <a:buFont typeface="Arial"/>
              <a:buChar char="•"/>
              <a:tabLst>
                <a:tab pos="723900" algn="l"/>
                <a:tab pos="724535" algn="l"/>
              </a:tabLst>
            </a:pPr>
            <a:r>
              <a:rPr sz="1900" spc="-10" dirty="0">
                <a:latin typeface="Cambria Math"/>
                <a:cs typeface="Cambria Math"/>
              </a:rPr>
              <a:t>𝑁</a:t>
            </a:r>
            <a:r>
              <a:rPr sz="2025" spc="-15" baseline="-16460" dirty="0">
                <a:latin typeface="Cambria Math"/>
                <a:cs typeface="Cambria Math"/>
              </a:rPr>
              <a:t>−</a:t>
            </a:r>
            <a:r>
              <a:rPr sz="2025" spc="202" baseline="-1646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número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exemplos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pertencentes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à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classe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negativa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FP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(coluna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mbria Math"/>
                <a:cs typeface="Cambria Math"/>
              </a:rPr>
              <a:t>𝐶</a:t>
            </a:r>
            <a:r>
              <a:rPr sz="2025" spc="-30" baseline="-16460" dirty="0">
                <a:latin typeface="Cambria Math"/>
                <a:cs typeface="Cambria Math"/>
              </a:rPr>
              <a:t>1</a:t>
            </a:r>
            <a:r>
              <a:rPr sz="1900" spc="-20" dirty="0">
                <a:latin typeface="Calibri"/>
                <a:cs typeface="Calibri"/>
              </a:rPr>
              <a:t>).</a:t>
            </a:r>
            <a:endParaRPr sz="1900" dirty="0">
              <a:latin typeface="Calibri"/>
              <a:cs typeface="Calibri"/>
            </a:endParaRPr>
          </a:p>
          <a:p>
            <a:pPr marL="723900" lvl="1" indent="-229235">
              <a:lnSpc>
                <a:spcPts val="2190"/>
              </a:lnSpc>
              <a:buFont typeface="Arial"/>
              <a:buChar char="•"/>
              <a:tabLst>
                <a:tab pos="723900" algn="l"/>
                <a:tab pos="724535" algn="l"/>
              </a:tabLst>
            </a:pPr>
            <a:r>
              <a:rPr sz="1900" dirty="0">
                <a:latin typeface="Cambria Math"/>
                <a:cs typeface="Cambria Math"/>
              </a:rPr>
              <a:t>𝑁</a:t>
            </a:r>
            <a:r>
              <a:rPr sz="1900" spc="10" dirty="0">
                <a:latin typeface="Cambria Math"/>
                <a:cs typeface="Cambria Math"/>
              </a:rPr>
              <a:t> </a:t>
            </a:r>
            <a:r>
              <a:rPr sz="1900" dirty="0">
                <a:latin typeface="Calibri"/>
                <a:cs typeface="Calibri"/>
              </a:rPr>
              <a:t>define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número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total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exemplos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TP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FP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+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TN.</a:t>
            </a:r>
            <a:endParaRPr sz="19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15966" y="1134872"/>
          <a:ext cx="4269102" cy="2070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1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Classes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Preditas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+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2069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 marR="137795" indent="654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8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800" b="1" spc="-8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(TP)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marR="142240" indent="3441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800" b="1" spc="-9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1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R="63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7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81915" indent="40513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8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800" b="1" spc="-9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76835" indent="126364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8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800" b="1" spc="-9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105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+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2</a:t>
                      </a:r>
                      <a:endParaRPr sz="1950" baseline="-14957" dirty="0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-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1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Verdadeiras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1192784"/>
            <a:ext cx="2898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Matriz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Confusão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6826" y="2125471"/>
            <a:ext cx="1984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Exemplo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𝑄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2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54000"/>
            <a:ext cx="9352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32686"/>
            <a:ext cx="10365740" cy="18398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Matriz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Confusão</a:t>
            </a:r>
            <a:endParaRPr sz="2800" dirty="0">
              <a:latin typeface="Calibri"/>
              <a:cs typeface="Calibri"/>
            </a:endParaRPr>
          </a:p>
          <a:p>
            <a:pPr marL="12700" marR="288925">
              <a:lnSpc>
                <a:spcPct val="70000"/>
              </a:lnSpc>
              <a:spcBef>
                <a:spcPts val="1000"/>
              </a:spcBef>
            </a:pPr>
            <a:r>
              <a:rPr sz="2400" dirty="0">
                <a:latin typeface="Calibri"/>
                <a:cs typeface="Calibri"/>
              </a:rPr>
              <a:t>Nós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calcular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diversas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métricas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desempenho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informações </a:t>
            </a:r>
            <a:r>
              <a:rPr sz="2400" dirty="0">
                <a:latin typeface="Calibri"/>
                <a:cs typeface="Calibri"/>
              </a:rPr>
              <a:t>contidas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matriz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confusão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spc="-45" dirty="0">
                <a:latin typeface="Calibri"/>
                <a:cs typeface="Calibri"/>
              </a:rPr>
              <a:t>Taxa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falso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negativo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proporção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positiva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classificados</a:t>
            </a:r>
            <a:r>
              <a:rPr lang="pt-BR" sz="2400" spc="-10" dirty="0">
                <a:latin typeface="Calibri"/>
                <a:cs typeface="Calibri"/>
              </a:rPr>
              <a:t> incorretamente.</a:t>
            </a:r>
            <a:endParaRPr lang="pt-BR" sz="24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3161191" y="3248087"/>
                <a:ext cx="7885269" cy="435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3500">
                  <a:lnSpc>
                    <a:spcPts val="2010"/>
                  </a:lnSpc>
                  <a:spcBef>
                    <a:spcPts val="100"/>
                  </a:spcBef>
                  <a:tabLst>
                    <a:tab pos="3413760" algn="l"/>
                    <a:tab pos="3901440" algn="l"/>
                    <a:tab pos="4203065" algn="l"/>
                    <a:tab pos="4726940" algn="l"/>
                  </a:tabLst>
                </a:pPr>
                <a:r>
                  <a:rPr lang="pt-BR" sz="2400" dirty="0">
                    <a:latin typeface="Cambria Math"/>
                    <a:cs typeface="Cambria Math"/>
                  </a:rPr>
                  <a:t>Taxa</a:t>
                </a:r>
                <a:r>
                  <a:rPr lang="pt-BR" sz="2400" spc="-1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de</a:t>
                </a:r>
                <a:r>
                  <a:rPr lang="pt-BR" sz="2400" spc="-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falso</a:t>
                </a:r>
                <a:r>
                  <a:rPr lang="pt-BR" sz="2400" spc="-10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 err="1">
                    <a:latin typeface="Cambria Math"/>
                    <a:cs typeface="Cambria Math"/>
                  </a:rPr>
                  <a:t>negativo</a:t>
                </a:r>
                <a:r>
                  <a:rPr lang="pt-BR" sz="2400" spc="135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135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bSup>
                      <m:sSubSupPr>
                        <m:ctrlPr>
                          <a:rPr lang="pt-BR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pt-BR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  <m:t>𝑝</m:t>
                        </m:r>
                      </m:e>
                      <m:sub>
                        <m:r>
                          <a:rPr lang="pt-BR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  <m:t>𝑒</m:t>
                        </m:r>
                      </m:sub>
                      <m:sup>
                        <m:r>
                          <a:rPr lang="pt-BR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pt-BR" sz="2400" b="0" i="1" spc="135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400" b="0" i="1" spc="135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 b="0" i="1" spc="135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400" b="0" i="1" spc="135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1" i="1" spc="135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400" b="0" i="1" spc="135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400" b="0" i="1" spc="135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pc="135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FN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  <m:r>
                      <a:rPr lang="pt-BR" sz="2400" b="0" i="0" spc="135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pc="135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FN</m:t>
                        </m:r>
                      </m:num>
                      <m:den>
                        <m:sSub>
                          <m:sSubPr>
                            <m:ctrlPr>
                              <a:rPr lang="pt-BR" sz="2400" b="0" i="1" spc="135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400" b="0" i="0" spc="135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pt-BR" sz="2400" b="0" i="1" spc="135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den>
                    </m:f>
                  </m:oMath>
                </a14:m>
                <a:r>
                  <a:rPr lang="pt-BR" sz="2400" dirty="0">
                    <a:latin typeface="Cambria Math"/>
                    <a:cs typeface="Cambria Math"/>
                  </a:rPr>
                  <a:t>	</a:t>
                </a:r>
              </a:p>
              <a:p>
                <a:pPr marR="1304925" algn="r">
                  <a:lnSpc>
                    <a:spcPts val="1230"/>
                  </a:lnSpc>
                </a:pPr>
                <a:endParaRPr sz="175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91" y="3248087"/>
                <a:ext cx="7885269" cy="435760"/>
              </a:xfrm>
              <a:prstGeom prst="rect">
                <a:avLst/>
              </a:prstGeom>
              <a:blipFill>
                <a:blip r:embed="rId2"/>
                <a:stretch>
                  <a:fillRect l="-1624" t="-5774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bject 11"/>
          <p:cNvSpPr txBox="1"/>
          <p:nvPr/>
        </p:nvSpPr>
        <p:spPr>
          <a:xfrm>
            <a:off x="916939" y="3684270"/>
            <a:ext cx="10333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spc="-45" dirty="0">
                <a:latin typeface="Calibri"/>
                <a:cs typeface="Calibri"/>
              </a:rPr>
              <a:t>Taxa</a:t>
            </a:r>
            <a:r>
              <a:rPr sz="2400" b="1" i="1" spc="-7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falso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positivo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proporção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classificados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5539" y="3940302"/>
            <a:ext cx="2030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incorretamente.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4"/>
              <p:cNvSpPr txBox="1"/>
              <p:nvPr/>
            </p:nvSpPr>
            <p:spPr>
              <a:xfrm>
                <a:off x="3146225" y="4439285"/>
                <a:ext cx="7555856" cy="43576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63500">
                  <a:lnSpc>
                    <a:spcPts val="2010"/>
                  </a:lnSpc>
                  <a:spcBef>
                    <a:spcPts val="100"/>
                  </a:spcBef>
                  <a:tabLst>
                    <a:tab pos="3342004" algn="l"/>
                    <a:tab pos="3829685" algn="l"/>
                    <a:tab pos="4131310" algn="l"/>
                    <a:tab pos="4655820" algn="l"/>
                  </a:tabLst>
                </a:pPr>
                <a:r>
                  <a:rPr lang="pt-BR" sz="2400" dirty="0">
                    <a:latin typeface="Cambria Math"/>
                    <a:cs typeface="Cambria Math"/>
                  </a:rPr>
                  <a:t>Taxa</a:t>
                </a:r>
                <a:r>
                  <a:rPr lang="pt-BR" sz="2400" spc="-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de falso</a:t>
                </a:r>
                <a:r>
                  <a:rPr lang="pt-BR" sz="2400" spc="-5" dirty="0">
                    <a:latin typeface="Cambria Math"/>
                    <a:cs typeface="Cambria Math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positivo</a:t>
                </a:r>
                <a:r>
                  <a:rPr lang="pt-BR" sz="2400" spc="125" dirty="0">
                    <a:latin typeface="Cambria Math"/>
                    <a:cs typeface="Cambria Math"/>
                  </a:rPr>
                  <a:t> </a:t>
                </a:r>
                <a:r>
                  <a:rPr lang="pt-BR" sz="2400" b="0" spc="135" dirty="0"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b="0" i="1" spc="135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sSubSup>
                      <m:sSubSupPr>
                        <m:ctrlPr>
                          <a:rPr lang="ar-AE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</m:ctrlPr>
                      </m:sSubSupPr>
                      <m:e>
                        <m:r>
                          <a:rPr lang="ar-AE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  <m:t>𝑝</m:t>
                        </m:r>
                      </m:e>
                      <m:sub>
                        <m:r>
                          <a:rPr lang="ar-AE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  <m:t>𝑒</m:t>
                        </m:r>
                      </m:sub>
                      <m:sup>
                        <m:r>
                          <a:rPr lang="ar-AE" sz="2400" b="0" i="1" spc="135" smtClean="0">
                            <a:latin typeface="Cambria Math" panose="02040503050406030204" pitchFamily="18" charset="0"/>
                            <a:cs typeface="Cambria Math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ar-AE" sz="2400" b="0" i="1" spc="135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sz="2400" b="0" i="1" spc="135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2400" b="0" i="1" spc="135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ar-AE" sz="2400" b="0" i="1" spc="135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ar-AE" sz="2400" b="1" i="1" spc="135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ar-AE" sz="2400" b="0" i="1" spc="135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ar-AE" sz="2400" b="0" i="1" spc="135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b="0" i="1" spc="135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FP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TN</m:t>
                        </m:r>
                        <m: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  <m:r>
                      <a:rPr lang="ar-AE" sz="2400" b="0" i="0" spc="135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2400" b="0" i="1" spc="135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400" b="0" i="0" spc="135" smtClean="0">
                            <a:latin typeface="Cambria Math" panose="02040503050406030204" pitchFamily="18" charset="0"/>
                          </a:rPr>
                          <m:t>FP</m:t>
                        </m:r>
                      </m:num>
                      <m:den>
                        <m:sSub>
                          <m:sSubPr>
                            <m:ctrlPr>
                              <a:rPr lang="ar-AE" sz="2400" b="0" i="1" spc="135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2400" b="0" i="0" spc="135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a:rPr lang="pt-BR" sz="2400" b="0" i="1" spc="135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den>
                    </m:f>
                  </m:oMath>
                </a14:m>
                <a:endParaRPr lang="ar-AE" sz="2400" dirty="0">
                  <a:latin typeface="Cambria Math"/>
                  <a:cs typeface="Cambria Math"/>
                </a:endParaRPr>
              </a:p>
              <a:p>
                <a:pPr marR="1304925" algn="r">
                  <a:lnSpc>
                    <a:spcPts val="1230"/>
                  </a:lnSpc>
                </a:pPr>
                <a:endParaRPr sz="175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225" y="4439285"/>
                <a:ext cx="7555856" cy="435760"/>
              </a:xfrm>
              <a:prstGeom prst="rect">
                <a:avLst/>
              </a:prstGeom>
              <a:blipFill>
                <a:blip r:embed="rId3"/>
                <a:stretch>
                  <a:fillRect l="-1613" t="-555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bject 19"/>
          <p:cNvSpPr txBox="1"/>
          <p:nvPr/>
        </p:nvSpPr>
        <p:spPr>
          <a:xfrm>
            <a:off x="916939" y="4848301"/>
            <a:ext cx="1887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spc="-45" dirty="0">
                <a:latin typeface="Calibri"/>
                <a:cs typeface="Calibri"/>
              </a:rPr>
              <a:t>Taxa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erro</a:t>
            </a:r>
            <a:r>
              <a:rPr sz="2400" spc="-2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6939" y="5847079"/>
            <a:ext cx="1435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spc="-10" dirty="0">
                <a:latin typeface="Calibri"/>
                <a:cs typeface="Calibri"/>
              </a:rPr>
              <a:t>Acurácia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702081" y="3028513"/>
            <a:ext cx="327660" cy="551180"/>
          </a:xfrm>
          <a:custGeom>
            <a:avLst/>
            <a:gdLst/>
            <a:ahLst/>
            <a:cxnLst/>
            <a:rect l="l" t="t" r="r" b="b"/>
            <a:pathLst>
              <a:path w="327659" h="551179">
                <a:moveTo>
                  <a:pt x="0" y="550595"/>
                </a:moveTo>
                <a:lnTo>
                  <a:pt x="327659" y="550595"/>
                </a:lnTo>
                <a:lnTo>
                  <a:pt x="327659" y="0"/>
                </a:lnTo>
                <a:lnTo>
                  <a:pt x="0" y="0"/>
                </a:lnTo>
                <a:lnTo>
                  <a:pt x="0" y="550595"/>
                </a:lnTo>
                <a:close/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48CDCF8E-8054-9F95-90FB-B03FF79BE724}"/>
                  </a:ext>
                </a:extLst>
              </p:cNvPr>
              <p:cNvSpPr txBox="1"/>
              <p:nvPr/>
            </p:nvSpPr>
            <p:spPr>
              <a:xfrm>
                <a:off x="10178510" y="3048000"/>
                <a:ext cx="1539780" cy="458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</m:e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48CDCF8E-8054-9F95-90FB-B03FF79BE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8510" y="3048000"/>
                <a:ext cx="1539780" cy="458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bject 44">
            <a:extLst>
              <a:ext uri="{FF2B5EF4-FFF2-40B4-BE49-F238E27FC236}">
                <a16:creationId xmlns:a16="http://schemas.microsoft.com/office/drawing/2014/main" id="{3FC4AC03-45C5-2536-3538-B5D221A7A96F}"/>
              </a:ext>
            </a:extLst>
          </p:cNvPr>
          <p:cNvSpPr/>
          <p:nvPr/>
        </p:nvSpPr>
        <p:spPr>
          <a:xfrm>
            <a:off x="11582400" y="4202924"/>
            <a:ext cx="327660" cy="551180"/>
          </a:xfrm>
          <a:custGeom>
            <a:avLst/>
            <a:gdLst/>
            <a:ahLst/>
            <a:cxnLst/>
            <a:rect l="l" t="t" r="r" b="b"/>
            <a:pathLst>
              <a:path w="327659" h="551179">
                <a:moveTo>
                  <a:pt x="0" y="550595"/>
                </a:moveTo>
                <a:lnTo>
                  <a:pt x="327659" y="550595"/>
                </a:lnTo>
                <a:lnTo>
                  <a:pt x="327659" y="0"/>
                </a:lnTo>
                <a:lnTo>
                  <a:pt x="0" y="0"/>
                </a:lnTo>
                <a:lnTo>
                  <a:pt x="0" y="550595"/>
                </a:lnTo>
                <a:close/>
              </a:path>
            </a:pathLst>
          </a:custGeom>
          <a:ln w="12700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21FE1DF2-5EFB-A510-34BD-CB2D66BE8FE0}"/>
                  </a:ext>
                </a:extLst>
              </p:cNvPr>
              <p:cNvSpPr txBox="1"/>
              <p:nvPr/>
            </p:nvSpPr>
            <p:spPr>
              <a:xfrm>
                <a:off x="10480404" y="4230266"/>
                <a:ext cx="1539780" cy="4582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</m:e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21FE1DF2-5EFB-A510-34BD-CB2D66BE8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0404" y="4230266"/>
                <a:ext cx="1539780" cy="458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3D26019-221C-6DFC-DB40-1B689226A98E}"/>
                  </a:ext>
                </a:extLst>
              </p:cNvPr>
              <p:cNvSpPr txBox="1"/>
              <p:nvPr/>
            </p:nvSpPr>
            <p:spPr>
              <a:xfrm>
                <a:off x="4803171" y="5063929"/>
                <a:ext cx="2867516" cy="689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C3D26019-221C-6DFC-DB40-1B689226A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171" y="5063929"/>
                <a:ext cx="2867516" cy="6899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DDD194C6-5A6D-07CF-9467-2B59654A2529}"/>
                  </a:ext>
                </a:extLst>
              </p:cNvPr>
              <p:cNvSpPr txBox="1"/>
              <p:nvPr/>
            </p:nvSpPr>
            <p:spPr>
              <a:xfrm>
                <a:off x="4724400" y="6129113"/>
                <a:ext cx="3025059" cy="689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acc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DDD194C6-5A6D-07CF-9467-2B59654A2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6129113"/>
                <a:ext cx="3025059" cy="6899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26263"/>
            <a:ext cx="9352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5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77571"/>
            <a:ext cx="10528935" cy="15817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800" b="1" dirty="0">
                <a:latin typeface="Calibri"/>
                <a:cs typeface="Calibri"/>
              </a:rPr>
              <a:t>Matriz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Confusão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Precisão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proporção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corretamente </a:t>
            </a:r>
            <a:r>
              <a:rPr sz="2600" dirty="0">
                <a:latin typeface="Calibri"/>
                <a:cs typeface="Calibri"/>
              </a:rPr>
              <a:t>classificados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(TP)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exemplos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atribuídos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positiva (TP+FP).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5"/>
              <p:cNvSpPr txBox="1"/>
              <p:nvPr/>
            </p:nvSpPr>
            <p:spPr>
              <a:xfrm>
                <a:off x="4108970" y="2897013"/>
                <a:ext cx="3974061" cy="58958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5"/>
                  </a:spcBef>
                  <a:tabLst>
                    <a:tab pos="1358265" algn="l"/>
                    <a:tab pos="1685925" algn="l"/>
                    <a:tab pos="2252980" algn="l"/>
                  </a:tabLst>
                </a:pPr>
                <a:r>
                  <a:rPr lang="pt-BR" sz="2600" spc="-10" dirty="0">
                    <a:latin typeface="Cambria Math"/>
                    <a:cs typeface="Cambria Math"/>
                  </a:rPr>
                  <a:t>precisão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sz="2600" b="0" i="1" spc="-1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pc="-1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b="1" i="1" spc="-10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600" b="0" i="1" spc="-1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600" b="0" spc="-1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600" b="0" i="0" spc="-1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sz="2600" b="0" i="0" spc="-1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pt-BR" sz="2600" b="0" i="0" spc="-1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pt-BR" sz="2600" b="0" i="0" spc="-1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  <m:r>
                      <a:rPr lang="pt-BR" sz="2600" b="0" i="0" spc="-1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600" b="0" i="0" spc="-1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600" dirty="0">
                    <a:latin typeface="Cambria Math"/>
                    <a:cs typeface="Cambria Math"/>
                  </a:rPr>
                  <a:t>	</a:t>
                </a:r>
                <a:endParaRPr sz="26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970" y="2897013"/>
                <a:ext cx="3974061" cy="589585"/>
              </a:xfrm>
              <a:prstGeom prst="rect">
                <a:avLst/>
              </a:prstGeom>
              <a:blipFill>
                <a:blip r:embed="rId2"/>
                <a:stretch>
                  <a:fillRect l="-4755" t="-1031" b="-164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916939" y="3665982"/>
            <a:ext cx="9870440" cy="10566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Sensibilidade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recall</a:t>
            </a:r>
            <a:r>
              <a:rPr sz="2600" dirty="0">
                <a:latin typeface="Calibri"/>
                <a:cs typeface="Calibri"/>
              </a:rPr>
              <a:t>):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taxa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verdadeiros </a:t>
            </a:r>
            <a:r>
              <a:rPr sz="2600" b="1" i="1" dirty="0">
                <a:latin typeface="Calibri"/>
                <a:cs typeface="Calibri"/>
              </a:rPr>
              <a:t>positivos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proporção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corretamente classificados.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2"/>
              <p:cNvSpPr txBox="1"/>
              <p:nvPr/>
            </p:nvSpPr>
            <p:spPr>
              <a:xfrm>
                <a:off x="1884251" y="4606778"/>
                <a:ext cx="8423499" cy="58894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  <a:tabLst>
                    <a:tab pos="944880" algn="l"/>
                    <a:tab pos="1271270" algn="l"/>
                  </a:tabLst>
                </a:pPr>
                <a:r>
                  <a:rPr lang="pt-BR" sz="2600" spc="-10" dirty="0">
                    <a:latin typeface="Cambria Math"/>
                    <a:cs typeface="Cambria Math"/>
                  </a:rPr>
                  <a:t>recall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sz="2600" b="0" i="1" spc="-1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pc="-1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b="1" i="1" spc="-10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pt-BR" sz="2600" b="0" i="0" spc="-1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  <m:r>
                      <a:rPr lang="pt-BR" sz="2600" b="0" i="1" spc="-1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600" b="0" i="1" spc="-1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600" b="0" i="1" spc="-10" dirty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  <m:sub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b="1" i="1" spc="-10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sz="2600" dirty="0">
                    <a:latin typeface="Cambria Math"/>
                    <a:cs typeface="Cambria Math"/>
                  </a:rPr>
                  <a:t>  </a:t>
                </a:r>
                <a:endParaRPr sz="26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251" y="4606778"/>
                <a:ext cx="8423499" cy="588944"/>
              </a:xfrm>
              <a:prstGeom prst="rect">
                <a:avLst/>
              </a:prstGeom>
              <a:blipFill>
                <a:blip r:embed="rId3"/>
                <a:stretch>
                  <a:fillRect t="-2083" b="-177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18"/>
          <p:cNvSpPr txBox="1"/>
          <p:nvPr/>
        </p:nvSpPr>
        <p:spPr>
          <a:xfrm>
            <a:off x="916939" y="5327091"/>
            <a:ext cx="10519410" cy="7404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Especificidade: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conhecida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taxa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verdadeiros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negativos</a:t>
            </a:r>
            <a:r>
              <a:rPr sz="2600" dirty="0">
                <a:latin typeface="Calibri"/>
                <a:cs typeface="Calibri"/>
              </a:rPr>
              <a:t>.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proporção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negativa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corretamente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classificados.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20"/>
              <p:cNvSpPr txBox="1"/>
              <p:nvPr/>
            </p:nvSpPr>
            <p:spPr>
              <a:xfrm>
                <a:off x="2196237" y="6053373"/>
                <a:ext cx="7799526" cy="58894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2164715" algn="l"/>
                    <a:tab pos="2490470" algn="l"/>
                    <a:tab pos="3058160" algn="l"/>
                  </a:tabLst>
                </a:pPr>
                <a:r>
                  <a:rPr lang="pt-BR" sz="2600" spc="-10" dirty="0">
                    <a:latin typeface="Cambria Math"/>
                    <a:cs typeface="Cambria Math"/>
                  </a:rPr>
                  <a:t>especificidade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600" i="1" spc="-1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 sz="2600" b="0" i="1" spc="-1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pc="-1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d>
                          <m:dPr>
                            <m:ctrlP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600" b="1" i="1" spc="-10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pt-BR" sz="2600" b="0" i="1" spc="-1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600" b="0" spc="-1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TN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TN</m:t>
                        </m:r>
                        <m: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pt-BR" sz="2600" b="0" i="0" spc="-10" dirty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  <m:r>
                      <a:rPr lang="pt-BR" sz="2600" b="0" i="0" spc="-1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600" b="0" i="0" spc="-1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600" b="0" i="0" spc="-10" dirty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d>
                      <m:dPr>
                        <m:ctrlP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600" b="0" i="1" spc="-10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b="1" i="1" spc="-10" dirty="0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2600" b="0" i="1" spc="-1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sz="2600" i="1" baseline="-250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237" y="6053373"/>
                <a:ext cx="7799526" cy="588944"/>
              </a:xfrm>
              <a:prstGeom prst="rect">
                <a:avLst/>
              </a:prstGeom>
              <a:blipFill>
                <a:blip r:embed="rId4"/>
                <a:stretch>
                  <a:fillRect l="-2422" t="-2062" b="-164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object 26"/>
          <p:cNvGrpSpPr/>
          <p:nvPr/>
        </p:nvGrpSpPr>
        <p:grpSpPr>
          <a:xfrm>
            <a:off x="11512931" y="6090742"/>
            <a:ext cx="392430" cy="563880"/>
            <a:chOff x="11512931" y="6090742"/>
            <a:chExt cx="392430" cy="563880"/>
          </a:xfrm>
        </p:grpSpPr>
        <p:sp>
          <p:nvSpPr>
            <p:cNvPr id="27" name="object 27"/>
            <p:cNvSpPr/>
            <p:nvPr/>
          </p:nvSpPr>
          <p:spPr>
            <a:xfrm>
              <a:off x="11519281" y="6097092"/>
              <a:ext cx="327660" cy="551180"/>
            </a:xfrm>
            <a:custGeom>
              <a:avLst/>
              <a:gdLst/>
              <a:ahLst/>
              <a:cxnLst/>
              <a:rect l="l" t="t" r="r" b="b"/>
              <a:pathLst>
                <a:path w="327659" h="551179">
                  <a:moveTo>
                    <a:pt x="0" y="550595"/>
                  </a:moveTo>
                  <a:lnTo>
                    <a:pt x="327659" y="550595"/>
                  </a:lnTo>
                  <a:lnTo>
                    <a:pt x="327659" y="0"/>
                  </a:lnTo>
                  <a:lnTo>
                    <a:pt x="0" y="0"/>
                  </a:lnTo>
                  <a:lnTo>
                    <a:pt x="0" y="550595"/>
                  </a:lnTo>
                  <a:close/>
                </a:path>
              </a:pathLst>
            </a:custGeom>
            <a:ln w="12699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851767" y="6198869"/>
              <a:ext cx="53340" cy="375920"/>
            </a:xfrm>
            <a:custGeom>
              <a:avLst/>
              <a:gdLst/>
              <a:ahLst/>
              <a:cxnLst/>
              <a:rect l="l" t="t" r="r" b="b"/>
              <a:pathLst>
                <a:path w="53340" h="375920">
                  <a:moveTo>
                    <a:pt x="53086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2385" y="10160"/>
                  </a:lnTo>
                  <a:lnTo>
                    <a:pt x="32385" y="365760"/>
                  </a:lnTo>
                  <a:lnTo>
                    <a:pt x="0" y="365760"/>
                  </a:lnTo>
                  <a:lnTo>
                    <a:pt x="0" y="375920"/>
                  </a:lnTo>
                  <a:lnTo>
                    <a:pt x="53086" y="375920"/>
                  </a:lnTo>
                  <a:lnTo>
                    <a:pt x="53086" y="365760"/>
                  </a:lnTo>
                  <a:lnTo>
                    <a:pt x="53086" y="10160"/>
                  </a:lnTo>
                  <a:lnTo>
                    <a:pt x="530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460481" y="6211925"/>
            <a:ext cx="402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𝑪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939399" y="6198870"/>
            <a:ext cx="53340" cy="375920"/>
          </a:xfrm>
          <a:custGeom>
            <a:avLst/>
            <a:gdLst/>
            <a:ahLst/>
            <a:cxnLst/>
            <a:rect l="l" t="t" r="r" b="b"/>
            <a:pathLst>
              <a:path w="53340" h="37592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20574" y="365760"/>
                </a:lnTo>
                <a:lnTo>
                  <a:pt x="20574" y="101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985118" y="6088786"/>
            <a:ext cx="33401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>
              <a:lnSpc>
                <a:spcPts val="2135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𝑇𝑃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-25" dirty="0">
                <a:latin typeface="Cambria Math"/>
                <a:cs typeface="Cambria Math"/>
              </a:rPr>
              <a:t>𝐹𝑁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525631" y="6088786"/>
            <a:ext cx="33718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ts val="2135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𝐹𝑃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460481" y="4720590"/>
            <a:ext cx="401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𝑪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851767" y="470788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40" h="37465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385" y="10160"/>
                </a:lnTo>
                <a:lnTo>
                  <a:pt x="32385" y="36576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39399" y="470788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40" h="37465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lnTo>
                  <a:pt x="20574" y="365760"/>
                </a:lnTo>
                <a:lnTo>
                  <a:pt x="20574" y="101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0974387" y="4597145"/>
            <a:ext cx="33210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35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𝑇𝑃</a:t>
            </a:r>
            <a:endParaRPr sz="1800">
              <a:latin typeface="Cambria Math"/>
              <a:cs typeface="Cambria Math"/>
            </a:endParaRPr>
          </a:p>
          <a:p>
            <a:pPr marL="22860">
              <a:lnSpc>
                <a:spcPts val="2135"/>
              </a:lnSpc>
            </a:pPr>
            <a:r>
              <a:rPr sz="1800" spc="-25" dirty="0">
                <a:latin typeface="Cambria Math"/>
                <a:cs typeface="Cambria Math"/>
              </a:rPr>
              <a:t>𝐹𝑁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526139" y="4597145"/>
            <a:ext cx="32829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ts val="2135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𝐹𝑃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</a:pP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982452" y="4605477"/>
            <a:ext cx="327660" cy="551180"/>
          </a:xfrm>
          <a:custGeom>
            <a:avLst/>
            <a:gdLst/>
            <a:ahLst/>
            <a:cxnLst/>
            <a:rect l="l" t="t" r="r" b="b"/>
            <a:pathLst>
              <a:path w="327659" h="551179">
                <a:moveTo>
                  <a:pt x="0" y="550595"/>
                </a:moveTo>
                <a:lnTo>
                  <a:pt x="327659" y="550595"/>
                </a:lnTo>
                <a:lnTo>
                  <a:pt x="327659" y="0"/>
                </a:lnTo>
                <a:lnTo>
                  <a:pt x="0" y="0"/>
                </a:lnTo>
                <a:lnTo>
                  <a:pt x="0" y="550595"/>
                </a:lnTo>
                <a:close/>
              </a:path>
            </a:pathLst>
          </a:custGeom>
          <a:ln w="127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460481" y="3069412"/>
            <a:ext cx="402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𝑪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939399" y="3058159"/>
            <a:ext cx="965835" cy="374650"/>
          </a:xfrm>
          <a:custGeom>
            <a:avLst/>
            <a:gdLst/>
            <a:ahLst/>
            <a:cxnLst/>
            <a:rect l="l" t="t" r="r" b="b"/>
            <a:pathLst>
              <a:path w="965834" h="374650">
                <a:moveTo>
                  <a:pt x="53086" y="0"/>
                </a:moveTo>
                <a:lnTo>
                  <a:pt x="0" y="0"/>
                </a:lnTo>
                <a:lnTo>
                  <a:pt x="0" y="8890"/>
                </a:lnTo>
                <a:lnTo>
                  <a:pt x="0" y="36449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4490"/>
                </a:lnTo>
                <a:lnTo>
                  <a:pt x="20574" y="364490"/>
                </a:lnTo>
                <a:lnTo>
                  <a:pt x="20574" y="8890"/>
                </a:lnTo>
                <a:lnTo>
                  <a:pt x="53086" y="8890"/>
                </a:lnTo>
                <a:lnTo>
                  <a:pt x="53086" y="0"/>
                </a:lnTo>
                <a:close/>
              </a:path>
              <a:path w="965834" h="374650">
                <a:moveTo>
                  <a:pt x="965454" y="0"/>
                </a:moveTo>
                <a:lnTo>
                  <a:pt x="912368" y="0"/>
                </a:lnTo>
                <a:lnTo>
                  <a:pt x="912368" y="8890"/>
                </a:lnTo>
                <a:lnTo>
                  <a:pt x="944753" y="8890"/>
                </a:lnTo>
                <a:lnTo>
                  <a:pt x="944753" y="364490"/>
                </a:lnTo>
                <a:lnTo>
                  <a:pt x="912368" y="364490"/>
                </a:lnTo>
                <a:lnTo>
                  <a:pt x="912368" y="374650"/>
                </a:lnTo>
                <a:lnTo>
                  <a:pt x="965454" y="374650"/>
                </a:lnTo>
                <a:lnTo>
                  <a:pt x="965454" y="364490"/>
                </a:lnTo>
                <a:lnTo>
                  <a:pt x="965454" y="8890"/>
                </a:lnTo>
                <a:lnTo>
                  <a:pt x="9654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1013058" y="2946272"/>
            <a:ext cx="29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𝑇𝑃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549506" y="2946272"/>
            <a:ext cx="29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𝐹𝑃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985118" y="3214191"/>
            <a:ext cx="334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𝐹𝑁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526139" y="3214191"/>
            <a:ext cx="328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0884407" y="2986239"/>
            <a:ext cx="1066800" cy="225425"/>
          </a:xfrm>
          <a:custGeom>
            <a:avLst/>
            <a:gdLst/>
            <a:ahLst/>
            <a:cxnLst/>
            <a:rect l="l" t="t" r="r" b="b"/>
            <a:pathLst>
              <a:path w="1066800" h="225425">
                <a:moveTo>
                  <a:pt x="0" y="225082"/>
                </a:moveTo>
                <a:lnTo>
                  <a:pt x="1066800" y="225082"/>
                </a:lnTo>
                <a:lnTo>
                  <a:pt x="1066800" y="0"/>
                </a:lnTo>
                <a:lnTo>
                  <a:pt x="0" y="0"/>
                </a:lnTo>
                <a:lnTo>
                  <a:pt x="0" y="225082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0" dirty="0">
                <a:latin typeface="Calibri Light"/>
                <a:cs typeface="Calibri Light"/>
              </a:rPr>
              <a:t>Observações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importantes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quanto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à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matriz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de </a:t>
            </a:r>
            <a:r>
              <a:rPr sz="4400" b="0" spc="-10" dirty="0">
                <a:latin typeface="Calibri Light"/>
                <a:cs typeface="Calibri Light"/>
              </a:rPr>
              <a:t>confusão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54000" marR="140970" indent="-228600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54000" algn="l"/>
              </a:tabLst>
            </a:pPr>
            <a:r>
              <a:rPr dirty="0"/>
              <a:t>É</a:t>
            </a:r>
            <a:r>
              <a:rPr spc="-85" dirty="0"/>
              <a:t> </a:t>
            </a:r>
            <a:r>
              <a:rPr dirty="0"/>
              <a:t>possível</a:t>
            </a:r>
            <a:r>
              <a:rPr spc="-65" dirty="0"/>
              <a:t> </a:t>
            </a:r>
            <a:r>
              <a:rPr dirty="0"/>
              <a:t>estender</a:t>
            </a:r>
            <a:r>
              <a:rPr spc="-6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métricas</a:t>
            </a:r>
            <a:r>
              <a:rPr spc="-80" dirty="0"/>
              <a:t> </a:t>
            </a:r>
            <a:r>
              <a:rPr dirty="0"/>
              <a:t>obtidas</a:t>
            </a:r>
            <a:r>
              <a:rPr spc="-50" dirty="0"/>
              <a:t> </a:t>
            </a:r>
            <a:r>
              <a:rPr dirty="0"/>
              <a:t>com</a:t>
            </a:r>
            <a:r>
              <a:rPr spc="-80" dirty="0"/>
              <a:t> </a:t>
            </a:r>
            <a:r>
              <a:rPr dirty="0"/>
              <a:t>a</a:t>
            </a:r>
            <a:r>
              <a:rPr spc="-145" dirty="0"/>
              <a:t> </a:t>
            </a:r>
            <a:r>
              <a:rPr b="1" i="1" dirty="0">
                <a:latin typeface="Calibri"/>
                <a:cs typeface="Calibri"/>
              </a:rPr>
              <a:t>matriz</a:t>
            </a:r>
            <a:r>
              <a:rPr b="1" i="1" spc="-7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9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confusão</a:t>
            </a:r>
            <a:r>
              <a:rPr b="1" i="1" spc="-85" dirty="0">
                <a:latin typeface="Calibri"/>
                <a:cs typeface="Calibri"/>
              </a:rPr>
              <a:t> </a:t>
            </a:r>
            <a:r>
              <a:rPr dirty="0"/>
              <a:t>para</a:t>
            </a:r>
            <a:r>
              <a:rPr spc="-70" dirty="0"/>
              <a:t> </a:t>
            </a:r>
            <a:r>
              <a:rPr spc="-50" dirty="0"/>
              <a:t>o </a:t>
            </a:r>
            <a:r>
              <a:rPr dirty="0"/>
              <a:t>cenário</a:t>
            </a:r>
            <a:r>
              <a:rPr spc="-50" dirty="0"/>
              <a:t> </a:t>
            </a:r>
            <a:r>
              <a:rPr spc="-25" dirty="0"/>
              <a:t>multi-</a:t>
            </a:r>
            <a:r>
              <a:rPr dirty="0"/>
              <a:t>classes (i.e.,</a:t>
            </a:r>
            <a:r>
              <a:rPr spc="-30" dirty="0"/>
              <a:t> </a:t>
            </a:r>
            <a:r>
              <a:rPr dirty="0">
                <a:latin typeface="Cambria Math"/>
                <a:cs typeface="Cambria Math"/>
              </a:rPr>
              <a:t>𝑄</a:t>
            </a:r>
            <a:r>
              <a:rPr spc="18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&gt;</a:t>
            </a:r>
            <a:r>
              <a:rPr spc="114" dirty="0">
                <a:latin typeface="Cambria Math"/>
                <a:cs typeface="Cambria Math"/>
              </a:rPr>
              <a:t> </a:t>
            </a:r>
            <a:r>
              <a:rPr spc="-25" dirty="0">
                <a:latin typeface="Cambria Math"/>
                <a:cs typeface="Cambria Math"/>
              </a:rPr>
              <a:t>2</a:t>
            </a:r>
            <a:r>
              <a:rPr spc="-25" dirty="0"/>
              <a:t>):</a:t>
            </a:r>
          </a:p>
          <a:p>
            <a:pPr marL="711200" marR="17780" lvl="1" indent="-228600">
              <a:lnSpc>
                <a:spcPct val="82100"/>
              </a:lnSpc>
              <a:spcBef>
                <a:spcPts val="484"/>
              </a:spcBef>
              <a:buFont typeface="Wingdings"/>
              <a:buChar char=""/>
              <a:tabLst>
                <a:tab pos="711835" algn="l"/>
              </a:tabLst>
            </a:pPr>
            <a:r>
              <a:rPr sz="2400" dirty="0">
                <a:latin typeface="Calibri"/>
                <a:cs typeface="Calibri"/>
              </a:rPr>
              <a:t>Por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exemplo,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usando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abordagem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um-</a:t>
            </a:r>
            <a:r>
              <a:rPr sz="2400" b="1" i="1" spc="-20" dirty="0">
                <a:latin typeface="Calibri"/>
                <a:cs typeface="Calibri"/>
              </a:rPr>
              <a:t>contra-</a:t>
            </a:r>
            <a:r>
              <a:rPr sz="2400" b="1" i="1" spc="-10" dirty="0">
                <a:latin typeface="Calibri"/>
                <a:cs typeface="Calibri"/>
              </a:rPr>
              <a:t>o-</a:t>
            </a:r>
            <a:r>
              <a:rPr sz="2400" b="1" i="1" dirty="0">
                <a:latin typeface="Calibri"/>
                <a:cs typeface="Calibri"/>
              </a:rPr>
              <a:t>resto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selecionar,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vez,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𝑞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𝑞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1,</a:t>
            </a:r>
            <a:r>
              <a:rPr sz="2400" spc="-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positiva,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enquanto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todas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dirty="0">
                <a:latin typeface="Calibri"/>
                <a:cs typeface="Calibri"/>
              </a:rPr>
              <a:t>demais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negativa.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obtém-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métricas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𝑄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classes.</a:t>
            </a:r>
            <a:endParaRPr sz="2400" dirty="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254000" algn="l"/>
              </a:tabLst>
            </a:pPr>
            <a:r>
              <a:rPr spc="-20" dirty="0"/>
              <a:t>Veja</a:t>
            </a:r>
            <a:r>
              <a:rPr spc="-65" dirty="0"/>
              <a:t> </a:t>
            </a:r>
            <a:r>
              <a:rPr dirty="0"/>
              <a:t>o</a:t>
            </a:r>
            <a:r>
              <a:rPr spc="-65" dirty="0"/>
              <a:t> </a:t>
            </a:r>
            <a:r>
              <a:rPr spc="-10" dirty="0"/>
              <a:t>exemplo</a:t>
            </a:r>
            <a:r>
              <a:rPr spc="-55" dirty="0"/>
              <a:t> </a:t>
            </a:r>
            <a:r>
              <a:rPr dirty="0"/>
              <a:t>abaixo</a:t>
            </a:r>
            <a:r>
              <a:rPr spc="-65" dirty="0"/>
              <a:t> </a:t>
            </a:r>
            <a:r>
              <a:rPr dirty="0"/>
              <a:t>para</a:t>
            </a:r>
            <a:r>
              <a:rPr spc="-90" dirty="0"/>
              <a:t> </a:t>
            </a:r>
            <a:r>
              <a:rPr dirty="0">
                <a:latin typeface="Cambria Math"/>
                <a:cs typeface="Cambria Math"/>
              </a:rPr>
              <a:t>𝑄</a:t>
            </a:r>
            <a:r>
              <a:rPr spc="13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=</a:t>
            </a:r>
            <a:r>
              <a:rPr spc="8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3</a:t>
            </a:r>
            <a:r>
              <a:rPr dirty="0"/>
              <a:t>,</a:t>
            </a:r>
            <a:r>
              <a:rPr spc="-70" dirty="0"/>
              <a:t> </a:t>
            </a:r>
            <a:r>
              <a:rPr dirty="0"/>
              <a:t>ou</a:t>
            </a:r>
            <a:r>
              <a:rPr spc="-55" dirty="0"/>
              <a:t> </a:t>
            </a:r>
            <a:r>
              <a:rPr dirty="0"/>
              <a:t>seja,</a:t>
            </a:r>
            <a:r>
              <a:rPr spc="-75" dirty="0"/>
              <a:t> </a:t>
            </a:r>
            <a:r>
              <a:rPr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2800" dirty="0"/>
              <a:t>,</a:t>
            </a:r>
            <a:r>
              <a:rPr sz="2800" spc="-55" dirty="0"/>
              <a:t> </a:t>
            </a:r>
            <a:r>
              <a:rPr sz="2800" dirty="0">
                <a:latin typeface="Cambria Math"/>
                <a:cs typeface="Cambria Math"/>
              </a:rPr>
              <a:t>𝐶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59" baseline="-16260" dirty="0">
                <a:latin typeface="Cambria Math"/>
                <a:cs typeface="Cambria Math"/>
              </a:rPr>
              <a:t> </a:t>
            </a:r>
            <a:r>
              <a:rPr sz="2800" dirty="0"/>
              <a:t>e</a:t>
            </a:r>
            <a:r>
              <a:rPr sz="2800" spc="-65" dirty="0"/>
              <a:t> </a:t>
            </a:r>
            <a:r>
              <a:rPr sz="2800" spc="-25" dirty="0">
                <a:latin typeface="Cambria Math"/>
                <a:cs typeface="Cambria Math"/>
              </a:rPr>
              <a:t>𝐶</a:t>
            </a:r>
            <a:r>
              <a:rPr sz="3075" spc="-37" baseline="-16260" dirty="0">
                <a:latin typeface="Cambria Math"/>
                <a:cs typeface="Cambria Math"/>
              </a:rPr>
              <a:t>3</a:t>
            </a:r>
            <a:r>
              <a:rPr sz="2800" spc="-25" dirty="0"/>
              <a:t>.</a:t>
            </a:r>
            <a:endParaRPr sz="2800" dirty="0">
              <a:latin typeface="Cambria Math"/>
              <a:cs typeface="Cambria Math"/>
            </a:endParaRPr>
          </a:p>
          <a:p>
            <a:pPr marL="817244">
              <a:lnSpc>
                <a:spcPct val="100000"/>
              </a:lnSpc>
              <a:spcBef>
                <a:spcPts val="20"/>
              </a:spcBef>
              <a:tabLst>
                <a:tab pos="4902200" algn="l"/>
                <a:tab pos="8977630" algn="l"/>
              </a:tabLst>
            </a:pPr>
            <a:r>
              <a:rPr sz="1600" dirty="0"/>
              <a:t>Classe</a:t>
            </a:r>
            <a:r>
              <a:rPr sz="1600" spc="-45" dirty="0"/>
              <a:t> </a:t>
            </a:r>
            <a:r>
              <a:rPr sz="1600" dirty="0">
                <a:latin typeface="Cambria Math"/>
                <a:cs typeface="Cambria Math"/>
              </a:rPr>
              <a:t>𝐶</a:t>
            </a:r>
            <a:r>
              <a:rPr sz="1725" baseline="-14492" dirty="0">
                <a:latin typeface="Cambria Math"/>
                <a:cs typeface="Cambria Math"/>
              </a:rPr>
              <a:t>1</a:t>
            </a:r>
            <a:r>
              <a:rPr sz="1725" spc="179" baseline="-14492" dirty="0">
                <a:latin typeface="Cambria Math"/>
                <a:cs typeface="Cambria Math"/>
              </a:rPr>
              <a:t> </a:t>
            </a:r>
            <a:r>
              <a:rPr sz="1600" dirty="0"/>
              <a:t>é</a:t>
            </a:r>
            <a:r>
              <a:rPr sz="1600" spc="-40" dirty="0"/>
              <a:t> </a:t>
            </a:r>
            <a:r>
              <a:rPr sz="1600" dirty="0"/>
              <a:t>a</a:t>
            </a:r>
            <a:r>
              <a:rPr sz="1600" spc="-55" dirty="0"/>
              <a:t> </a:t>
            </a:r>
            <a:r>
              <a:rPr sz="1600" spc="-10" dirty="0"/>
              <a:t>positiva.</a:t>
            </a:r>
            <a:r>
              <a:rPr sz="1600" dirty="0"/>
              <a:t>	Classe</a:t>
            </a:r>
            <a:r>
              <a:rPr sz="1600" spc="-35" dirty="0"/>
              <a:t> </a:t>
            </a:r>
            <a:r>
              <a:rPr sz="1600" dirty="0">
                <a:latin typeface="Cambria Math"/>
                <a:cs typeface="Cambria Math"/>
              </a:rPr>
              <a:t>𝐶</a:t>
            </a:r>
            <a:r>
              <a:rPr sz="1725" baseline="-14492" dirty="0">
                <a:latin typeface="Cambria Math"/>
                <a:cs typeface="Cambria Math"/>
              </a:rPr>
              <a:t>2</a:t>
            </a:r>
            <a:r>
              <a:rPr sz="1725" spc="195" baseline="-14492" dirty="0">
                <a:latin typeface="Cambria Math"/>
                <a:cs typeface="Cambria Math"/>
              </a:rPr>
              <a:t> </a:t>
            </a:r>
            <a:r>
              <a:rPr sz="1600" dirty="0"/>
              <a:t>é</a:t>
            </a:r>
            <a:r>
              <a:rPr sz="1600" spc="-30" dirty="0"/>
              <a:t> </a:t>
            </a:r>
            <a:r>
              <a:rPr sz="1600" dirty="0"/>
              <a:t>a</a:t>
            </a:r>
            <a:r>
              <a:rPr sz="1600" spc="-45" dirty="0"/>
              <a:t> </a:t>
            </a:r>
            <a:r>
              <a:rPr sz="1600" spc="-10" dirty="0"/>
              <a:t>positiva.</a:t>
            </a:r>
            <a:r>
              <a:rPr sz="1600" dirty="0"/>
              <a:t>	Classe</a:t>
            </a:r>
            <a:r>
              <a:rPr sz="1600" spc="-35" dirty="0"/>
              <a:t> </a:t>
            </a:r>
            <a:r>
              <a:rPr sz="1600" dirty="0">
                <a:latin typeface="Cambria Math"/>
                <a:cs typeface="Cambria Math"/>
              </a:rPr>
              <a:t>𝐶</a:t>
            </a:r>
            <a:r>
              <a:rPr sz="1725" baseline="-14492" dirty="0">
                <a:latin typeface="Cambria Math"/>
                <a:cs typeface="Cambria Math"/>
              </a:rPr>
              <a:t>3</a:t>
            </a:r>
            <a:r>
              <a:rPr sz="1725" spc="179" baseline="-14492" dirty="0">
                <a:latin typeface="Cambria Math"/>
                <a:cs typeface="Cambria Math"/>
              </a:rPr>
              <a:t> </a:t>
            </a:r>
            <a:r>
              <a:rPr sz="1600" dirty="0"/>
              <a:t>é</a:t>
            </a:r>
            <a:r>
              <a:rPr sz="1600" spc="-35" dirty="0"/>
              <a:t> </a:t>
            </a:r>
            <a:r>
              <a:rPr sz="1600" dirty="0"/>
              <a:t>a</a:t>
            </a:r>
            <a:r>
              <a:rPr sz="1600" spc="-40" dirty="0"/>
              <a:t> </a:t>
            </a:r>
            <a:r>
              <a:rPr sz="1600" spc="-10" dirty="0"/>
              <a:t>positiva.</a:t>
            </a:r>
            <a:endParaRPr sz="1600" dirty="0"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9918" y="4566920"/>
          <a:ext cx="3875405" cy="216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4300" marR="108585" indent="285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Classes Preditas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4775" marR="97790" indent="3302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(TP)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6680" marR="100965" indent="19304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6680" marR="100965" indent="19304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3025" marR="67945" indent="22669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1755" marR="64769" indent="6667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1755" marR="64769" indent="6667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11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956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1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78613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Verdadeiras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092194" y="4566920"/>
          <a:ext cx="3920488" cy="216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8745" marR="111125" indent="285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Classes Preditas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76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6835" marR="69215" indent="6858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80010" marR="70485" indent="22669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6835" marR="69215" indent="6858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54305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13030" marR="103505" indent="19304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9855" marR="102235" indent="3492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(TP)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13030" marR="103505" indent="19304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11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1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0200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Verdadeiras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176641" y="4566920"/>
          <a:ext cx="3920488" cy="216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19380" marR="110489" indent="2857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000" b="1" spc="-10" dirty="0">
                          <a:latin typeface="Calibri"/>
                          <a:cs typeface="Calibri"/>
                        </a:rPr>
                        <a:t>Classes Preditas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7470" marR="68580" indent="6858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7470" marR="68580" indent="6858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80010" marR="69850" indent="22669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7470" marR="68580" indent="6858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77470" marR="68580" indent="6858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Verdadeiro </a:t>
                      </a:r>
                      <a:r>
                        <a:rPr sz="1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80010" marR="69850" indent="22669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 </a:t>
                      </a: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Negativo</a:t>
                      </a:r>
                      <a:r>
                        <a:rPr sz="1000" b="1" spc="-4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(FN)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Falso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(FP)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605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Verdadeiro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110489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Positivo</a:t>
                      </a:r>
                      <a:r>
                        <a:rPr sz="1000" b="1" spc="-25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00FF00"/>
                          </a:solidFill>
                          <a:latin typeface="Calibri"/>
                          <a:cs typeface="Calibri"/>
                        </a:rPr>
                        <a:t>(TP)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110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1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2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33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0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000" spc="-20" dirty="0">
                          <a:latin typeface="Cambria Math"/>
                          <a:cs typeface="Cambria Math"/>
                        </a:rPr>
                        <a:t>𝐶</a:t>
                      </a:r>
                      <a:r>
                        <a:rPr sz="1050" spc="-30" baseline="-15873" dirty="0">
                          <a:latin typeface="Cambria Math"/>
                          <a:cs typeface="Cambria Math"/>
                        </a:rPr>
                        <a:t>3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04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11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0264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000" b="1" dirty="0">
                          <a:latin typeface="Calibri"/>
                          <a:cs typeface="Calibri"/>
                        </a:rPr>
                        <a:t>Classes</a:t>
                      </a:r>
                      <a:r>
                        <a:rPr sz="10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10" dirty="0">
                          <a:latin typeface="Calibri"/>
                          <a:cs typeface="Calibri"/>
                        </a:rPr>
                        <a:t>Verdadeiras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731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67081"/>
            <a:ext cx="10119360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0" dirty="0">
                <a:latin typeface="Calibri Light"/>
                <a:cs typeface="Calibri Light"/>
              </a:rPr>
              <a:t>Observações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importantes</a:t>
            </a:r>
            <a:r>
              <a:rPr sz="4400" b="0" spc="-9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quanto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à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matriz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de </a:t>
            </a:r>
            <a:r>
              <a:rPr sz="4400" b="0" spc="-10" dirty="0">
                <a:latin typeface="Calibri Light"/>
                <a:cs typeface="Calibri Light"/>
              </a:rPr>
              <a:t>confusão</a:t>
            </a:r>
            <a:endParaRPr sz="4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106152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Precisão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diz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quão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exato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é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modelo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os</a:t>
            </a:r>
            <a:r>
              <a:rPr sz="2400" b="1" i="1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 err="1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 err="1">
                <a:solidFill>
                  <a:srgbClr val="00AF50"/>
                </a:solidFill>
                <a:latin typeface="Calibri"/>
                <a:cs typeface="Calibri"/>
              </a:rPr>
              <a:t>classificados</a:t>
            </a:r>
            <a:r>
              <a:rPr lang="pt-BR"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400" b="1" i="1" dirty="0">
                <a:solidFill>
                  <a:srgbClr val="00AF50"/>
                </a:solidFill>
                <a:latin typeface="Calibri"/>
                <a:cs typeface="Calibri"/>
              </a:rPr>
              <a:t>como</a:t>
            </a:r>
            <a:r>
              <a:rPr lang="pt-BR" sz="2400" b="1" i="1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400" b="1" i="1" dirty="0">
                <a:solidFill>
                  <a:srgbClr val="00AF50"/>
                </a:solidFill>
                <a:latin typeface="Calibri"/>
                <a:cs typeface="Calibri"/>
              </a:rPr>
              <a:t>positivos</a:t>
            </a:r>
            <a:r>
              <a:rPr lang="pt-BR" sz="2400" dirty="0">
                <a:latin typeface="Calibri"/>
                <a:cs typeface="Calibri"/>
              </a:rPr>
              <a:t>,</a:t>
            </a:r>
            <a:r>
              <a:rPr lang="pt-BR" sz="2400" spc="-3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ou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seja,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quantos</a:t>
            </a:r>
            <a:r>
              <a:rPr lang="pt-BR" sz="2400" spc="-40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deles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são</a:t>
            </a:r>
            <a:r>
              <a:rPr lang="pt-BR" sz="2400" spc="-4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realmente</a:t>
            </a:r>
            <a:r>
              <a:rPr lang="pt-BR" sz="2400" spc="-50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</a:rPr>
              <a:t>positivos.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2851530"/>
            <a:ext cx="10992485" cy="210211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231140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precisão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qualidade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classificadores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quando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falsos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positivos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altos.</a:t>
            </a:r>
            <a:endParaRPr sz="2400" dirty="0">
              <a:latin typeface="Calibri"/>
              <a:cs typeface="Calibri"/>
            </a:endParaRPr>
          </a:p>
          <a:p>
            <a:pPr marL="698500" marR="358775" lvl="1" indent="-228600" algn="just">
              <a:lnSpc>
                <a:spcPct val="700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classificação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spams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i="1" dirty="0">
                <a:latin typeface="Calibri"/>
                <a:cs typeface="Calibri"/>
              </a:rPr>
              <a:t>verdadeiro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positivo</a:t>
            </a:r>
            <a:r>
              <a:rPr sz="2000" dirty="0">
                <a:latin typeface="Calibri"/>
                <a:cs typeface="Calibri"/>
              </a:rPr>
              <a:t>),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falso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positivo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significa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um </a:t>
            </a:r>
            <a:r>
              <a:rPr sz="2000" b="1" i="1" dirty="0">
                <a:latin typeface="Calibri"/>
                <a:cs typeface="Calibri"/>
              </a:rPr>
              <a:t>ham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email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legítimo,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i="1" dirty="0">
                <a:latin typeface="Calibri"/>
                <a:cs typeface="Calibri"/>
              </a:rPr>
              <a:t>verdadeiro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negativo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foi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classificado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spam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usuário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email</a:t>
            </a:r>
            <a:r>
              <a:rPr sz="2000" spc="-20" dirty="0">
                <a:latin typeface="Calibri"/>
                <a:cs typeface="Calibri"/>
              </a:rPr>
              <a:t> pode </a:t>
            </a:r>
            <a:r>
              <a:rPr sz="2000" dirty="0">
                <a:latin typeface="Calibri"/>
                <a:cs typeface="Calibri"/>
              </a:rPr>
              <a:t>perder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emails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importantes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precisão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baixa.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i="1" dirty="0">
                <a:latin typeface="Calibri"/>
                <a:cs typeface="Calibri"/>
              </a:rPr>
              <a:t>Recall</a:t>
            </a:r>
            <a:r>
              <a:rPr sz="2400" b="1" i="1" spc="-70" dirty="0"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calcula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quantas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classificações</a:t>
            </a:r>
            <a:r>
              <a:rPr sz="2400" b="1" i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positivas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um</a:t>
            </a:r>
            <a:r>
              <a:rPr sz="2400" b="1" i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classificador</a:t>
            </a:r>
            <a:r>
              <a:rPr sz="2400" b="1" i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faz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em</a:t>
            </a:r>
            <a:r>
              <a:rPr sz="2400" b="1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relação</a:t>
            </a:r>
            <a:r>
              <a:rPr sz="2400" b="1" i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00AF50"/>
                </a:solidFill>
                <a:latin typeface="Calibri"/>
                <a:cs typeface="Calibri"/>
              </a:rPr>
              <a:t>a</a:t>
            </a:r>
            <a:r>
              <a:rPr sz="2400" b="1" i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i="1" spc="-10" dirty="0" err="1">
                <a:solidFill>
                  <a:srgbClr val="00AF50"/>
                </a:solidFill>
                <a:latin typeface="Calibri"/>
                <a:cs typeface="Calibri"/>
              </a:rPr>
              <a:t>todos</a:t>
            </a:r>
            <a:r>
              <a:rPr lang="pt-BR"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400" b="1" i="1" dirty="0">
                <a:solidFill>
                  <a:srgbClr val="00AF50"/>
                </a:solidFill>
                <a:latin typeface="Calibri"/>
                <a:cs typeface="Calibri"/>
              </a:rPr>
              <a:t>exemplos</a:t>
            </a:r>
            <a:r>
              <a:rPr lang="pt-BR" sz="2400" b="1" i="1" spc="-1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pt-BR" sz="2400" b="1" i="1" spc="-10" dirty="0">
                <a:solidFill>
                  <a:srgbClr val="00AF50"/>
                </a:solidFill>
                <a:latin typeface="Calibri"/>
                <a:cs typeface="Calibri"/>
              </a:rPr>
              <a:t>positivos</a:t>
            </a:r>
            <a:r>
              <a:rPr lang="pt-BR" sz="2400" spc="-10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6939" y="5339283"/>
            <a:ext cx="10420985" cy="13525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recall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medida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qualidade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classificadores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quando </a:t>
            </a:r>
            <a:r>
              <a:rPr sz="2400" dirty="0">
                <a:latin typeface="Calibri"/>
                <a:cs typeface="Calibri"/>
              </a:rPr>
              <a:t>houver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falsos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negativos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416559" lvl="1" indent="-228600">
              <a:lnSpc>
                <a:spcPct val="7000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000" dirty="0">
                <a:latin typeface="Calibri"/>
                <a:cs typeface="Calibri"/>
              </a:rPr>
              <a:t>Por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classificação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doenças,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paciente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doente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i="1" dirty="0">
                <a:latin typeface="Calibri"/>
                <a:cs typeface="Calibri"/>
              </a:rPr>
              <a:t>verdadeiro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positivo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classificado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não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doente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b="1" i="1" dirty="0">
                <a:latin typeface="Calibri"/>
                <a:cs typeface="Calibri"/>
              </a:rPr>
              <a:t>falso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negativo</a:t>
            </a:r>
            <a:r>
              <a:rPr sz="2000" dirty="0">
                <a:latin typeface="Calibri"/>
                <a:cs typeface="Calibri"/>
              </a:rPr>
              <a:t>).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falso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negativo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será </a:t>
            </a:r>
            <a:r>
              <a:rPr sz="2000" spc="-10" dirty="0">
                <a:latin typeface="Calibri"/>
                <a:cs typeface="Calibri"/>
              </a:rPr>
              <a:t>extremamente</a:t>
            </a:r>
            <a:r>
              <a:rPr sz="2000" dirty="0">
                <a:latin typeface="Calibri"/>
                <a:cs typeface="Calibri"/>
              </a:rPr>
              <a:t> alto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doença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contagiosa.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67626" y="2663024"/>
            <a:ext cx="1400175" cy="225425"/>
          </a:xfrm>
          <a:custGeom>
            <a:avLst/>
            <a:gdLst/>
            <a:ahLst/>
            <a:cxnLst/>
            <a:rect l="l" t="t" r="r" b="b"/>
            <a:pathLst>
              <a:path w="1400175" h="225425">
                <a:moveTo>
                  <a:pt x="0" y="225082"/>
                </a:moveTo>
                <a:lnTo>
                  <a:pt x="1400175" y="225082"/>
                </a:lnTo>
                <a:lnTo>
                  <a:pt x="1400175" y="0"/>
                </a:lnTo>
                <a:lnTo>
                  <a:pt x="0" y="0"/>
                </a:lnTo>
                <a:lnTo>
                  <a:pt x="0" y="225082"/>
                </a:lnTo>
                <a:close/>
              </a:path>
            </a:pathLst>
          </a:custGeom>
          <a:ln w="126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29400" y="5098986"/>
            <a:ext cx="1466850" cy="259079"/>
          </a:xfrm>
          <a:custGeom>
            <a:avLst/>
            <a:gdLst/>
            <a:ahLst/>
            <a:cxnLst/>
            <a:rect l="l" t="t" r="r" b="b"/>
            <a:pathLst>
              <a:path w="1466850" h="259079">
                <a:moveTo>
                  <a:pt x="0" y="258762"/>
                </a:moveTo>
                <a:lnTo>
                  <a:pt x="1466850" y="258762"/>
                </a:lnTo>
                <a:lnTo>
                  <a:pt x="1466850" y="0"/>
                </a:lnTo>
                <a:lnTo>
                  <a:pt x="0" y="0"/>
                </a:lnTo>
                <a:lnTo>
                  <a:pt x="0" y="25876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274300" y="2399157"/>
            <a:ext cx="403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𝑪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753090" y="2387599"/>
            <a:ext cx="967105" cy="374650"/>
          </a:xfrm>
          <a:custGeom>
            <a:avLst/>
            <a:gdLst/>
            <a:ahLst/>
            <a:cxnLst/>
            <a:rect l="l" t="t" r="r" b="b"/>
            <a:pathLst>
              <a:path w="967104" h="374650">
                <a:moveTo>
                  <a:pt x="53086" y="0"/>
                </a:moveTo>
                <a:lnTo>
                  <a:pt x="0" y="0"/>
                </a:lnTo>
                <a:lnTo>
                  <a:pt x="0" y="8890"/>
                </a:lnTo>
                <a:lnTo>
                  <a:pt x="0" y="36449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4490"/>
                </a:lnTo>
                <a:lnTo>
                  <a:pt x="20574" y="364490"/>
                </a:lnTo>
                <a:lnTo>
                  <a:pt x="20574" y="8890"/>
                </a:lnTo>
                <a:lnTo>
                  <a:pt x="53086" y="8890"/>
                </a:lnTo>
                <a:lnTo>
                  <a:pt x="53086" y="0"/>
                </a:lnTo>
                <a:close/>
              </a:path>
              <a:path w="967104" h="374650">
                <a:moveTo>
                  <a:pt x="966978" y="0"/>
                </a:moveTo>
                <a:lnTo>
                  <a:pt x="913892" y="0"/>
                </a:lnTo>
                <a:lnTo>
                  <a:pt x="913892" y="8890"/>
                </a:lnTo>
                <a:lnTo>
                  <a:pt x="946277" y="8890"/>
                </a:lnTo>
                <a:lnTo>
                  <a:pt x="946277" y="364490"/>
                </a:lnTo>
                <a:lnTo>
                  <a:pt x="913892" y="364490"/>
                </a:lnTo>
                <a:lnTo>
                  <a:pt x="913892" y="374650"/>
                </a:lnTo>
                <a:lnTo>
                  <a:pt x="966978" y="374650"/>
                </a:lnTo>
                <a:lnTo>
                  <a:pt x="966978" y="364490"/>
                </a:lnTo>
                <a:lnTo>
                  <a:pt x="966978" y="8890"/>
                </a:lnTo>
                <a:lnTo>
                  <a:pt x="966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800080" y="2275713"/>
            <a:ext cx="869950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ts val="2135"/>
              </a:lnSpc>
              <a:spcBef>
                <a:spcPts val="100"/>
              </a:spcBef>
              <a:tabLst>
                <a:tab pos="563880" algn="l"/>
              </a:tabLst>
            </a:pPr>
            <a:r>
              <a:rPr sz="1800" spc="-25" dirty="0">
                <a:latin typeface="Cambria Math"/>
                <a:cs typeface="Cambria Math"/>
              </a:rPr>
              <a:t>𝑇𝑃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𝐹𝑃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  <a:tabLst>
                <a:tab pos="553085" algn="l"/>
              </a:tabLst>
            </a:pPr>
            <a:r>
              <a:rPr sz="1800" spc="-25" dirty="0">
                <a:latin typeface="Cambria Math"/>
                <a:cs typeface="Cambria Math"/>
              </a:rPr>
              <a:t>𝐹𝑁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699750" y="2315679"/>
            <a:ext cx="1066800" cy="225425"/>
          </a:xfrm>
          <a:custGeom>
            <a:avLst/>
            <a:gdLst/>
            <a:ahLst/>
            <a:cxnLst/>
            <a:rect l="l" t="t" r="r" b="b"/>
            <a:pathLst>
              <a:path w="1066800" h="225425">
                <a:moveTo>
                  <a:pt x="0" y="225082"/>
                </a:moveTo>
                <a:lnTo>
                  <a:pt x="1066800" y="225082"/>
                </a:lnTo>
                <a:lnTo>
                  <a:pt x="1066800" y="0"/>
                </a:lnTo>
                <a:lnTo>
                  <a:pt x="0" y="0"/>
                </a:lnTo>
                <a:lnTo>
                  <a:pt x="0" y="225082"/>
                </a:lnTo>
                <a:close/>
              </a:path>
            </a:pathLst>
          </a:custGeom>
          <a:ln w="12699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274300" y="4893005"/>
            <a:ext cx="403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𝑪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666982" y="488060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40" h="37465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32385" y="10160"/>
                </a:lnTo>
                <a:lnTo>
                  <a:pt x="32385" y="36576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753090" y="488060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40" h="374650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4650"/>
                </a:lnTo>
                <a:lnTo>
                  <a:pt x="53086" y="374650"/>
                </a:lnTo>
                <a:lnTo>
                  <a:pt x="53086" y="365760"/>
                </a:lnTo>
                <a:lnTo>
                  <a:pt x="20574" y="365760"/>
                </a:lnTo>
                <a:lnTo>
                  <a:pt x="20574" y="101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788840" y="4769561"/>
            <a:ext cx="332740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>
              <a:lnSpc>
                <a:spcPts val="214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𝑇𝑃</a:t>
            </a:r>
            <a:endParaRPr sz="1800">
              <a:latin typeface="Cambria Math"/>
              <a:cs typeface="Cambria Math"/>
            </a:endParaRPr>
          </a:p>
          <a:p>
            <a:pPr marL="23495">
              <a:lnSpc>
                <a:spcPts val="2140"/>
              </a:lnSpc>
            </a:pPr>
            <a:r>
              <a:rPr sz="1800" spc="-25" dirty="0">
                <a:latin typeface="Cambria Math"/>
                <a:cs typeface="Cambria Math"/>
              </a:rPr>
              <a:t>𝐹𝑁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41100" y="4769561"/>
            <a:ext cx="328930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ts val="214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𝐹𝑃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140"/>
              </a:lnSpc>
            </a:pP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797667" y="4778578"/>
            <a:ext cx="327660" cy="551180"/>
          </a:xfrm>
          <a:custGeom>
            <a:avLst/>
            <a:gdLst/>
            <a:ahLst/>
            <a:cxnLst/>
            <a:rect l="l" t="t" r="r" b="b"/>
            <a:pathLst>
              <a:path w="327659" h="551179">
                <a:moveTo>
                  <a:pt x="0" y="550595"/>
                </a:moveTo>
                <a:lnTo>
                  <a:pt x="327659" y="550595"/>
                </a:lnTo>
                <a:lnTo>
                  <a:pt x="327659" y="0"/>
                </a:lnTo>
                <a:lnTo>
                  <a:pt x="0" y="0"/>
                </a:lnTo>
                <a:lnTo>
                  <a:pt x="0" y="550595"/>
                </a:lnTo>
                <a:close/>
              </a:path>
            </a:pathLst>
          </a:custGeom>
          <a:ln w="12700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4EB572A-DAE5-3D27-884E-8A54070F80A0}"/>
                  </a:ext>
                </a:extLst>
              </p:cNvPr>
              <p:cNvSpPr txBox="1"/>
              <p:nvPr/>
            </p:nvSpPr>
            <p:spPr>
              <a:xfrm>
                <a:off x="4351015" y="2350235"/>
                <a:ext cx="422872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𝐏𝐫𝐞𝐜𝐢𝐬</m:t>
                      </m:r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𝐨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True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True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False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B4EB572A-DAE5-3D27-884E-8A54070F8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015" y="2350235"/>
                <a:ext cx="4228722" cy="523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7698B12-5BF8-0BC4-2082-126EC18D5325}"/>
                  </a:ext>
                </a:extLst>
              </p:cNvPr>
              <p:cNvSpPr txBox="1"/>
              <p:nvPr/>
            </p:nvSpPr>
            <p:spPr>
              <a:xfrm>
                <a:off x="4069805" y="4760893"/>
                <a:ext cx="4052391" cy="567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𝐑𝐞𝐜𝐚𝐥𝐥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True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True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False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Negative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E7698B12-5BF8-0BC4-2082-126EC18D5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805" y="4760893"/>
                <a:ext cx="4052391" cy="567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08026"/>
            <a:ext cx="91890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Calibri Light"/>
                <a:cs typeface="Calibri Light"/>
              </a:rPr>
              <a:t>Observações</a:t>
            </a:r>
            <a:r>
              <a:rPr sz="4000" b="0" spc="-130" dirty="0">
                <a:latin typeface="Calibri Light"/>
                <a:cs typeface="Calibri Light"/>
              </a:rPr>
              <a:t> </a:t>
            </a:r>
            <a:r>
              <a:rPr sz="4000" b="0" spc="-20" dirty="0">
                <a:latin typeface="Calibri Light"/>
                <a:cs typeface="Calibri Light"/>
              </a:rPr>
              <a:t>importantes</a:t>
            </a:r>
            <a:r>
              <a:rPr sz="4000" b="0" spc="-120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quanto</a:t>
            </a:r>
            <a:r>
              <a:rPr sz="4000" b="0" spc="-13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à</a:t>
            </a:r>
            <a:r>
              <a:rPr sz="4000" b="0" spc="-12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matriz</a:t>
            </a:r>
            <a:r>
              <a:rPr sz="4000" b="0" spc="-130" dirty="0">
                <a:latin typeface="Calibri Light"/>
                <a:cs typeface="Calibri Light"/>
              </a:rPr>
              <a:t> </a:t>
            </a:r>
            <a:r>
              <a:rPr sz="4000" b="0" spc="-25" dirty="0">
                <a:latin typeface="Calibri Light"/>
                <a:cs typeface="Calibri Light"/>
              </a:rPr>
              <a:t>de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657224"/>
            <a:ext cx="1879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Calibri Light"/>
                <a:cs typeface="Calibri Light"/>
              </a:rPr>
              <a:t>confusão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538097"/>
            <a:ext cx="11015345" cy="49790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precisão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significa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 </a:t>
            </a:r>
            <a:r>
              <a:rPr sz="2800" spc="-10" dirty="0">
                <a:latin typeface="Calibri"/>
                <a:cs typeface="Calibri"/>
              </a:rPr>
              <a:t>pertencente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positiva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realmente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pertence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à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número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falsos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positivos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  <a:p>
            <a:pPr marL="698500" marR="59690" lvl="1" indent="-228600">
              <a:lnSpc>
                <a:spcPts val="230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Entretanto,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métrica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dá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informações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respeito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exemplos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desta </a:t>
            </a:r>
            <a:r>
              <a:rPr sz="2400" dirty="0">
                <a:latin typeface="Calibri"/>
                <a:cs typeface="Calibri"/>
              </a:rPr>
              <a:t>classe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classificados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forma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incorreta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falsos negativos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1300" marR="6781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outro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lado,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recall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indica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classe </a:t>
            </a:r>
            <a:r>
              <a:rPr sz="2800" dirty="0">
                <a:latin typeface="Calibri"/>
                <a:cs typeface="Calibri"/>
              </a:rPr>
              <a:t>positiva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classificados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pertencentes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falsos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negativos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igual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0.</a:t>
            </a:r>
            <a:endParaRPr sz="2800">
              <a:latin typeface="Calibri"/>
              <a:cs typeface="Calibri"/>
            </a:endParaRPr>
          </a:p>
          <a:p>
            <a:pPr marL="698500" marR="38100" lvl="1" indent="-228600">
              <a:lnSpc>
                <a:spcPts val="231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Porém,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métrica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traz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informações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respeito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quantos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exemplos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25" dirty="0">
                <a:latin typeface="Calibri"/>
                <a:cs typeface="Calibri"/>
              </a:rPr>
              <a:t>da </a:t>
            </a:r>
            <a:r>
              <a:rPr sz="2400" b="1" i="1" dirty="0">
                <a:latin typeface="Calibri"/>
                <a:cs typeface="Calibri"/>
              </a:rPr>
              <a:t>classe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negativa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foram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classificados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como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sendo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pertencentes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à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classe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positiva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ou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quantidade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falsos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positivos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41300" marR="608965" indent="-228600">
              <a:lnSpc>
                <a:spcPct val="8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analisarmos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melhor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desempenho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classificador, </a:t>
            </a:r>
            <a:r>
              <a:rPr sz="2800" dirty="0">
                <a:latin typeface="Calibri"/>
                <a:cs typeface="Calibri"/>
              </a:rPr>
              <a:t>precisamos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métrica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duas.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57364" y="934719"/>
            <a:ext cx="967105" cy="375920"/>
          </a:xfrm>
          <a:custGeom>
            <a:avLst/>
            <a:gdLst/>
            <a:ahLst/>
            <a:cxnLst/>
            <a:rect l="l" t="t" r="r" b="b"/>
            <a:pathLst>
              <a:path w="967104" h="375919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20574" y="365760"/>
                </a:lnTo>
                <a:lnTo>
                  <a:pt x="20574" y="101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  <a:path w="967104" h="375919">
                <a:moveTo>
                  <a:pt x="966978" y="0"/>
                </a:moveTo>
                <a:lnTo>
                  <a:pt x="913892" y="0"/>
                </a:lnTo>
                <a:lnTo>
                  <a:pt x="913892" y="10160"/>
                </a:lnTo>
                <a:lnTo>
                  <a:pt x="946404" y="10160"/>
                </a:lnTo>
                <a:lnTo>
                  <a:pt x="946404" y="365760"/>
                </a:lnTo>
                <a:lnTo>
                  <a:pt x="913892" y="365760"/>
                </a:lnTo>
                <a:lnTo>
                  <a:pt x="913892" y="375920"/>
                </a:lnTo>
                <a:lnTo>
                  <a:pt x="966978" y="375920"/>
                </a:lnTo>
                <a:lnTo>
                  <a:pt x="966978" y="365760"/>
                </a:lnTo>
                <a:lnTo>
                  <a:pt x="966978" y="10160"/>
                </a:lnTo>
                <a:lnTo>
                  <a:pt x="9669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39765" y="830707"/>
            <a:ext cx="2564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90370" algn="l"/>
                <a:tab pos="2228215" algn="l"/>
              </a:tabLst>
            </a:pPr>
            <a:r>
              <a:rPr sz="1800" dirty="0">
                <a:latin typeface="Cambria Math"/>
                <a:cs typeface="Cambria Math"/>
              </a:rPr>
              <a:t>	</a:t>
            </a:r>
            <a:r>
              <a:rPr sz="2700" spc="-37" baseline="1543" dirty="0">
                <a:latin typeface="Cambria Math"/>
                <a:cs typeface="Cambria Math"/>
              </a:rPr>
              <a:t>𝑇𝑃</a:t>
            </a:r>
            <a:r>
              <a:rPr sz="2700" baseline="1543" dirty="0">
                <a:latin typeface="Cambria Math"/>
                <a:cs typeface="Cambria Math"/>
              </a:rPr>
              <a:t>	</a:t>
            </a:r>
            <a:r>
              <a:rPr sz="2700" spc="-37" baseline="1543" dirty="0">
                <a:latin typeface="Cambria Math"/>
                <a:cs typeface="Cambria Math"/>
              </a:rPr>
              <a:t>𝐹𝑃</a:t>
            </a:r>
            <a:endParaRPr sz="2700" baseline="1543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95464" y="1091946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  <a:tabLst>
                <a:tab pos="561975" algn="l"/>
              </a:tabLst>
            </a:pPr>
            <a:r>
              <a:rPr sz="1800" spc="-25" dirty="0">
                <a:latin typeface="Cambria Math"/>
                <a:cs typeface="Cambria Math"/>
              </a:rPr>
              <a:t>𝐹𝑁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5" dirty="0">
                <a:latin typeface="Cambria Math"/>
                <a:cs typeface="Cambria Math"/>
              </a:rPr>
              <a:t>𝑇𝑁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348729" y="826592"/>
            <a:ext cx="2877820" cy="763270"/>
            <a:chOff x="6348729" y="826592"/>
            <a:chExt cx="2877820" cy="763270"/>
          </a:xfrm>
        </p:grpSpPr>
        <p:sp>
          <p:nvSpPr>
            <p:cNvPr id="15" name="object 15"/>
            <p:cNvSpPr/>
            <p:nvPr/>
          </p:nvSpPr>
          <p:spPr>
            <a:xfrm>
              <a:off x="7299959" y="883246"/>
              <a:ext cx="1066800" cy="225425"/>
            </a:xfrm>
            <a:custGeom>
              <a:avLst/>
              <a:gdLst/>
              <a:ahLst/>
              <a:cxnLst/>
              <a:rect l="l" t="t" r="r" b="b"/>
              <a:pathLst>
                <a:path w="1066800" h="225425">
                  <a:moveTo>
                    <a:pt x="0" y="225082"/>
                  </a:moveTo>
                  <a:lnTo>
                    <a:pt x="1066800" y="225082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225082"/>
                  </a:lnTo>
                  <a:close/>
                </a:path>
              </a:pathLst>
            </a:custGeom>
            <a:ln w="126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55079" y="960119"/>
              <a:ext cx="899160" cy="388620"/>
            </a:xfrm>
            <a:custGeom>
              <a:avLst/>
              <a:gdLst/>
              <a:ahLst/>
              <a:cxnLst/>
              <a:rect l="l" t="t" r="r" b="b"/>
              <a:pathLst>
                <a:path w="899159" h="388619">
                  <a:moveTo>
                    <a:pt x="0" y="388619"/>
                  </a:moveTo>
                  <a:lnTo>
                    <a:pt x="33511" y="352485"/>
                  </a:lnTo>
                  <a:lnTo>
                    <a:pt x="67430" y="316710"/>
                  </a:lnTo>
                  <a:lnTo>
                    <a:pt x="102164" y="281657"/>
                  </a:lnTo>
                  <a:lnTo>
                    <a:pt x="138121" y="247686"/>
                  </a:lnTo>
                  <a:lnTo>
                    <a:pt x="175709" y="215157"/>
                  </a:lnTo>
                  <a:lnTo>
                    <a:pt x="215335" y="184432"/>
                  </a:lnTo>
                  <a:lnTo>
                    <a:pt x="257407" y="155870"/>
                  </a:lnTo>
                  <a:lnTo>
                    <a:pt x="302333" y="129832"/>
                  </a:lnTo>
                  <a:lnTo>
                    <a:pt x="350520" y="106679"/>
                  </a:lnTo>
                  <a:lnTo>
                    <a:pt x="392581" y="90068"/>
                  </a:lnTo>
                  <a:lnTo>
                    <a:pt x="436876" y="75432"/>
                  </a:lnTo>
                  <a:lnTo>
                    <a:pt x="483180" y="62574"/>
                  </a:lnTo>
                  <a:lnTo>
                    <a:pt x="531270" y="51296"/>
                  </a:lnTo>
                  <a:lnTo>
                    <a:pt x="580923" y="41400"/>
                  </a:lnTo>
                  <a:lnTo>
                    <a:pt x="631916" y="32689"/>
                  </a:lnTo>
                  <a:lnTo>
                    <a:pt x="684025" y="24966"/>
                  </a:lnTo>
                  <a:lnTo>
                    <a:pt x="737027" y="18033"/>
                  </a:lnTo>
                  <a:lnTo>
                    <a:pt x="790699" y="11693"/>
                  </a:lnTo>
                  <a:lnTo>
                    <a:pt x="844818" y="5747"/>
                  </a:lnTo>
                  <a:lnTo>
                    <a:pt x="89916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06639" y="832942"/>
              <a:ext cx="327660" cy="551180"/>
            </a:xfrm>
            <a:custGeom>
              <a:avLst/>
              <a:gdLst/>
              <a:ahLst/>
              <a:cxnLst/>
              <a:rect l="l" t="t" r="r" b="b"/>
              <a:pathLst>
                <a:path w="327659" h="551180">
                  <a:moveTo>
                    <a:pt x="0" y="550595"/>
                  </a:moveTo>
                  <a:lnTo>
                    <a:pt x="327659" y="550595"/>
                  </a:lnTo>
                  <a:lnTo>
                    <a:pt x="327659" y="0"/>
                  </a:lnTo>
                  <a:lnTo>
                    <a:pt x="0" y="0"/>
                  </a:lnTo>
                  <a:lnTo>
                    <a:pt x="0" y="550595"/>
                  </a:lnTo>
                  <a:close/>
                </a:path>
              </a:pathLst>
            </a:custGeom>
            <a:ln w="127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74279" y="1203959"/>
              <a:ext cx="1645920" cy="379730"/>
            </a:xfrm>
            <a:custGeom>
              <a:avLst/>
              <a:gdLst/>
              <a:ahLst/>
              <a:cxnLst/>
              <a:rect l="l" t="t" r="r" b="b"/>
              <a:pathLst>
                <a:path w="1645920" h="379730">
                  <a:moveTo>
                    <a:pt x="0" y="198119"/>
                  </a:moveTo>
                  <a:lnTo>
                    <a:pt x="40036" y="220385"/>
                  </a:lnTo>
                  <a:lnTo>
                    <a:pt x="80265" y="242351"/>
                  </a:lnTo>
                  <a:lnTo>
                    <a:pt x="120877" y="263717"/>
                  </a:lnTo>
                  <a:lnTo>
                    <a:pt x="162063" y="284183"/>
                  </a:lnTo>
                  <a:lnTo>
                    <a:pt x="204016" y="303450"/>
                  </a:lnTo>
                  <a:lnTo>
                    <a:pt x="246927" y="321217"/>
                  </a:lnTo>
                  <a:lnTo>
                    <a:pt x="290988" y="337184"/>
                  </a:lnTo>
                  <a:lnTo>
                    <a:pt x="336390" y="351053"/>
                  </a:lnTo>
                  <a:lnTo>
                    <a:pt x="383325" y="362522"/>
                  </a:lnTo>
                  <a:lnTo>
                    <a:pt x="431985" y="371291"/>
                  </a:lnTo>
                  <a:lnTo>
                    <a:pt x="482560" y="377062"/>
                  </a:lnTo>
                  <a:lnTo>
                    <a:pt x="535243" y="379533"/>
                  </a:lnTo>
                  <a:lnTo>
                    <a:pt x="590226" y="378406"/>
                  </a:lnTo>
                  <a:lnTo>
                    <a:pt x="647700" y="373379"/>
                  </a:lnTo>
                  <a:lnTo>
                    <a:pt x="687475" y="367744"/>
                  </a:lnTo>
                  <a:lnTo>
                    <a:pt x="728385" y="360331"/>
                  </a:lnTo>
                  <a:lnTo>
                    <a:pt x="770375" y="351230"/>
                  </a:lnTo>
                  <a:lnTo>
                    <a:pt x="813386" y="340530"/>
                  </a:lnTo>
                  <a:lnTo>
                    <a:pt x="857363" y="328319"/>
                  </a:lnTo>
                  <a:lnTo>
                    <a:pt x="902247" y="314686"/>
                  </a:lnTo>
                  <a:lnTo>
                    <a:pt x="947984" y="299719"/>
                  </a:lnTo>
                  <a:lnTo>
                    <a:pt x="994515" y="283509"/>
                  </a:lnTo>
                  <a:lnTo>
                    <a:pt x="1041785" y="266144"/>
                  </a:lnTo>
                  <a:lnTo>
                    <a:pt x="1089735" y="247712"/>
                  </a:lnTo>
                  <a:lnTo>
                    <a:pt x="1138310" y="228303"/>
                  </a:lnTo>
                  <a:lnTo>
                    <a:pt x="1187453" y="208006"/>
                  </a:lnTo>
                  <a:lnTo>
                    <a:pt x="1237107" y="186908"/>
                  </a:lnTo>
                  <a:lnTo>
                    <a:pt x="1287215" y="165099"/>
                  </a:lnTo>
                  <a:lnTo>
                    <a:pt x="1337720" y="142669"/>
                  </a:lnTo>
                  <a:lnTo>
                    <a:pt x="1388567" y="119705"/>
                  </a:lnTo>
                  <a:lnTo>
                    <a:pt x="1439697" y="96297"/>
                  </a:lnTo>
                  <a:lnTo>
                    <a:pt x="1491054" y="72534"/>
                  </a:lnTo>
                  <a:lnTo>
                    <a:pt x="1542581" y="48504"/>
                  </a:lnTo>
                  <a:lnTo>
                    <a:pt x="1594222" y="24296"/>
                  </a:lnTo>
                  <a:lnTo>
                    <a:pt x="164592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D8CFF59-D4A9-B071-9A30-9F21BB1E6497}"/>
                  </a:ext>
                </a:extLst>
              </p:cNvPr>
              <p:cNvSpPr txBox="1"/>
              <p:nvPr/>
            </p:nvSpPr>
            <p:spPr>
              <a:xfrm>
                <a:off x="4136636" y="927256"/>
                <a:ext cx="208871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𝐏𝐫𝐞𝐜𝐢𝐬</m:t>
                      </m:r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𝐨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CD8CFF59-D4A9-B071-9A30-9F21BB1E6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636" y="927256"/>
                <a:ext cx="2088712" cy="5231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0A256BF-4635-E783-5602-F7013B4869E2}"/>
                  </a:ext>
                </a:extLst>
              </p:cNvPr>
              <p:cNvSpPr txBox="1"/>
              <p:nvPr/>
            </p:nvSpPr>
            <p:spPr>
              <a:xfrm>
                <a:off x="9234713" y="763552"/>
                <a:ext cx="1859483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𝐑𝐞𝐜𝐚𝐥𝐥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0A256BF-4635-E783-5602-F7013B486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4713" y="763552"/>
                <a:ext cx="1859483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61569"/>
            <a:ext cx="9352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837" y="1163622"/>
            <a:ext cx="10460355" cy="1537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latin typeface="Calibri"/>
                <a:cs typeface="Calibri"/>
              </a:rPr>
              <a:t>Pontuação-</a:t>
            </a:r>
            <a:r>
              <a:rPr sz="2800" b="1" spc="-50" dirty="0">
                <a:latin typeface="Calibri"/>
                <a:cs typeface="Calibri"/>
              </a:rPr>
              <a:t>F</a:t>
            </a:r>
            <a:endParaRPr sz="2800" dirty="0">
              <a:latin typeface="Calibri"/>
              <a:cs typeface="Calibri"/>
            </a:endParaRPr>
          </a:p>
          <a:p>
            <a:pPr marL="266700" marR="23495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precisão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recall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analisados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conjuntamente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através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métrica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combina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duas,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chamada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pontuação-</a:t>
            </a:r>
            <a:r>
              <a:rPr sz="2600" b="1" i="1" dirty="0">
                <a:latin typeface="Calibri"/>
                <a:cs typeface="Calibri"/>
              </a:rPr>
              <a:t>F</a:t>
            </a:r>
            <a:r>
              <a:rPr sz="2600" b="1" i="1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(ou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F-score</a:t>
            </a:r>
            <a:r>
              <a:rPr sz="2600" spc="-10" dirty="0">
                <a:latin typeface="Calibri"/>
                <a:cs typeface="Calibri"/>
              </a:rPr>
              <a:t>).</a:t>
            </a:r>
            <a:endParaRPr sz="2600" dirty="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66700" algn="l"/>
              </a:tabLst>
            </a:pPr>
            <a:r>
              <a:rPr sz="2600" dirty="0">
                <a:latin typeface="Calibri"/>
                <a:cs typeface="Calibri"/>
              </a:rPr>
              <a:t>Ela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realiza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média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harmônica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ponderada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equaçao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300" dirty="0">
                <a:latin typeface="Cambria Math"/>
                <a:cs typeface="Cambria Math"/>
              </a:rPr>
              <a:t>𝐹</a:t>
            </a:r>
            <a:r>
              <a:rPr sz="2850" spc="307" baseline="-16081" dirty="0">
                <a:latin typeface="Cambria Math"/>
                <a:cs typeface="Cambria Math"/>
              </a:rPr>
              <a:t>𝑚</a:t>
            </a:r>
            <a:r>
              <a:rPr sz="2850" spc="367" baseline="-16081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abaixo: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837" y="3472866"/>
            <a:ext cx="10474325" cy="826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onde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𝑚</a:t>
            </a:r>
            <a:r>
              <a:rPr sz="2600" spc="17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≥</a:t>
            </a:r>
            <a:r>
              <a:rPr sz="2600" spc="14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0</a:t>
            </a:r>
            <a:r>
              <a:rPr sz="2600" spc="-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 </a:t>
            </a:r>
            <a:r>
              <a:rPr sz="2600" b="1" i="1" dirty="0">
                <a:latin typeface="Calibri"/>
                <a:cs typeface="Calibri"/>
              </a:rPr>
              <a:t>fator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10" dirty="0">
                <a:latin typeface="Calibri"/>
                <a:cs typeface="Calibri"/>
              </a:rPr>
              <a:t> ponderação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𝑚</a:t>
            </a:r>
            <a:r>
              <a:rPr sz="2600" spc="3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mesma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importância</a:t>
            </a:r>
            <a:r>
              <a:rPr sz="2600" b="1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b="1" i="1" dirty="0">
                <a:latin typeface="Calibri"/>
                <a:cs typeface="Calibri"/>
              </a:rPr>
              <a:t>precisão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 </a:t>
            </a:r>
            <a:r>
              <a:rPr sz="2600" b="1" i="1" spc="-10" dirty="0">
                <a:latin typeface="Calibri"/>
                <a:cs typeface="Calibri"/>
              </a:rPr>
              <a:t>recall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837" y="5338739"/>
            <a:ext cx="10979785" cy="138176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66700" marR="3048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66700" algn="l"/>
              </a:tabLst>
            </a:pPr>
            <a:r>
              <a:rPr sz="2600" spc="-10" dirty="0">
                <a:latin typeface="Calibri"/>
                <a:cs typeface="Calibri"/>
              </a:rPr>
              <a:t>Valores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40" dirty="0">
                <a:latin typeface="Cambria Math"/>
                <a:cs typeface="Cambria Math"/>
              </a:rPr>
              <a:t>𝐹</a:t>
            </a:r>
            <a:r>
              <a:rPr sz="2850" spc="-60" baseline="-16081" dirty="0">
                <a:latin typeface="Cambria Math"/>
                <a:cs typeface="Cambria Math"/>
              </a:rPr>
              <a:t>1</a:t>
            </a:r>
            <a:r>
              <a:rPr sz="2850" spc="292" baseline="-16081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próximos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indicam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classificador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obteve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bons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resultados </a:t>
            </a:r>
            <a:r>
              <a:rPr sz="2600" dirty="0">
                <a:latin typeface="Calibri"/>
                <a:cs typeface="Calibri"/>
              </a:rPr>
              <a:t>tanto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precisão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recall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66700" marR="19875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600" spc="-10" dirty="0">
                <a:latin typeface="Calibri"/>
                <a:cs typeface="Calibri"/>
              </a:rPr>
              <a:t>Valores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𝑚</a:t>
            </a:r>
            <a:r>
              <a:rPr sz="2600" spc="1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&gt;</a:t>
            </a:r>
            <a:r>
              <a:rPr sz="2600" spc="13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-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importância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recall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𝑚</a:t>
            </a:r>
            <a:r>
              <a:rPr sz="2600" spc="16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&lt;</a:t>
            </a:r>
            <a:r>
              <a:rPr sz="2600" spc="130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1</a:t>
            </a:r>
            <a:r>
              <a:rPr sz="2600" spc="-5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dão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mais </a:t>
            </a:r>
            <a:r>
              <a:rPr sz="2600" dirty="0">
                <a:latin typeface="Calibri"/>
                <a:cs typeface="Calibri"/>
              </a:rPr>
              <a:t>importância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à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precisão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4D04749A-B9DD-9743-40B6-0AEC064AE3E8}"/>
                  </a:ext>
                </a:extLst>
              </p:cNvPr>
              <p:cNvSpPr txBox="1"/>
              <p:nvPr/>
            </p:nvSpPr>
            <p:spPr>
              <a:xfrm>
                <a:off x="3558262" y="2791642"/>
                <a:ext cx="5191678" cy="7390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4D04749A-B9DD-9743-40B6-0AEC064AE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262" y="2791642"/>
                <a:ext cx="5191678" cy="7390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C4F96C49-0DE7-F84A-573E-BF90EE394DF9}"/>
                  </a:ext>
                </a:extLst>
              </p:cNvPr>
              <p:cNvSpPr txBox="1"/>
              <p:nvPr/>
            </p:nvSpPr>
            <p:spPr>
              <a:xfrm>
                <a:off x="3382372" y="4437082"/>
                <a:ext cx="5998117" cy="901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recall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FN</m:t>
                              </m:r>
                              <m: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FP</m:t>
                              </m:r>
                            </m:num>
                            <m:den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C4F96C49-0DE7-F84A-573E-BF90EE394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72" y="4437082"/>
                <a:ext cx="5998117" cy="901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10693"/>
            <a:ext cx="9352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816100"/>
            <a:ext cx="6040755" cy="119507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ct val="70000"/>
              </a:lnSpc>
              <a:spcBef>
                <a:spcPts val="7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Gráfico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performance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classificador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binário </a:t>
            </a:r>
            <a:r>
              <a:rPr sz="1800" dirty="0">
                <a:latin typeface="Calibri"/>
                <a:cs typeface="Calibri"/>
              </a:rPr>
              <a:t>conforme seu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limiar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discriminação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(ou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decisão)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é </a:t>
            </a:r>
            <a:r>
              <a:rPr sz="1800" spc="-10" dirty="0">
                <a:latin typeface="Calibri"/>
                <a:cs typeface="Calibri"/>
              </a:rPr>
              <a:t>variado.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1835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curva é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criada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plotando-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b="1" i="1" dirty="0">
                <a:latin typeface="Calibri"/>
                <a:cs typeface="Calibri"/>
              </a:rPr>
              <a:t>recall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função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taxa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de</a:t>
            </a:r>
            <a:endParaRPr sz="1800" dirty="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sz="1800" b="1" i="1" dirty="0">
                <a:latin typeface="Calibri"/>
                <a:cs typeface="Calibri"/>
              </a:rPr>
              <a:t>falsos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positivos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vários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b="1" i="1" spc="-25" dirty="0">
                <a:latin typeface="Calibri"/>
                <a:cs typeface="Calibri"/>
              </a:rPr>
              <a:t>T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029458"/>
            <a:ext cx="6154420" cy="330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1835"/>
              </a:lnSpc>
              <a:spcBef>
                <a:spcPts val="1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Quanto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à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esquerda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 cima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estiver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curva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ROC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um</a:t>
            </a:r>
            <a:endParaRPr sz="1800" dirty="0">
              <a:latin typeface="Calibri"/>
              <a:cs typeface="Calibri"/>
            </a:endParaRPr>
          </a:p>
          <a:p>
            <a:pPr marL="241300">
              <a:lnSpc>
                <a:spcPts val="1835"/>
              </a:lnSpc>
            </a:pPr>
            <a:r>
              <a:rPr sz="1800" b="1" i="1" dirty="0">
                <a:latin typeface="Calibri"/>
                <a:cs typeface="Calibri"/>
              </a:rPr>
              <a:t>classificador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melhor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desempenho.</a:t>
            </a:r>
            <a:endParaRPr sz="1800" dirty="0">
              <a:latin typeface="Calibri"/>
              <a:cs typeface="Calibri"/>
            </a:endParaRPr>
          </a:p>
          <a:p>
            <a:pPr marL="241300" marR="60325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linha em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vermelho,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está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associada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 um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classificador </a:t>
            </a:r>
            <a:r>
              <a:rPr sz="1800" b="1" i="1" dirty="0">
                <a:latin typeface="Calibri"/>
                <a:cs typeface="Calibri"/>
              </a:rPr>
              <a:t>puramente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aleatório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classificador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fica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à </a:t>
            </a:r>
            <a:r>
              <a:rPr sz="1800" dirty="0">
                <a:latin typeface="Calibri"/>
                <a:cs typeface="Calibri"/>
              </a:rPr>
              <a:t>esquerda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possível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dessa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linha.</a:t>
            </a:r>
            <a:endParaRPr sz="1800" dirty="0">
              <a:latin typeface="Calibri"/>
              <a:cs typeface="Calibri"/>
            </a:endParaRPr>
          </a:p>
          <a:p>
            <a:pPr marL="241300" marR="8572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Classes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sobreposição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apresentam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curva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paralela </a:t>
            </a:r>
            <a:r>
              <a:rPr sz="1800" dirty="0">
                <a:latin typeface="Calibri"/>
                <a:cs typeface="Calibri"/>
              </a:rPr>
              <a:t>aos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eixos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recall 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TFP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(linha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azul</a:t>
            </a:r>
            <a:r>
              <a:rPr sz="1800" spc="-10" dirty="0">
                <a:latin typeface="Calibri"/>
                <a:cs typeface="Calibri"/>
              </a:rPr>
              <a:t> tracejada).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ts val="1835"/>
              </a:lnSpc>
              <a:spcBef>
                <a:spcPts val="3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Classes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sobreposição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têm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classificação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perfeita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quando</a:t>
            </a:r>
            <a:endParaRPr sz="1800" dirty="0">
              <a:latin typeface="Calibri"/>
              <a:cs typeface="Calibri"/>
            </a:endParaRPr>
          </a:p>
          <a:p>
            <a:pPr marL="241300" marR="407670">
              <a:lnSpc>
                <a:spcPct val="70000"/>
              </a:lnSpc>
              <a:spcBef>
                <a:spcPts val="320"/>
              </a:spcBef>
            </a:pPr>
            <a:r>
              <a:rPr sz="1800" dirty="0">
                <a:latin typeface="Cambria Math"/>
                <a:cs typeface="Cambria Math"/>
              </a:rPr>
              <a:t>𝑇</a:t>
            </a:r>
            <a:r>
              <a:rPr sz="1800" spc="1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0.5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representando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100%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recall</a:t>
            </a:r>
            <a:r>
              <a:rPr sz="1800" b="1" i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(ou seja,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falsos </a:t>
            </a:r>
            <a:r>
              <a:rPr sz="1800" dirty="0">
                <a:latin typeface="Calibri"/>
                <a:cs typeface="Calibri"/>
              </a:rPr>
              <a:t>negativos)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100%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especificidade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(ou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seja,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falsos positivos).</a:t>
            </a:r>
            <a:endParaRPr sz="1800" dirty="0">
              <a:latin typeface="Calibri"/>
              <a:cs typeface="Calibri"/>
            </a:endParaRPr>
          </a:p>
          <a:p>
            <a:pPr marL="241300" marR="22225" indent="-228600">
              <a:lnSpc>
                <a:spcPct val="70000"/>
              </a:lnSpc>
              <a:spcBef>
                <a:spcPts val="101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Ela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robusta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relação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desequilíbrio de classes,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que </a:t>
            </a:r>
            <a:r>
              <a:rPr sz="1800" dirty="0">
                <a:latin typeface="Calibri"/>
                <a:cs typeface="Calibri"/>
              </a:rPr>
              <a:t>significa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pode ser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usada </a:t>
            </a:r>
            <a:r>
              <a:rPr sz="1800" spc="-10" dirty="0">
                <a:latin typeface="Calibri"/>
                <a:cs typeface="Calibri"/>
              </a:rPr>
              <a:t>efetivamente</a:t>
            </a:r>
            <a:r>
              <a:rPr sz="1800" dirty="0">
                <a:latin typeface="Calibri"/>
                <a:cs typeface="Calibri"/>
              </a:rPr>
              <a:t> mesmo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quando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uma </a:t>
            </a:r>
            <a:r>
              <a:rPr sz="1800" dirty="0">
                <a:latin typeface="Calibri"/>
                <a:cs typeface="Calibri"/>
              </a:rPr>
              <a:t>das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muito mais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 que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outra.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9639" y="1278762"/>
            <a:ext cx="7673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Curva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Característica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Operação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Receptor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(ROC)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0456" y="2090488"/>
            <a:ext cx="4843196" cy="35737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2890BFF-1802-B78F-2B92-717113FD2E69}"/>
                  </a:ext>
                </a:extLst>
              </p:cNvPr>
              <p:cNvSpPr txBox="1"/>
              <p:nvPr/>
            </p:nvSpPr>
            <p:spPr>
              <a:xfrm>
                <a:off x="10284933" y="2090488"/>
                <a:ext cx="134652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2890BFF-1802-B78F-2B92-717113FD2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933" y="2090488"/>
                <a:ext cx="1346522" cy="523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DBC91D3-37C7-867C-3685-1A9DA6CE0DB2}"/>
                  </a:ext>
                </a:extLst>
              </p:cNvPr>
              <p:cNvSpPr txBox="1"/>
              <p:nvPr/>
            </p:nvSpPr>
            <p:spPr>
              <a:xfrm>
                <a:off x="10151082" y="5500722"/>
                <a:ext cx="1639873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𝑻𝑭𝑷</m:t>
                      </m:r>
                      <m:r>
                        <a:rPr lang="pt-B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TN</m:t>
                          </m:r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DBC91D3-37C7-867C-3685-1A9DA6CE0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1082" y="5500722"/>
                <a:ext cx="1639873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 dirty="0">
              <a:latin typeface="Calibri Light"/>
              <a:cs typeface="Calibri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902425" y="1525582"/>
                <a:ext cx="8053070" cy="319113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pt-BR" sz="2400" b="1" dirty="0">
                    <a:latin typeface="Calibri"/>
                    <a:cs typeface="Calibri"/>
                  </a:rPr>
                  <a:t>Curva</a:t>
                </a:r>
                <a:r>
                  <a:rPr lang="pt-BR" sz="2400" b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spc="-10" dirty="0">
                    <a:latin typeface="Calibri"/>
                    <a:cs typeface="Calibri"/>
                  </a:rPr>
                  <a:t>Característica</a:t>
                </a:r>
                <a:r>
                  <a:rPr lang="pt-BR" sz="2400" b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de</a:t>
                </a:r>
                <a:r>
                  <a:rPr lang="pt-BR" sz="2400" b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Operação</a:t>
                </a:r>
                <a:r>
                  <a:rPr lang="pt-BR" sz="2400" b="1" spc="-5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do</a:t>
                </a:r>
                <a:r>
                  <a:rPr lang="pt-BR" sz="2400" b="1" spc="-4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Receptor</a:t>
                </a:r>
                <a:r>
                  <a:rPr lang="pt-BR" sz="2400" b="1" spc="-35" dirty="0">
                    <a:latin typeface="Calibri"/>
                    <a:cs typeface="Calibri"/>
                  </a:rPr>
                  <a:t> </a:t>
                </a:r>
                <a:r>
                  <a:rPr lang="pt-BR" sz="2400" b="1" dirty="0">
                    <a:latin typeface="Calibri"/>
                    <a:cs typeface="Calibri"/>
                  </a:rPr>
                  <a:t>(Curva</a:t>
                </a:r>
                <a:r>
                  <a:rPr lang="pt-BR" sz="2400" b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spc="-20" dirty="0">
                    <a:latin typeface="Calibri"/>
                    <a:cs typeface="Calibri"/>
                  </a:rPr>
                  <a:t>ROC)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indent="-228600">
                  <a:lnSpc>
                    <a:spcPts val="2450"/>
                  </a:lnSpc>
                  <a:spcBef>
                    <a:spcPts val="13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6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forma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usual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comparar</a:t>
                </a:r>
                <a:r>
                  <a:rPr lang="pt-BR" sz="2400" spc="-9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classificadores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consiste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criar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>
                  <a:lnSpc>
                    <a:spcPts val="2450"/>
                  </a:lnSpc>
                </a:pPr>
                <a:r>
                  <a:rPr lang="pt-BR" sz="2400" dirty="0">
                    <a:latin typeface="Calibri"/>
                    <a:cs typeface="Calibri"/>
                  </a:rPr>
                  <a:t>uma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curva</a:t>
                </a:r>
                <a:r>
                  <a:rPr lang="pt-BR" sz="2400" b="1" i="1" spc="-2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ROC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deles.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marR="906144" indent="-228600">
                  <a:lnSpc>
                    <a:spcPct val="70000"/>
                  </a:lnSpc>
                  <a:spcBef>
                    <a:spcPts val="1010"/>
                  </a:spcBef>
                  <a:buFont typeface="Arial"/>
                  <a:buChar char="•"/>
                  <a:tabLst>
                    <a:tab pos="266700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geral,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classificadores</a:t>
                </a:r>
                <a:r>
                  <a:rPr lang="pt-BR" sz="2400" b="1" i="1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apresentam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em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sua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saída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uma </a:t>
                </a:r>
                <a:r>
                  <a:rPr lang="pt-BR" sz="2400" dirty="0">
                    <a:latin typeface="Calibri"/>
                    <a:cs typeface="Calibri"/>
                  </a:rPr>
                  <a:t>probabilidade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5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cada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exemplo</a:t>
                </a:r>
                <a:r>
                  <a:rPr lang="pt-BR" sz="2400" spc="-7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entrada.</a:t>
                </a:r>
                <a:endParaRPr lang="pt-BR" sz="2400" dirty="0">
                  <a:latin typeface="Calibri"/>
                  <a:cs typeface="Calibri"/>
                </a:endParaRPr>
              </a:p>
              <a:p>
                <a:pPr marL="266700" marR="146050" indent="-228600">
                  <a:lnSpc>
                    <a:spcPct val="73100"/>
                  </a:lnSpc>
                  <a:spcBef>
                    <a:spcPts val="905"/>
                  </a:spcBef>
                  <a:buFont typeface="Arial"/>
                  <a:buChar char="•"/>
                  <a:tabLst>
                    <a:tab pos="266700" algn="l"/>
                    <a:tab pos="723900" algn="l"/>
                    <a:tab pos="1026794" algn="l"/>
                    <a:tab pos="1466215" algn="l"/>
                  </a:tabLst>
                </a:pPr>
                <a:r>
                  <a:rPr lang="pt-BR" sz="2400" dirty="0">
                    <a:latin typeface="Calibri"/>
                    <a:cs typeface="Calibri"/>
                  </a:rPr>
                  <a:t>Normalmente,</a:t>
                </a:r>
                <a:r>
                  <a:rPr lang="pt-BR" sz="2400" spc="-10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estas</a:t>
                </a:r>
                <a:r>
                  <a:rPr lang="pt-BR" sz="2400" spc="-8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probabilidades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são,</a:t>
                </a:r>
                <a:r>
                  <a:rPr lang="pt-BR" sz="2400" spc="-7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então,</a:t>
                </a:r>
                <a:r>
                  <a:rPr lang="pt-BR" sz="2400" spc="-6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discretizadas </a:t>
                </a:r>
                <a:r>
                  <a:rPr lang="pt-BR" sz="2400" dirty="0">
                    <a:latin typeface="Calibri"/>
                    <a:cs typeface="Calibri"/>
                  </a:rPr>
                  <a:t>para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que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tenha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a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decisão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final: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por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exemplo,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se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  <m:t>h</m:t>
                        </m:r>
                      </m:e>
                      <m:sub>
                        <m:r>
                          <a:rPr lang="pt-BR" sz="2400" b="1" i="1" spc="-25" smtClean="0">
                            <a:latin typeface="Cambria Math" panose="02040503050406030204" pitchFamily="18" charset="0"/>
                            <a:cs typeface="Calibri"/>
                          </a:rPr>
                          <m:t>𝒂</m:t>
                        </m:r>
                      </m:sub>
                    </m:sSub>
                    <m:d>
                      <m:dPr>
                        <m:ctrlPr>
                          <a:rPr lang="pt-BR" sz="2400" b="0" i="1" spc="-25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2400" b="1" i="1" spc="-25" smtClean="0">
                            <a:latin typeface="Cambria Math" panose="02040503050406030204" pitchFamily="18" charset="0"/>
                            <a:cs typeface="Calibri"/>
                          </a:rPr>
                          <m:t>𝒙</m:t>
                        </m:r>
                        <m:d>
                          <m:dPr>
                            <m:ctrlP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pt-BR" sz="2400" b="0" i="1" spc="-25" smtClean="0">
                                <a:latin typeface="Cambria Math" panose="02040503050406030204" pitchFamily="18" charset="0"/>
                                <a:cs typeface="Calibri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pt-BR" sz="2400" dirty="0">
                    <a:latin typeface="Calibri"/>
                    <a:cs typeface="Calibri"/>
                  </a:rPr>
                  <a:t>ultrapassa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um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determinado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limiar</a:t>
                </a:r>
                <a:r>
                  <a:rPr lang="pt-BR" sz="2400" b="1" i="1" spc="-4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</a:t>
                </a:r>
                <a:r>
                  <a:rPr lang="pt-BR" sz="2400" b="1" i="1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decisão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b="1" i="1" dirty="0">
                    <a:latin typeface="Calibri"/>
                    <a:cs typeface="Calibri"/>
                  </a:rPr>
                  <a:t>T</a:t>
                </a:r>
                <a:r>
                  <a:rPr lang="pt-BR" sz="2400" dirty="0">
                    <a:latin typeface="Calibri"/>
                    <a:cs typeface="Calibri"/>
                  </a:rPr>
                  <a:t>,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ele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mapeado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</a:t>
                </a:r>
                <a:r>
                  <a:rPr lang="pt-BR" sz="2400" spc="-2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-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1</a:t>
                </a:r>
                <a:r>
                  <a:rPr lang="pt-BR" sz="2400" spc="-4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(classe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positiva,</a:t>
                </a:r>
                <a:r>
                  <a:rPr lang="pt-BR" sz="2400" spc="-5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mbria Math"/>
                    <a:cs typeface="Cambria Math"/>
                  </a:rPr>
                  <a:t>𝐶</a:t>
                </a:r>
                <a:r>
                  <a:rPr lang="pt-BR" sz="2625" baseline="-15873" dirty="0">
                    <a:latin typeface="Cambria Math"/>
                    <a:cs typeface="Cambria Math"/>
                  </a:rPr>
                  <a:t>2</a:t>
                </a:r>
                <a:r>
                  <a:rPr lang="pt-BR" sz="2400" dirty="0">
                    <a:latin typeface="Calibri"/>
                    <a:cs typeface="Calibri"/>
                  </a:rPr>
                  <a:t>);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caso</a:t>
                </a:r>
                <a:r>
                  <a:rPr lang="pt-BR" sz="2400" spc="-3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contrário,</a:t>
                </a:r>
                <a:r>
                  <a:rPr lang="pt-BR" sz="2400" spc="-20" dirty="0">
                    <a:latin typeface="Calibri"/>
                    <a:cs typeface="Calibri"/>
                  </a:rPr>
                  <a:t> </a:t>
                </a:r>
                <a:r>
                  <a:rPr lang="pt-BR" sz="2400" spc="-25" dirty="0">
                    <a:latin typeface="Calibri"/>
                    <a:cs typeface="Calibri"/>
                  </a:rPr>
                  <a:t>ele </a:t>
                </a:r>
                <a:r>
                  <a:rPr lang="pt-BR" sz="2400" dirty="0">
                    <a:latin typeface="Calibri"/>
                    <a:cs typeface="Calibri"/>
                  </a:rPr>
                  <a:t>é</a:t>
                </a:r>
                <a:r>
                  <a:rPr lang="pt-BR" sz="2400" spc="-1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mapeado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no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valor</a:t>
                </a:r>
                <a:r>
                  <a:rPr lang="pt-BR" sz="2400" spc="5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0</a:t>
                </a:r>
                <a:r>
                  <a:rPr lang="pt-BR" sz="2400" spc="-30" dirty="0">
                    <a:latin typeface="Calibri"/>
                    <a:cs typeface="Calibri"/>
                  </a:rPr>
                  <a:t> </a:t>
                </a:r>
                <a:r>
                  <a:rPr lang="pt-BR" sz="2400" dirty="0">
                    <a:latin typeface="Calibri"/>
                    <a:cs typeface="Calibri"/>
                  </a:rPr>
                  <a:t>(classe</a:t>
                </a:r>
                <a:r>
                  <a:rPr lang="pt-BR" sz="2400" spc="-15" dirty="0">
                    <a:latin typeface="Calibri"/>
                    <a:cs typeface="Calibri"/>
                  </a:rPr>
                  <a:t> </a:t>
                </a:r>
                <a:r>
                  <a:rPr lang="pt-BR" sz="2400" spc="-10" dirty="0">
                    <a:latin typeface="Calibri"/>
                    <a:cs typeface="Calibri"/>
                  </a:rPr>
                  <a:t>negativa,</a:t>
                </a:r>
                <a:r>
                  <a:rPr lang="pt-BR" sz="2400" spc="-45" dirty="0">
                    <a:latin typeface="Calibri"/>
                    <a:cs typeface="Calibri"/>
                  </a:rPr>
                  <a:t> </a:t>
                </a:r>
                <a:r>
                  <a:rPr lang="pt-BR" sz="2400" spc="-20" dirty="0">
                    <a:latin typeface="Cambria Math"/>
                    <a:cs typeface="Cambria Math"/>
                  </a:rPr>
                  <a:t>𝐶</a:t>
                </a:r>
                <a:r>
                  <a:rPr lang="pt-BR" sz="2625" spc="-30" baseline="-15873" dirty="0">
                    <a:latin typeface="Cambria Math"/>
                    <a:cs typeface="Cambria Math"/>
                  </a:rPr>
                  <a:t>1</a:t>
                </a:r>
                <a:r>
                  <a:rPr lang="pt-BR" sz="2400" spc="-20" dirty="0">
                    <a:latin typeface="Calibri"/>
                    <a:cs typeface="Calibri"/>
                  </a:rPr>
                  <a:t>).</a:t>
                </a:r>
                <a:endParaRPr lang="pt-BR" sz="24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25" y="1525582"/>
                <a:ext cx="8053070" cy="3191130"/>
              </a:xfrm>
              <a:prstGeom prst="rect">
                <a:avLst/>
              </a:prstGeom>
              <a:blipFill>
                <a:blip r:embed="rId2"/>
                <a:stretch>
                  <a:fillRect l="-1817" t="-2481" r="-1438" b="-49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48496" y="2423160"/>
            <a:ext cx="3624833" cy="31565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2425" y="4876800"/>
            <a:ext cx="11198860" cy="18646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339407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 err="1">
                <a:latin typeface="Calibri"/>
                <a:cs typeface="Calibri"/>
              </a:rPr>
              <a:t>Sendo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plotarmos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taxa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verdadeiro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positivo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(ou </a:t>
            </a:r>
            <a:r>
              <a:rPr sz="2400" b="1" i="1" dirty="0">
                <a:latin typeface="Calibri"/>
                <a:cs typeface="Calibri"/>
              </a:rPr>
              <a:t>recall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taxa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falso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positivo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diferentes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valores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limiar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obtemos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curva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ROC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associada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um </a:t>
            </a:r>
            <a:r>
              <a:rPr sz="2400" b="1" i="1" spc="-10" dirty="0">
                <a:latin typeface="Calibri"/>
                <a:cs typeface="Calibri"/>
              </a:rPr>
              <a:t>classificador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66700" marR="353441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667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curva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determinada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sobreposição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das </a:t>
            </a:r>
            <a:r>
              <a:rPr sz="2400" dirty="0">
                <a:latin typeface="Calibri"/>
                <a:cs typeface="Calibri"/>
              </a:rPr>
              <a:t>duas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distribuições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classes.</a:t>
            </a:r>
            <a:endParaRPr sz="2400" dirty="0">
              <a:latin typeface="Calibri"/>
              <a:cs typeface="Calibri"/>
            </a:endParaRPr>
          </a:p>
          <a:p>
            <a:pPr marL="6917055">
              <a:lnSpc>
                <a:spcPts val="1300"/>
              </a:lnSpc>
            </a:pPr>
            <a:r>
              <a:rPr sz="14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https://arogozhnikov.github.io/2015/10/05/roc-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curve.html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81457"/>
            <a:ext cx="9352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81487"/>
            <a:ext cx="7998459" cy="53200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500" b="1" dirty="0">
                <a:latin typeface="Calibri"/>
                <a:cs typeface="Calibri"/>
              </a:rPr>
              <a:t>Curva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Característica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de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Operação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do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Receptor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(ROC)</a:t>
            </a:r>
            <a:endParaRPr sz="25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Por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curvas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ROC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lado.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decidir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o </a:t>
            </a:r>
            <a:r>
              <a:rPr sz="2000" dirty="0">
                <a:latin typeface="Calibri"/>
                <a:cs typeface="Calibri"/>
              </a:rPr>
              <a:t>melhor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classificador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podemos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tomar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área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sob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curva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(ASC)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175895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i="1" dirty="0">
                <a:latin typeface="Calibri"/>
                <a:cs typeface="Calibri"/>
              </a:rPr>
              <a:t>ASC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outra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métrica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qualidade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classificador.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É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número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entre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1.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Quanto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ASC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melhor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será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classificador.</a:t>
            </a:r>
            <a:endParaRPr sz="2000" dirty="0">
              <a:latin typeface="Calibri"/>
              <a:cs typeface="Calibri"/>
            </a:endParaRPr>
          </a:p>
          <a:p>
            <a:pPr marL="241300" marR="164465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Neste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exemplo,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classificador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melhor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desempenho,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tem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área </a:t>
            </a:r>
            <a:r>
              <a:rPr sz="2000" b="1" i="1" dirty="0">
                <a:latin typeface="Calibri"/>
                <a:cs typeface="Calibri"/>
              </a:rPr>
              <a:t>sob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curva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ROC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classificador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spc="-25" dirty="0">
                <a:latin typeface="Calibri"/>
                <a:cs typeface="Calibri"/>
              </a:rPr>
              <a:t>B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345"/>
              </a:lnSpc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Vantagens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curva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ROC</a:t>
            </a:r>
            <a:endParaRPr sz="2000" dirty="0">
              <a:latin typeface="Calibri"/>
              <a:cs typeface="Calibri"/>
            </a:endParaRPr>
          </a:p>
          <a:p>
            <a:pPr marL="698500" marR="537845" lvl="1" indent="-228600">
              <a:lnSpc>
                <a:spcPct val="70000"/>
              </a:lnSpc>
              <a:spcBef>
                <a:spcPts val="560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1700" dirty="0">
                <a:latin typeface="Calibri"/>
                <a:cs typeface="Calibri"/>
              </a:rPr>
              <a:t>Permite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comparar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desempenho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diferentes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classificadores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para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mesmo problema.</a:t>
            </a:r>
            <a:endParaRPr sz="1700" dirty="0">
              <a:latin typeface="Calibri"/>
              <a:cs typeface="Calibri"/>
            </a:endParaRPr>
          </a:p>
          <a:p>
            <a:pPr marL="698500" marR="10160" lvl="1" indent="-228600">
              <a:lnSpc>
                <a:spcPct val="70000"/>
              </a:lnSpc>
              <a:spcBef>
                <a:spcPts val="505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1700" dirty="0">
                <a:latin typeface="Calibri"/>
                <a:cs typeface="Calibri"/>
              </a:rPr>
              <a:t>Possibilita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análise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diferentes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métricas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desempenho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independente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b="1" i="1" spc="-10" dirty="0">
                <a:latin typeface="Calibri"/>
                <a:cs typeface="Calibri"/>
              </a:rPr>
              <a:t>limiar </a:t>
            </a:r>
            <a:r>
              <a:rPr sz="1700" b="1" i="1" dirty="0">
                <a:latin typeface="Calibri"/>
                <a:cs typeface="Calibri"/>
              </a:rPr>
              <a:t>de</a:t>
            </a:r>
            <a:r>
              <a:rPr sz="1700" b="1" i="1" spc="-2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quantização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T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escolhido.</a:t>
            </a:r>
            <a:endParaRPr sz="1700" dirty="0">
              <a:latin typeface="Calibri"/>
              <a:cs typeface="Calibri"/>
            </a:endParaRPr>
          </a:p>
          <a:p>
            <a:pPr marL="698500" lvl="1" indent="-229235">
              <a:lnSpc>
                <a:spcPts val="1625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1700" dirty="0">
                <a:latin typeface="Calibri"/>
                <a:cs typeface="Calibri"/>
              </a:rPr>
              <a:t>Auxilia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avaliação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diferentes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limiares</a:t>
            </a:r>
            <a:r>
              <a:rPr sz="1700" b="1" i="1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lidar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problemas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de</a:t>
            </a:r>
            <a:endParaRPr sz="1700" dirty="0">
              <a:latin typeface="Calibri"/>
              <a:cs typeface="Calibri"/>
            </a:endParaRPr>
          </a:p>
          <a:p>
            <a:pPr marL="698500">
              <a:lnSpc>
                <a:spcPts val="1735"/>
              </a:lnSpc>
            </a:pPr>
            <a:r>
              <a:rPr sz="1700" b="1" i="1" dirty="0">
                <a:latin typeface="Calibri"/>
                <a:cs typeface="Calibri"/>
              </a:rPr>
              <a:t>desbalanceamento</a:t>
            </a:r>
            <a:r>
              <a:rPr sz="1700" b="1" i="1" spc="-60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e</a:t>
            </a:r>
            <a:r>
              <a:rPr sz="1700" b="1" i="1" spc="-30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de</a:t>
            </a:r>
            <a:r>
              <a:rPr sz="1700" b="1" i="1" spc="-30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diferentes</a:t>
            </a:r>
            <a:r>
              <a:rPr sz="1700" b="1" i="1" spc="-40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custos</a:t>
            </a:r>
            <a:r>
              <a:rPr sz="1700" b="1" i="1" spc="-1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de</a:t>
            </a:r>
            <a:r>
              <a:rPr sz="1700" b="1" i="1" spc="-30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erros</a:t>
            </a:r>
            <a:r>
              <a:rPr sz="1700" b="1" i="1" spc="-3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de</a:t>
            </a:r>
            <a:r>
              <a:rPr sz="1700" b="1" i="1" spc="-20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classificação</a:t>
            </a:r>
            <a:r>
              <a:rPr sz="1700" b="1" i="1" spc="-40" dirty="0">
                <a:latin typeface="Calibri"/>
                <a:cs typeface="Calibri"/>
              </a:rPr>
              <a:t> </a:t>
            </a:r>
            <a:r>
              <a:rPr sz="1700" b="1" i="1" spc="-10" dirty="0">
                <a:latin typeface="Calibri"/>
                <a:cs typeface="Calibri"/>
              </a:rPr>
              <a:t>(FP/FN)</a:t>
            </a:r>
            <a:r>
              <a:rPr sz="1700" spc="-1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1155700" lvl="2" indent="-229235">
              <a:lnSpc>
                <a:spcPts val="1675"/>
              </a:lnSpc>
              <a:buFont typeface="Courier New"/>
              <a:buChar char="o"/>
              <a:tabLst>
                <a:tab pos="1156335" algn="l"/>
              </a:tabLst>
            </a:pPr>
            <a:r>
              <a:rPr sz="1400" dirty="0">
                <a:latin typeface="Calibri"/>
                <a:cs typeface="Calibri"/>
              </a:rPr>
              <a:t>Aumentar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limiar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resulta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menos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falsos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positivos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falsos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negativos)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versa.</a:t>
            </a:r>
            <a:endParaRPr sz="1400" dirty="0">
              <a:latin typeface="Calibri"/>
              <a:cs typeface="Calibri"/>
            </a:endParaRPr>
          </a:p>
          <a:p>
            <a:pPr marL="1155700" lvl="2" indent="-229235">
              <a:lnSpc>
                <a:spcPts val="1425"/>
              </a:lnSpc>
              <a:buFont typeface="Courier New"/>
              <a:buChar char="o"/>
              <a:tabLst>
                <a:tab pos="1156335" algn="l"/>
              </a:tabLst>
            </a:pPr>
            <a:r>
              <a:rPr sz="1400" dirty="0">
                <a:latin typeface="Calibri"/>
                <a:cs typeface="Calibri"/>
              </a:rPr>
              <a:t>Por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exemplo,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caso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desbalanceado, se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classe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positiva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é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rara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FP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são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custosos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do</a:t>
            </a:r>
            <a:endParaRPr sz="1400" dirty="0">
              <a:latin typeface="Calibri"/>
              <a:cs typeface="Calibri"/>
            </a:endParaRPr>
          </a:p>
          <a:p>
            <a:pPr marL="1155700">
              <a:lnSpc>
                <a:spcPts val="1430"/>
              </a:lnSpc>
            </a:pPr>
            <a:r>
              <a:rPr sz="1400" dirty="0">
                <a:latin typeface="Calibri"/>
                <a:cs typeface="Calibri"/>
              </a:rPr>
              <a:t>que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FN,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desejável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escolher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limiar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reduzir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0" dirty="0">
                <a:latin typeface="Calibri"/>
                <a:cs typeface="Calibri"/>
              </a:rPr>
              <a:t> TFP.</a:t>
            </a:r>
            <a:endParaRPr sz="1400" dirty="0">
              <a:latin typeface="Calibri"/>
              <a:cs typeface="Calibri"/>
            </a:endParaRPr>
          </a:p>
          <a:p>
            <a:pPr marL="241300" indent="-228600">
              <a:lnSpc>
                <a:spcPts val="2345"/>
              </a:lnSpc>
              <a:spcBef>
                <a:spcPts val="27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Desvantagens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1930"/>
              </a:lnSpc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1700" dirty="0">
                <a:latin typeface="Calibri"/>
                <a:cs typeface="Calibri"/>
              </a:rPr>
              <a:t>Apropriada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para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problemas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classificação</a:t>
            </a:r>
            <a:r>
              <a:rPr sz="1700" b="1" i="1" spc="-30" dirty="0">
                <a:latin typeface="Calibri"/>
                <a:cs typeface="Calibri"/>
              </a:rPr>
              <a:t> </a:t>
            </a:r>
            <a:r>
              <a:rPr sz="1700" b="1" i="1" spc="-10" dirty="0">
                <a:latin typeface="Calibri"/>
                <a:cs typeface="Calibri"/>
              </a:rPr>
              <a:t>binária</a:t>
            </a:r>
            <a:r>
              <a:rPr sz="1700" spc="-1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698500" marR="257175" lvl="1" indent="-228600">
              <a:lnSpc>
                <a:spcPct val="70000"/>
              </a:lnSpc>
              <a:spcBef>
                <a:spcPts val="560"/>
              </a:spcBef>
              <a:buFont typeface="Wingdings"/>
              <a:buChar char=""/>
              <a:tabLst>
                <a:tab pos="698500" algn="l"/>
                <a:tab pos="699135" algn="l"/>
              </a:tabLst>
            </a:pPr>
            <a:r>
              <a:rPr sz="1700" dirty="0">
                <a:latin typeface="Calibri"/>
                <a:cs typeface="Calibri"/>
              </a:rPr>
              <a:t>No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caso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b="1" i="1" spc="-10" dirty="0">
                <a:latin typeface="Calibri"/>
                <a:cs typeface="Calibri"/>
              </a:rPr>
              <a:t>multi-</a:t>
            </a:r>
            <a:r>
              <a:rPr sz="1700" b="1" i="1" dirty="0">
                <a:latin typeface="Calibri"/>
                <a:cs typeface="Calibri"/>
              </a:rPr>
              <a:t>classes</a:t>
            </a:r>
            <a:r>
              <a:rPr sz="1700" dirty="0">
                <a:latin typeface="Calibri"/>
                <a:cs typeface="Calibri"/>
              </a:rPr>
              <a:t>,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devemos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utilizar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estratégias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b="1" i="1" spc="-10" dirty="0">
                <a:latin typeface="Calibri"/>
                <a:cs typeface="Calibri"/>
              </a:rPr>
              <a:t>um-contra-o-</a:t>
            </a:r>
            <a:r>
              <a:rPr sz="1700" b="1" i="1" dirty="0">
                <a:latin typeface="Calibri"/>
                <a:cs typeface="Calibri"/>
              </a:rPr>
              <a:t>resto</a:t>
            </a:r>
            <a:r>
              <a:rPr sz="1700" b="1" i="1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ou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b="1" i="1" spc="-25" dirty="0">
                <a:latin typeface="Calibri"/>
                <a:cs typeface="Calibri"/>
              </a:rPr>
              <a:t>um- </a:t>
            </a:r>
            <a:r>
              <a:rPr sz="1700" b="1" i="1" spc="-10" dirty="0">
                <a:latin typeface="Calibri"/>
                <a:cs typeface="Calibri"/>
              </a:rPr>
              <a:t>contra-</a:t>
            </a:r>
            <a:r>
              <a:rPr sz="1700" b="1" i="1" dirty="0">
                <a:latin typeface="Calibri"/>
                <a:cs typeface="Calibri"/>
              </a:rPr>
              <a:t>um</a:t>
            </a:r>
            <a:r>
              <a:rPr sz="1700" b="1" i="1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plotar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várias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b="1" i="1" dirty="0">
                <a:latin typeface="Calibri"/>
                <a:cs typeface="Calibri"/>
              </a:rPr>
              <a:t>curvas</a:t>
            </a:r>
            <a:r>
              <a:rPr sz="1700" b="1" i="1" spc="10" dirty="0">
                <a:latin typeface="Calibri"/>
                <a:cs typeface="Calibri"/>
              </a:rPr>
              <a:t> </a:t>
            </a:r>
            <a:r>
              <a:rPr sz="1700" b="1" i="1" spc="-20" dirty="0">
                <a:latin typeface="Calibri"/>
                <a:cs typeface="Calibri"/>
              </a:rPr>
              <a:t>ROC</a:t>
            </a:r>
            <a:r>
              <a:rPr sz="1700" spc="-20" dirty="0"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6532" y="1947926"/>
            <a:ext cx="3355466" cy="3681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63019" y="4927803"/>
            <a:ext cx="472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𝑻𝑭𝑷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18033"/>
            <a:ext cx="93522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latin typeface="Calibri Light"/>
                <a:cs typeface="Calibri Light"/>
              </a:rPr>
              <a:t>Métricas</a:t>
            </a:r>
            <a:r>
              <a:rPr sz="4400" b="0" spc="-8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para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avaliação</a:t>
            </a:r>
            <a:r>
              <a:rPr sz="4400" b="0" spc="-65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de</a:t>
            </a:r>
            <a:r>
              <a:rPr sz="4400" b="0" spc="-75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classificadores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83758"/>
            <a:ext cx="7245984" cy="50996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600" b="1" dirty="0">
                <a:latin typeface="Calibri"/>
                <a:cs typeface="Calibri"/>
              </a:rPr>
              <a:t>Curva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precisão-recall</a:t>
            </a:r>
            <a:endParaRPr sz="2600" dirty="0">
              <a:latin typeface="Calibri"/>
              <a:cs typeface="Calibri"/>
            </a:endParaRPr>
          </a:p>
          <a:p>
            <a:pPr marL="241300" marR="8509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curva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ROC,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curva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precisão-recall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avaliar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desempenho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classificadores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binários.</a:t>
            </a:r>
            <a:endParaRPr sz="2600" dirty="0">
              <a:latin typeface="Calibri"/>
              <a:cs typeface="Calibri"/>
            </a:endParaRPr>
          </a:p>
          <a:p>
            <a:pPr marL="241300" marR="414020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É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frequentemente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situações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25" dirty="0">
                <a:latin typeface="Calibri"/>
                <a:cs typeface="Calibri"/>
              </a:rPr>
              <a:t> as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moderadamente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fortemente desbalanceadas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Assim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curva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ROC,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fornece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spc="-10" dirty="0">
                <a:latin typeface="Calibri"/>
                <a:cs typeface="Calibri"/>
              </a:rPr>
              <a:t>representação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gráfica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desempenho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um </a:t>
            </a:r>
            <a:r>
              <a:rPr sz="2600" dirty="0">
                <a:latin typeface="Calibri"/>
                <a:cs typeface="Calibri"/>
              </a:rPr>
              <a:t>classificador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vários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valores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limiar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discriminação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spc="-25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4765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Ajuda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visualizar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escolha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limiar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afeta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desempenho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classificador,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ajudando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selecionar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melhor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limiar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específico.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7225" y="2443632"/>
            <a:ext cx="3821755" cy="36638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686925" y="3947286"/>
            <a:ext cx="137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classificador</a:t>
            </a:r>
            <a:r>
              <a:rPr sz="1200" spc="-10" dirty="0">
                <a:latin typeface="Calibri"/>
                <a:cs typeface="Calibri"/>
              </a:rPr>
              <a:t> aleatório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773541" y="3713860"/>
            <a:ext cx="307975" cy="901700"/>
            <a:chOff x="8773541" y="3713860"/>
            <a:chExt cx="307975" cy="901700"/>
          </a:xfrm>
        </p:grpSpPr>
        <p:sp>
          <p:nvSpPr>
            <p:cNvPr id="7" name="object 7"/>
            <p:cNvSpPr/>
            <p:nvPr/>
          </p:nvSpPr>
          <p:spPr>
            <a:xfrm>
              <a:off x="8779891" y="3720210"/>
              <a:ext cx="295275" cy="349250"/>
            </a:xfrm>
            <a:custGeom>
              <a:avLst/>
              <a:gdLst/>
              <a:ahLst/>
              <a:cxnLst/>
              <a:rect l="l" t="t" r="r" b="b"/>
              <a:pathLst>
                <a:path w="295275" h="349250">
                  <a:moveTo>
                    <a:pt x="147447" y="0"/>
                  </a:moveTo>
                  <a:lnTo>
                    <a:pt x="0" y="147574"/>
                  </a:lnTo>
                  <a:lnTo>
                    <a:pt x="73659" y="147574"/>
                  </a:lnTo>
                  <a:lnTo>
                    <a:pt x="73659" y="348741"/>
                  </a:lnTo>
                  <a:lnTo>
                    <a:pt x="221233" y="348741"/>
                  </a:lnTo>
                  <a:lnTo>
                    <a:pt x="221233" y="147574"/>
                  </a:lnTo>
                  <a:lnTo>
                    <a:pt x="295020" y="147574"/>
                  </a:lnTo>
                  <a:lnTo>
                    <a:pt x="14744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779891" y="3720210"/>
              <a:ext cx="295275" cy="349250"/>
            </a:xfrm>
            <a:custGeom>
              <a:avLst/>
              <a:gdLst/>
              <a:ahLst/>
              <a:cxnLst/>
              <a:rect l="l" t="t" r="r" b="b"/>
              <a:pathLst>
                <a:path w="295275" h="349250">
                  <a:moveTo>
                    <a:pt x="73659" y="348741"/>
                  </a:moveTo>
                  <a:lnTo>
                    <a:pt x="73659" y="147574"/>
                  </a:lnTo>
                  <a:lnTo>
                    <a:pt x="0" y="147574"/>
                  </a:lnTo>
                  <a:lnTo>
                    <a:pt x="147447" y="0"/>
                  </a:lnTo>
                  <a:lnTo>
                    <a:pt x="295020" y="147574"/>
                  </a:lnTo>
                  <a:lnTo>
                    <a:pt x="221233" y="147574"/>
                  </a:lnTo>
                  <a:lnTo>
                    <a:pt x="221233" y="348741"/>
                  </a:lnTo>
                  <a:lnTo>
                    <a:pt x="73659" y="348741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9891" y="4260214"/>
              <a:ext cx="295275" cy="349250"/>
            </a:xfrm>
            <a:custGeom>
              <a:avLst/>
              <a:gdLst/>
              <a:ahLst/>
              <a:cxnLst/>
              <a:rect l="l" t="t" r="r" b="b"/>
              <a:pathLst>
                <a:path w="295275" h="349250">
                  <a:moveTo>
                    <a:pt x="221233" y="0"/>
                  </a:moveTo>
                  <a:lnTo>
                    <a:pt x="73659" y="0"/>
                  </a:lnTo>
                  <a:lnTo>
                    <a:pt x="73659" y="201168"/>
                  </a:lnTo>
                  <a:lnTo>
                    <a:pt x="0" y="201168"/>
                  </a:lnTo>
                  <a:lnTo>
                    <a:pt x="147447" y="348742"/>
                  </a:lnTo>
                  <a:lnTo>
                    <a:pt x="295020" y="201168"/>
                  </a:lnTo>
                  <a:lnTo>
                    <a:pt x="221233" y="201168"/>
                  </a:lnTo>
                  <a:lnTo>
                    <a:pt x="22123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79891" y="4260214"/>
              <a:ext cx="295275" cy="349250"/>
            </a:xfrm>
            <a:custGeom>
              <a:avLst/>
              <a:gdLst/>
              <a:ahLst/>
              <a:cxnLst/>
              <a:rect l="l" t="t" r="r" b="b"/>
              <a:pathLst>
                <a:path w="295275" h="349250">
                  <a:moveTo>
                    <a:pt x="221233" y="0"/>
                  </a:moveTo>
                  <a:lnTo>
                    <a:pt x="221233" y="201168"/>
                  </a:lnTo>
                  <a:lnTo>
                    <a:pt x="295020" y="201168"/>
                  </a:lnTo>
                  <a:lnTo>
                    <a:pt x="147447" y="348742"/>
                  </a:lnTo>
                  <a:lnTo>
                    <a:pt x="0" y="201168"/>
                  </a:lnTo>
                  <a:lnTo>
                    <a:pt x="73659" y="201168"/>
                  </a:lnTo>
                  <a:lnTo>
                    <a:pt x="73659" y="0"/>
                  </a:lnTo>
                  <a:lnTo>
                    <a:pt x="221233" y="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92388" y="3501644"/>
            <a:ext cx="4368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alibri"/>
                <a:cs typeface="Calibri"/>
              </a:rPr>
              <a:t>melhor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05418" y="4628515"/>
            <a:ext cx="2546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alibri"/>
                <a:cs typeface="Calibri"/>
              </a:rPr>
              <a:t>pior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10134"/>
            <a:ext cx="105486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Calibri Light"/>
                <a:cs typeface="Calibri Light"/>
              </a:rPr>
              <a:t>Exemplo:</a:t>
            </a:r>
            <a:r>
              <a:rPr sz="4000" b="0" spc="-13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Métricas</a:t>
            </a:r>
            <a:r>
              <a:rPr sz="4000" b="0" spc="-13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de</a:t>
            </a:r>
            <a:r>
              <a:rPr sz="4000" b="0" spc="-13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classificação</a:t>
            </a:r>
            <a:r>
              <a:rPr sz="4000" b="0" spc="-13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com</a:t>
            </a:r>
            <a:r>
              <a:rPr sz="4000" b="0" spc="-140" dirty="0">
                <a:latin typeface="Calibri Light"/>
                <a:cs typeface="Calibri Light"/>
              </a:rPr>
              <a:t> </a:t>
            </a:r>
            <a:r>
              <a:rPr sz="4000" b="0" spc="-25" dirty="0">
                <a:latin typeface="Calibri Light"/>
                <a:cs typeface="Calibri Light"/>
              </a:rPr>
              <a:t>SciKit-</a:t>
            </a:r>
            <a:r>
              <a:rPr sz="4000" b="0" spc="-10" dirty="0">
                <a:latin typeface="Calibri Light"/>
                <a:cs typeface="Calibri Light"/>
              </a:rPr>
              <a:t>Learn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156208"/>
            <a:ext cx="482600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numpy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1000" b="1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latin typeface="Calibri"/>
                <a:cs typeface="Calibri"/>
              </a:rPr>
              <a:t>np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0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sklearn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datasets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 </a:t>
            </a:r>
            <a:r>
              <a:rPr sz="1000" spc="-10" dirty="0">
                <a:latin typeface="Calibri"/>
                <a:cs typeface="Calibri"/>
              </a:rPr>
              <a:t>make_blobs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0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sklearn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linear_model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logistic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000" b="1" spc="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LogisticRegression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0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sklearn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model_selection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 </a:t>
            </a:r>
            <a:r>
              <a:rPr sz="1000" spc="-10" dirty="0">
                <a:latin typeface="Calibri"/>
                <a:cs typeface="Calibri"/>
              </a:rPr>
              <a:t>train_test_split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000" b="1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sklearn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preprocessing</a:t>
            </a:r>
            <a:r>
              <a:rPr sz="1000" spc="3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 </a:t>
            </a:r>
            <a:r>
              <a:rPr sz="1000" spc="-10" dirty="0">
                <a:latin typeface="Calibri"/>
                <a:cs typeface="Calibri"/>
              </a:rPr>
              <a:t>label_binarize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000" b="1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sklearn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metrics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000" b="1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confusion_matrix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accuracy_score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auc,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f1_score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roc_auc_score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1000" b="1" spc="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sklearn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metrics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alibri"/>
                <a:cs typeface="Calibri"/>
              </a:rPr>
              <a:t>import</a:t>
            </a:r>
            <a:r>
              <a:rPr sz="1000"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classification_report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precision_score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recall_score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223261"/>
            <a:ext cx="3770629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2529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make</a:t>
            </a:r>
            <a:r>
              <a:rPr sz="1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3-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class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dataset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classification </a:t>
            </a:r>
            <a:r>
              <a:rPr sz="1000" dirty="0">
                <a:latin typeface="Calibri"/>
                <a:cs typeface="Calibri"/>
              </a:rPr>
              <a:t>centers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[[-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],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1.5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],</a:t>
            </a:r>
            <a:r>
              <a:rPr sz="10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 -</a:t>
            </a:r>
            <a:r>
              <a:rPr sz="1000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000" b="1" spc="-25" dirty="0">
                <a:solidFill>
                  <a:srgbClr val="000080"/>
                </a:solidFill>
                <a:latin typeface="Calibri"/>
                <a:cs typeface="Calibri"/>
              </a:rPr>
              <a:t>]]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x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make_blobs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n_samples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1000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centers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dirty="0">
                <a:latin typeface="Calibri"/>
                <a:cs typeface="Calibri"/>
              </a:rPr>
              <a:t>centers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random_state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42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Split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array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into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random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0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sz="10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subsets.</a:t>
            </a:r>
            <a:endParaRPr sz="1000">
              <a:latin typeface="Calibri"/>
              <a:cs typeface="Calibri"/>
            </a:endParaRPr>
          </a:p>
          <a:p>
            <a:pPr marL="12700" marR="6286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x_train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x_test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y_train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y_test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000" spc="-10" dirty="0">
                <a:latin typeface="Calibri"/>
                <a:cs typeface="Calibri"/>
              </a:rPr>
              <a:t>train_test_split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x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2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random_state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23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Add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column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with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ones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regarding</a:t>
            </a:r>
            <a:r>
              <a:rPr sz="1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x0.</a:t>
            </a:r>
            <a:endParaRPr sz="1000">
              <a:latin typeface="Calibri"/>
              <a:cs typeface="Calibri"/>
            </a:endParaRPr>
          </a:p>
          <a:p>
            <a:pPr marL="12700" marR="117665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x_train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np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c_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000" spc="-10" dirty="0">
                <a:latin typeface="Calibri"/>
                <a:cs typeface="Calibri"/>
              </a:rPr>
              <a:t>np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ones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1000" spc="-10" dirty="0">
                <a:latin typeface="Calibri"/>
                <a:cs typeface="Calibri"/>
              </a:rPr>
              <a:t>len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y_train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),</a:t>
            </a:r>
            <a:r>
              <a:rPr sz="10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)),</a:t>
            </a:r>
            <a:r>
              <a:rPr sz="10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x_train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] </a:t>
            </a:r>
            <a:r>
              <a:rPr sz="1000" dirty="0">
                <a:latin typeface="Calibri"/>
                <a:cs typeface="Calibri"/>
              </a:rPr>
              <a:t>x_test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 </a:t>
            </a:r>
            <a:r>
              <a:rPr sz="1000" spc="-10" dirty="0">
                <a:latin typeface="Calibri"/>
                <a:cs typeface="Calibri"/>
              </a:rPr>
              <a:t>np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c_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000" spc="-10" dirty="0">
                <a:latin typeface="Calibri"/>
                <a:cs typeface="Calibri"/>
              </a:rPr>
              <a:t>np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ones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((</a:t>
            </a:r>
            <a:r>
              <a:rPr sz="1000" spc="-10" dirty="0">
                <a:latin typeface="Calibri"/>
                <a:cs typeface="Calibri"/>
              </a:rPr>
              <a:t>len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),</a:t>
            </a:r>
            <a:r>
              <a:rPr sz="1000" b="1" spc="4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)),</a:t>
            </a:r>
            <a:r>
              <a:rPr sz="10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x_test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]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Instantiate</a:t>
            </a:r>
            <a:r>
              <a:rPr sz="1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LogisticRegression</a:t>
            </a:r>
            <a:r>
              <a:rPr sz="1000" spc="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object</a:t>
            </a:r>
            <a:r>
              <a:rPr sz="10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multi-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class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case.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alibri"/>
                <a:cs typeface="Calibri"/>
              </a:rPr>
              <a:t>model</a:t>
            </a:r>
            <a:r>
              <a:rPr sz="1000" spc="4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5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LogisticRegression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max_iter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10000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10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multi_class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spc="-10" dirty="0">
                <a:solidFill>
                  <a:srgbClr val="808080"/>
                </a:solidFill>
                <a:latin typeface="Calibri"/>
                <a:cs typeface="Calibri"/>
              </a:rPr>
              <a:t>'multinomial'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747642"/>
            <a:ext cx="174815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9052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Train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model. </a:t>
            </a:r>
            <a:r>
              <a:rPr sz="1000" spc="-10" dirty="0">
                <a:latin typeface="Calibri"/>
                <a:cs typeface="Calibri"/>
              </a:rPr>
              <a:t>model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fit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x_train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8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y_train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 Predict.</a:t>
            </a:r>
            <a:endParaRPr sz="1000" dirty="0">
              <a:latin typeface="Calibri"/>
              <a:cs typeface="Calibri"/>
            </a:endParaRPr>
          </a:p>
          <a:p>
            <a:pPr marL="12700" marR="125095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y_pred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model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predict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x_test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Plot</a:t>
            </a:r>
            <a:r>
              <a:rPr sz="1000" spc="-3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confusion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matrix.</a:t>
            </a:r>
            <a:endParaRPr sz="1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confusion_matrix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13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y_pred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4661738"/>
            <a:ext cx="2787015" cy="2007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Getting</a:t>
            </a:r>
            <a:r>
              <a:rPr sz="1000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0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probabilities</a:t>
            </a:r>
            <a:r>
              <a:rPr sz="10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0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each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 class.</a:t>
            </a:r>
            <a:endParaRPr sz="1000">
              <a:latin typeface="Calibri"/>
              <a:cs typeface="Calibri"/>
            </a:endParaRPr>
          </a:p>
          <a:p>
            <a:pPr marL="12700" marR="79248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alibri"/>
                <a:cs typeface="Calibri"/>
              </a:rPr>
              <a:t>y_prob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model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.</a:t>
            </a:r>
            <a:r>
              <a:rPr sz="1000" spc="-10" dirty="0">
                <a:latin typeface="Calibri"/>
                <a:cs typeface="Calibri"/>
              </a:rPr>
              <a:t>predict_proba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x_test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Binarize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the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test</a:t>
            </a:r>
            <a:r>
              <a:rPr sz="10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targets.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alibri"/>
                <a:cs typeface="Calibri"/>
              </a:rPr>
              <a:t>y_test_bin</a:t>
            </a:r>
            <a:r>
              <a:rPr sz="1000" spc="5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label_binarize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classes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=[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3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000" b="1" spc="-25" dirty="0">
                <a:solidFill>
                  <a:srgbClr val="000080"/>
                </a:solidFill>
                <a:latin typeface="Calibri"/>
                <a:cs typeface="Calibri"/>
              </a:rPr>
              <a:t>])</a:t>
            </a: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Calculating</a:t>
            </a:r>
            <a:r>
              <a:rPr sz="1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ROC curve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and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ROC</a:t>
            </a:r>
            <a:r>
              <a:rPr sz="1000" spc="-1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AUC</a:t>
            </a:r>
            <a:r>
              <a:rPr sz="1000" spc="-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only</a:t>
            </a:r>
            <a:r>
              <a:rPr sz="1000" spc="-3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for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class</a:t>
            </a:r>
            <a:r>
              <a:rPr sz="1000" spc="-2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0. </a:t>
            </a:r>
            <a:r>
              <a:rPr sz="1000" dirty="0">
                <a:latin typeface="Calibri"/>
                <a:cs typeface="Calibri"/>
              </a:rPr>
              <a:t>fpr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tpr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_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roc_curve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y_test_bin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[:,</a:t>
            </a:r>
            <a:r>
              <a:rPr sz="1000" b="1" spc="5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],</a:t>
            </a:r>
            <a:r>
              <a:rPr sz="10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y_prob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[:,</a:t>
            </a:r>
            <a:r>
              <a:rPr sz="1000" b="1" spc="-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spc="-25" dirty="0">
                <a:solidFill>
                  <a:srgbClr val="000080"/>
                </a:solidFill>
                <a:latin typeface="Calibri"/>
                <a:cs typeface="Calibri"/>
              </a:rPr>
              <a:t>]) </a:t>
            </a:r>
            <a:r>
              <a:rPr sz="1000" dirty="0">
                <a:latin typeface="Calibri"/>
                <a:cs typeface="Calibri"/>
              </a:rPr>
              <a:t>roc_auc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auc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dirty="0">
                <a:latin typeface="Calibri"/>
                <a:cs typeface="Calibri"/>
              </a:rPr>
              <a:t>fpr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0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],</a:t>
            </a:r>
            <a:r>
              <a:rPr sz="1000" b="1" spc="-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tpr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[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])</a:t>
            </a:r>
            <a:endParaRPr sz="1000">
              <a:latin typeface="Calibri"/>
              <a:cs typeface="Calibri"/>
            </a:endParaRPr>
          </a:p>
          <a:p>
            <a:pPr marL="12700" marR="318770">
              <a:lnSpc>
                <a:spcPct val="100000"/>
              </a:lnSpc>
            </a:pP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#</a:t>
            </a:r>
            <a:r>
              <a:rPr sz="1000" spc="-4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08000"/>
                </a:solidFill>
                <a:latin typeface="Calibri"/>
                <a:cs typeface="Calibri"/>
              </a:rPr>
              <a:t>Claculate</a:t>
            </a:r>
            <a:r>
              <a:rPr sz="1000" spc="-2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alibri"/>
                <a:cs typeface="Calibri"/>
              </a:rPr>
              <a:t>metrics.</a:t>
            </a:r>
            <a:r>
              <a:rPr sz="1000" spc="50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classification_report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16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y_pred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spc="-10" dirty="0">
                <a:latin typeface="Calibri"/>
                <a:cs typeface="Calibri"/>
              </a:rPr>
              <a:t>accuracy_score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1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y_pred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)*</a:t>
            </a:r>
            <a:r>
              <a:rPr sz="1000" spc="-10" dirty="0">
                <a:solidFill>
                  <a:srgbClr val="FF0000"/>
                </a:solidFill>
                <a:latin typeface="Calibri"/>
                <a:cs typeface="Calibri"/>
              </a:rPr>
              <a:t>100 </a:t>
            </a:r>
            <a:r>
              <a:rPr sz="1000" spc="-10" dirty="0">
                <a:latin typeface="Calibri"/>
                <a:cs typeface="Calibri"/>
              </a:rPr>
              <a:t>precision_score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7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y_pred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3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average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0" dirty="0">
                <a:solidFill>
                  <a:srgbClr val="0000FF"/>
                </a:solidFill>
                <a:latin typeface="Calibri"/>
                <a:cs typeface="Calibri"/>
              </a:rPr>
              <a:t>None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spc="-10" dirty="0">
                <a:latin typeface="Calibri"/>
                <a:cs typeface="Calibri"/>
              </a:rPr>
              <a:t>recall_score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7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y_pred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2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average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0" dirty="0">
                <a:solidFill>
                  <a:srgbClr val="0000FF"/>
                </a:solidFill>
                <a:latin typeface="Calibri"/>
                <a:cs typeface="Calibri"/>
              </a:rPr>
              <a:t>None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 </a:t>
            </a:r>
            <a:r>
              <a:rPr sz="1000" spc="-10" dirty="0">
                <a:latin typeface="Calibri"/>
                <a:cs typeface="Calibri"/>
              </a:rPr>
              <a:t>f1_score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(</a:t>
            </a:r>
            <a:r>
              <a:rPr sz="1000" spc="-10" dirty="0">
                <a:latin typeface="Calibri"/>
                <a:cs typeface="Calibri"/>
              </a:rPr>
              <a:t>y_test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65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y_pred</a:t>
            </a:r>
            <a:r>
              <a:rPr sz="1000" b="1" dirty="0">
                <a:solidFill>
                  <a:srgbClr val="000080"/>
                </a:solidFill>
                <a:latin typeface="Calibri"/>
                <a:cs typeface="Calibri"/>
              </a:rPr>
              <a:t>,</a:t>
            </a:r>
            <a:r>
              <a:rPr sz="1000" b="1" spc="10" dirty="0">
                <a:solidFill>
                  <a:srgbClr val="000080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average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=</a:t>
            </a:r>
            <a:r>
              <a:rPr sz="1000" b="1" spc="-10" dirty="0">
                <a:solidFill>
                  <a:srgbClr val="0000FF"/>
                </a:solidFill>
                <a:latin typeface="Calibri"/>
                <a:cs typeface="Calibri"/>
              </a:rPr>
              <a:t>None</a:t>
            </a:r>
            <a:r>
              <a:rPr sz="1000" b="1" spc="-10" dirty="0">
                <a:solidFill>
                  <a:srgbClr val="000080"/>
                </a:solidFill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6048" y="1147094"/>
            <a:ext cx="1595964" cy="158756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4336" y="1163676"/>
            <a:ext cx="1600847" cy="155855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181" y="1142895"/>
            <a:ext cx="1623201" cy="15876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4368" y="2901129"/>
            <a:ext cx="5823465" cy="224437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50688" y="5249359"/>
            <a:ext cx="2234204" cy="153432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772659" y="2240026"/>
            <a:ext cx="8559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Cria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3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classes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Calibri"/>
                <a:cs typeface="Calibri"/>
              </a:rPr>
              <a:t>distintas.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72051" y="2383027"/>
            <a:ext cx="288925" cy="130175"/>
          </a:xfrm>
          <a:custGeom>
            <a:avLst/>
            <a:gdLst/>
            <a:ahLst/>
            <a:cxnLst/>
            <a:rect l="l" t="t" r="r" b="b"/>
            <a:pathLst>
              <a:path w="288925" h="130175">
                <a:moveTo>
                  <a:pt x="55372" y="59436"/>
                </a:moveTo>
                <a:lnTo>
                  <a:pt x="0" y="124079"/>
                </a:lnTo>
                <a:lnTo>
                  <a:pt x="84962" y="129667"/>
                </a:lnTo>
                <a:lnTo>
                  <a:pt x="73458" y="102362"/>
                </a:lnTo>
                <a:lnTo>
                  <a:pt x="59689" y="102362"/>
                </a:lnTo>
                <a:lnTo>
                  <a:pt x="57150" y="96520"/>
                </a:lnTo>
                <a:lnTo>
                  <a:pt x="68906" y="91558"/>
                </a:lnTo>
                <a:lnTo>
                  <a:pt x="55372" y="59436"/>
                </a:lnTo>
                <a:close/>
              </a:path>
              <a:path w="288925" h="130175">
                <a:moveTo>
                  <a:pt x="68906" y="91558"/>
                </a:moveTo>
                <a:lnTo>
                  <a:pt x="57150" y="96520"/>
                </a:lnTo>
                <a:lnTo>
                  <a:pt x="59689" y="102362"/>
                </a:lnTo>
                <a:lnTo>
                  <a:pt x="71382" y="97434"/>
                </a:lnTo>
                <a:lnTo>
                  <a:pt x="68906" y="91558"/>
                </a:lnTo>
                <a:close/>
              </a:path>
              <a:path w="288925" h="130175">
                <a:moveTo>
                  <a:pt x="71382" y="97434"/>
                </a:moveTo>
                <a:lnTo>
                  <a:pt x="59689" y="102362"/>
                </a:lnTo>
                <a:lnTo>
                  <a:pt x="73458" y="102362"/>
                </a:lnTo>
                <a:lnTo>
                  <a:pt x="71382" y="97434"/>
                </a:lnTo>
                <a:close/>
              </a:path>
              <a:path w="288925" h="130175">
                <a:moveTo>
                  <a:pt x="285876" y="0"/>
                </a:moveTo>
                <a:lnTo>
                  <a:pt x="68906" y="91558"/>
                </a:lnTo>
                <a:lnTo>
                  <a:pt x="71382" y="97434"/>
                </a:lnTo>
                <a:lnTo>
                  <a:pt x="288416" y="5969"/>
                </a:lnTo>
                <a:lnTo>
                  <a:pt x="285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24729" y="2735326"/>
            <a:ext cx="1318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Divide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base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de </a:t>
            </a:r>
            <a:r>
              <a:rPr sz="1200" b="1" dirty="0">
                <a:latin typeface="Calibri"/>
                <a:cs typeface="Calibri"/>
              </a:rPr>
              <a:t>dados </a:t>
            </a:r>
            <a:r>
              <a:rPr sz="1200" b="1" spc="-25" dirty="0">
                <a:latin typeface="Calibri"/>
                <a:cs typeface="Calibri"/>
              </a:rPr>
              <a:t>em </a:t>
            </a:r>
            <a:r>
              <a:rPr sz="1200" b="1" dirty="0">
                <a:latin typeface="Calibri"/>
                <a:cs typeface="Calibri"/>
              </a:rPr>
              <a:t>treinamento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teste.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72051" y="3006344"/>
            <a:ext cx="354330" cy="78105"/>
          </a:xfrm>
          <a:custGeom>
            <a:avLst/>
            <a:gdLst/>
            <a:ahLst/>
            <a:cxnLst/>
            <a:rect l="l" t="t" r="r" b="b"/>
            <a:pathLst>
              <a:path w="354329" h="78105">
                <a:moveTo>
                  <a:pt x="75867" y="34584"/>
                </a:moveTo>
                <a:lnTo>
                  <a:pt x="75016" y="40917"/>
                </a:lnTo>
                <a:lnTo>
                  <a:pt x="353313" y="78104"/>
                </a:lnTo>
                <a:lnTo>
                  <a:pt x="354202" y="71881"/>
                </a:lnTo>
                <a:lnTo>
                  <a:pt x="75867" y="34584"/>
                </a:lnTo>
                <a:close/>
              </a:path>
              <a:path w="354329" h="78105">
                <a:moveTo>
                  <a:pt x="80518" y="0"/>
                </a:moveTo>
                <a:lnTo>
                  <a:pt x="0" y="27685"/>
                </a:lnTo>
                <a:lnTo>
                  <a:pt x="70358" y="75564"/>
                </a:lnTo>
                <a:lnTo>
                  <a:pt x="75016" y="40917"/>
                </a:lnTo>
                <a:lnTo>
                  <a:pt x="62484" y="39242"/>
                </a:lnTo>
                <a:lnTo>
                  <a:pt x="63246" y="32892"/>
                </a:lnTo>
                <a:lnTo>
                  <a:pt x="76095" y="32892"/>
                </a:lnTo>
                <a:lnTo>
                  <a:pt x="80518" y="0"/>
                </a:lnTo>
                <a:close/>
              </a:path>
              <a:path w="354329" h="78105">
                <a:moveTo>
                  <a:pt x="63246" y="32892"/>
                </a:moveTo>
                <a:lnTo>
                  <a:pt x="62484" y="39242"/>
                </a:lnTo>
                <a:lnTo>
                  <a:pt x="75016" y="40917"/>
                </a:lnTo>
                <a:lnTo>
                  <a:pt x="75867" y="34584"/>
                </a:lnTo>
                <a:lnTo>
                  <a:pt x="63246" y="32892"/>
                </a:lnTo>
                <a:close/>
              </a:path>
              <a:path w="354329" h="78105">
                <a:moveTo>
                  <a:pt x="76095" y="32892"/>
                </a:moveTo>
                <a:lnTo>
                  <a:pt x="63246" y="32892"/>
                </a:lnTo>
                <a:lnTo>
                  <a:pt x="75867" y="34584"/>
                </a:lnTo>
                <a:lnTo>
                  <a:pt x="76095" y="328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08372" y="3819270"/>
            <a:ext cx="13233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Cria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objeto</a:t>
            </a:r>
            <a:r>
              <a:rPr sz="1200" b="1" spc="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</a:t>
            </a:r>
            <a:r>
              <a:rPr sz="1200" b="1" spc="-10" dirty="0">
                <a:latin typeface="Calibri"/>
                <a:cs typeface="Calibri"/>
              </a:rPr>
              <a:t> classe LogisticRegression </a:t>
            </a:r>
            <a:r>
              <a:rPr sz="1200" b="1" dirty="0">
                <a:latin typeface="Calibri"/>
                <a:cs typeface="Calibri"/>
              </a:rPr>
              <a:t>para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múltiplas classes.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57650" y="3787775"/>
            <a:ext cx="449580" cy="191770"/>
          </a:xfrm>
          <a:custGeom>
            <a:avLst/>
            <a:gdLst/>
            <a:ahLst/>
            <a:cxnLst/>
            <a:rect l="l" t="t" r="r" b="b"/>
            <a:pathLst>
              <a:path w="449579" h="191770">
                <a:moveTo>
                  <a:pt x="71820" y="32332"/>
                </a:moveTo>
                <a:lnTo>
                  <a:pt x="69396" y="38296"/>
                </a:lnTo>
                <a:lnTo>
                  <a:pt x="447166" y="191769"/>
                </a:lnTo>
                <a:lnTo>
                  <a:pt x="449579" y="185800"/>
                </a:lnTo>
                <a:lnTo>
                  <a:pt x="71820" y="32332"/>
                </a:lnTo>
                <a:close/>
              </a:path>
              <a:path w="449579" h="191770">
                <a:moveTo>
                  <a:pt x="84962" y="0"/>
                </a:moveTo>
                <a:lnTo>
                  <a:pt x="0" y="6604"/>
                </a:lnTo>
                <a:lnTo>
                  <a:pt x="56261" y="70612"/>
                </a:lnTo>
                <a:lnTo>
                  <a:pt x="69396" y="38296"/>
                </a:lnTo>
                <a:lnTo>
                  <a:pt x="57658" y="33527"/>
                </a:lnTo>
                <a:lnTo>
                  <a:pt x="60071" y="27558"/>
                </a:lnTo>
                <a:lnTo>
                  <a:pt x="73760" y="27558"/>
                </a:lnTo>
                <a:lnTo>
                  <a:pt x="84962" y="0"/>
                </a:lnTo>
                <a:close/>
              </a:path>
              <a:path w="449579" h="191770">
                <a:moveTo>
                  <a:pt x="60071" y="27558"/>
                </a:moveTo>
                <a:lnTo>
                  <a:pt x="57658" y="33527"/>
                </a:lnTo>
                <a:lnTo>
                  <a:pt x="69396" y="38296"/>
                </a:lnTo>
                <a:lnTo>
                  <a:pt x="71820" y="32332"/>
                </a:lnTo>
                <a:lnTo>
                  <a:pt x="60071" y="27558"/>
                </a:lnTo>
                <a:close/>
              </a:path>
              <a:path w="449579" h="191770">
                <a:moveTo>
                  <a:pt x="73760" y="27558"/>
                </a:moveTo>
                <a:lnTo>
                  <a:pt x="60071" y="27558"/>
                </a:lnTo>
                <a:lnTo>
                  <a:pt x="71820" y="32332"/>
                </a:lnTo>
                <a:lnTo>
                  <a:pt x="73760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85642" y="3834460"/>
            <a:ext cx="94361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Treinamento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50" dirty="0">
                <a:latin typeface="Calibri"/>
                <a:cs typeface="Calibri"/>
              </a:rPr>
              <a:t>e </a:t>
            </a:r>
            <a:r>
              <a:rPr sz="1200" b="1" dirty="0">
                <a:latin typeface="Calibri"/>
                <a:cs typeface="Calibri"/>
              </a:rPr>
              <a:t>predição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do </a:t>
            </a:r>
            <a:r>
              <a:rPr sz="1200" b="1" spc="-10" dirty="0">
                <a:latin typeface="Calibri"/>
                <a:cs typeface="Calibri"/>
              </a:rPr>
              <a:t>classificador.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67204" y="3926078"/>
            <a:ext cx="678815" cy="83185"/>
          </a:xfrm>
          <a:custGeom>
            <a:avLst/>
            <a:gdLst/>
            <a:ahLst/>
            <a:cxnLst/>
            <a:rect l="l" t="t" r="r" b="b"/>
            <a:pathLst>
              <a:path w="678814" h="83185">
                <a:moveTo>
                  <a:pt x="73406" y="7112"/>
                </a:moveTo>
                <a:lnTo>
                  <a:pt x="0" y="50419"/>
                </a:lnTo>
                <a:lnTo>
                  <a:pt x="78739" y="83185"/>
                </a:lnTo>
                <a:lnTo>
                  <a:pt x="76353" y="49149"/>
                </a:lnTo>
                <a:lnTo>
                  <a:pt x="63626" y="49149"/>
                </a:lnTo>
                <a:lnTo>
                  <a:pt x="63118" y="42926"/>
                </a:lnTo>
                <a:lnTo>
                  <a:pt x="75854" y="42037"/>
                </a:lnTo>
                <a:lnTo>
                  <a:pt x="73406" y="7112"/>
                </a:lnTo>
                <a:close/>
              </a:path>
              <a:path w="678814" h="83185">
                <a:moveTo>
                  <a:pt x="75854" y="42037"/>
                </a:moveTo>
                <a:lnTo>
                  <a:pt x="63118" y="42926"/>
                </a:lnTo>
                <a:lnTo>
                  <a:pt x="63626" y="49149"/>
                </a:lnTo>
                <a:lnTo>
                  <a:pt x="76291" y="48267"/>
                </a:lnTo>
                <a:lnTo>
                  <a:pt x="75854" y="42037"/>
                </a:lnTo>
                <a:close/>
              </a:path>
              <a:path w="678814" h="83185">
                <a:moveTo>
                  <a:pt x="76291" y="48267"/>
                </a:moveTo>
                <a:lnTo>
                  <a:pt x="63626" y="49149"/>
                </a:lnTo>
                <a:lnTo>
                  <a:pt x="76353" y="49149"/>
                </a:lnTo>
                <a:lnTo>
                  <a:pt x="76291" y="48267"/>
                </a:lnTo>
                <a:close/>
              </a:path>
              <a:path w="678814" h="83185">
                <a:moveTo>
                  <a:pt x="678179" y="0"/>
                </a:moveTo>
                <a:lnTo>
                  <a:pt x="75854" y="42037"/>
                </a:lnTo>
                <a:lnTo>
                  <a:pt x="76291" y="48267"/>
                </a:lnTo>
                <a:lnTo>
                  <a:pt x="678560" y="6350"/>
                </a:lnTo>
                <a:lnTo>
                  <a:pt x="6781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63241" y="4082922"/>
            <a:ext cx="388620" cy="140335"/>
          </a:xfrm>
          <a:custGeom>
            <a:avLst/>
            <a:gdLst/>
            <a:ahLst/>
            <a:cxnLst/>
            <a:rect l="l" t="t" r="r" b="b"/>
            <a:pathLst>
              <a:path w="388619" h="140335">
                <a:moveTo>
                  <a:pt x="60959" y="67437"/>
                </a:moveTo>
                <a:lnTo>
                  <a:pt x="0" y="127000"/>
                </a:lnTo>
                <a:lnTo>
                  <a:pt x="84200" y="140081"/>
                </a:lnTo>
                <a:lnTo>
                  <a:pt x="74774" y="110616"/>
                </a:lnTo>
                <a:lnTo>
                  <a:pt x="61467" y="110616"/>
                </a:lnTo>
                <a:lnTo>
                  <a:pt x="59435" y="104647"/>
                </a:lnTo>
                <a:lnTo>
                  <a:pt x="71617" y="100748"/>
                </a:lnTo>
                <a:lnTo>
                  <a:pt x="60959" y="67437"/>
                </a:lnTo>
                <a:close/>
              </a:path>
              <a:path w="388619" h="140335">
                <a:moveTo>
                  <a:pt x="71617" y="100748"/>
                </a:moveTo>
                <a:lnTo>
                  <a:pt x="59435" y="104647"/>
                </a:lnTo>
                <a:lnTo>
                  <a:pt x="61467" y="110616"/>
                </a:lnTo>
                <a:lnTo>
                  <a:pt x="73539" y="106755"/>
                </a:lnTo>
                <a:lnTo>
                  <a:pt x="71617" y="100748"/>
                </a:lnTo>
                <a:close/>
              </a:path>
              <a:path w="388619" h="140335">
                <a:moveTo>
                  <a:pt x="73539" y="106755"/>
                </a:moveTo>
                <a:lnTo>
                  <a:pt x="61467" y="110616"/>
                </a:lnTo>
                <a:lnTo>
                  <a:pt x="74774" y="110616"/>
                </a:lnTo>
                <a:lnTo>
                  <a:pt x="73539" y="106755"/>
                </a:lnTo>
                <a:close/>
              </a:path>
              <a:path w="388619" h="140335">
                <a:moveTo>
                  <a:pt x="386333" y="0"/>
                </a:moveTo>
                <a:lnTo>
                  <a:pt x="71617" y="100748"/>
                </a:lnTo>
                <a:lnTo>
                  <a:pt x="73539" y="106755"/>
                </a:lnTo>
                <a:lnTo>
                  <a:pt x="388238" y="6095"/>
                </a:lnTo>
                <a:lnTo>
                  <a:pt x="3863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949446" y="4665675"/>
            <a:ext cx="9036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Cria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matriz</a:t>
            </a:r>
            <a:r>
              <a:rPr sz="1200" b="1" spc="-25" dirty="0">
                <a:latin typeface="Calibri"/>
                <a:cs typeface="Calibri"/>
              </a:rPr>
              <a:t> de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latin typeface="Calibri"/>
                <a:cs typeface="Calibri"/>
              </a:rPr>
              <a:t>confusão.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56916" y="4619244"/>
            <a:ext cx="1114425" cy="255904"/>
          </a:xfrm>
          <a:custGeom>
            <a:avLst/>
            <a:gdLst/>
            <a:ahLst/>
            <a:cxnLst/>
            <a:rect l="l" t="t" r="r" b="b"/>
            <a:pathLst>
              <a:path w="1114425" h="255904">
                <a:moveTo>
                  <a:pt x="75198" y="34207"/>
                </a:moveTo>
                <a:lnTo>
                  <a:pt x="73908" y="40425"/>
                </a:lnTo>
                <a:lnTo>
                  <a:pt x="1112646" y="255777"/>
                </a:lnTo>
                <a:lnTo>
                  <a:pt x="1114044" y="249681"/>
                </a:lnTo>
                <a:lnTo>
                  <a:pt x="75198" y="34207"/>
                </a:lnTo>
                <a:close/>
              </a:path>
              <a:path w="1114425" h="255904">
                <a:moveTo>
                  <a:pt x="82295" y="0"/>
                </a:moveTo>
                <a:lnTo>
                  <a:pt x="0" y="21843"/>
                </a:lnTo>
                <a:lnTo>
                  <a:pt x="66801" y="74675"/>
                </a:lnTo>
                <a:lnTo>
                  <a:pt x="73908" y="40425"/>
                </a:lnTo>
                <a:lnTo>
                  <a:pt x="61467" y="37845"/>
                </a:lnTo>
                <a:lnTo>
                  <a:pt x="62737" y="31622"/>
                </a:lnTo>
                <a:lnTo>
                  <a:pt x="75734" y="31622"/>
                </a:lnTo>
                <a:lnTo>
                  <a:pt x="82295" y="0"/>
                </a:lnTo>
                <a:close/>
              </a:path>
              <a:path w="1114425" h="255904">
                <a:moveTo>
                  <a:pt x="62737" y="31622"/>
                </a:moveTo>
                <a:lnTo>
                  <a:pt x="61467" y="37845"/>
                </a:lnTo>
                <a:lnTo>
                  <a:pt x="73908" y="40425"/>
                </a:lnTo>
                <a:lnTo>
                  <a:pt x="75198" y="34207"/>
                </a:lnTo>
                <a:lnTo>
                  <a:pt x="62737" y="31622"/>
                </a:lnTo>
                <a:close/>
              </a:path>
              <a:path w="1114425" h="255904">
                <a:moveTo>
                  <a:pt x="75734" y="31622"/>
                </a:moveTo>
                <a:lnTo>
                  <a:pt x="62737" y="31622"/>
                </a:lnTo>
                <a:lnTo>
                  <a:pt x="75198" y="34207"/>
                </a:lnTo>
                <a:lnTo>
                  <a:pt x="75734" y="3162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212082" y="5239003"/>
            <a:ext cx="731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Curva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ROC.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63696" y="5389371"/>
            <a:ext cx="548640" cy="162560"/>
          </a:xfrm>
          <a:custGeom>
            <a:avLst/>
            <a:gdLst/>
            <a:ahLst/>
            <a:cxnLst/>
            <a:rect l="l" t="t" r="r" b="b"/>
            <a:pathLst>
              <a:path w="548639" h="162560">
                <a:moveTo>
                  <a:pt x="64262" y="88645"/>
                </a:moveTo>
                <a:lnTo>
                  <a:pt x="0" y="144652"/>
                </a:lnTo>
                <a:lnTo>
                  <a:pt x="83312" y="162432"/>
                </a:lnTo>
                <a:lnTo>
                  <a:pt x="75410" y="131825"/>
                </a:lnTo>
                <a:lnTo>
                  <a:pt x="62356" y="131825"/>
                </a:lnTo>
                <a:lnTo>
                  <a:pt x="60705" y="125602"/>
                </a:lnTo>
                <a:lnTo>
                  <a:pt x="72984" y="122429"/>
                </a:lnTo>
                <a:lnTo>
                  <a:pt x="64262" y="88645"/>
                </a:lnTo>
                <a:close/>
              </a:path>
              <a:path w="548639" h="162560">
                <a:moveTo>
                  <a:pt x="72984" y="122429"/>
                </a:moveTo>
                <a:lnTo>
                  <a:pt x="60705" y="125602"/>
                </a:lnTo>
                <a:lnTo>
                  <a:pt x="62356" y="131825"/>
                </a:lnTo>
                <a:lnTo>
                  <a:pt x="74592" y="128660"/>
                </a:lnTo>
                <a:lnTo>
                  <a:pt x="72984" y="122429"/>
                </a:lnTo>
                <a:close/>
              </a:path>
              <a:path w="548639" h="162560">
                <a:moveTo>
                  <a:pt x="74592" y="128660"/>
                </a:moveTo>
                <a:lnTo>
                  <a:pt x="62356" y="131825"/>
                </a:lnTo>
                <a:lnTo>
                  <a:pt x="75410" y="131825"/>
                </a:lnTo>
                <a:lnTo>
                  <a:pt x="74592" y="128660"/>
                </a:lnTo>
                <a:close/>
              </a:path>
              <a:path w="548639" h="162560">
                <a:moveTo>
                  <a:pt x="546734" y="0"/>
                </a:moveTo>
                <a:lnTo>
                  <a:pt x="72984" y="122429"/>
                </a:lnTo>
                <a:lnTo>
                  <a:pt x="74592" y="128660"/>
                </a:lnTo>
                <a:lnTo>
                  <a:pt x="548386" y="6095"/>
                </a:lnTo>
                <a:lnTo>
                  <a:pt x="54673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17111" y="5673038"/>
            <a:ext cx="885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Calcula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várias métricas.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90367" y="5768136"/>
            <a:ext cx="548640" cy="162560"/>
          </a:xfrm>
          <a:custGeom>
            <a:avLst/>
            <a:gdLst/>
            <a:ahLst/>
            <a:cxnLst/>
            <a:rect l="l" t="t" r="r" b="b"/>
            <a:pathLst>
              <a:path w="548639" h="162560">
                <a:moveTo>
                  <a:pt x="64134" y="88709"/>
                </a:moveTo>
                <a:lnTo>
                  <a:pt x="0" y="144678"/>
                </a:lnTo>
                <a:lnTo>
                  <a:pt x="83311" y="162483"/>
                </a:lnTo>
                <a:lnTo>
                  <a:pt x="75349" y="131851"/>
                </a:lnTo>
                <a:lnTo>
                  <a:pt x="62230" y="131851"/>
                </a:lnTo>
                <a:lnTo>
                  <a:pt x="60578" y="125704"/>
                </a:lnTo>
                <a:lnTo>
                  <a:pt x="72921" y="122513"/>
                </a:lnTo>
                <a:lnTo>
                  <a:pt x="64134" y="88709"/>
                </a:lnTo>
                <a:close/>
              </a:path>
              <a:path w="548639" h="162560">
                <a:moveTo>
                  <a:pt x="72921" y="122513"/>
                </a:moveTo>
                <a:lnTo>
                  <a:pt x="60578" y="125704"/>
                </a:lnTo>
                <a:lnTo>
                  <a:pt x="62230" y="131851"/>
                </a:lnTo>
                <a:lnTo>
                  <a:pt x="74522" y="128672"/>
                </a:lnTo>
                <a:lnTo>
                  <a:pt x="72921" y="122513"/>
                </a:lnTo>
                <a:close/>
              </a:path>
              <a:path w="548639" h="162560">
                <a:moveTo>
                  <a:pt x="74522" y="128672"/>
                </a:moveTo>
                <a:lnTo>
                  <a:pt x="62230" y="131851"/>
                </a:lnTo>
                <a:lnTo>
                  <a:pt x="75349" y="131851"/>
                </a:lnTo>
                <a:lnTo>
                  <a:pt x="74522" y="128672"/>
                </a:lnTo>
                <a:close/>
              </a:path>
              <a:path w="548639" h="162560">
                <a:moveTo>
                  <a:pt x="546734" y="0"/>
                </a:moveTo>
                <a:lnTo>
                  <a:pt x="72921" y="122513"/>
                </a:lnTo>
                <a:lnTo>
                  <a:pt x="74522" y="128672"/>
                </a:lnTo>
                <a:lnTo>
                  <a:pt x="548258" y="6146"/>
                </a:lnTo>
                <a:lnTo>
                  <a:pt x="54673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12082" y="6484721"/>
            <a:ext cx="27273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Exemplo:</a:t>
            </a:r>
            <a:r>
              <a:rPr sz="1400" u="sng" spc="-7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classification_metrics.ipynb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60" dirty="0">
                <a:latin typeface="Calibri Light"/>
                <a:cs typeface="Calibri Light"/>
              </a:rPr>
              <a:t>Tarefas</a:t>
            </a:r>
            <a:r>
              <a:rPr sz="4400" b="0" spc="-80" dirty="0">
                <a:latin typeface="Calibri Light"/>
                <a:cs typeface="Calibri Light"/>
              </a:rPr>
              <a:t> </a:t>
            </a:r>
            <a:r>
              <a:rPr sz="4400" b="0" dirty="0">
                <a:latin typeface="Calibri Light"/>
                <a:cs typeface="Calibri Light"/>
              </a:rPr>
              <a:t>e</a:t>
            </a:r>
            <a:r>
              <a:rPr sz="4400" b="0" spc="-70" dirty="0">
                <a:latin typeface="Calibri Light"/>
                <a:cs typeface="Calibri Light"/>
              </a:rPr>
              <a:t> </a:t>
            </a:r>
            <a:r>
              <a:rPr sz="4400" b="0" spc="-10" dirty="0">
                <a:latin typeface="Calibri Light"/>
                <a:cs typeface="Calibri Light"/>
              </a:rPr>
              <a:t>Avisos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5604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Você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já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listas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#4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#5.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0" spc="-10" dirty="0">
                <a:latin typeface="Calibri Light"/>
                <a:cs typeface="Calibri Light"/>
              </a:rPr>
              <a:t>Obrigado!</a:t>
            </a:r>
            <a:endParaRPr sz="6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9915" y="2876550"/>
            <a:ext cx="4030472" cy="20930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450" y="203072"/>
            <a:ext cx="3533775" cy="4181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55130" y="345440"/>
            <a:ext cx="5025262" cy="209956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52139" y="3897894"/>
            <a:ext cx="3651569" cy="26199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136" y="4503546"/>
            <a:ext cx="2354453" cy="2354451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08805" y="1437132"/>
            <a:ext cx="3960495" cy="3960495"/>
            <a:chOff x="3908805" y="1437132"/>
            <a:chExt cx="3960495" cy="3960495"/>
          </a:xfrm>
        </p:grpSpPr>
        <p:sp>
          <p:nvSpPr>
            <p:cNvPr id="3" name="object 3"/>
            <p:cNvSpPr/>
            <p:nvPr/>
          </p:nvSpPr>
          <p:spPr>
            <a:xfrm>
              <a:off x="3908806" y="1437131"/>
              <a:ext cx="3960495" cy="3960495"/>
            </a:xfrm>
            <a:custGeom>
              <a:avLst/>
              <a:gdLst/>
              <a:ahLst/>
              <a:cxnLst/>
              <a:rect l="l" t="t" r="r" b="b"/>
              <a:pathLst>
                <a:path w="3960495" h="3960495">
                  <a:moveTo>
                    <a:pt x="3959987" y="2009140"/>
                  </a:moveTo>
                  <a:lnTo>
                    <a:pt x="3931323" y="1994789"/>
                  </a:lnTo>
                  <a:lnTo>
                    <a:pt x="3874262" y="1966214"/>
                  </a:lnTo>
                  <a:lnTo>
                    <a:pt x="3874262" y="1994789"/>
                  </a:lnTo>
                  <a:lnTo>
                    <a:pt x="1961134" y="1994789"/>
                  </a:lnTo>
                  <a:lnTo>
                    <a:pt x="1961134" y="85725"/>
                  </a:lnTo>
                  <a:lnTo>
                    <a:pt x="1989709" y="85725"/>
                  </a:lnTo>
                  <a:lnTo>
                    <a:pt x="1982520" y="71374"/>
                  </a:lnTo>
                  <a:lnTo>
                    <a:pt x="1946783" y="0"/>
                  </a:lnTo>
                  <a:lnTo>
                    <a:pt x="1903984" y="85725"/>
                  </a:lnTo>
                  <a:lnTo>
                    <a:pt x="1932559" y="85725"/>
                  </a:lnTo>
                  <a:lnTo>
                    <a:pt x="1932559" y="1994789"/>
                  </a:lnTo>
                  <a:lnTo>
                    <a:pt x="0" y="1994789"/>
                  </a:lnTo>
                  <a:lnTo>
                    <a:pt x="0" y="2023364"/>
                  </a:lnTo>
                  <a:lnTo>
                    <a:pt x="1932559" y="2023364"/>
                  </a:lnTo>
                  <a:lnTo>
                    <a:pt x="1932559" y="3959987"/>
                  </a:lnTo>
                  <a:lnTo>
                    <a:pt x="1961134" y="3959987"/>
                  </a:lnTo>
                  <a:lnTo>
                    <a:pt x="1961134" y="2023364"/>
                  </a:lnTo>
                  <a:lnTo>
                    <a:pt x="3874262" y="2023364"/>
                  </a:lnTo>
                  <a:lnTo>
                    <a:pt x="3874262" y="2051939"/>
                  </a:lnTo>
                  <a:lnTo>
                    <a:pt x="3931488" y="2023364"/>
                  </a:lnTo>
                  <a:lnTo>
                    <a:pt x="3959987" y="2009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7322" y="2378456"/>
              <a:ext cx="156591" cy="1565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7264" y="2378456"/>
              <a:ext cx="156718" cy="15659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5613" y="4355211"/>
              <a:ext cx="156718" cy="1567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67322" y="4355211"/>
              <a:ext cx="156591" cy="15671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476750" y="2033651"/>
              <a:ext cx="2767330" cy="2834005"/>
            </a:xfrm>
            <a:custGeom>
              <a:avLst/>
              <a:gdLst/>
              <a:ahLst/>
              <a:cxnLst/>
              <a:rect l="l" t="t" r="r" b="b"/>
              <a:pathLst>
                <a:path w="2767329" h="2834004">
                  <a:moveTo>
                    <a:pt x="0" y="1416812"/>
                  </a:moveTo>
                  <a:lnTo>
                    <a:pt x="802" y="1368098"/>
                  </a:lnTo>
                  <a:lnTo>
                    <a:pt x="3191" y="1319797"/>
                  </a:lnTo>
                  <a:lnTo>
                    <a:pt x="7142" y="1271936"/>
                  </a:lnTo>
                  <a:lnTo>
                    <a:pt x="12629" y="1224540"/>
                  </a:lnTo>
                  <a:lnTo>
                    <a:pt x="19625" y="1177635"/>
                  </a:lnTo>
                  <a:lnTo>
                    <a:pt x="28106" y="1131249"/>
                  </a:lnTo>
                  <a:lnTo>
                    <a:pt x="38045" y="1085407"/>
                  </a:lnTo>
                  <a:lnTo>
                    <a:pt x="49417" y="1040135"/>
                  </a:lnTo>
                  <a:lnTo>
                    <a:pt x="62196" y="995461"/>
                  </a:lnTo>
                  <a:lnTo>
                    <a:pt x="76356" y="951411"/>
                  </a:lnTo>
                  <a:lnTo>
                    <a:pt x="91872" y="908010"/>
                  </a:lnTo>
                  <a:lnTo>
                    <a:pt x="108717" y="865286"/>
                  </a:lnTo>
                  <a:lnTo>
                    <a:pt x="126867" y="823265"/>
                  </a:lnTo>
                  <a:lnTo>
                    <a:pt x="146294" y="781972"/>
                  </a:lnTo>
                  <a:lnTo>
                    <a:pt x="166975" y="741435"/>
                  </a:lnTo>
                  <a:lnTo>
                    <a:pt x="188881" y="701679"/>
                  </a:lnTo>
                  <a:lnTo>
                    <a:pt x="211989" y="662732"/>
                  </a:lnTo>
                  <a:lnTo>
                    <a:pt x="236272" y="624619"/>
                  </a:lnTo>
                  <a:lnTo>
                    <a:pt x="261705" y="587367"/>
                  </a:lnTo>
                  <a:lnTo>
                    <a:pt x="288261" y="551001"/>
                  </a:lnTo>
                  <a:lnTo>
                    <a:pt x="315916" y="515550"/>
                  </a:lnTo>
                  <a:lnTo>
                    <a:pt x="344642" y="481038"/>
                  </a:lnTo>
                  <a:lnTo>
                    <a:pt x="374415" y="447493"/>
                  </a:lnTo>
                  <a:lnTo>
                    <a:pt x="405209" y="414940"/>
                  </a:lnTo>
                  <a:lnTo>
                    <a:pt x="436998" y="383406"/>
                  </a:lnTo>
                  <a:lnTo>
                    <a:pt x="469756" y="352918"/>
                  </a:lnTo>
                  <a:lnTo>
                    <a:pt x="503457" y="323501"/>
                  </a:lnTo>
                  <a:lnTo>
                    <a:pt x="538077" y="295183"/>
                  </a:lnTo>
                  <a:lnTo>
                    <a:pt x="573588" y="267988"/>
                  </a:lnTo>
                  <a:lnTo>
                    <a:pt x="609965" y="241945"/>
                  </a:lnTo>
                  <a:lnTo>
                    <a:pt x="647183" y="217079"/>
                  </a:lnTo>
                  <a:lnTo>
                    <a:pt x="685216" y="193416"/>
                  </a:lnTo>
                  <a:lnTo>
                    <a:pt x="724038" y="170983"/>
                  </a:lnTo>
                  <a:lnTo>
                    <a:pt x="763623" y="149806"/>
                  </a:lnTo>
                  <a:lnTo>
                    <a:pt x="803946" y="129912"/>
                  </a:lnTo>
                  <a:lnTo>
                    <a:pt x="844980" y="111327"/>
                  </a:lnTo>
                  <a:lnTo>
                    <a:pt x="886700" y="94077"/>
                  </a:lnTo>
                  <a:lnTo>
                    <a:pt x="929081" y="78189"/>
                  </a:lnTo>
                  <a:lnTo>
                    <a:pt x="972096" y="63689"/>
                  </a:lnTo>
                  <a:lnTo>
                    <a:pt x="1015720" y="50603"/>
                  </a:lnTo>
                  <a:lnTo>
                    <a:pt x="1059927" y="38958"/>
                  </a:lnTo>
                  <a:lnTo>
                    <a:pt x="1104691" y="28780"/>
                  </a:lnTo>
                  <a:lnTo>
                    <a:pt x="1149987" y="20096"/>
                  </a:lnTo>
                  <a:lnTo>
                    <a:pt x="1195789" y="12932"/>
                  </a:lnTo>
                  <a:lnTo>
                    <a:pt x="1242070" y="7313"/>
                  </a:lnTo>
                  <a:lnTo>
                    <a:pt x="1288806" y="3268"/>
                  </a:lnTo>
                  <a:lnTo>
                    <a:pt x="1335970" y="821"/>
                  </a:lnTo>
                  <a:lnTo>
                    <a:pt x="1383538" y="0"/>
                  </a:lnTo>
                  <a:lnTo>
                    <a:pt x="1431097" y="821"/>
                  </a:lnTo>
                  <a:lnTo>
                    <a:pt x="1478254" y="3268"/>
                  </a:lnTo>
                  <a:lnTo>
                    <a:pt x="1524984" y="7313"/>
                  </a:lnTo>
                  <a:lnTo>
                    <a:pt x="1571260" y="12932"/>
                  </a:lnTo>
                  <a:lnTo>
                    <a:pt x="1617056" y="20096"/>
                  </a:lnTo>
                  <a:lnTo>
                    <a:pt x="1662347" y="28780"/>
                  </a:lnTo>
                  <a:lnTo>
                    <a:pt x="1707107" y="38958"/>
                  </a:lnTo>
                  <a:lnTo>
                    <a:pt x="1751311" y="50603"/>
                  </a:lnTo>
                  <a:lnTo>
                    <a:pt x="1794932" y="63689"/>
                  </a:lnTo>
                  <a:lnTo>
                    <a:pt x="1837944" y="78189"/>
                  </a:lnTo>
                  <a:lnTo>
                    <a:pt x="1880323" y="94077"/>
                  </a:lnTo>
                  <a:lnTo>
                    <a:pt x="1922041" y="111327"/>
                  </a:lnTo>
                  <a:lnTo>
                    <a:pt x="1963074" y="129912"/>
                  </a:lnTo>
                  <a:lnTo>
                    <a:pt x="2003396" y="149806"/>
                  </a:lnTo>
                  <a:lnTo>
                    <a:pt x="2042981" y="170983"/>
                  </a:lnTo>
                  <a:lnTo>
                    <a:pt x="2081802" y="193416"/>
                  </a:lnTo>
                  <a:lnTo>
                    <a:pt x="2119835" y="217079"/>
                  </a:lnTo>
                  <a:lnTo>
                    <a:pt x="2157054" y="241945"/>
                  </a:lnTo>
                  <a:lnTo>
                    <a:pt x="2193432" y="267988"/>
                  </a:lnTo>
                  <a:lnTo>
                    <a:pt x="2228944" y="295183"/>
                  </a:lnTo>
                  <a:lnTo>
                    <a:pt x="2263565" y="323501"/>
                  </a:lnTo>
                  <a:lnTo>
                    <a:pt x="2297268" y="352918"/>
                  </a:lnTo>
                  <a:lnTo>
                    <a:pt x="2330028" y="383406"/>
                  </a:lnTo>
                  <a:lnTo>
                    <a:pt x="2361819" y="414940"/>
                  </a:lnTo>
                  <a:lnTo>
                    <a:pt x="2392614" y="447493"/>
                  </a:lnTo>
                  <a:lnTo>
                    <a:pt x="2422390" y="481038"/>
                  </a:lnTo>
                  <a:lnTo>
                    <a:pt x="2451118" y="515550"/>
                  </a:lnTo>
                  <a:lnTo>
                    <a:pt x="2478775" y="551001"/>
                  </a:lnTo>
                  <a:lnTo>
                    <a:pt x="2505334" y="587367"/>
                  </a:lnTo>
                  <a:lnTo>
                    <a:pt x="2530769" y="624619"/>
                  </a:lnTo>
                  <a:lnTo>
                    <a:pt x="2555055" y="662732"/>
                  </a:lnTo>
                  <a:lnTo>
                    <a:pt x="2578165" y="701679"/>
                  </a:lnTo>
                  <a:lnTo>
                    <a:pt x="2600075" y="741435"/>
                  </a:lnTo>
                  <a:lnTo>
                    <a:pt x="2620758" y="781972"/>
                  </a:lnTo>
                  <a:lnTo>
                    <a:pt x="2640188" y="823265"/>
                  </a:lnTo>
                  <a:lnTo>
                    <a:pt x="2658340" y="865286"/>
                  </a:lnTo>
                  <a:lnTo>
                    <a:pt x="2675188" y="908010"/>
                  </a:lnTo>
                  <a:lnTo>
                    <a:pt x="2690706" y="951411"/>
                  </a:lnTo>
                  <a:lnTo>
                    <a:pt x="2704868" y="995461"/>
                  </a:lnTo>
                  <a:lnTo>
                    <a:pt x="2717649" y="1040135"/>
                  </a:lnTo>
                  <a:lnTo>
                    <a:pt x="2729023" y="1085407"/>
                  </a:lnTo>
                  <a:lnTo>
                    <a:pt x="2738964" y="1131249"/>
                  </a:lnTo>
                  <a:lnTo>
                    <a:pt x="2747446" y="1177635"/>
                  </a:lnTo>
                  <a:lnTo>
                    <a:pt x="2754444" y="1224540"/>
                  </a:lnTo>
                  <a:lnTo>
                    <a:pt x="2759932" y="1271936"/>
                  </a:lnTo>
                  <a:lnTo>
                    <a:pt x="2763883" y="1319797"/>
                  </a:lnTo>
                  <a:lnTo>
                    <a:pt x="2766273" y="1368098"/>
                  </a:lnTo>
                  <a:lnTo>
                    <a:pt x="2767076" y="1416812"/>
                  </a:lnTo>
                  <a:lnTo>
                    <a:pt x="2766273" y="1465517"/>
                  </a:lnTo>
                  <a:lnTo>
                    <a:pt x="2763883" y="1513811"/>
                  </a:lnTo>
                  <a:lnTo>
                    <a:pt x="2759932" y="1561666"/>
                  </a:lnTo>
                  <a:lnTo>
                    <a:pt x="2754444" y="1609057"/>
                  </a:lnTo>
                  <a:lnTo>
                    <a:pt x="2747446" y="1655956"/>
                  </a:lnTo>
                  <a:lnTo>
                    <a:pt x="2738964" y="1702338"/>
                  </a:lnTo>
                  <a:lnTo>
                    <a:pt x="2729023" y="1748176"/>
                  </a:lnTo>
                  <a:lnTo>
                    <a:pt x="2717649" y="1793444"/>
                  </a:lnTo>
                  <a:lnTo>
                    <a:pt x="2704868" y="1838114"/>
                  </a:lnTo>
                  <a:lnTo>
                    <a:pt x="2690706" y="1882162"/>
                  </a:lnTo>
                  <a:lnTo>
                    <a:pt x="2675188" y="1925561"/>
                  </a:lnTo>
                  <a:lnTo>
                    <a:pt x="2658340" y="1968283"/>
                  </a:lnTo>
                  <a:lnTo>
                    <a:pt x="2640188" y="2010304"/>
                  </a:lnTo>
                  <a:lnTo>
                    <a:pt x="2620758" y="2051595"/>
                  </a:lnTo>
                  <a:lnTo>
                    <a:pt x="2600075" y="2092132"/>
                  </a:lnTo>
                  <a:lnTo>
                    <a:pt x="2578165" y="2131887"/>
                  </a:lnTo>
                  <a:lnTo>
                    <a:pt x="2555055" y="2170835"/>
                  </a:lnTo>
                  <a:lnTo>
                    <a:pt x="2530769" y="2208948"/>
                  </a:lnTo>
                  <a:lnTo>
                    <a:pt x="2505334" y="2246201"/>
                  </a:lnTo>
                  <a:lnTo>
                    <a:pt x="2478775" y="2282567"/>
                  </a:lnTo>
                  <a:lnTo>
                    <a:pt x="2451118" y="2318020"/>
                  </a:lnTo>
                  <a:lnTo>
                    <a:pt x="2422390" y="2352533"/>
                  </a:lnTo>
                  <a:lnTo>
                    <a:pt x="2392614" y="2386080"/>
                  </a:lnTo>
                  <a:lnTo>
                    <a:pt x="2361818" y="2418635"/>
                  </a:lnTo>
                  <a:lnTo>
                    <a:pt x="2330028" y="2450171"/>
                  </a:lnTo>
                  <a:lnTo>
                    <a:pt x="2297268" y="2480662"/>
                  </a:lnTo>
                  <a:lnTo>
                    <a:pt x="2263565" y="2510081"/>
                  </a:lnTo>
                  <a:lnTo>
                    <a:pt x="2228944" y="2538402"/>
                  </a:lnTo>
                  <a:lnTo>
                    <a:pt x="2193432" y="2565599"/>
                  </a:lnTo>
                  <a:lnTo>
                    <a:pt x="2157054" y="2591645"/>
                  </a:lnTo>
                  <a:lnTo>
                    <a:pt x="2119835" y="2616514"/>
                  </a:lnTo>
                  <a:lnTo>
                    <a:pt x="2081802" y="2640179"/>
                  </a:lnTo>
                  <a:lnTo>
                    <a:pt x="2042981" y="2662615"/>
                  </a:lnTo>
                  <a:lnTo>
                    <a:pt x="2003396" y="2683794"/>
                  </a:lnTo>
                  <a:lnTo>
                    <a:pt x="1963074" y="2703691"/>
                  </a:lnTo>
                  <a:lnTo>
                    <a:pt x="1922041" y="2722278"/>
                  </a:lnTo>
                  <a:lnTo>
                    <a:pt x="1880323" y="2739530"/>
                  </a:lnTo>
                  <a:lnTo>
                    <a:pt x="1837944" y="2755421"/>
                  </a:lnTo>
                  <a:lnTo>
                    <a:pt x="1794932" y="2769923"/>
                  </a:lnTo>
                  <a:lnTo>
                    <a:pt x="1751311" y="2783011"/>
                  </a:lnTo>
                  <a:lnTo>
                    <a:pt x="1707107" y="2794658"/>
                  </a:lnTo>
                  <a:lnTo>
                    <a:pt x="1662347" y="2804837"/>
                  </a:lnTo>
                  <a:lnTo>
                    <a:pt x="1617056" y="2813523"/>
                  </a:lnTo>
                  <a:lnTo>
                    <a:pt x="1571260" y="2820689"/>
                  </a:lnTo>
                  <a:lnTo>
                    <a:pt x="1524984" y="2826308"/>
                  </a:lnTo>
                  <a:lnTo>
                    <a:pt x="1478254" y="2830355"/>
                  </a:lnTo>
                  <a:lnTo>
                    <a:pt x="1431097" y="2832802"/>
                  </a:lnTo>
                  <a:lnTo>
                    <a:pt x="1383538" y="2833624"/>
                  </a:lnTo>
                  <a:lnTo>
                    <a:pt x="1335970" y="2832802"/>
                  </a:lnTo>
                  <a:lnTo>
                    <a:pt x="1288806" y="2830355"/>
                  </a:lnTo>
                  <a:lnTo>
                    <a:pt x="1242070" y="2826308"/>
                  </a:lnTo>
                  <a:lnTo>
                    <a:pt x="1195789" y="2820689"/>
                  </a:lnTo>
                  <a:lnTo>
                    <a:pt x="1149987" y="2813523"/>
                  </a:lnTo>
                  <a:lnTo>
                    <a:pt x="1104691" y="2804837"/>
                  </a:lnTo>
                  <a:lnTo>
                    <a:pt x="1059927" y="2794658"/>
                  </a:lnTo>
                  <a:lnTo>
                    <a:pt x="1015720" y="2783011"/>
                  </a:lnTo>
                  <a:lnTo>
                    <a:pt x="972096" y="2769923"/>
                  </a:lnTo>
                  <a:lnTo>
                    <a:pt x="929081" y="2755421"/>
                  </a:lnTo>
                  <a:lnTo>
                    <a:pt x="886700" y="2739530"/>
                  </a:lnTo>
                  <a:lnTo>
                    <a:pt x="844980" y="2722278"/>
                  </a:lnTo>
                  <a:lnTo>
                    <a:pt x="803946" y="2703691"/>
                  </a:lnTo>
                  <a:lnTo>
                    <a:pt x="763623" y="2683794"/>
                  </a:lnTo>
                  <a:lnTo>
                    <a:pt x="724038" y="2662615"/>
                  </a:lnTo>
                  <a:lnTo>
                    <a:pt x="685216" y="2640179"/>
                  </a:lnTo>
                  <a:lnTo>
                    <a:pt x="647183" y="2616514"/>
                  </a:lnTo>
                  <a:lnTo>
                    <a:pt x="609965" y="2591645"/>
                  </a:lnTo>
                  <a:lnTo>
                    <a:pt x="573588" y="2565599"/>
                  </a:lnTo>
                  <a:lnTo>
                    <a:pt x="538077" y="2538402"/>
                  </a:lnTo>
                  <a:lnTo>
                    <a:pt x="503457" y="2510081"/>
                  </a:lnTo>
                  <a:lnTo>
                    <a:pt x="469756" y="2480662"/>
                  </a:lnTo>
                  <a:lnTo>
                    <a:pt x="436998" y="2450171"/>
                  </a:lnTo>
                  <a:lnTo>
                    <a:pt x="405209" y="2418635"/>
                  </a:lnTo>
                  <a:lnTo>
                    <a:pt x="374415" y="2386080"/>
                  </a:lnTo>
                  <a:lnTo>
                    <a:pt x="344642" y="2352533"/>
                  </a:lnTo>
                  <a:lnTo>
                    <a:pt x="315916" y="2318020"/>
                  </a:lnTo>
                  <a:lnTo>
                    <a:pt x="288261" y="2282567"/>
                  </a:lnTo>
                  <a:lnTo>
                    <a:pt x="261705" y="2246201"/>
                  </a:lnTo>
                  <a:lnTo>
                    <a:pt x="236272" y="2208948"/>
                  </a:lnTo>
                  <a:lnTo>
                    <a:pt x="211989" y="2170835"/>
                  </a:lnTo>
                  <a:lnTo>
                    <a:pt x="188881" y="2131887"/>
                  </a:lnTo>
                  <a:lnTo>
                    <a:pt x="166975" y="2092132"/>
                  </a:lnTo>
                  <a:lnTo>
                    <a:pt x="146294" y="2051595"/>
                  </a:lnTo>
                  <a:lnTo>
                    <a:pt x="126867" y="2010304"/>
                  </a:lnTo>
                  <a:lnTo>
                    <a:pt x="108717" y="1968283"/>
                  </a:lnTo>
                  <a:lnTo>
                    <a:pt x="91872" y="1925561"/>
                  </a:lnTo>
                  <a:lnTo>
                    <a:pt x="76356" y="1882162"/>
                  </a:lnTo>
                  <a:lnTo>
                    <a:pt x="62196" y="1838114"/>
                  </a:lnTo>
                  <a:lnTo>
                    <a:pt x="49417" y="1793444"/>
                  </a:lnTo>
                  <a:lnTo>
                    <a:pt x="38045" y="1748176"/>
                  </a:lnTo>
                  <a:lnTo>
                    <a:pt x="28106" y="1702338"/>
                  </a:lnTo>
                  <a:lnTo>
                    <a:pt x="19625" y="1655956"/>
                  </a:lnTo>
                  <a:lnTo>
                    <a:pt x="12629" y="1609057"/>
                  </a:lnTo>
                  <a:lnTo>
                    <a:pt x="7142" y="1561666"/>
                  </a:lnTo>
                  <a:lnTo>
                    <a:pt x="3191" y="1513811"/>
                  </a:lnTo>
                  <a:lnTo>
                    <a:pt x="802" y="1465517"/>
                  </a:lnTo>
                  <a:lnTo>
                    <a:pt x="0" y="141681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94223" y="1130300"/>
            <a:ext cx="144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Quadrature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(Q)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6014" y="2067560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35829" y="2067560"/>
            <a:ext cx="2305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01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5829" y="4526991"/>
            <a:ext cx="2305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11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19696" y="4526991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10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52034" y="2366391"/>
            <a:ext cx="1992630" cy="2070735"/>
            <a:chOff x="4852034" y="2366391"/>
            <a:chExt cx="1992630" cy="2070735"/>
          </a:xfrm>
        </p:grpSpPr>
        <p:sp>
          <p:nvSpPr>
            <p:cNvPr id="15" name="object 15"/>
            <p:cNvSpPr/>
            <p:nvPr/>
          </p:nvSpPr>
          <p:spPr>
            <a:xfrm>
              <a:off x="5735446" y="2463800"/>
              <a:ext cx="219710" cy="1963420"/>
            </a:xfrm>
            <a:custGeom>
              <a:avLst/>
              <a:gdLst/>
              <a:ahLst/>
              <a:cxnLst/>
              <a:rect l="l" t="t" r="r" b="b"/>
              <a:pathLst>
                <a:path w="219710" h="1963420">
                  <a:moveTo>
                    <a:pt x="0" y="0"/>
                  </a:moveTo>
                  <a:lnTo>
                    <a:pt x="215900" y="0"/>
                  </a:lnTo>
                </a:path>
                <a:path w="219710" h="1963420">
                  <a:moveTo>
                    <a:pt x="3428" y="1963420"/>
                  </a:moveTo>
                  <a:lnTo>
                    <a:pt x="219455" y="19634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1559" y="3335147"/>
              <a:ext cx="1973580" cy="221615"/>
            </a:xfrm>
            <a:custGeom>
              <a:avLst/>
              <a:gdLst/>
              <a:ahLst/>
              <a:cxnLst/>
              <a:rect l="l" t="t" r="r" b="b"/>
              <a:pathLst>
                <a:path w="1973579" h="221614">
                  <a:moveTo>
                    <a:pt x="1973580" y="5587"/>
                  </a:moveTo>
                  <a:lnTo>
                    <a:pt x="1973580" y="221614"/>
                  </a:lnTo>
                </a:path>
                <a:path w="1973579" h="221614">
                  <a:moveTo>
                    <a:pt x="0" y="0"/>
                  </a:moveTo>
                  <a:lnTo>
                    <a:pt x="0" y="21602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4683" y="2366391"/>
              <a:ext cx="213360" cy="17195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021451" y="2339086"/>
            <a:ext cx="2470785" cy="1027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2" baseline="1984" dirty="0">
                <a:latin typeface="Cambria Math"/>
                <a:cs typeface="Cambria Math"/>
              </a:rPr>
              <a:t>  </a:t>
            </a:r>
            <a:r>
              <a:rPr sz="1400" spc="-60" dirty="0">
                <a:latin typeface="Cambria Math"/>
                <a:cs typeface="Cambria Math"/>
              </a:rPr>
              <a:t>2</a:t>
            </a:r>
            <a:endParaRPr sz="1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Cambria Math"/>
              <a:cs typeface="Cambria Math"/>
            </a:endParaRPr>
          </a:p>
          <a:p>
            <a:pPr marL="14605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In-</a:t>
            </a:r>
            <a:r>
              <a:rPr sz="1800" spc="-10" dirty="0">
                <a:latin typeface="Calibri"/>
                <a:cs typeface="Calibri"/>
              </a:rPr>
              <a:t>Phase(I)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05168" y="3577844"/>
            <a:ext cx="213486" cy="17195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592316" y="3550665"/>
            <a:ext cx="4381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2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42253" y="4315840"/>
            <a:ext cx="213360" cy="17208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996432" y="4288916"/>
            <a:ext cx="572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−1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9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57698" y="3632453"/>
            <a:ext cx="213360" cy="17195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611751" y="3605276"/>
            <a:ext cx="572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−1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9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57309" y="1269872"/>
            <a:ext cx="1859280" cy="8890"/>
          </a:xfrm>
          <a:custGeom>
            <a:avLst/>
            <a:gdLst/>
            <a:ahLst/>
            <a:cxnLst/>
            <a:rect l="l" t="t" r="r" b="b"/>
            <a:pathLst>
              <a:path w="1859279" h="8890">
                <a:moveTo>
                  <a:pt x="0" y="8381"/>
                </a:moveTo>
                <a:lnTo>
                  <a:pt x="1859026" y="0"/>
                </a:lnTo>
              </a:path>
            </a:pathLst>
          </a:custGeom>
          <a:ln w="634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68798" y="1275969"/>
            <a:ext cx="1859280" cy="8890"/>
          </a:xfrm>
          <a:custGeom>
            <a:avLst/>
            <a:gdLst/>
            <a:ahLst/>
            <a:cxnLst/>
            <a:rect l="l" t="t" r="r" b="b"/>
            <a:pathLst>
              <a:path w="1859279" h="8890">
                <a:moveTo>
                  <a:pt x="0" y="8381"/>
                </a:moveTo>
                <a:lnTo>
                  <a:pt x="1859152" y="0"/>
                </a:lnTo>
              </a:path>
            </a:pathLst>
          </a:custGeom>
          <a:ln w="635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60151" y="1315847"/>
            <a:ext cx="8255" cy="1859280"/>
          </a:xfrm>
          <a:custGeom>
            <a:avLst/>
            <a:gdLst/>
            <a:ahLst/>
            <a:cxnLst/>
            <a:rect l="l" t="t" r="r" b="b"/>
            <a:pathLst>
              <a:path w="8254" h="1859280">
                <a:moveTo>
                  <a:pt x="0" y="0"/>
                </a:moveTo>
                <a:lnTo>
                  <a:pt x="8254" y="1859152"/>
                </a:lnTo>
              </a:path>
            </a:pathLst>
          </a:custGeom>
          <a:ln w="634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8048" y="466216"/>
            <a:ext cx="2847340" cy="2847340"/>
          </a:xfrm>
          <a:custGeom>
            <a:avLst/>
            <a:gdLst/>
            <a:ahLst/>
            <a:cxnLst/>
            <a:rect l="l" t="t" r="r" b="b"/>
            <a:pathLst>
              <a:path w="2847340" h="2847340">
                <a:moveTo>
                  <a:pt x="2846794" y="2780411"/>
                </a:moveTo>
                <a:lnTo>
                  <a:pt x="2822410" y="2766187"/>
                </a:lnTo>
                <a:lnTo>
                  <a:pt x="2733141" y="2714117"/>
                </a:lnTo>
                <a:lnTo>
                  <a:pt x="2724378" y="2716403"/>
                </a:lnTo>
                <a:lnTo>
                  <a:pt x="2720314" y="2723261"/>
                </a:lnTo>
                <a:lnTo>
                  <a:pt x="2716377" y="2730119"/>
                </a:lnTo>
                <a:lnTo>
                  <a:pt x="2718663" y="2738755"/>
                </a:lnTo>
                <a:lnTo>
                  <a:pt x="2725521" y="2742819"/>
                </a:lnTo>
                <a:lnTo>
                  <a:pt x="2765641" y="2766187"/>
                </a:lnTo>
                <a:lnTo>
                  <a:pt x="80606" y="2766187"/>
                </a:lnTo>
                <a:lnTo>
                  <a:pt x="80606" y="81216"/>
                </a:lnTo>
                <a:lnTo>
                  <a:pt x="103987" y="121285"/>
                </a:lnTo>
                <a:lnTo>
                  <a:pt x="107962" y="128143"/>
                </a:lnTo>
                <a:lnTo>
                  <a:pt x="116713" y="130429"/>
                </a:lnTo>
                <a:lnTo>
                  <a:pt x="123532" y="126365"/>
                </a:lnTo>
                <a:lnTo>
                  <a:pt x="130340" y="122428"/>
                </a:lnTo>
                <a:lnTo>
                  <a:pt x="132651" y="113665"/>
                </a:lnTo>
                <a:lnTo>
                  <a:pt x="82842" y="28321"/>
                </a:lnTo>
                <a:lnTo>
                  <a:pt x="66319" y="0"/>
                </a:lnTo>
                <a:lnTo>
                  <a:pt x="3975" y="106807"/>
                </a:lnTo>
                <a:lnTo>
                  <a:pt x="0" y="113665"/>
                </a:lnTo>
                <a:lnTo>
                  <a:pt x="2298" y="122428"/>
                </a:lnTo>
                <a:lnTo>
                  <a:pt x="9118" y="126365"/>
                </a:lnTo>
                <a:lnTo>
                  <a:pt x="15938" y="130429"/>
                </a:lnTo>
                <a:lnTo>
                  <a:pt x="24676" y="128143"/>
                </a:lnTo>
                <a:lnTo>
                  <a:pt x="52031" y="81241"/>
                </a:lnTo>
                <a:lnTo>
                  <a:pt x="52031" y="2786761"/>
                </a:lnTo>
                <a:lnTo>
                  <a:pt x="59969" y="2786761"/>
                </a:lnTo>
                <a:lnTo>
                  <a:pt x="59969" y="2794762"/>
                </a:lnTo>
                <a:lnTo>
                  <a:pt x="2765526" y="2794762"/>
                </a:lnTo>
                <a:lnTo>
                  <a:pt x="2718663" y="2822067"/>
                </a:lnTo>
                <a:lnTo>
                  <a:pt x="2716377" y="2830830"/>
                </a:lnTo>
                <a:lnTo>
                  <a:pt x="2720314" y="2837688"/>
                </a:lnTo>
                <a:lnTo>
                  <a:pt x="2724378" y="2844419"/>
                </a:lnTo>
                <a:lnTo>
                  <a:pt x="2733141" y="2846832"/>
                </a:lnTo>
                <a:lnTo>
                  <a:pt x="2739872" y="2842768"/>
                </a:lnTo>
                <a:lnTo>
                  <a:pt x="2822194" y="2794762"/>
                </a:lnTo>
                <a:lnTo>
                  <a:pt x="2846794" y="27804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5031" y="29984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031" y="327152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7666" y="327152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730" y="110007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4553" y="1206323"/>
            <a:ext cx="2124075" cy="2101215"/>
            <a:chOff x="414553" y="1206323"/>
            <a:chExt cx="2124075" cy="2101215"/>
          </a:xfrm>
        </p:grpSpPr>
        <p:sp>
          <p:nvSpPr>
            <p:cNvPr id="11" name="object 11"/>
            <p:cNvSpPr/>
            <p:nvPr/>
          </p:nvSpPr>
          <p:spPr>
            <a:xfrm>
              <a:off x="2414523" y="31926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107999" y="0"/>
                  </a:moveTo>
                  <a:lnTo>
                    <a:pt x="0" y="0"/>
                  </a:lnTo>
                  <a:lnTo>
                    <a:pt x="0" y="108000"/>
                  </a:lnTo>
                  <a:lnTo>
                    <a:pt x="107999" y="108000"/>
                  </a:lnTo>
                  <a:lnTo>
                    <a:pt x="1079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4523" y="31926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000"/>
                  </a:moveTo>
                  <a:lnTo>
                    <a:pt x="107999" y="108000"/>
                  </a:lnTo>
                  <a:lnTo>
                    <a:pt x="107999" y="0"/>
                  </a:lnTo>
                  <a:lnTo>
                    <a:pt x="0" y="0"/>
                  </a:lnTo>
                  <a:lnTo>
                    <a:pt x="0" y="10800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24048" y="1212673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4">
                  <a:moveTo>
                    <a:pt x="107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7999" y="107999"/>
                  </a:lnTo>
                  <a:lnTo>
                    <a:pt x="1079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24048" y="1212673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4">
                  <a:moveTo>
                    <a:pt x="0" y="107999"/>
                  </a:moveTo>
                  <a:lnTo>
                    <a:pt x="107999" y="107999"/>
                  </a:lnTo>
                  <a:lnTo>
                    <a:pt x="107999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6907" y="122092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4">
                  <a:moveTo>
                    <a:pt x="107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7999" y="107999"/>
                  </a:lnTo>
                  <a:lnTo>
                    <a:pt x="1079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6907" y="122092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4">
                  <a:moveTo>
                    <a:pt x="0" y="107999"/>
                  </a:moveTo>
                  <a:lnTo>
                    <a:pt x="107999" y="107999"/>
                  </a:lnTo>
                  <a:lnTo>
                    <a:pt x="107999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553" y="3150361"/>
              <a:ext cx="156705" cy="15659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64908" y="1266697"/>
              <a:ext cx="1859280" cy="8255"/>
            </a:xfrm>
            <a:custGeom>
              <a:avLst/>
              <a:gdLst/>
              <a:ahLst/>
              <a:cxnLst/>
              <a:rect l="l" t="t" r="r" b="b"/>
              <a:pathLst>
                <a:path w="1859280" h="8255">
                  <a:moveTo>
                    <a:pt x="0" y="8254"/>
                  </a:moveTo>
                  <a:lnTo>
                    <a:pt x="1859140" y="0"/>
                  </a:lnTo>
                </a:path>
              </a:pathLst>
            </a:custGeom>
            <a:ln w="63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66848" y="1321815"/>
              <a:ext cx="8255" cy="1859280"/>
            </a:xfrm>
            <a:custGeom>
              <a:avLst/>
              <a:gdLst/>
              <a:ahLst/>
              <a:cxnLst/>
              <a:rect l="l" t="t" r="r" b="b"/>
              <a:pathLst>
                <a:path w="8255" h="1859280">
                  <a:moveTo>
                    <a:pt x="0" y="0"/>
                  </a:moveTo>
                  <a:lnTo>
                    <a:pt x="8254" y="1859026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55345" y="485343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21507" y="280733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86305" y="479247"/>
            <a:ext cx="4025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62881" y="472566"/>
            <a:ext cx="2846705" cy="2846705"/>
          </a:xfrm>
          <a:custGeom>
            <a:avLst/>
            <a:gdLst/>
            <a:ahLst/>
            <a:cxnLst/>
            <a:rect l="l" t="t" r="r" b="b"/>
            <a:pathLst>
              <a:path w="2846704" h="2846704">
                <a:moveTo>
                  <a:pt x="2846705" y="2780411"/>
                </a:moveTo>
                <a:lnTo>
                  <a:pt x="2822333" y="2766187"/>
                </a:lnTo>
                <a:lnTo>
                  <a:pt x="2733040" y="2714117"/>
                </a:lnTo>
                <a:lnTo>
                  <a:pt x="2724277" y="2716403"/>
                </a:lnTo>
                <a:lnTo>
                  <a:pt x="2720340" y="2723261"/>
                </a:lnTo>
                <a:lnTo>
                  <a:pt x="2716276" y="2729992"/>
                </a:lnTo>
                <a:lnTo>
                  <a:pt x="2718689" y="2738755"/>
                </a:lnTo>
                <a:lnTo>
                  <a:pt x="2725420" y="2742819"/>
                </a:lnTo>
                <a:lnTo>
                  <a:pt x="2765539" y="2766187"/>
                </a:lnTo>
                <a:lnTo>
                  <a:pt x="80518" y="2766187"/>
                </a:lnTo>
                <a:lnTo>
                  <a:pt x="80518" y="81153"/>
                </a:lnTo>
                <a:lnTo>
                  <a:pt x="80518" y="35560"/>
                </a:lnTo>
                <a:lnTo>
                  <a:pt x="80568" y="81254"/>
                </a:lnTo>
                <a:lnTo>
                  <a:pt x="103886" y="121285"/>
                </a:lnTo>
                <a:lnTo>
                  <a:pt x="107950" y="128143"/>
                </a:lnTo>
                <a:lnTo>
                  <a:pt x="116713" y="130429"/>
                </a:lnTo>
                <a:lnTo>
                  <a:pt x="123444" y="126365"/>
                </a:lnTo>
                <a:lnTo>
                  <a:pt x="130302" y="122428"/>
                </a:lnTo>
                <a:lnTo>
                  <a:pt x="132588" y="113665"/>
                </a:lnTo>
                <a:lnTo>
                  <a:pt x="128651" y="106807"/>
                </a:lnTo>
                <a:lnTo>
                  <a:pt x="82816" y="28321"/>
                </a:lnTo>
                <a:lnTo>
                  <a:pt x="66294" y="0"/>
                </a:lnTo>
                <a:lnTo>
                  <a:pt x="3937" y="106807"/>
                </a:lnTo>
                <a:lnTo>
                  <a:pt x="0" y="113665"/>
                </a:lnTo>
                <a:lnTo>
                  <a:pt x="2286" y="122428"/>
                </a:lnTo>
                <a:lnTo>
                  <a:pt x="15875" y="130429"/>
                </a:lnTo>
                <a:lnTo>
                  <a:pt x="24638" y="128143"/>
                </a:lnTo>
                <a:lnTo>
                  <a:pt x="28575" y="121285"/>
                </a:lnTo>
                <a:lnTo>
                  <a:pt x="51930" y="81254"/>
                </a:lnTo>
                <a:lnTo>
                  <a:pt x="51943" y="28321"/>
                </a:lnTo>
                <a:lnTo>
                  <a:pt x="51943" y="81254"/>
                </a:lnTo>
                <a:lnTo>
                  <a:pt x="51943" y="2786761"/>
                </a:lnTo>
                <a:lnTo>
                  <a:pt x="59944" y="2786761"/>
                </a:lnTo>
                <a:lnTo>
                  <a:pt x="59944" y="2794762"/>
                </a:lnTo>
                <a:lnTo>
                  <a:pt x="2765450" y="2794762"/>
                </a:lnTo>
                <a:lnTo>
                  <a:pt x="2790012" y="2780436"/>
                </a:lnTo>
                <a:lnTo>
                  <a:pt x="2718689" y="2822067"/>
                </a:lnTo>
                <a:lnTo>
                  <a:pt x="2716276" y="2830830"/>
                </a:lnTo>
                <a:lnTo>
                  <a:pt x="2720340" y="2837688"/>
                </a:lnTo>
                <a:lnTo>
                  <a:pt x="2724277" y="2844419"/>
                </a:lnTo>
                <a:lnTo>
                  <a:pt x="2733040" y="2846705"/>
                </a:lnTo>
                <a:lnTo>
                  <a:pt x="2822117" y="2794762"/>
                </a:lnTo>
                <a:lnTo>
                  <a:pt x="2846705" y="27804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00447" y="300482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35397" y="32778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33158" y="32778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32197" y="110655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39385" y="1212673"/>
            <a:ext cx="2139315" cy="2119630"/>
            <a:chOff x="4739385" y="1212673"/>
            <a:chExt cx="2139315" cy="2119630"/>
          </a:xfrm>
        </p:grpSpPr>
        <p:sp>
          <p:nvSpPr>
            <p:cNvPr id="29" name="object 29"/>
            <p:cNvSpPr/>
            <p:nvPr/>
          </p:nvSpPr>
          <p:spPr>
            <a:xfrm>
              <a:off x="6732904" y="1219023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4">
                  <a:moveTo>
                    <a:pt x="108000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8000" y="107999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32904" y="1219023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4">
                  <a:moveTo>
                    <a:pt x="0" y="107999"/>
                  </a:moveTo>
                  <a:lnTo>
                    <a:pt x="108000" y="107999"/>
                  </a:lnTo>
                  <a:lnTo>
                    <a:pt x="108000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9385" y="3156711"/>
              <a:ext cx="156590" cy="15659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9926" y="1213230"/>
              <a:ext cx="156718" cy="15659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601" y="3175254"/>
              <a:ext cx="156718" cy="15659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786879" y="1320799"/>
              <a:ext cx="8255" cy="1859280"/>
            </a:xfrm>
            <a:custGeom>
              <a:avLst/>
              <a:gdLst/>
              <a:ahLst/>
              <a:cxnLst/>
              <a:rect l="l" t="t" r="r" b="b"/>
              <a:pathLst>
                <a:path w="8254" h="1859280">
                  <a:moveTo>
                    <a:pt x="0" y="0"/>
                  </a:moveTo>
                  <a:lnTo>
                    <a:pt x="8254" y="1859152"/>
                  </a:lnTo>
                </a:path>
              </a:pathLst>
            </a:custGeom>
            <a:ln w="63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880736" y="491997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46873" y="281368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12611" y="485902"/>
            <a:ext cx="603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839962" y="466216"/>
            <a:ext cx="2846705" cy="2847340"/>
          </a:xfrm>
          <a:custGeom>
            <a:avLst/>
            <a:gdLst/>
            <a:ahLst/>
            <a:cxnLst/>
            <a:rect l="l" t="t" r="r" b="b"/>
            <a:pathLst>
              <a:path w="2846704" h="2847340">
                <a:moveTo>
                  <a:pt x="2846705" y="2780411"/>
                </a:moveTo>
                <a:lnTo>
                  <a:pt x="2822333" y="2766187"/>
                </a:lnTo>
                <a:lnTo>
                  <a:pt x="2733040" y="2714117"/>
                </a:lnTo>
                <a:lnTo>
                  <a:pt x="2724277" y="2716403"/>
                </a:lnTo>
                <a:lnTo>
                  <a:pt x="2716403" y="2730119"/>
                </a:lnTo>
                <a:lnTo>
                  <a:pt x="2718689" y="2738755"/>
                </a:lnTo>
                <a:lnTo>
                  <a:pt x="2725547" y="2742819"/>
                </a:lnTo>
                <a:lnTo>
                  <a:pt x="2765666" y="2766187"/>
                </a:lnTo>
                <a:lnTo>
                  <a:pt x="80632" y="2766187"/>
                </a:lnTo>
                <a:lnTo>
                  <a:pt x="80581" y="81153"/>
                </a:lnTo>
                <a:lnTo>
                  <a:pt x="104013" y="121285"/>
                </a:lnTo>
                <a:lnTo>
                  <a:pt x="107950" y="128143"/>
                </a:lnTo>
                <a:lnTo>
                  <a:pt x="116713" y="130429"/>
                </a:lnTo>
                <a:lnTo>
                  <a:pt x="130302" y="122428"/>
                </a:lnTo>
                <a:lnTo>
                  <a:pt x="132588" y="113665"/>
                </a:lnTo>
                <a:lnTo>
                  <a:pt x="128651" y="106807"/>
                </a:lnTo>
                <a:lnTo>
                  <a:pt x="82816" y="28321"/>
                </a:lnTo>
                <a:lnTo>
                  <a:pt x="66294" y="0"/>
                </a:lnTo>
                <a:lnTo>
                  <a:pt x="3937" y="106807"/>
                </a:lnTo>
                <a:lnTo>
                  <a:pt x="0" y="113665"/>
                </a:lnTo>
                <a:lnTo>
                  <a:pt x="2286" y="122428"/>
                </a:lnTo>
                <a:lnTo>
                  <a:pt x="9144" y="126365"/>
                </a:lnTo>
                <a:lnTo>
                  <a:pt x="15875" y="130429"/>
                </a:lnTo>
                <a:lnTo>
                  <a:pt x="24638" y="128143"/>
                </a:lnTo>
                <a:lnTo>
                  <a:pt x="28702" y="121285"/>
                </a:lnTo>
                <a:lnTo>
                  <a:pt x="52006" y="81254"/>
                </a:lnTo>
                <a:lnTo>
                  <a:pt x="52070" y="28321"/>
                </a:lnTo>
                <a:lnTo>
                  <a:pt x="52070" y="81153"/>
                </a:lnTo>
                <a:lnTo>
                  <a:pt x="52070" y="2786761"/>
                </a:lnTo>
                <a:lnTo>
                  <a:pt x="59944" y="2786761"/>
                </a:lnTo>
                <a:lnTo>
                  <a:pt x="59944" y="2794762"/>
                </a:lnTo>
                <a:lnTo>
                  <a:pt x="2765552" y="2794762"/>
                </a:lnTo>
                <a:lnTo>
                  <a:pt x="2718689" y="2822067"/>
                </a:lnTo>
                <a:lnTo>
                  <a:pt x="2716403" y="2830830"/>
                </a:lnTo>
                <a:lnTo>
                  <a:pt x="2720340" y="2837688"/>
                </a:lnTo>
                <a:lnTo>
                  <a:pt x="2724277" y="2844419"/>
                </a:lnTo>
                <a:lnTo>
                  <a:pt x="2733040" y="2846832"/>
                </a:lnTo>
                <a:lnTo>
                  <a:pt x="2822117" y="2794762"/>
                </a:lnTo>
                <a:lnTo>
                  <a:pt x="2846705" y="27804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78036" y="299847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913114" y="327152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810747" y="327152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09786" y="110007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816467" y="1191767"/>
            <a:ext cx="2125345" cy="2115185"/>
            <a:chOff x="8816467" y="1191767"/>
            <a:chExt cx="2125345" cy="2115185"/>
          </a:xfrm>
        </p:grpSpPr>
        <p:sp>
          <p:nvSpPr>
            <p:cNvPr id="44" name="object 44"/>
            <p:cNvSpPr/>
            <p:nvPr/>
          </p:nvSpPr>
          <p:spPr>
            <a:xfrm>
              <a:off x="10816336" y="31926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000" y="0"/>
                  </a:moveTo>
                  <a:lnTo>
                    <a:pt x="0" y="0"/>
                  </a:lnTo>
                  <a:lnTo>
                    <a:pt x="0" y="108000"/>
                  </a:lnTo>
                  <a:lnTo>
                    <a:pt x="108000" y="108000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816336" y="3192602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0" y="108000"/>
                  </a:moveTo>
                  <a:lnTo>
                    <a:pt x="108000" y="108000"/>
                  </a:lnTo>
                  <a:lnTo>
                    <a:pt x="108000" y="0"/>
                  </a:lnTo>
                  <a:lnTo>
                    <a:pt x="0" y="0"/>
                  </a:lnTo>
                  <a:lnTo>
                    <a:pt x="0" y="10800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858758" y="122092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4">
                  <a:moveTo>
                    <a:pt x="108000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8000" y="107999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858758" y="1220928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4">
                  <a:moveTo>
                    <a:pt x="0" y="107999"/>
                  </a:moveTo>
                  <a:lnTo>
                    <a:pt x="108000" y="107999"/>
                  </a:lnTo>
                  <a:lnTo>
                    <a:pt x="108000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16467" y="3150361"/>
              <a:ext cx="156717" cy="15659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84840" y="1191767"/>
              <a:ext cx="156717" cy="156718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958326" y="485343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324590" y="280733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011536" y="479247"/>
            <a:ext cx="560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XOR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225" y="3867022"/>
            <a:ext cx="156692" cy="156718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445439" y="4206571"/>
            <a:ext cx="121285" cy="121285"/>
            <a:chOff x="445439" y="4206571"/>
            <a:chExt cx="121285" cy="121285"/>
          </a:xfrm>
        </p:grpSpPr>
        <p:sp>
          <p:nvSpPr>
            <p:cNvPr id="55" name="object 55"/>
            <p:cNvSpPr/>
            <p:nvPr/>
          </p:nvSpPr>
          <p:spPr>
            <a:xfrm>
              <a:off x="451789" y="4212921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7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7999" y="107999"/>
                  </a:lnTo>
                  <a:lnTo>
                    <a:pt x="1079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1789" y="4212921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0" y="107999"/>
                  </a:moveTo>
                  <a:lnTo>
                    <a:pt x="107999" y="107999"/>
                  </a:lnTo>
                  <a:lnTo>
                    <a:pt x="107999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20979" y="4153280"/>
            <a:ext cx="145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Classe 1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(nível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lógico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59383" y="3824096"/>
            <a:ext cx="145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Classe 0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(nível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lógico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78375" y="3867022"/>
            <a:ext cx="156717" cy="156718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4793615" y="4206571"/>
            <a:ext cx="121285" cy="121285"/>
            <a:chOff x="4793615" y="4206571"/>
            <a:chExt cx="121285" cy="121285"/>
          </a:xfrm>
        </p:grpSpPr>
        <p:sp>
          <p:nvSpPr>
            <p:cNvPr id="61" name="object 61"/>
            <p:cNvSpPr/>
            <p:nvPr/>
          </p:nvSpPr>
          <p:spPr>
            <a:xfrm>
              <a:off x="4799965" y="4212921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10799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7999" y="107999"/>
                  </a:lnTo>
                  <a:lnTo>
                    <a:pt x="10799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99965" y="4212921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7999"/>
                  </a:moveTo>
                  <a:lnTo>
                    <a:pt x="107999" y="107999"/>
                  </a:lnTo>
                  <a:lnTo>
                    <a:pt x="107999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969509" y="4153280"/>
            <a:ext cx="145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Classe 1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(nível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lógico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07990" y="3824096"/>
            <a:ext cx="145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Classe 0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(nível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lógico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5" name="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95968" y="3867022"/>
            <a:ext cx="156717" cy="156718"/>
          </a:xfrm>
          <a:prstGeom prst="rect">
            <a:avLst/>
          </a:prstGeom>
        </p:spPr>
      </p:pic>
      <p:grpSp>
        <p:nvGrpSpPr>
          <p:cNvPr id="66" name="object 66"/>
          <p:cNvGrpSpPr/>
          <p:nvPr/>
        </p:nvGrpSpPr>
        <p:grpSpPr>
          <a:xfrm>
            <a:off x="8911208" y="4206571"/>
            <a:ext cx="121285" cy="121285"/>
            <a:chOff x="8911208" y="4206571"/>
            <a:chExt cx="121285" cy="121285"/>
          </a:xfrm>
        </p:grpSpPr>
        <p:sp>
          <p:nvSpPr>
            <p:cNvPr id="67" name="object 67"/>
            <p:cNvSpPr/>
            <p:nvPr/>
          </p:nvSpPr>
          <p:spPr>
            <a:xfrm>
              <a:off x="8917558" y="4212921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000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108000" y="107999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917558" y="4212921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0" y="107999"/>
                  </a:moveTo>
                  <a:lnTo>
                    <a:pt x="108000" y="107999"/>
                  </a:lnTo>
                  <a:lnTo>
                    <a:pt x="108000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9087739" y="4153280"/>
            <a:ext cx="145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Classe 1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(nível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lógico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1)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9126093" y="3824096"/>
            <a:ext cx="1458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Classe 0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(nível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lógico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0)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80460" y="689482"/>
            <a:ext cx="2787015" cy="2787015"/>
          </a:xfrm>
          <a:custGeom>
            <a:avLst/>
            <a:gdLst/>
            <a:ahLst/>
            <a:cxnLst/>
            <a:rect l="l" t="t" r="r" b="b"/>
            <a:pathLst>
              <a:path w="2787015" h="2787015">
                <a:moveTo>
                  <a:pt x="2786761" y="2589276"/>
                </a:moveTo>
                <a:lnTo>
                  <a:pt x="2762364" y="2575052"/>
                </a:lnTo>
                <a:lnTo>
                  <a:pt x="2673096" y="2522982"/>
                </a:lnTo>
                <a:lnTo>
                  <a:pt x="2664333" y="2525268"/>
                </a:lnTo>
                <a:lnTo>
                  <a:pt x="2660269" y="2532126"/>
                </a:lnTo>
                <a:lnTo>
                  <a:pt x="2656332" y="2538984"/>
                </a:lnTo>
                <a:lnTo>
                  <a:pt x="2658618" y="2547620"/>
                </a:lnTo>
                <a:lnTo>
                  <a:pt x="2705506" y="2575052"/>
                </a:lnTo>
                <a:lnTo>
                  <a:pt x="197993" y="2575052"/>
                </a:lnTo>
                <a:lnTo>
                  <a:pt x="197993" y="81127"/>
                </a:lnTo>
                <a:lnTo>
                  <a:pt x="221361" y="121158"/>
                </a:lnTo>
                <a:lnTo>
                  <a:pt x="225298" y="128016"/>
                </a:lnTo>
                <a:lnTo>
                  <a:pt x="234061" y="130302"/>
                </a:lnTo>
                <a:lnTo>
                  <a:pt x="247777" y="122428"/>
                </a:lnTo>
                <a:lnTo>
                  <a:pt x="250063" y="113665"/>
                </a:lnTo>
                <a:lnTo>
                  <a:pt x="245999" y="106807"/>
                </a:lnTo>
                <a:lnTo>
                  <a:pt x="200266" y="28321"/>
                </a:lnTo>
                <a:lnTo>
                  <a:pt x="183769" y="0"/>
                </a:lnTo>
                <a:lnTo>
                  <a:pt x="121412" y="106807"/>
                </a:lnTo>
                <a:lnTo>
                  <a:pt x="117348" y="113665"/>
                </a:lnTo>
                <a:lnTo>
                  <a:pt x="119634" y="122428"/>
                </a:lnTo>
                <a:lnTo>
                  <a:pt x="133350" y="130302"/>
                </a:lnTo>
                <a:lnTo>
                  <a:pt x="142113" y="128016"/>
                </a:lnTo>
                <a:lnTo>
                  <a:pt x="146050" y="121158"/>
                </a:lnTo>
                <a:lnTo>
                  <a:pt x="169405" y="81127"/>
                </a:lnTo>
                <a:lnTo>
                  <a:pt x="169418" y="28321"/>
                </a:lnTo>
                <a:lnTo>
                  <a:pt x="169418" y="81127"/>
                </a:lnTo>
                <a:lnTo>
                  <a:pt x="169418" y="2575052"/>
                </a:lnTo>
                <a:lnTo>
                  <a:pt x="0" y="2575052"/>
                </a:lnTo>
                <a:lnTo>
                  <a:pt x="0" y="2603627"/>
                </a:lnTo>
                <a:lnTo>
                  <a:pt x="169418" y="2603627"/>
                </a:lnTo>
                <a:lnTo>
                  <a:pt x="169418" y="2786761"/>
                </a:lnTo>
                <a:lnTo>
                  <a:pt x="197993" y="2786761"/>
                </a:lnTo>
                <a:lnTo>
                  <a:pt x="197993" y="2603627"/>
                </a:lnTo>
                <a:lnTo>
                  <a:pt x="2705455" y="2603627"/>
                </a:lnTo>
                <a:lnTo>
                  <a:pt x="2658618" y="2630932"/>
                </a:lnTo>
                <a:lnTo>
                  <a:pt x="2656332" y="2639695"/>
                </a:lnTo>
                <a:lnTo>
                  <a:pt x="2660269" y="2646553"/>
                </a:lnTo>
                <a:lnTo>
                  <a:pt x="2664333" y="2653284"/>
                </a:lnTo>
                <a:lnTo>
                  <a:pt x="2673096" y="2655697"/>
                </a:lnTo>
                <a:lnTo>
                  <a:pt x="2679827" y="2651633"/>
                </a:lnTo>
                <a:lnTo>
                  <a:pt x="2762148" y="2603627"/>
                </a:lnTo>
                <a:lnTo>
                  <a:pt x="2786761" y="2589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27094" y="589026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8745" y="311429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901249" y="683133"/>
            <a:ext cx="2519680" cy="2471420"/>
            <a:chOff x="3901249" y="683133"/>
            <a:chExt cx="2519680" cy="2471420"/>
          </a:xfrm>
        </p:grpSpPr>
        <p:sp>
          <p:nvSpPr>
            <p:cNvPr id="6" name="object 6"/>
            <p:cNvSpPr/>
            <p:nvPr/>
          </p:nvSpPr>
          <p:spPr>
            <a:xfrm>
              <a:off x="4672710" y="1497965"/>
              <a:ext cx="189865" cy="481965"/>
            </a:xfrm>
            <a:custGeom>
              <a:avLst/>
              <a:gdLst/>
              <a:ahLst/>
              <a:cxnLst/>
              <a:rect l="l" t="t" r="r" b="b"/>
              <a:pathLst>
                <a:path w="189864" h="481964">
                  <a:moveTo>
                    <a:pt x="0" y="90043"/>
                  </a:moveTo>
                  <a:lnTo>
                    <a:pt x="7066" y="54971"/>
                  </a:lnTo>
                  <a:lnTo>
                    <a:pt x="26336" y="26352"/>
                  </a:lnTo>
                  <a:lnTo>
                    <a:pt x="54917" y="7068"/>
                  </a:lnTo>
                  <a:lnTo>
                    <a:pt x="89915" y="0"/>
                  </a:lnTo>
                  <a:lnTo>
                    <a:pt x="124987" y="7068"/>
                  </a:lnTo>
                  <a:lnTo>
                    <a:pt x="153606" y="26352"/>
                  </a:lnTo>
                  <a:lnTo>
                    <a:pt x="172890" y="54971"/>
                  </a:lnTo>
                  <a:lnTo>
                    <a:pt x="179959" y="90043"/>
                  </a:lnTo>
                  <a:lnTo>
                    <a:pt x="172890" y="125041"/>
                  </a:lnTo>
                  <a:lnTo>
                    <a:pt x="153606" y="153622"/>
                  </a:lnTo>
                  <a:lnTo>
                    <a:pt x="124987" y="172892"/>
                  </a:lnTo>
                  <a:lnTo>
                    <a:pt x="89915" y="179959"/>
                  </a:lnTo>
                  <a:lnTo>
                    <a:pt x="54917" y="172892"/>
                  </a:lnTo>
                  <a:lnTo>
                    <a:pt x="26336" y="153622"/>
                  </a:lnTo>
                  <a:lnTo>
                    <a:pt x="7066" y="125041"/>
                  </a:lnTo>
                  <a:lnTo>
                    <a:pt x="0" y="90043"/>
                  </a:lnTo>
                  <a:close/>
                </a:path>
                <a:path w="189864" h="481964">
                  <a:moveTo>
                    <a:pt x="9398" y="391540"/>
                  </a:moveTo>
                  <a:lnTo>
                    <a:pt x="16464" y="356522"/>
                  </a:lnTo>
                  <a:lnTo>
                    <a:pt x="35734" y="327898"/>
                  </a:lnTo>
                  <a:lnTo>
                    <a:pt x="64315" y="308584"/>
                  </a:lnTo>
                  <a:lnTo>
                    <a:pt x="99313" y="301498"/>
                  </a:lnTo>
                  <a:lnTo>
                    <a:pt x="134385" y="308584"/>
                  </a:lnTo>
                  <a:lnTo>
                    <a:pt x="163004" y="327898"/>
                  </a:lnTo>
                  <a:lnTo>
                    <a:pt x="182288" y="356522"/>
                  </a:lnTo>
                  <a:lnTo>
                    <a:pt x="189356" y="391540"/>
                  </a:lnTo>
                  <a:lnTo>
                    <a:pt x="182288" y="426559"/>
                  </a:lnTo>
                  <a:lnTo>
                    <a:pt x="163004" y="455183"/>
                  </a:lnTo>
                  <a:lnTo>
                    <a:pt x="134385" y="474497"/>
                  </a:lnTo>
                  <a:lnTo>
                    <a:pt x="99313" y="481584"/>
                  </a:lnTo>
                  <a:lnTo>
                    <a:pt x="64315" y="474497"/>
                  </a:lnTo>
                  <a:lnTo>
                    <a:pt x="35734" y="455183"/>
                  </a:lnTo>
                  <a:lnTo>
                    <a:pt x="16464" y="426559"/>
                  </a:lnTo>
                  <a:lnTo>
                    <a:pt x="9398" y="3915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2957" y="1677669"/>
              <a:ext cx="218058" cy="2180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15865" y="203568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39">
                  <a:moveTo>
                    <a:pt x="0" y="90042"/>
                  </a:moveTo>
                  <a:lnTo>
                    <a:pt x="7068" y="55024"/>
                  </a:lnTo>
                  <a:lnTo>
                    <a:pt x="26352" y="26400"/>
                  </a:lnTo>
                  <a:lnTo>
                    <a:pt x="54971" y="7086"/>
                  </a:lnTo>
                  <a:lnTo>
                    <a:pt x="90043" y="0"/>
                  </a:lnTo>
                  <a:lnTo>
                    <a:pt x="125041" y="7086"/>
                  </a:lnTo>
                  <a:lnTo>
                    <a:pt x="153622" y="26400"/>
                  </a:lnTo>
                  <a:lnTo>
                    <a:pt x="172892" y="55024"/>
                  </a:lnTo>
                  <a:lnTo>
                    <a:pt x="179959" y="90042"/>
                  </a:lnTo>
                  <a:lnTo>
                    <a:pt x="172892" y="125061"/>
                  </a:lnTo>
                  <a:lnTo>
                    <a:pt x="153622" y="153685"/>
                  </a:lnTo>
                  <a:lnTo>
                    <a:pt x="125041" y="172999"/>
                  </a:lnTo>
                  <a:lnTo>
                    <a:pt x="90043" y="180086"/>
                  </a:lnTo>
                  <a:lnTo>
                    <a:pt x="54971" y="172999"/>
                  </a:lnTo>
                  <a:lnTo>
                    <a:pt x="26352" y="153685"/>
                  </a:lnTo>
                  <a:lnTo>
                    <a:pt x="7068" y="125061"/>
                  </a:lnTo>
                  <a:lnTo>
                    <a:pt x="0" y="90042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9697" y="1644396"/>
              <a:ext cx="218059" cy="21818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5036" y="1377695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>
                  <a:moveTo>
                    <a:pt x="0" y="90042"/>
                  </a:moveTo>
                  <a:lnTo>
                    <a:pt x="7086" y="54971"/>
                  </a:lnTo>
                  <a:lnTo>
                    <a:pt x="26400" y="26352"/>
                  </a:lnTo>
                  <a:lnTo>
                    <a:pt x="55024" y="7068"/>
                  </a:lnTo>
                  <a:lnTo>
                    <a:pt x="90042" y="0"/>
                  </a:lnTo>
                  <a:lnTo>
                    <a:pt x="125114" y="7068"/>
                  </a:lnTo>
                  <a:lnTo>
                    <a:pt x="153733" y="26352"/>
                  </a:lnTo>
                  <a:lnTo>
                    <a:pt x="173017" y="54971"/>
                  </a:lnTo>
                  <a:lnTo>
                    <a:pt x="180086" y="90042"/>
                  </a:lnTo>
                  <a:lnTo>
                    <a:pt x="173017" y="125041"/>
                  </a:lnTo>
                  <a:lnTo>
                    <a:pt x="153733" y="153622"/>
                  </a:lnTo>
                  <a:lnTo>
                    <a:pt x="125114" y="172892"/>
                  </a:lnTo>
                  <a:lnTo>
                    <a:pt x="90042" y="179958"/>
                  </a:lnTo>
                  <a:lnTo>
                    <a:pt x="55024" y="172892"/>
                  </a:lnTo>
                  <a:lnTo>
                    <a:pt x="26400" y="153622"/>
                  </a:lnTo>
                  <a:lnTo>
                    <a:pt x="7086" y="125041"/>
                  </a:lnTo>
                  <a:lnTo>
                    <a:pt x="0" y="90042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1637" y="1536572"/>
              <a:ext cx="218059" cy="2180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64683" y="1931797"/>
              <a:ext cx="218186" cy="21818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7887" y="1099184"/>
              <a:ext cx="815975" cy="1317625"/>
            </a:xfrm>
            <a:custGeom>
              <a:avLst/>
              <a:gdLst/>
              <a:ahLst/>
              <a:cxnLst/>
              <a:rect l="l" t="t" r="r" b="b"/>
              <a:pathLst>
                <a:path w="815975" h="1317625">
                  <a:moveTo>
                    <a:pt x="0" y="380618"/>
                  </a:moveTo>
                  <a:lnTo>
                    <a:pt x="7086" y="345547"/>
                  </a:lnTo>
                  <a:lnTo>
                    <a:pt x="26400" y="316928"/>
                  </a:lnTo>
                  <a:lnTo>
                    <a:pt x="55024" y="297644"/>
                  </a:lnTo>
                  <a:lnTo>
                    <a:pt x="90042" y="290575"/>
                  </a:lnTo>
                  <a:lnTo>
                    <a:pt x="125061" y="297644"/>
                  </a:lnTo>
                  <a:lnTo>
                    <a:pt x="153685" y="316928"/>
                  </a:lnTo>
                  <a:lnTo>
                    <a:pt x="172999" y="345547"/>
                  </a:lnTo>
                  <a:lnTo>
                    <a:pt x="180086" y="380618"/>
                  </a:lnTo>
                  <a:lnTo>
                    <a:pt x="172999" y="415617"/>
                  </a:lnTo>
                  <a:lnTo>
                    <a:pt x="153685" y="444198"/>
                  </a:lnTo>
                  <a:lnTo>
                    <a:pt x="125061" y="463468"/>
                  </a:lnTo>
                  <a:lnTo>
                    <a:pt x="90042" y="470535"/>
                  </a:lnTo>
                  <a:lnTo>
                    <a:pt x="55024" y="463468"/>
                  </a:lnTo>
                  <a:lnTo>
                    <a:pt x="26400" y="444198"/>
                  </a:lnTo>
                  <a:lnTo>
                    <a:pt x="7086" y="415617"/>
                  </a:lnTo>
                  <a:lnTo>
                    <a:pt x="0" y="380618"/>
                  </a:lnTo>
                  <a:close/>
                </a:path>
                <a:path w="815975" h="1317625">
                  <a:moveTo>
                    <a:pt x="635888" y="90042"/>
                  </a:moveTo>
                  <a:lnTo>
                    <a:pt x="642957" y="55024"/>
                  </a:lnTo>
                  <a:lnTo>
                    <a:pt x="662241" y="26400"/>
                  </a:lnTo>
                  <a:lnTo>
                    <a:pt x="690860" y="7086"/>
                  </a:lnTo>
                  <a:lnTo>
                    <a:pt x="725932" y="0"/>
                  </a:lnTo>
                  <a:lnTo>
                    <a:pt x="760930" y="7086"/>
                  </a:lnTo>
                  <a:lnTo>
                    <a:pt x="789511" y="26400"/>
                  </a:lnTo>
                  <a:lnTo>
                    <a:pt x="808781" y="55024"/>
                  </a:lnTo>
                  <a:lnTo>
                    <a:pt x="815848" y="90042"/>
                  </a:lnTo>
                  <a:lnTo>
                    <a:pt x="808781" y="125061"/>
                  </a:lnTo>
                  <a:lnTo>
                    <a:pt x="789511" y="153685"/>
                  </a:lnTo>
                  <a:lnTo>
                    <a:pt x="760930" y="172999"/>
                  </a:lnTo>
                  <a:lnTo>
                    <a:pt x="725932" y="180086"/>
                  </a:lnTo>
                  <a:lnTo>
                    <a:pt x="690860" y="172999"/>
                  </a:lnTo>
                  <a:lnTo>
                    <a:pt x="662241" y="153685"/>
                  </a:lnTo>
                  <a:lnTo>
                    <a:pt x="642957" y="125061"/>
                  </a:lnTo>
                  <a:lnTo>
                    <a:pt x="635888" y="90042"/>
                  </a:lnTo>
                  <a:close/>
                </a:path>
                <a:path w="815975" h="1317625">
                  <a:moveTo>
                    <a:pt x="365887" y="1227454"/>
                  </a:moveTo>
                  <a:lnTo>
                    <a:pt x="372955" y="1192436"/>
                  </a:lnTo>
                  <a:lnTo>
                    <a:pt x="392239" y="1163812"/>
                  </a:lnTo>
                  <a:lnTo>
                    <a:pt x="420858" y="1144498"/>
                  </a:lnTo>
                  <a:lnTo>
                    <a:pt x="455929" y="1137412"/>
                  </a:lnTo>
                  <a:lnTo>
                    <a:pt x="490928" y="1144498"/>
                  </a:lnTo>
                  <a:lnTo>
                    <a:pt x="519509" y="1163812"/>
                  </a:lnTo>
                  <a:lnTo>
                    <a:pt x="538779" y="1192436"/>
                  </a:lnTo>
                  <a:lnTo>
                    <a:pt x="545846" y="1227454"/>
                  </a:lnTo>
                  <a:lnTo>
                    <a:pt x="538779" y="1262473"/>
                  </a:lnTo>
                  <a:lnTo>
                    <a:pt x="519509" y="1291097"/>
                  </a:lnTo>
                  <a:lnTo>
                    <a:pt x="490928" y="1310411"/>
                  </a:lnTo>
                  <a:lnTo>
                    <a:pt x="455929" y="1317498"/>
                  </a:lnTo>
                  <a:lnTo>
                    <a:pt x="420858" y="1310411"/>
                  </a:lnTo>
                  <a:lnTo>
                    <a:pt x="392239" y="1291097"/>
                  </a:lnTo>
                  <a:lnTo>
                    <a:pt x="372955" y="1262473"/>
                  </a:lnTo>
                  <a:lnTo>
                    <a:pt x="365887" y="1227454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24144" y="1802765"/>
              <a:ext cx="218058" cy="2180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4306" y="1872615"/>
              <a:ext cx="218058" cy="2180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09108" y="1173226"/>
              <a:ext cx="1242060" cy="1381760"/>
            </a:xfrm>
            <a:custGeom>
              <a:avLst/>
              <a:gdLst/>
              <a:ahLst/>
              <a:cxnLst/>
              <a:rect l="l" t="t" r="r" b="b"/>
              <a:pathLst>
                <a:path w="1242060" h="1381760">
                  <a:moveTo>
                    <a:pt x="939038" y="254253"/>
                  </a:moveTo>
                  <a:lnTo>
                    <a:pt x="946106" y="219235"/>
                  </a:lnTo>
                  <a:lnTo>
                    <a:pt x="965390" y="190611"/>
                  </a:lnTo>
                  <a:lnTo>
                    <a:pt x="994009" y="171297"/>
                  </a:lnTo>
                  <a:lnTo>
                    <a:pt x="1029080" y="164211"/>
                  </a:lnTo>
                  <a:lnTo>
                    <a:pt x="1064079" y="171297"/>
                  </a:lnTo>
                  <a:lnTo>
                    <a:pt x="1092660" y="190611"/>
                  </a:lnTo>
                  <a:lnTo>
                    <a:pt x="1111930" y="219235"/>
                  </a:lnTo>
                  <a:lnTo>
                    <a:pt x="1118996" y="254253"/>
                  </a:lnTo>
                  <a:lnTo>
                    <a:pt x="1111930" y="289272"/>
                  </a:lnTo>
                  <a:lnTo>
                    <a:pt x="1092660" y="317896"/>
                  </a:lnTo>
                  <a:lnTo>
                    <a:pt x="1064079" y="337210"/>
                  </a:lnTo>
                  <a:lnTo>
                    <a:pt x="1029080" y="344297"/>
                  </a:lnTo>
                  <a:lnTo>
                    <a:pt x="994009" y="337210"/>
                  </a:lnTo>
                  <a:lnTo>
                    <a:pt x="965390" y="317896"/>
                  </a:lnTo>
                  <a:lnTo>
                    <a:pt x="946106" y="289272"/>
                  </a:lnTo>
                  <a:lnTo>
                    <a:pt x="939038" y="254253"/>
                  </a:lnTo>
                  <a:close/>
                </a:path>
                <a:path w="1242060" h="1381760">
                  <a:moveTo>
                    <a:pt x="0" y="90043"/>
                  </a:moveTo>
                  <a:lnTo>
                    <a:pt x="7066" y="55024"/>
                  </a:lnTo>
                  <a:lnTo>
                    <a:pt x="26336" y="26400"/>
                  </a:lnTo>
                  <a:lnTo>
                    <a:pt x="54917" y="7086"/>
                  </a:lnTo>
                  <a:lnTo>
                    <a:pt x="89915" y="0"/>
                  </a:lnTo>
                  <a:lnTo>
                    <a:pt x="124987" y="7086"/>
                  </a:lnTo>
                  <a:lnTo>
                    <a:pt x="153606" y="26400"/>
                  </a:lnTo>
                  <a:lnTo>
                    <a:pt x="172890" y="55024"/>
                  </a:lnTo>
                  <a:lnTo>
                    <a:pt x="179958" y="90043"/>
                  </a:lnTo>
                  <a:lnTo>
                    <a:pt x="172890" y="125061"/>
                  </a:lnTo>
                  <a:lnTo>
                    <a:pt x="153606" y="153685"/>
                  </a:lnTo>
                  <a:lnTo>
                    <a:pt x="124987" y="172999"/>
                  </a:lnTo>
                  <a:lnTo>
                    <a:pt x="89915" y="180086"/>
                  </a:lnTo>
                  <a:lnTo>
                    <a:pt x="54917" y="172999"/>
                  </a:lnTo>
                  <a:lnTo>
                    <a:pt x="26336" y="153685"/>
                  </a:lnTo>
                  <a:lnTo>
                    <a:pt x="7066" y="125061"/>
                  </a:lnTo>
                  <a:lnTo>
                    <a:pt x="0" y="90043"/>
                  </a:lnTo>
                  <a:close/>
                </a:path>
                <a:path w="1242060" h="1381760">
                  <a:moveTo>
                    <a:pt x="1061846" y="1069848"/>
                  </a:moveTo>
                  <a:lnTo>
                    <a:pt x="1068933" y="1034776"/>
                  </a:lnTo>
                  <a:lnTo>
                    <a:pt x="1088247" y="1006157"/>
                  </a:lnTo>
                  <a:lnTo>
                    <a:pt x="1116871" y="986873"/>
                  </a:lnTo>
                  <a:lnTo>
                    <a:pt x="1151889" y="979804"/>
                  </a:lnTo>
                  <a:lnTo>
                    <a:pt x="1186908" y="986873"/>
                  </a:lnTo>
                  <a:lnTo>
                    <a:pt x="1215532" y="1006157"/>
                  </a:lnTo>
                  <a:lnTo>
                    <a:pt x="1234846" y="1034776"/>
                  </a:lnTo>
                  <a:lnTo>
                    <a:pt x="1241932" y="1069848"/>
                  </a:lnTo>
                  <a:lnTo>
                    <a:pt x="1234846" y="1104846"/>
                  </a:lnTo>
                  <a:lnTo>
                    <a:pt x="1215532" y="1133427"/>
                  </a:lnTo>
                  <a:lnTo>
                    <a:pt x="1186908" y="1152697"/>
                  </a:lnTo>
                  <a:lnTo>
                    <a:pt x="1151889" y="1159764"/>
                  </a:lnTo>
                  <a:lnTo>
                    <a:pt x="1116871" y="1152697"/>
                  </a:lnTo>
                  <a:lnTo>
                    <a:pt x="1088247" y="1133427"/>
                  </a:lnTo>
                  <a:lnTo>
                    <a:pt x="1068933" y="1104846"/>
                  </a:lnTo>
                  <a:lnTo>
                    <a:pt x="1061846" y="1069848"/>
                  </a:lnTo>
                  <a:close/>
                </a:path>
                <a:path w="1242060" h="1381760">
                  <a:moveTo>
                    <a:pt x="678561" y="1097914"/>
                  </a:moveTo>
                  <a:lnTo>
                    <a:pt x="685629" y="1062916"/>
                  </a:lnTo>
                  <a:lnTo>
                    <a:pt x="704913" y="1034335"/>
                  </a:lnTo>
                  <a:lnTo>
                    <a:pt x="733532" y="1015065"/>
                  </a:lnTo>
                  <a:lnTo>
                    <a:pt x="768603" y="1007999"/>
                  </a:lnTo>
                  <a:lnTo>
                    <a:pt x="803602" y="1015065"/>
                  </a:lnTo>
                  <a:lnTo>
                    <a:pt x="832183" y="1034335"/>
                  </a:lnTo>
                  <a:lnTo>
                    <a:pt x="851453" y="1062916"/>
                  </a:lnTo>
                  <a:lnTo>
                    <a:pt x="858519" y="1097914"/>
                  </a:lnTo>
                  <a:lnTo>
                    <a:pt x="851453" y="1132986"/>
                  </a:lnTo>
                  <a:lnTo>
                    <a:pt x="832183" y="1161605"/>
                  </a:lnTo>
                  <a:lnTo>
                    <a:pt x="803602" y="1180889"/>
                  </a:lnTo>
                  <a:lnTo>
                    <a:pt x="768603" y="1187958"/>
                  </a:lnTo>
                  <a:lnTo>
                    <a:pt x="733532" y="1180889"/>
                  </a:lnTo>
                  <a:lnTo>
                    <a:pt x="704913" y="1161605"/>
                  </a:lnTo>
                  <a:lnTo>
                    <a:pt x="685629" y="1132986"/>
                  </a:lnTo>
                  <a:lnTo>
                    <a:pt x="678561" y="1097914"/>
                  </a:lnTo>
                  <a:close/>
                </a:path>
                <a:path w="1242060" h="1381760">
                  <a:moveTo>
                    <a:pt x="481202" y="160274"/>
                  </a:moveTo>
                  <a:lnTo>
                    <a:pt x="488289" y="125275"/>
                  </a:lnTo>
                  <a:lnTo>
                    <a:pt x="507603" y="96694"/>
                  </a:lnTo>
                  <a:lnTo>
                    <a:pt x="536227" y="77424"/>
                  </a:lnTo>
                  <a:lnTo>
                    <a:pt x="571245" y="70358"/>
                  </a:lnTo>
                  <a:lnTo>
                    <a:pt x="606264" y="77424"/>
                  </a:lnTo>
                  <a:lnTo>
                    <a:pt x="634888" y="96694"/>
                  </a:lnTo>
                  <a:lnTo>
                    <a:pt x="654202" y="125275"/>
                  </a:lnTo>
                  <a:lnTo>
                    <a:pt x="661288" y="160274"/>
                  </a:lnTo>
                  <a:lnTo>
                    <a:pt x="654202" y="195345"/>
                  </a:lnTo>
                  <a:lnTo>
                    <a:pt x="634888" y="223964"/>
                  </a:lnTo>
                  <a:lnTo>
                    <a:pt x="606264" y="243248"/>
                  </a:lnTo>
                  <a:lnTo>
                    <a:pt x="571245" y="250316"/>
                  </a:lnTo>
                  <a:lnTo>
                    <a:pt x="536227" y="243248"/>
                  </a:lnTo>
                  <a:lnTo>
                    <a:pt x="507603" y="223964"/>
                  </a:lnTo>
                  <a:lnTo>
                    <a:pt x="488289" y="195345"/>
                  </a:lnTo>
                  <a:lnTo>
                    <a:pt x="481202" y="160274"/>
                  </a:lnTo>
                  <a:close/>
                </a:path>
                <a:path w="1242060" h="1381760">
                  <a:moveTo>
                    <a:pt x="455802" y="1291209"/>
                  </a:moveTo>
                  <a:lnTo>
                    <a:pt x="462869" y="1256190"/>
                  </a:lnTo>
                  <a:lnTo>
                    <a:pt x="482139" y="1227566"/>
                  </a:lnTo>
                  <a:lnTo>
                    <a:pt x="510720" y="1208252"/>
                  </a:lnTo>
                  <a:lnTo>
                    <a:pt x="545718" y="1201165"/>
                  </a:lnTo>
                  <a:lnTo>
                    <a:pt x="580790" y="1208252"/>
                  </a:lnTo>
                  <a:lnTo>
                    <a:pt x="609409" y="1227566"/>
                  </a:lnTo>
                  <a:lnTo>
                    <a:pt x="628693" y="1256190"/>
                  </a:lnTo>
                  <a:lnTo>
                    <a:pt x="635762" y="1291209"/>
                  </a:lnTo>
                  <a:lnTo>
                    <a:pt x="628693" y="1326280"/>
                  </a:lnTo>
                  <a:lnTo>
                    <a:pt x="609409" y="1354899"/>
                  </a:lnTo>
                  <a:lnTo>
                    <a:pt x="580790" y="1374183"/>
                  </a:lnTo>
                  <a:lnTo>
                    <a:pt x="545718" y="1381252"/>
                  </a:lnTo>
                  <a:lnTo>
                    <a:pt x="510720" y="1374183"/>
                  </a:lnTo>
                  <a:lnTo>
                    <a:pt x="482139" y="1354899"/>
                  </a:lnTo>
                  <a:lnTo>
                    <a:pt x="462869" y="1326280"/>
                  </a:lnTo>
                  <a:lnTo>
                    <a:pt x="455802" y="1291209"/>
                  </a:lnTo>
                  <a:close/>
                </a:path>
                <a:path w="1242060" h="1381760">
                  <a:moveTo>
                    <a:pt x="714248" y="421894"/>
                  </a:moveTo>
                  <a:lnTo>
                    <a:pt x="721316" y="386822"/>
                  </a:lnTo>
                  <a:lnTo>
                    <a:pt x="740600" y="358203"/>
                  </a:lnTo>
                  <a:lnTo>
                    <a:pt x="769219" y="338919"/>
                  </a:lnTo>
                  <a:lnTo>
                    <a:pt x="804290" y="331850"/>
                  </a:lnTo>
                  <a:lnTo>
                    <a:pt x="839289" y="338919"/>
                  </a:lnTo>
                  <a:lnTo>
                    <a:pt x="867870" y="358203"/>
                  </a:lnTo>
                  <a:lnTo>
                    <a:pt x="887140" y="386822"/>
                  </a:lnTo>
                  <a:lnTo>
                    <a:pt x="894206" y="421894"/>
                  </a:lnTo>
                  <a:lnTo>
                    <a:pt x="887140" y="456892"/>
                  </a:lnTo>
                  <a:lnTo>
                    <a:pt x="867870" y="485473"/>
                  </a:lnTo>
                  <a:lnTo>
                    <a:pt x="839289" y="504743"/>
                  </a:lnTo>
                  <a:lnTo>
                    <a:pt x="804290" y="511810"/>
                  </a:lnTo>
                  <a:lnTo>
                    <a:pt x="769219" y="504743"/>
                  </a:lnTo>
                  <a:lnTo>
                    <a:pt x="740600" y="485473"/>
                  </a:lnTo>
                  <a:lnTo>
                    <a:pt x="721316" y="456892"/>
                  </a:lnTo>
                  <a:lnTo>
                    <a:pt x="714248" y="421894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21097" y="2100452"/>
              <a:ext cx="197485" cy="198120"/>
            </a:xfrm>
            <a:custGeom>
              <a:avLst/>
              <a:gdLst/>
              <a:ahLst/>
              <a:cxnLst/>
              <a:rect l="l" t="t" r="r" b="b"/>
              <a:pathLst>
                <a:path w="197485" h="198119">
                  <a:moveTo>
                    <a:pt x="0" y="47879"/>
                  </a:moveTo>
                  <a:lnTo>
                    <a:pt x="47878" y="0"/>
                  </a:lnTo>
                  <a:lnTo>
                    <a:pt x="98805" y="50926"/>
                  </a:lnTo>
                  <a:lnTo>
                    <a:pt x="149605" y="0"/>
                  </a:lnTo>
                  <a:lnTo>
                    <a:pt x="197485" y="47879"/>
                  </a:lnTo>
                  <a:lnTo>
                    <a:pt x="146685" y="98806"/>
                  </a:lnTo>
                  <a:lnTo>
                    <a:pt x="197485" y="149606"/>
                  </a:lnTo>
                  <a:lnTo>
                    <a:pt x="149605" y="197612"/>
                  </a:lnTo>
                  <a:lnTo>
                    <a:pt x="98805" y="146685"/>
                  </a:lnTo>
                  <a:lnTo>
                    <a:pt x="47878" y="197612"/>
                  </a:lnTo>
                  <a:lnTo>
                    <a:pt x="0" y="149606"/>
                  </a:lnTo>
                  <a:lnTo>
                    <a:pt x="50800" y="98806"/>
                  </a:lnTo>
                  <a:lnTo>
                    <a:pt x="0" y="4787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18317" y="845375"/>
              <a:ext cx="226187" cy="2261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941825" y="1009396"/>
              <a:ext cx="444500" cy="667385"/>
            </a:xfrm>
            <a:custGeom>
              <a:avLst/>
              <a:gdLst/>
              <a:ahLst/>
              <a:cxnLst/>
              <a:rect l="l" t="t" r="r" b="b"/>
              <a:pathLst>
                <a:path w="444500" h="667385">
                  <a:moveTo>
                    <a:pt x="246634" y="254000"/>
                  </a:moveTo>
                  <a:lnTo>
                    <a:pt x="294513" y="206120"/>
                  </a:lnTo>
                  <a:lnTo>
                    <a:pt x="345439" y="256920"/>
                  </a:lnTo>
                  <a:lnTo>
                    <a:pt x="396239" y="206120"/>
                  </a:lnTo>
                  <a:lnTo>
                    <a:pt x="444119" y="254000"/>
                  </a:lnTo>
                  <a:lnTo>
                    <a:pt x="393319" y="304800"/>
                  </a:lnTo>
                  <a:lnTo>
                    <a:pt x="444119" y="355726"/>
                  </a:lnTo>
                  <a:lnTo>
                    <a:pt x="396239" y="403605"/>
                  </a:lnTo>
                  <a:lnTo>
                    <a:pt x="345439" y="352678"/>
                  </a:lnTo>
                  <a:lnTo>
                    <a:pt x="294513" y="403605"/>
                  </a:lnTo>
                  <a:lnTo>
                    <a:pt x="246634" y="355726"/>
                  </a:lnTo>
                  <a:lnTo>
                    <a:pt x="297434" y="304800"/>
                  </a:lnTo>
                  <a:lnTo>
                    <a:pt x="246634" y="254000"/>
                  </a:lnTo>
                  <a:close/>
                </a:path>
                <a:path w="444500" h="667385">
                  <a:moveTo>
                    <a:pt x="26162" y="47878"/>
                  </a:moveTo>
                  <a:lnTo>
                    <a:pt x="74040" y="0"/>
                  </a:lnTo>
                  <a:lnTo>
                    <a:pt x="124968" y="50926"/>
                  </a:lnTo>
                  <a:lnTo>
                    <a:pt x="175768" y="0"/>
                  </a:lnTo>
                  <a:lnTo>
                    <a:pt x="223774" y="47878"/>
                  </a:lnTo>
                  <a:lnTo>
                    <a:pt x="172847" y="98805"/>
                  </a:lnTo>
                  <a:lnTo>
                    <a:pt x="223774" y="149605"/>
                  </a:lnTo>
                  <a:lnTo>
                    <a:pt x="175768" y="197484"/>
                  </a:lnTo>
                  <a:lnTo>
                    <a:pt x="124968" y="146684"/>
                  </a:lnTo>
                  <a:lnTo>
                    <a:pt x="74040" y="197484"/>
                  </a:lnTo>
                  <a:lnTo>
                    <a:pt x="26162" y="149605"/>
                  </a:lnTo>
                  <a:lnTo>
                    <a:pt x="77088" y="98805"/>
                  </a:lnTo>
                  <a:lnTo>
                    <a:pt x="26162" y="47878"/>
                  </a:lnTo>
                  <a:close/>
                </a:path>
                <a:path w="444500" h="667385">
                  <a:moveTo>
                    <a:pt x="0" y="517143"/>
                  </a:moveTo>
                  <a:lnTo>
                    <a:pt x="47878" y="469264"/>
                  </a:lnTo>
                  <a:lnTo>
                    <a:pt x="98806" y="520191"/>
                  </a:lnTo>
                  <a:lnTo>
                    <a:pt x="149733" y="469264"/>
                  </a:lnTo>
                  <a:lnTo>
                    <a:pt x="197612" y="517143"/>
                  </a:lnTo>
                  <a:lnTo>
                    <a:pt x="146685" y="568070"/>
                  </a:lnTo>
                  <a:lnTo>
                    <a:pt x="197612" y="618998"/>
                  </a:lnTo>
                  <a:lnTo>
                    <a:pt x="149733" y="666876"/>
                  </a:lnTo>
                  <a:lnTo>
                    <a:pt x="98806" y="615950"/>
                  </a:lnTo>
                  <a:lnTo>
                    <a:pt x="47878" y="666876"/>
                  </a:lnTo>
                  <a:lnTo>
                    <a:pt x="0" y="618998"/>
                  </a:lnTo>
                  <a:lnTo>
                    <a:pt x="50926" y="568070"/>
                  </a:lnTo>
                  <a:lnTo>
                    <a:pt x="0" y="51714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1390" y="1873821"/>
              <a:ext cx="226060" cy="2261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28122" y="1776412"/>
              <a:ext cx="226060" cy="2261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495544" y="1199006"/>
              <a:ext cx="414655" cy="1367155"/>
            </a:xfrm>
            <a:custGeom>
              <a:avLst/>
              <a:gdLst/>
              <a:ahLst/>
              <a:cxnLst/>
              <a:rect l="l" t="t" r="r" b="b"/>
              <a:pathLst>
                <a:path w="414654" h="1367155">
                  <a:moveTo>
                    <a:pt x="0" y="89915"/>
                  </a:moveTo>
                  <a:lnTo>
                    <a:pt x="7086" y="54917"/>
                  </a:lnTo>
                  <a:lnTo>
                    <a:pt x="26400" y="26336"/>
                  </a:lnTo>
                  <a:lnTo>
                    <a:pt x="55024" y="7066"/>
                  </a:lnTo>
                  <a:lnTo>
                    <a:pt x="90042" y="0"/>
                  </a:lnTo>
                  <a:lnTo>
                    <a:pt x="125061" y="7066"/>
                  </a:lnTo>
                  <a:lnTo>
                    <a:pt x="153685" y="26336"/>
                  </a:lnTo>
                  <a:lnTo>
                    <a:pt x="172999" y="54917"/>
                  </a:lnTo>
                  <a:lnTo>
                    <a:pt x="180085" y="89915"/>
                  </a:lnTo>
                  <a:lnTo>
                    <a:pt x="172999" y="124987"/>
                  </a:lnTo>
                  <a:lnTo>
                    <a:pt x="153685" y="153606"/>
                  </a:lnTo>
                  <a:lnTo>
                    <a:pt x="125061" y="172890"/>
                  </a:lnTo>
                  <a:lnTo>
                    <a:pt x="90042" y="179958"/>
                  </a:lnTo>
                  <a:lnTo>
                    <a:pt x="55024" y="172890"/>
                  </a:lnTo>
                  <a:lnTo>
                    <a:pt x="26400" y="153606"/>
                  </a:lnTo>
                  <a:lnTo>
                    <a:pt x="7086" y="124987"/>
                  </a:lnTo>
                  <a:lnTo>
                    <a:pt x="0" y="89915"/>
                  </a:lnTo>
                  <a:close/>
                </a:path>
                <a:path w="414654" h="1367155">
                  <a:moveTo>
                    <a:pt x="142620" y="1277112"/>
                  </a:moveTo>
                  <a:lnTo>
                    <a:pt x="149689" y="1242113"/>
                  </a:lnTo>
                  <a:lnTo>
                    <a:pt x="168973" y="1213532"/>
                  </a:lnTo>
                  <a:lnTo>
                    <a:pt x="197592" y="1194262"/>
                  </a:lnTo>
                  <a:lnTo>
                    <a:pt x="232663" y="1187195"/>
                  </a:lnTo>
                  <a:lnTo>
                    <a:pt x="267662" y="1194262"/>
                  </a:lnTo>
                  <a:lnTo>
                    <a:pt x="296243" y="1213532"/>
                  </a:lnTo>
                  <a:lnTo>
                    <a:pt x="315513" y="1242113"/>
                  </a:lnTo>
                  <a:lnTo>
                    <a:pt x="322579" y="1277112"/>
                  </a:lnTo>
                  <a:lnTo>
                    <a:pt x="315513" y="1312183"/>
                  </a:lnTo>
                  <a:lnTo>
                    <a:pt x="296243" y="1340802"/>
                  </a:lnTo>
                  <a:lnTo>
                    <a:pt x="267662" y="1360086"/>
                  </a:lnTo>
                  <a:lnTo>
                    <a:pt x="232663" y="1367154"/>
                  </a:lnTo>
                  <a:lnTo>
                    <a:pt x="197592" y="1360086"/>
                  </a:lnTo>
                  <a:lnTo>
                    <a:pt x="168973" y="1340802"/>
                  </a:lnTo>
                  <a:lnTo>
                    <a:pt x="149689" y="1312183"/>
                  </a:lnTo>
                  <a:lnTo>
                    <a:pt x="142620" y="1277112"/>
                  </a:lnTo>
                  <a:close/>
                </a:path>
                <a:path w="414654" h="1367155">
                  <a:moveTo>
                    <a:pt x="234568" y="534923"/>
                  </a:moveTo>
                  <a:lnTo>
                    <a:pt x="241635" y="499925"/>
                  </a:lnTo>
                  <a:lnTo>
                    <a:pt x="260905" y="471344"/>
                  </a:lnTo>
                  <a:lnTo>
                    <a:pt x="289486" y="452074"/>
                  </a:lnTo>
                  <a:lnTo>
                    <a:pt x="324484" y="445007"/>
                  </a:lnTo>
                  <a:lnTo>
                    <a:pt x="359556" y="452074"/>
                  </a:lnTo>
                  <a:lnTo>
                    <a:pt x="388175" y="471344"/>
                  </a:lnTo>
                  <a:lnTo>
                    <a:pt x="407459" y="499925"/>
                  </a:lnTo>
                  <a:lnTo>
                    <a:pt x="414527" y="534923"/>
                  </a:lnTo>
                  <a:lnTo>
                    <a:pt x="407459" y="569995"/>
                  </a:lnTo>
                  <a:lnTo>
                    <a:pt x="388175" y="598614"/>
                  </a:lnTo>
                  <a:lnTo>
                    <a:pt x="359556" y="617898"/>
                  </a:lnTo>
                  <a:lnTo>
                    <a:pt x="324484" y="624966"/>
                  </a:lnTo>
                  <a:lnTo>
                    <a:pt x="289486" y="617898"/>
                  </a:lnTo>
                  <a:lnTo>
                    <a:pt x="260905" y="598614"/>
                  </a:lnTo>
                  <a:lnTo>
                    <a:pt x="241635" y="569995"/>
                  </a:lnTo>
                  <a:lnTo>
                    <a:pt x="234568" y="534923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68203" y="2091626"/>
              <a:ext cx="226187" cy="22618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459350" y="2408174"/>
              <a:ext cx="197485" cy="197485"/>
            </a:xfrm>
            <a:custGeom>
              <a:avLst/>
              <a:gdLst/>
              <a:ahLst/>
              <a:cxnLst/>
              <a:rect l="l" t="t" r="r" b="b"/>
              <a:pathLst>
                <a:path w="197485" h="197485">
                  <a:moveTo>
                    <a:pt x="0" y="47878"/>
                  </a:moveTo>
                  <a:lnTo>
                    <a:pt x="47878" y="0"/>
                  </a:lnTo>
                  <a:lnTo>
                    <a:pt x="98806" y="50800"/>
                  </a:lnTo>
                  <a:lnTo>
                    <a:pt x="149606" y="0"/>
                  </a:lnTo>
                  <a:lnTo>
                    <a:pt x="197485" y="47878"/>
                  </a:lnTo>
                  <a:lnTo>
                    <a:pt x="146685" y="98678"/>
                  </a:lnTo>
                  <a:lnTo>
                    <a:pt x="197485" y="149605"/>
                  </a:lnTo>
                  <a:lnTo>
                    <a:pt x="149606" y="197485"/>
                  </a:lnTo>
                  <a:lnTo>
                    <a:pt x="98806" y="146558"/>
                  </a:lnTo>
                  <a:lnTo>
                    <a:pt x="47878" y="197485"/>
                  </a:lnTo>
                  <a:lnTo>
                    <a:pt x="0" y="149605"/>
                  </a:lnTo>
                  <a:lnTo>
                    <a:pt x="50926" y="98678"/>
                  </a:lnTo>
                  <a:lnTo>
                    <a:pt x="0" y="4787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24234" y="2642552"/>
              <a:ext cx="226187" cy="22618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65852" y="2627503"/>
              <a:ext cx="198120" cy="198120"/>
            </a:xfrm>
            <a:custGeom>
              <a:avLst/>
              <a:gdLst/>
              <a:ahLst/>
              <a:cxnLst/>
              <a:rect l="l" t="t" r="r" b="b"/>
              <a:pathLst>
                <a:path w="198120" h="198119">
                  <a:moveTo>
                    <a:pt x="0" y="47879"/>
                  </a:moveTo>
                  <a:lnTo>
                    <a:pt x="47879" y="0"/>
                  </a:lnTo>
                  <a:lnTo>
                    <a:pt x="98806" y="50926"/>
                  </a:lnTo>
                  <a:lnTo>
                    <a:pt x="149733" y="0"/>
                  </a:lnTo>
                  <a:lnTo>
                    <a:pt x="197612" y="47879"/>
                  </a:lnTo>
                  <a:lnTo>
                    <a:pt x="146685" y="98806"/>
                  </a:lnTo>
                  <a:lnTo>
                    <a:pt x="197612" y="149606"/>
                  </a:lnTo>
                  <a:lnTo>
                    <a:pt x="149733" y="197612"/>
                  </a:lnTo>
                  <a:lnTo>
                    <a:pt x="98806" y="146685"/>
                  </a:lnTo>
                  <a:lnTo>
                    <a:pt x="47879" y="197612"/>
                  </a:lnTo>
                  <a:lnTo>
                    <a:pt x="0" y="149606"/>
                  </a:lnTo>
                  <a:lnTo>
                    <a:pt x="50926" y="98806"/>
                  </a:lnTo>
                  <a:lnTo>
                    <a:pt x="0" y="4787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78922" y="2351722"/>
              <a:ext cx="226060" cy="2260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60987" y="2723578"/>
              <a:ext cx="226060" cy="2261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43638" y="2682684"/>
              <a:ext cx="226060" cy="22618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245863" y="2747137"/>
              <a:ext cx="605790" cy="393065"/>
            </a:xfrm>
            <a:custGeom>
              <a:avLst/>
              <a:gdLst/>
              <a:ahLst/>
              <a:cxnLst/>
              <a:rect l="l" t="t" r="r" b="b"/>
              <a:pathLst>
                <a:path w="605789" h="393064">
                  <a:moveTo>
                    <a:pt x="0" y="47878"/>
                  </a:moveTo>
                  <a:lnTo>
                    <a:pt x="47878" y="0"/>
                  </a:lnTo>
                  <a:lnTo>
                    <a:pt x="98678" y="50926"/>
                  </a:lnTo>
                  <a:lnTo>
                    <a:pt x="149606" y="0"/>
                  </a:lnTo>
                  <a:lnTo>
                    <a:pt x="197485" y="47878"/>
                  </a:lnTo>
                  <a:lnTo>
                    <a:pt x="146558" y="98805"/>
                  </a:lnTo>
                  <a:lnTo>
                    <a:pt x="197485" y="149733"/>
                  </a:lnTo>
                  <a:lnTo>
                    <a:pt x="149606" y="197612"/>
                  </a:lnTo>
                  <a:lnTo>
                    <a:pt x="98678" y="146685"/>
                  </a:lnTo>
                  <a:lnTo>
                    <a:pt x="47878" y="197612"/>
                  </a:lnTo>
                  <a:lnTo>
                    <a:pt x="0" y="149733"/>
                  </a:lnTo>
                  <a:lnTo>
                    <a:pt x="50800" y="98805"/>
                  </a:lnTo>
                  <a:lnTo>
                    <a:pt x="0" y="47878"/>
                  </a:lnTo>
                  <a:close/>
                </a:path>
                <a:path w="605789" h="393064">
                  <a:moveTo>
                    <a:pt x="407797" y="243077"/>
                  </a:moveTo>
                  <a:lnTo>
                    <a:pt x="455802" y="195199"/>
                  </a:lnTo>
                  <a:lnTo>
                    <a:pt x="506602" y="246125"/>
                  </a:lnTo>
                  <a:lnTo>
                    <a:pt x="557530" y="195199"/>
                  </a:lnTo>
                  <a:lnTo>
                    <a:pt x="605409" y="243077"/>
                  </a:lnTo>
                  <a:lnTo>
                    <a:pt x="554482" y="294004"/>
                  </a:lnTo>
                  <a:lnTo>
                    <a:pt x="605409" y="344804"/>
                  </a:lnTo>
                  <a:lnTo>
                    <a:pt x="557530" y="392811"/>
                  </a:lnTo>
                  <a:lnTo>
                    <a:pt x="506602" y="341884"/>
                  </a:lnTo>
                  <a:lnTo>
                    <a:pt x="455802" y="392811"/>
                  </a:lnTo>
                  <a:lnTo>
                    <a:pt x="407797" y="344804"/>
                  </a:lnTo>
                  <a:lnTo>
                    <a:pt x="458724" y="294004"/>
                  </a:lnTo>
                  <a:lnTo>
                    <a:pt x="407797" y="24307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01249" y="2068131"/>
              <a:ext cx="226187" cy="22618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62029" y="2900235"/>
              <a:ext cx="226187" cy="22606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269442" y="689483"/>
              <a:ext cx="2145030" cy="2010410"/>
            </a:xfrm>
            <a:custGeom>
              <a:avLst/>
              <a:gdLst/>
              <a:ahLst/>
              <a:cxnLst/>
              <a:rect l="l" t="t" r="r" b="b"/>
              <a:pathLst>
                <a:path w="2145029" h="2010410">
                  <a:moveTo>
                    <a:pt x="561891" y="0"/>
                  </a:moveTo>
                  <a:lnTo>
                    <a:pt x="527864" y="46382"/>
                  </a:lnTo>
                  <a:lnTo>
                    <a:pt x="493947" y="92737"/>
                  </a:lnTo>
                  <a:lnTo>
                    <a:pt x="460252" y="139037"/>
                  </a:lnTo>
                  <a:lnTo>
                    <a:pt x="426889" y="185255"/>
                  </a:lnTo>
                  <a:lnTo>
                    <a:pt x="393970" y="231365"/>
                  </a:lnTo>
                  <a:lnTo>
                    <a:pt x="361606" y="277338"/>
                  </a:lnTo>
                  <a:lnTo>
                    <a:pt x="329908" y="323147"/>
                  </a:lnTo>
                  <a:lnTo>
                    <a:pt x="298987" y="368765"/>
                  </a:lnTo>
                  <a:lnTo>
                    <a:pt x="268955" y="414165"/>
                  </a:lnTo>
                  <a:lnTo>
                    <a:pt x="239922" y="459320"/>
                  </a:lnTo>
                  <a:lnTo>
                    <a:pt x="212001" y="504201"/>
                  </a:lnTo>
                  <a:lnTo>
                    <a:pt x="185301" y="548783"/>
                  </a:lnTo>
                  <a:lnTo>
                    <a:pt x="159935" y="593037"/>
                  </a:lnTo>
                  <a:lnTo>
                    <a:pt x="136013" y="636936"/>
                  </a:lnTo>
                  <a:lnTo>
                    <a:pt x="113646" y="680454"/>
                  </a:lnTo>
                  <a:lnTo>
                    <a:pt x="92947" y="723562"/>
                  </a:lnTo>
                  <a:lnTo>
                    <a:pt x="74025" y="766233"/>
                  </a:lnTo>
                  <a:lnTo>
                    <a:pt x="56992" y="808441"/>
                  </a:lnTo>
                  <a:lnTo>
                    <a:pt x="41960" y="850158"/>
                  </a:lnTo>
                  <a:lnTo>
                    <a:pt x="29039" y="891356"/>
                  </a:lnTo>
                  <a:lnTo>
                    <a:pt x="18341" y="932009"/>
                  </a:lnTo>
                  <a:lnTo>
                    <a:pt x="9977" y="972089"/>
                  </a:lnTo>
                  <a:lnTo>
                    <a:pt x="4058" y="1011568"/>
                  </a:lnTo>
                  <a:lnTo>
                    <a:pt x="695" y="1050420"/>
                  </a:lnTo>
                  <a:lnTo>
                    <a:pt x="0" y="1088617"/>
                  </a:lnTo>
                  <a:lnTo>
                    <a:pt x="2083" y="1126132"/>
                  </a:lnTo>
                  <a:lnTo>
                    <a:pt x="15029" y="1199006"/>
                  </a:lnTo>
                  <a:lnTo>
                    <a:pt x="40928" y="1268656"/>
                  </a:lnTo>
                  <a:lnTo>
                    <a:pt x="59220" y="1303905"/>
                  </a:lnTo>
                  <a:lnTo>
                    <a:pt x="80804" y="1339310"/>
                  </a:lnTo>
                  <a:lnTo>
                    <a:pt x="105474" y="1374777"/>
                  </a:lnTo>
                  <a:lnTo>
                    <a:pt x="133028" y="1410211"/>
                  </a:lnTo>
                  <a:lnTo>
                    <a:pt x="163262" y="1445517"/>
                  </a:lnTo>
                  <a:lnTo>
                    <a:pt x="195973" y="1480601"/>
                  </a:lnTo>
                  <a:lnTo>
                    <a:pt x="230956" y="1515367"/>
                  </a:lnTo>
                  <a:lnTo>
                    <a:pt x="268009" y="1549722"/>
                  </a:lnTo>
                  <a:lnTo>
                    <a:pt x="306927" y="1583571"/>
                  </a:lnTo>
                  <a:lnTo>
                    <a:pt x="347507" y="1616819"/>
                  </a:lnTo>
                  <a:lnTo>
                    <a:pt x="389546" y="1649371"/>
                  </a:lnTo>
                  <a:lnTo>
                    <a:pt x="432840" y="1681133"/>
                  </a:lnTo>
                  <a:lnTo>
                    <a:pt x="477185" y="1712010"/>
                  </a:lnTo>
                  <a:lnTo>
                    <a:pt x="522378" y="1741907"/>
                  </a:lnTo>
                  <a:lnTo>
                    <a:pt x="568215" y="1770729"/>
                  </a:lnTo>
                  <a:lnTo>
                    <a:pt x="614493" y="1798383"/>
                  </a:lnTo>
                  <a:lnTo>
                    <a:pt x="661008" y="1824773"/>
                  </a:lnTo>
                  <a:lnTo>
                    <a:pt x="707556" y="1849805"/>
                  </a:lnTo>
                  <a:lnTo>
                    <a:pt x="753934" y="1873384"/>
                  </a:lnTo>
                  <a:lnTo>
                    <a:pt x="799938" y="1895415"/>
                  </a:lnTo>
                  <a:lnTo>
                    <a:pt x="845365" y="1915803"/>
                  </a:lnTo>
                  <a:lnTo>
                    <a:pt x="890011" y="1934455"/>
                  </a:lnTo>
                  <a:lnTo>
                    <a:pt x="933673" y="1951275"/>
                  </a:lnTo>
                  <a:lnTo>
                    <a:pt x="976146" y="1966169"/>
                  </a:lnTo>
                  <a:lnTo>
                    <a:pt x="1017228" y="1979041"/>
                  </a:lnTo>
                  <a:lnTo>
                    <a:pt x="1056715" y="1989798"/>
                  </a:lnTo>
                  <a:lnTo>
                    <a:pt x="1094402" y="1998344"/>
                  </a:lnTo>
                  <a:lnTo>
                    <a:pt x="1140519" y="2005789"/>
                  </a:lnTo>
                  <a:lnTo>
                    <a:pt x="1186298" y="2009613"/>
                  </a:lnTo>
                  <a:lnTo>
                    <a:pt x="1231782" y="2010027"/>
                  </a:lnTo>
                  <a:lnTo>
                    <a:pt x="1277013" y="2007243"/>
                  </a:lnTo>
                  <a:lnTo>
                    <a:pt x="1322034" y="2001473"/>
                  </a:lnTo>
                  <a:lnTo>
                    <a:pt x="1366887" y="1992928"/>
                  </a:lnTo>
                  <a:lnTo>
                    <a:pt x="1411615" y="1981820"/>
                  </a:lnTo>
                  <a:lnTo>
                    <a:pt x="1456260" y="1968360"/>
                  </a:lnTo>
                  <a:lnTo>
                    <a:pt x="1500866" y="1952762"/>
                  </a:lnTo>
                  <a:lnTo>
                    <a:pt x="1545474" y="1935235"/>
                  </a:lnTo>
                  <a:lnTo>
                    <a:pt x="1590126" y="1915992"/>
                  </a:lnTo>
                  <a:lnTo>
                    <a:pt x="1634867" y="1895245"/>
                  </a:lnTo>
                  <a:lnTo>
                    <a:pt x="1679737" y="1873204"/>
                  </a:lnTo>
                  <a:lnTo>
                    <a:pt x="1724780" y="1850083"/>
                  </a:lnTo>
                  <a:lnTo>
                    <a:pt x="1770038" y="1826092"/>
                  </a:lnTo>
                  <a:lnTo>
                    <a:pt x="1815553" y="1801444"/>
                  </a:lnTo>
                  <a:lnTo>
                    <a:pt x="1861369" y="1776349"/>
                  </a:lnTo>
                  <a:lnTo>
                    <a:pt x="1907527" y="1751020"/>
                  </a:lnTo>
                  <a:lnTo>
                    <a:pt x="1954071" y="1725668"/>
                  </a:lnTo>
                  <a:lnTo>
                    <a:pt x="2001042" y="1700505"/>
                  </a:lnTo>
                  <a:lnTo>
                    <a:pt x="2048483" y="1675742"/>
                  </a:lnTo>
                  <a:lnTo>
                    <a:pt x="2096437" y="1651592"/>
                  </a:lnTo>
                  <a:lnTo>
                    <a:pt x="2144946" y="1628266"/>
                  </a:lnTo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174586" y="689482"/>
            <a:ext cx="2787015" cy="2787015"/>
          </a:xfrm>
          <a:custGeom>
            <a:avLst/>
            <a:gdLst/>
            <a:ahLst/>
            <a:cxnLst/>
            <a:rect l="l" t="t" r="r" b="b"/>
            <a:pathLst>
              <a:path w="2787015" h="2787015">
                <a:moveTo>
                  <a:pt x="2786799" y="2589276"/>
                </a:moveTo>
                <a:lnTo>
                  <a:pt x="2762402" y="2575052"/>
                </a:lnTo>
                <a:lnTo>
                  <a:pt x="2673134" y="2522982"/>
                </a:lnTo>
                <a:lnTo>
                  <a:pt x="2664371" y="2525268"/>
                </a:lnTo>
                <a:lnTo>
                  <a:pt x="2660434" y="2532126"/>
                </a:lnTo>
                <a:lnTo>
                  <a:pt x="2656370" y="2538984"/>
                </a:lnTo>
                <a:lnTo>
                  <a:pt x="2658656" y="2547620"/>
                </a:lnTo>
                <a:lnTo>
                  <a:pt x="2705544" y="2575052"/>
                </a:lnTo>
                <a:lnTo>
                  <a:pt x="198056" y="2575052"/>
                </a:lnTo>
                <a:lnTo>
                  <a:pt x="198043" y="81076"/>
                </a:lnTo>
                <a:lnTo>
                  <a:pt x="221437" y="121158"/>
                </a:lnTo>
                <a:lnTo>
                  <a:pt x="225412" y="128016"/>
                </a:lnTo>
                <a:lnTo>
                  <a:pt x="234162" y="130302"/>
                </a:lnTo>
                <a:lnTo>
                  <a:pt x="247802" y="122428"/>
                </a:lnTo>
                <a:lnTo>
                  <a:pt x="250101" y="113665"/>
                </a:lnTo>
                <a:lnTo>
                  <a:pt x="246126" y="106807"/>
                </a:lnTo>
                <a:lnTo>
                  <a:pt x="200304" y="28321"/>
                </a:lnTo>
                <a:lnTo>
                  <a:pt x="183781" y="0"/>
                </a:lnTo>
                <a:lnTo>
                  <a:pt x="121424" y="106807"/>
                </a:lnTo>
                <a:lnTo>
                  <a:pt x="117449" y="113665"/>
                </a:lnTo>
                <a:lnTo>
                  <a:pt x="119761" y="122428"/>
                </a:lnTo>
                <a:lnTo>
                  <a:pt x="133388" y="130302"/>
                </a:lnTo>
                <a:lnTo>
                  <a:pt x="142138" y="128016"/>
                </a:lnTo>
                <a:lnTo>
                  <a:pt x="146113" y="121158"/>
                </a:lnTo>
                <a:lnTo>
                  <a:pt x="169468" y="81102"/>
                </a:lnTo>
                <a:lnTo>
                  <a:pt x="169494" y="28321"/>
                </a:lnTo>
                <a:lnTo>
                  <a:pt x="169494" y="81076"/>
                </a:lnTo>
                <a:lnTo>
                  <a:pt x="169494" y="2575052"/>
                </a:lnTo>
                <a:lnTo>
                  <a:pt x="0" y="2575052"/>
                </a:lnTo>
                <a:lnTo>
                  <a:pt x="0" y="2603627"/>
                </a:lnTo>
                <a:lnTo>
                  <a:pt x="169494" y="2603627"/>
                </a:lnTo>
                <a:lnTo>
                  <a:pt x="169494" y="2786761"/>
                </a:lnTo>
                <a:lnTo>
                  <a:pt x="198069" y="2786761"/>
                </a:lnTo>
                <a:lnTo>
                  <a:pt x="198056" y="2603627"/>
                </a:lnTo>
                <a:lnTo>
                  <a:pt x="2705493" y="2603627"/>
                </a:lnTo>
                <a:lnTo>
                  <a:pt x="2658656" y="2630932"/>
                </a:lnTo>
                <a:lnTo>
                  <a:pt x="2656370" y="2639695"/>
                </a:lnTo>
                <a:lnTo>
                  <a:pt x="2660434" y="2646553"/>
                </a:lnTo>
                <a:lnTo>
                  <a:pt x="2664371" y="2653284"/>
                </a:lnTo>
                <a:lnTo>
                  <a:pt x="2673134" y="2655697"/>
                </a:lnTo>
                <a:lnTo>
                  <a:pt x="2679865" y="2651633"/>
                </a:lnTo>
                <a:lnTo>
                  <a:pt x="2762186" y="2603627"/>
                </a:lnTo>
                <a:lnTo>
                  <a:pt x="2786799" y="2589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20928" y="589026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62655" y="311429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39445" y="845375"/>
            <a:ext cx="2225040" cy="2437130"/>
            <a:chOff x="339445" y="845375"/>
            <a:chExt cx="2225040" cy="2437130"/>
          </a:xfrm>
        </p:grpSpPr>
        <p:sp>
          <p:nvSpPr>
            <p:cNvPr id="38" name="object 38"/>
            <p:cNvSpPr/>
            <p:nvPr/>
          </p:nvSpPr>
          <p:spPr>
            <a:xfrm>
              <a:off x="1166850" y="1497965"/>
              <a:ext cx="189865" cy="481965"/>
            </a:xfrm>
            <a:custGeom>
              <a:avLst/>
              <a:gdLst/>
              <a:ahLst/>
              <a:cxnLst/>
              <a:rect l="l" t="t" r="r" b="b"/>
              <a:pathLst>
                <a:path w="189865" h="481964">
                  <a:moveTo>
                    <a:pt x="0" y="90043"/>
                  </a:moveTo>
                  <a:lnTo>
                    <a:pt x="7072" y="54971"/>
                  </a:lnTo>
                  <a:lnTo>
                    <a:pt x="26360" y="26352"/>
                  </a:lnTo>
                  <a:lnTo>
                    <a:pt x="54965" y="7068"/>
                  </a:lnTo>
                  <a:lnTo>
                    <a:pt x="89992" y="0"/>
                  </a:lnTo>
                  <a:lnTo>
                    <a:pt x="125034" y="7068"/>
                  </a:lnTo>
                  <a:lnTo>
                    <a:pt x="153638" y="26352"/>
                  </a:lnTo>
                  <a:lnTo>
                    <a:pt x="172916" y="54971"/>
                  </a:lnTo>
                  <a:lnTo>
                    <a:pt x="179984" y="90043"/>
                  </a:lnTo>
                  <a:lnTo>
                    <a:pt x="172916" y="125041"/>
                  </a:lnTo>
                  <a:lnTo>
                    <a:pt x="153638" y="153622"/>
                  </a:lnTo>
                  <a:lnTo>
                    <a:pt x="125034" y="172892"/>
                  </a:lnTo>
                  <a:lnTo>
                    <a:pt x="89992" y="179959"/>
                  </a:lnTo>
                  <a:lnTo>
                    <a:pt x="54965" y="172892"/>
                  </a:lnTo>
                  <a:lnTo>
                    <a:pt x="26360" y="153622"/>
                  </a:lnTo>
                  <a:lnTo>
                    <a:pt x="7072" y="125041"/>
                  </a:lnTo>
                  <a:lnTo>
                    <a:pt x="0" y="90043"/>
                  </a:lnTo>
                  <a:close/>
                </a:path>
                <a:path w="189865" h="481964">
                  <a:moveTo>
                    <a:pt x="9397" y="391540"/>
                  </a:moveTo>
                  <a:lnTo>
                    <a:pt x="16471" y="356522"/>
                  </a:lnTo>
                  <a:lnTo>
                    <a:pt x="35760" y="327898"/>
                  </a:lnTo>
                  <a:lnTo>
                    <a:pt x="64369" y="308584"/>
                  </a:lnTo>
                  <a:lnTo>
                    <a:pt x="99402" y="301498"/>
                  </a:lnTo>
                  <a:lnTo>
                    <a:pt x="134438" y="308584"/>
                  </a:lnTo>
                  <a:lnTo>
                    <a:pt x="163037" y="327898"/>
                  </a:lnTo>
                  <a:lnTo>
                    <a:pt x="182315" y="356522"/>
                  </a:lnTo>
                  <a:lnTo>
                    <a:pt x="189382" y="391540"/>
                  </a:lnTo>
                  <a:lnTo>
                    <a:pt x="182315" y="426559"/>
                  </a:lnTo>
                  <a:lnTo>
                    <a:pt x="163037" y="455183"/>
                  </a:lnTo>
                  <a:lnTo>
                    <a:pt x="134438" y="474497"/>
                  </a:lnTo>
                  <a:lnTo>
                    <a:pt x="99402" y="481584"/>
                  </a:lnTo>
                  <a:lnTo>
                    <a:pt x="64369" y="474497"/>
                  </a:lnTo>
                  <a:lnTo>
                    <a:pt x="35760" y="455183"/>
                  </a:lnTo>
                  <a:lnTo>
                    <a:pt x="16471" y="426559"/>
                  </a:lnTo>
                  <a:lnTo>
                    <a:pt x="9397" y="3915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57097" y="1677670"/>
              <a:ext cx="218097" cy="21805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10069" y="2035683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40" h="180339">
                  <a:moveTo>
                    <a:pt x="0" y="90042"/>
                  </a:moveTo>
                  <a:lnTo>
                    <a:pt x="7073" y="55024"/>
                  </a:lnTo>
                  <a:lnTo>
                    <a:pt x="26362" y="26400"/>
                  </a:lnTo>
                  <a:lnTo>
                    <a:pt x="54971" y="7086"/>
                  </a:lnTo>
                  <a:lnTo>
                    <a:pt x="90004" y="0"/>
                  </a:lnTo>
                  <a:lnTo>
                    <a:pt x="125036" y="7086"/>
                  </a:lnTo>
                  <a:lnTo>
                    <a:pt x="153641" y="26400"/>
                  </a:lnTo>
                  <a:lnTo>
                    <a:pt x="172925" y="55024"/>
                  </a:lnTo>
                  <a:lnTo>
                    <a:pt x="179997" y="90042"/>
                  </a:lnTo>
                  <a:lnTo>
                    <a:pt x="172925" y="125061"/>
                  </a:lnTo>
                  <a:lnTo>
                    <a:pt x="153641" y="153685"/>
                  </a:lnTo>
                  <a:lnTo>
                    <a:pt x="125036" y="172999"/>
                  </a:lnTo>
                  <a:lnTo>
                    <a:pt x="90004" y="180086"/>
                  </a:lnTo>
                  <a:lnTo>
                    <a:pt x="54971" y="172999"/>
                  </a:lnTo>
                  <a:lnTo>
                    <a:pt x="26362" y="153685"/>
                  </a:lnTo>
                  <a:lnTo>
                    <a:pt x="7073" y="125061"/>
                  </a:lnTo>
                  <a:lnTo>
                    <a:pt x="0" y="90042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43862" y="1644396"/>
              <a:ext cx="218186" cy="21818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489329" y="137769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39" h="180340">
                  <a:moveTo>
                    <a:pt x="0" y="90042"/>
                  </a:moveTo>
                  <a:lnTo>
                    <a:pt x="7066" y="54971"/>
                  </a:lnTo>
                  <a:lnTo>
                    <a:pt x="26336" y="26352"/>
                  </a:lnTo>
                  <a:lnTo>
                    <a:pt x="54917" y="7068"/>
                  </a:lnTo>
                  <a:lnTo>
                    <a:pt x="89915" y="0"/>
                  </a:lnTo>
                  <a:lnTo>
                    <a:pt x="124987" y="7068"/>
                  </a:lnTo>
                  <a:lnTo>
                    <a:pt x="153606" y="26352"/>
                  </a:lnTo>
                  <a:lnTo>
                    <a:pt x="172890" y="54971"/>
                  </a:lnTo>
                  <a:lnTo>
                    <a:pt x="179959" y="90042"/>
                  </a:lnTo>
                  <a:lnTo>
                    <a:pt x="172890" y="125041"/>
                  </a:lnTo>
                  <a:lnTo>
                    <a:pt x="153606" y="153622"/>
                  </a:lnTo>
                  <a:lnTo>
                    <a:pt x="124987" y="172892"/>
                  </a:lnTo>
                  <a:lnTo>
                    <a:pt x="89915" y="179958"/>
                  </a:lnTo>
                  <a:lnTo>
                    <a:pt x="54917" y="172892"/>
                  </a:lnTo>
                  <a:lnTo>
                    <a:pt x="26336" y="153622"/>
                  </a:lnTo>
                  <a:lnTo>
                    <a:pt x="7066" y="125041"/>
                  </a:lnTo>
                  <a:lnTo>
                    <a:pt x="0" y="90042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8848" y="1931797"/>
              <a:ext cx="218186" cy="21818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5803" y="1536573"/>
              <a:ext cx="218059" cy="21805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32129" y="1099185"/>
              <a:ext cx="815975" cy="1317625"/>
            </a:xfrm>
            <a:custGeom>
              <a:avLst/>
              <a:gdLst/>
              <a:ahLst/>
              <a:cxnLst/>
              <a:rect l="l" t="t" r="r" b="b"/>
              <a:pathLst>
                <a:path w="815975" h="1317625">
                  <a:moveTo>
                    <a:pt x="0" y="380618"/>
                  </a:moveTo>
                  <a:lnTo>
                    <a:pt x="7071" y="345547"/>
                  </a:lnTo>
                  <a:lnTo>
                    <a:pt x="26355" y="316928"/>
                  </a:lnTo>
                  <a:lnTo>
                    <a:pt x="54960" y="297644"/>
                  </a:lnTo>
                  <a:lnTo>
                    <a:pt x="89992" y="290575"/>
                  </a:lnTo>
                  <a:lnTo>
                    <a:pt x="125025" y="297644"/>
                  </a:lnTo>
                  <a:lnTo>
                    <a:pt x="153635" y="316928"/>
                  </a:lnTo>
                  <a:lnTo>
                    <a:pt x="172923" y="345547"/>
                  </a:lnTo>
                  <a:lnTo>
                    <a:pt x="179997" y="380618"/>
                  </a:lnTo>
                  <a:lnTo>
                    <a:pt x="172923" y="415617"/>
                  </a:lnTo>
                  <a:lnTo>
                    <a:pt x="153635" y="444198"/>
                  </a:lnTo>
                  <a:lnTo>
                    <a:pt x="125025" y="463468"/>
                  </a:lnTo>
                  <a:lnTo>
                    <a:pt x="89992" y="470535"/>
                  </a:lnTo>
                  <a:lnTo>
                    <a:pt x="54960" y="463468"/>
                  </a:lnTo>
                  <a:lnTo>
                    <a:pt x="26355" y="444198"/>
                  </a:lnTo>
                  <a:lnTo>
                    <a:pt x="7071" y="415617"/>
                  </a:lnTo>
                  <a:lnTo>
                    <a:pt x="0" y="380618"/>
                  </a:lnTo>
                  <a:close/>
                </a:path>
                <a:path w="815975" h="1317625">
                  <a:moveTo>
                    <a:pt x="635812" y="90042"/>
                  </a:moveTo>
                  <a:lnTo>
                    <a:pt x="642881" y="55024"/>
                  </a:lnTo>
                  <a:lnTo>
                    <a:pt x="662165" y="26400"/>
                  </a:lnTo>
                  <a:lnTo>
                    <a:pt x="690783" y="7086"/>
                  </a:lnTo>
                  <a:lnTo>
                    <a:pt x="725855" y="0"/>
                  </a:lnTo>
                  <a:lnTo>
                    <a:pt x="760854" y="7086"/>
                  </a:lnTo>
                  <a:lnTo>
                    <a:pt x="789435" y="26400"/>
                  </a:lnTo>
                  <a:lnTo>
                    <a:pt x="808705" y="55024"/>
                  </a:lnTo>
                  <a:lnTo>
                    <a:pt x="815771" y="90042"/>
                  </a:lnTo>
                  <a:lnTo>
                    <a:pt x="808705" y="125061"/>
                  </a:lnTo>
                  <a:lnTo>
                    <a:pt x="789435" y="153685"/>
                  </a:lnTo>
                  <a:lnTo>
                    <a:pt x="760854" y="172999"/>
                  </a:lnTo>
                  <a:lnTo>
                    <a:pt x="725855" y="180086"/>
                  </a:lnTo>
                  <a:lnTo>
                    <a:pt x="690783" y="172999"/>
                  </a:lnTo>
                  <a:lnTo>
                    <a:pt x="662165" y="153685"/>
                  </a:lnTo>
                  <a:lnTo>
                    <a:pt x="642881" y="125061"/>
                  </a:lnTo>
                  <a:lnTo>
                    <a:pt x="635812" y="90042"/>
                  </a:lnTo>
                  <a:close/>
                </a:path>
                <a:path w="815975" h="1317625">
                  <a:moveTo>
                    <a:pt x="365810" y="1227454"/>
                  </a:moveTo>
                  <a:lnTo>
                    <a:pt x="372879" y="1192436"/>
                  </a:lnTo>
                  <a:lnTo>
                    <a:pt x="392163" y="1163812"/>
                  </a:lnTo>
                  <a:lnTo>
                    <a:pt x="420781" y="1144498"/>
                  </a:lnTo>
                  <a:lnTo>
                    <a:pt x="455853" y="1137412"/>
                  </a:lnTo>
                  <a:lnTo>
                    <a:pt x="490852" y="1144498"/>
                  </a:lnTo>
                  <a:lnTo>
                    <a:pt x="519433" y="1163812"/>
                  </a:lnTo>
                  <a:lnTo>
                    <a:pt x="538703" y="1192436"/>
                  </a:lnTo>
                  <a:lnTo>
                    <a:pt x="545769" y="1227454"/>
                  </a:lnTo>
                  <a:lnTo>
                    <a:pt x="538703" y="1262473"/>
                  </a:lnTo>
                  <a:lnTo>
                    <a:pt x="519433" y="1291097"/>
                  </a:lnTo>
                  <a:lnTo>
                    <a:pt x="490852" y="1310411"/>
                  </a:lnTo>
                  <a:lnTo>
                    <a:pt x="455853" y="1317498"/>
                  </a:lnTo>
                  <a:lnTo>
                    <a:pt x="420781" y="1310411"/>
                  </a:lnTo>
                  <a:lnTo>
                    <a:pt x="392163" y="1291097"/>
                  </a:lnTo>
                  <a:lnTo>
                    <a:pt x="372879" y="1262473"/>
                  </a:lnTo>
                  <a:lnTo>
                    <a:pt x="365810" y="1227454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8309" y="1802765"/>
              <a:ext cx="218058" cy="21805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98472" y="1872615"/>
              <a:ext cx="218185" cy="21805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303273" y="1173226"/>
              <a:ext cx="1242060" cy="1381760"/>
            </a:xfrm>
            <a:custGeom>
              <a:avLst/>
              <a:gdLst/>
              <a:ahLst/>
              <a:cxnLst/>
              <a:rect l="l" t="t" r="r" b="b"/>
              <a:pathLst>
                <a:path w="1242060" h="1381760">
                  <a:moveTo>
                    <a:pt x="939038" y="254253"/>
                  </a:moveTo>
                  <a:lnTo>
                    <a:pt x="946124" y="219235"/>
                  </a:lnTo>
                  <a:lnTo>
                    <a:pt x="965438" y="190611"/>
                  </a:lnTo>
                  <a:lnTo>
                    <a:pt x="994062" y="171297"/>
                  </a:lnTo>
                  <a:lnTo>
                    <a:pt x="1029081" y="164211"/>
                  </a:lnTo>
                  <a:lnTo>
                    <a:pt x="1064099" y="171297"/>
                  </a:lnTo>
                  <a:lnTo>
                    <a:pt x="1092723" y="190611"/>
                  </a:lnTo>
                  <a:lnTo>
                    <a:pt x="1112037" y="219235"/>
                  </a:lnTo>
                  <a:lnTo>
                    <a:pt x="1119124" y="254253"/>
                  </a:lnTo>
                  <a:lnTo>
                    <a:pt x="1112037" y="289272"/>
                  </a:lnTo>
                  <a:lnTo>
                    <a:pt x="1092723" y="317896"/>
                  </a:lnTo>
                  <a:lnTo>
                    <a:pt x="1064099" y="337210"/>
                  </a:lnTo>
                  <a:lnTo>
                    <a:pt x="1029081" y="344297"/>
                  </a:lnTo>
                  <a:lnTo>
                    <a:pt x="994062" y="337210"/>
                  </a:lnTo>
                  <a:lnTo>
                    <a:pt x="965438" y="317896"/>
                  </a:lnTo>
                  <a:lnTo>
                    <a:pt x="946124" y="289272"/>
                  </a:lnTo>
                  <a:lnTo>
                    <a:pt x="939038" y="254253"/>
                  </a:lnTo>
                  <a:close/>
                </a:path>
                <a:path w="1242060" h="1381760">
                  <a:moveTo>
                    <a:pt x="0" y="90043"/>
                  </a:moveTo>
                  <a:lnTo>
                    <a:pt x="7068" y="55024"/>
                  </a:lnTo>
                  <a:lnTo>
                    <a:pt x="26352" y="26400"/>
                  </a:lnTo>
                  <a:lnTo>
                    <a:pt x="54971" y="7086"/>
                  </a:lnTo>
                  <a:lnTo>
                    <a:pt x="90042" y="0"/>
                  </a:lnTo>
                  <a:lnTo>
                    <a:pt x="125041" y="7086"/>
                  </a:lnTo>
                  <a:lnTo>
                    <a:pt x="153622" y="26400"/>
                  </a:lnTo>
                  <a:lnTo>
                    <a:pt x="172892" y="55024"/>
                  </a:lnTo>
                  <a:lnTo>
                    <a:pt x="179959" y="90043"/>
                  </a:lnTo>
                  <a:lnTo>
                    <a:pt x="172892" y="125061"/>
                  </a:lnTo>
                  <a:lnTo>
                    <a:pt x="153622" y="153685"/>
                  </a:lnTo>
                  <a:lnTo>
                    <a:pt x="125041" y="172999"/>
                  </a:lnTo>
                  <a:lnTo>
                    <a:pt x="90042" y="180086"/>
                  </a:lnTo>
                  <a:lnTo>
                    <a:pt x="54971" y="172999"/>
                  </a:lnTo>
                  <a:lnTo>
                    <a:pt x="26352" y="153685"/>
                  </a:lnTo>
                  <a:lnTo>
                    <a:pt x="7068" y="125061"/>
                  </a:lnTo>
                  <a:lnTo>
                    <a:pt x="0" y="90043"/>
                  </a:lnTo>
                  <a:close/>
                </a:path>
                <a:path w="1242060" h="1381760">
                  <a:moveTo>
                    <a:pt x="1061846" y="1069848"/>
                  </a:moveTo>
                  <a:lnTo>
                    <a:pt x="1068933" y="1034776"/>
                  </a:lnTo>
                  <a:lnTo>
                    <a:pt x="1088247" y="1006157"/>
                  </a:lnTo>
                  <a:lnTo>
                    <a:pt x="1116871" y="986873"/>
                  </a:lnTo>
                  <a:lnTo>
                    <a:pt x="1151889" y="979804"/>
                  </a:lnTo>
                  <a:lnTo>
                    <a:pt x="1186961" y="986873"/>
                  </a:lnTo>
                  <a:lnTo>
                    <a:pt x="1215580" y="1006157"/>
                  </a:lnTo>
                  <a:lnTo>
                    <a:pt x="1234864" y="1034776"/>
                  </a:lnTo>
                  <a:lnTo>
                    <a:pt x="1241933" y="1069848"/>
                  </a:lnTo>
                  <a:lnTo>
                    <a:pt x="1234864" y="1104846"/>
                  </a:lnTo>
                  <a:lnTo>
                    <a:pt x="1215580" y="1133427"/>
                  </a:lnTo>
                  <a:lnTo>
                    <a:pt x="1186961" y="1152697"/>
                  </a:lnTo>
                  <a:lnTo>
                    <a:pt x="1151889" y="1159764"/>
                  </a:lnTo>
                  <a:lnTo>
                    <a:pt x="1116871" y="1152697"/>
                  </a:lnTo>
                  <a:lnTo>
                    <a:pt x="1088247" y="1133427"/>
                  </a:lnTo>
                  <a:lnTo>
                    <a:pt x="1068933" y="1104846"/>
                  </a:lnTo>
                  <a:lnTo>
                    <a:pt x="1061846" y="1069848"/>
                  </a:lnTo>
                  <a:close/>
                </a:path>
                <a:path w="1242060" h="1381760">
                  <a:moveTo>
                    <a:pt x="678561" y="1097914"/>
                  </a:moveTo>
                  <a:lnTo>
                    <a:pt x="685647" y="1062916"/>
                  </a:lnTo>
                  <a:lnTo>
                    <a:pt x="704961" y="1034335"/>
                  </a:lnTo>
                  <a:lnTo>
                    <a:pt x="733585" y="1015065"/>
                  </a:lnTo>
                  <a:lnTo>
                    <a:pt x="768603" y="1007999"/>
                  </a:lnTo>
                  <a:lnTo>
                    <a:pt x="803622" y="1015065"/>
                  </a:lnTo>
                  <a:lnTo>
                    <a:pt x="832246" y="1034335"/>
                  </a:lnTo>
                  <a:lnTo>
                    <a:pt x="851560" y="1062916"/>
                  </a:lnTo>
                  <a:lnTo>
                    <a:pt x="858646" y="1097914"/>
                  </a:lnTo>
                  <a:lnTo>
                    <a:pt x="851560" y="1132986"/>
                  </a:lnTo>
                  <a:lnTo>
                    <a:pt x="832246" y="1161605"/>
                  </a:lnTo>
                  <a:lnTo>
                    <a:pt x="803622" y="1180889"/>
                  </a:lnTo>
                  <a:lnTo>
                    <a:pt x="768603" y="1187958"/>
                  </a:lnTo>
                  <a:lnTo>
                    <a:pt x="733585" y="1180889"/>
                  </a:lnTo>
                  <a:lnTo>
                    <a:pt x="704961" y="1161605"/>
                  </a:lnTo>
                  <a:lnTo>
                    <a:pt x="685647" y="1132986"/>
                  </a:lnTo>
                  <a:lnTo>
                    <a:pt x="678561" y="1097914"/>
                  </a:lnTo>
                  <a:close/>
                </a:path>
                <a:path w="1242060" h="1381760">
                  <a:moveTo>
                    <a:pt x="481202" y="160274"/>
                  </a:moveTo>
                  <a:lnTo>
                    <a:pt x="488289" y="125275"/>
                  </a:lnTo>
                  <a:lnTo>
                    <a:pt x="507603" y="96694"/>
                  </a:lnTo>
                  <a:lnTo>
                    <a:pt x="536227" y="77424"/>
                  </a:lnTo>
                  <a:lnTo>
                    <a:pt x="571245" y="70358"/>
                  </a:lnTo>
                  <a:lnTo>
                    <a:pt x="606317" y="77424"/>
                  </a:lnTo>
                  <a:lnTo>
                    <a:pt x="634936" y="96694"/>
                  </a:lnTo>
                  <a:lnTo>
                    <a:pt x="654220" y="125275"/>
                  </a:lnTo>
                  <a:lnTo>
                    <a:pt x="661288" y="160274"/>
                  </a:lnTo>
                  <a:lnTo>
                    <a:pt x="654220" y="195345"/>
                  </a:lnTo>
                  <a:lnTo>
                    <a:pt x="634936" y="223964"/>
                  </a:lnTo>
                  <a:lnTo>
                    <a:pt x="606317" y="243248"/>
                  </a:lnTo>
                  <a:lnTo>
                    <a:pt x="571245" y="250316"/>
                  </a:lnTo>
                  <a:lnTo>
                    <a:pt x="536227" y="243248"/>
                  </a:lnTo>
                  <a:lnTo>
                    <a:pt x="507603" y="223964"/>
                  </a:lnTo>
                  <a:lnTo>
                    <a:pt x="488289" y="195345"/>
                  </a:lnTo>
                  <a:lnTo>
                    <a:pt x="481202" y="160274"/>
                  </a:lnTo>
                  <a:close/>
                </a:path>
                <a:path w="1242060" h="1381760">
                  <a:moveTo>
                    <a:pt x="455802" y="1291209"/>
                  </a:moveTo>
                  <a:lnTo>
                    <a:pt x="462871" y="1256190"/>
                  </a:lnTo>
                  <a:lnTo>
                    <a:pt x="482155" y="1227566"/>
                  </a:lnTo>
                  <a:lnTo>
                    <a:pt x="510774" y="1208252"/>
                  </a:lnTo>
                  <a:lnTo>
                    <a:pt x="545845" y="1201165"/>
                  </a:lnTo>
                  <a:lnTo>
                    <a:pt x="580844" y="1208252"/>
                  </a:lnTo>
                  <a:lnTo>
                    <a:pt x="609425" y="1227566"/>
                  </a:lnTo>
                  <a:lnTo>
                    <a:pt x="628695" y="1256190"/>
                  </a:lnTo>
                  <a:lnTo>
                    <a:pt x="635762" y="1291209"/>
                  </a:lnTo>
                  <a:lnTo>
                    <a:pt x="628695" y="1326280"/>
                  </a:lnTo>
                  <a:lnTo>
                    <a:pt x="609425" y="1354899"/>
                  </a:lnTo>
                  <a:lnTo>
                    <a:pt x="580844" y="1374183"/>
                  </a:lnTo>
                  <a:lnTo>
                    <a:pt x="545845" y="1381252"/>
                  </a:lnTo>
                  <a:lnTo>
                    <a:pt x="510774" y="1374183"/>
                  </a:lnTo>
                  <a:lnTo>
                    <a:pt x="482155" y="1354899"/>
                  </a:lnTo>
                  <a:lnTo>
                    <a:pt x="462871" y="1326280"/>
                  </a:lnTo>
                  <a:lnTo>
                    <a:pt x="455802" y="1291209"/>
                  </a:lnTo>
                  <a:close/>
                </a:path>
                <a:path w="1242060" h="1381760">
                  <a:moveTo>
                    <a:pt x="714248" y="421894"/>
                  </a:moveTo>
                  <a:lnTo>
                    <a:pt x="721316" y="386822"/>
                  </a:lnTo>
                  <a:lnTo>
                    <a:pt x="740600" y="358203"/>
                  </a:lnTo>
                  <a:lnTo>
                    <a:pt x="769219" y="338919"/>
                  </a:lnTo>
                  <a:lnTo>
                    <a:pt x="804290" y="331850"/>
                  </a:lnTo>
                  <a:lnTo>
                    <a:pt x="839309" y="338919"/>
                  </a:lnTo>
                  <a:lnTo>
                    <a:pt x="867933" y="358203"/>
                  </a:lnTo>
                  <a:lnTo>
                    <a:pt x="887247" y="386822"/>
                  </a:lnTo>
                  <a:lnTo>
                    <a:pt x="894333" y="421894"/>
                  </a:lnTo>
                  <a:lnTo>
                    <a:pt x="887247" y="456892"/>
                  </a:lnTo>
                  <a:lnTo>
                    <a:pt x="867933" y="485473"/>
                  </a:lnTo>
                  <a:lnTo>
                    <a:pt x="839309" y="504743"/>
                  </a:lnTo>
                  <a:lnTo>
                    <a:pt x="804290" y="511810"/>
                  </a:lnTo>
                  <a:lnTo>
                    <a:pt x="769219" y="504743"/>
                  </a:lnTo>
                  <a:lnTo>
                    <a:pt x="740600" y="485473"/>
                  </a:lnTo>
                  <a:lnTo>
                    <a:pt x="721316" y="456892"/>
                  </a:lnTo>
                  <a:lnTo>
                    <a:pt x="714248" y="421894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15262" y="2100452"/>
              <a:ext cx="198120" cy="198120"/>
            </a:xfrm>
            <a:custGeom>
              <a:avLst/>
              <a:gdLst/>
              <a:ahLst/>
              <a:cxnLst/>
              <a:rect l="l" t="t" r="r" b="b"/>
              <a:pathLst>
                <a:path w="198119" h="198119">
                  <a:moveTo>
                    <a:pt x="0" y="47879"/>
                  </a:moveTo>
                  <a:lnTo>
                    <a:pt x="47879" y="0"/>
                  </a:lnTo>
                  <a:lnTo>
                    <a:pt x="98806" y="50926"/>
                  </a:lnTo>
                  <a:lnTo>
                    <a:pt x="149606" y="0"/>
                  </a:lnTo>
                  <a:lnTo>
                    <a:pt x="197612" y="47879"/>
                  </a:lnTo>
                  <a:lnTo>
                    <a:pt x="146685" y="98806"/>
                  </a:lnTo>
                  <a:lnTo>
                    <a:pt x="197612" y="149606"/>
                  </a:lnTo>
                  <a:lnTo>
                    <a:pt x="149606" y="197612"/>
                  </a:lnTo>
                  <a:lnTo>
                    <a:pt x="98806" y="146685"/>
                  </a:lnTo>
                  <a:lnTo>
                    <a:pt x="47879" y="197612"/>
                  </a:lnTo>
                  <a:lnTo>
                    <a:pt x="0" y="149606"/>
                  </a:lnTo>
                  <a:lnTo>
                    <a:pt x="50926" y="98806"/>
                  </a:lnTo>
                  <a:lnTo>
                    <a:pt x="0" y="4787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2507" y="845375"/>
              <a:ext cx="226136" cy="22618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36054" y="1009396"/>
              <a:ext cx="444500" cy="667385"/>
            </a:xfrm>
            <a:custGeom>
              <a:avLst/>
              <a:gdLst/>
              <a:ahLst/>
              <a:cxnLst/>
              <a:rect l="l" t="t" r="r" b="b"/>
              <a:pathLst>
                <a:path w="444500" h="667385">
                  <a:moveTo>
                    <a:pt x="246570" y="254000"/>
                  </a:moveTo>
                  <a:lnTo>
                    <a:pt x="294462" y="206120"/>
                  </a:lnTo>
                  <a:lnTo>
                    <a:pt x="345351" y="256920"/>
                  </a:lnTo>
                  <a:lnTo>
                    <a:pt x="396227" y="206120"/>
                  </a:lnTo>
                  <a:lnTo>
                    <a:pt x="444119" y="254000"/>
                  </a:lnTo>
                  <a:lnTo>
                    <a:pt x="393242" y="304800"/>
                  </a:lnTo>
                  <a:lnTo>
                    <a:pt x="444119" y="355726"/>
                  </a:lnTo>
                  <a:lnTo>
                    <a:pt x="396227" y="403605"/>
                  </a:lnTo>
                  <a:lnTo>
                    <a:pt x="345351" y="352678"/>
                  </a:lnTo>
                  <a:lnTo>
                    <a:pt x="294462" y="403605"/>
                  </a:lnTo>
                  <a:lnTo>
                    <a:pt x="246570" y="355726"/>
                  </a:lnTo>
                  <a:lnTo>
                    <a:pt x="297446" y="304800"/>
                  </a:lnTo>
                  <a:lnTo>
                    <a:pt x="246570" y="254000"/>
                  </a:lnTo>
                  <a:close/>
                </a:path>
                <a:path w="444500" h="667385">
                  <a:moveTo>
                    <a:pt x="26136" y="47878"/>
                  </a:moveTo>
                  <a:lnTo>
                    <a:pt x="74028" y="0"/>
                  </a:lnTo>
                  <a:lnTo>
                    <a:pt x="124917" y="50926"/>
                  </a:lnTo>
                  <a:lnTo>
                    <a:pt x="175793" y="0"/>
                  </a:lnTo>
                  <a:lnTo>
                    <a:pt x="223685" y="47878"/>
                  </a:lnTo>
                  <a:lnTo>
                    <a:pt x="172808" y="98805"/>
                  </a:lnTo>
                  <a:lnTo>
                    <a:pt x="223685" y="149605"/>
                  </a:lnTo>
                  <a:lnTo>
                    <a:pt x="175793" y="197484"/>
                  </a:lnTo>
                  <a:lnTo>
                    <a:pt x="124917" y="146684"/>
                  </a:lnTo>
                  <a:lnTo>
                    <a:pt x="74028" y="197484"/>
                  </a:lnTo>
                  <a:lnTo>
                    <a:pt x="26136" y="149605"/>
                  </a:lnTo>
                  <a:lnTo>
                    <a:pt x="77012" y="98805"/>
                  </a:lnTo>
                  <a:lnTo>
                    <a:pt x="26136" y="47878"/>
                  </a:lnTo>
                  <a:close/>
                </a:path>
                <a:path w="444500" h="667385">
                  <a:moveTo>
                    <a:pt x="0" y="517143"/>
                  </a:moveTo>
                  <a:lnTo>
                    <a:pt x="47891" y="469264"/>
                  </a:lnTo>
                  <a:lnTo>
                    <a:pt x="98767" y="520191"/>
                  </a:lnTo>
                  <a:lnTo>
                    <a:pt x="149656" y="469264"/>
                  </a:lnTo>
                  <a:lnTo>
                    <a:pt x="197548" y="517143"/>
                  </a:lnTo>
                  <a:lnTo>
                    <a:pt x="146672" y="568070"/>
                  </a:lnTo>
                  <a:lnTo>
                    <a:pt x="197548" y="618998"/>
                  </a:lnTo>
                  <a:lnTo>
                    <a:pt x="149656" y="666876"/>
                  </a:lnTo>
                  <a:lnTo>
                    <a:pt x="98767" y="615950"/>
                  </a:lnTo>
                  <a:lnTo>
                    <a:pt x="47891" y="666876"/>
                  </a:lnTo>
                  <a:lnTo>
                    <a:pt x="0" y="618998"/>
                  </a:lnTo>
                  <a:lnTo>
                    <a:pt x="50876" y="568070"/>
                  </a:lnTo>
                  <a:lnTo>
                    <a:pt x="0" y="517143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85555" y="1873821"/>
              <a:ext cx="226059" cy="22618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22300" y="1776412"/>
              <a:ext cx="226136" cy="22618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989835" y="1199007"/>
              <a:ext cx="414655" cy="1367155"/>
            </a:xfrm>
            <a:custGeom>
              <a:avLst/>
              <a:gdLst/>
              <a:ahLst/>
              <a:cxnLst/>
              <a:rect l="l" t="t" r="r" b="b"/>
              <a:pathLst>
                <a:path w="414655" h="1367155">
                  <a:moveTo>
                    <a:pt x="0" y="89915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5" y="0"/>
                  </a:lnTo>
                  <a:lnTo>
                    <a:pt x="124987" y="7066"/>
                  </a:lnTo>
                  <a:lnTo>
                    <a:pt x="153606" y="26336"/>
                  </a:lnTo>
                  <a:lnTo>
                    <a:pt x="172890" y="54917"/>
                  </a:lnTo>
                  <a:lnTo>
                    <a:pt x="179958" y="89915"/>
                  </a:lnTo>
                  <a:lnTo>
                    <a:pt x="172890" y="124987"/>
                  </a:lnTo>
                  <a:lnTo>
                    <a:pt x="153606" y="153606"/>
                  </a:lnTo>
                  <a:lnTo>
                    <a:pt x="124987" y="172890"/>
                  </a:lnTo>
                  <a:lnTo>
                    <a:pt x="89915" y="179958"/>
                  </a:lnTo>
                  <a:lnTo>
                    <a:pt x="54917" y="172890"/>
                  </a:lnTo>
                  <a:lnTo>
                    <a:pt x="26336" y="153606"/>
                  </a:lnTo>
                  <a:lnTo>
                    <a:pt x="7066" y="124987"/>
                  </a:lnTo>
                  <a:lnTo>
                    <a:pt x="0" y="89915"/>
                  </a:lnTo>
                  <a:close/>
                </a:path>
                <a:path w="414655" h="1367155">
                  <a:moveTo>
                    <a:pt x="142494" y="1277112"/>
                  </a:moveTo>
                  <a:lnTo>
                    <a:pt x="149580" y="1242113"/>
                  </a:lnTo>
                  <a:lnTo>
                    <a:pt x="168894" y="1213532"/>
                  </a:lnTo>
                  <a:lnTo>
                    <a:pt x="197518" y="1194262"/>
                  </a:lnTo>
                  <a:lnTo>
                    <a:pt x="232537" y="1187195"/>
                  </a:lnTo>
                  <a:lnTo>
                    <a:pt x="267555" y="1194262"/>
                  </a:lnTo>
                  <a:lnTo>
                    <a:pt x="296179" y="1213532"/>
                  </a:lnTo>
                  <a:lnTo>
                    <a:pt x="315493" y="1242113"/>
                  </a:lnTo>
                  <a:lnTo>
                    <a:pt x="322580" y="1277112"/>
                  </a:lnTo>
                  <a:lnTo>
                    <a:pt x="315493" y="1312183"/>
                  </a:lnTo>
                  <a:lnTo>
                    <a:pt x="296179" y="1340802"/>
                  </a:lnTo>
                  <a:lnTo>
                    <a:pt x="267555" y="1360086"/>
                  </a:lnTo>
                  <a:lnTo>
                    <a:pt x="232537" y="1367154"/>
                  </a:lnTo>
                  <a:lnTo>
                    <a:pt x="197518" y="1360086"/>
                  </a:lnTo>
                  <a:lnTo>
                    <a:pt x="168894" y="1340802"/>
                  </a:lnTo>
                  <a:lnTo>
                    <a:pt x="149580" y="1312183"/>
                  </a:lnTo>
                  <a:lnTo>
                    <a:pt x="142494" y="1277112"/>
                  </a:lnTo>
                  <a:close/>
                </a:path>
                <a:path w="414655" h="1367155">
                  <a:moveTo>
                    <a:pt x="234441" y="534923"/>
                  </a:moveTo>
                  <a:lnTo>
                    <a:pt x="241510" y="499925"/>
                  </a:lnTo>
                  <a:lnTo>
                    <a:pt x="260794" y="471344"/>
                  </a:lnTo>
                  <a:lnTo>
                    <a:pt x="289413" y="452074"/>
                  </a:lnTo>
                  <a:lnTo>
                    <a:pt x="324484" y="445007"/>
                  </a:lnTo>
                  <a:lnTo>
                    <a:pt x="359483" y="452074"/>
                  </a:lnTo>
                  <a:lnTo>
                    <a:pt x="388064" y="471344"/>
                  </a:lnTo>
                  <a:lnTo>
                    <a:pt x="407334" y="499925"/>
                  </a:lnTo>
                  <a:lnTo>
                    <a:pt x="414400" y="534923"/>
                  </a:lnTo>
                  <a:lnTo>
                    <a:pt x="407334" y="569995"/>
                  </a:lnTo>
                  <a:lnTo>
                    <a:pt x="388064" y="598614"/>
                  </a:lnTo>
                  <a:lnTo>
                    <a:pt x="359483" y="617898"/>
                  </a:lnTo>
                  <a:lnTo>
                    <a:pt x="324484" y="624966"/>
                  </a:lnTo>
                  <a:lnTo>
                    <a:pt x="289413" y="617898"/>
                  </a:lnTo>
                  <a:lnTo>
                    <a:pt x="260794" y="598614"/>
                  </a:lnTo>
                  <a:lnTo>
                    <a:pt x="241510" y="569995"/>
                  </a:lnTo>
                  <a:lnTo>
                    <a:pt x="234441" y="534923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2444" y="2091626"/>
              <a:ext cx="226123" cy="22618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53528" y="2408174"/>
              <a:ext cx="198120" cy="197485"/>
            </a:xfrm>
            <a:custGeom>
              <a:avLst/>
              <a:gdLst/>
              <a:ahLst/>
              <a:cxnLst/>
              <a:rect l="l" t="t" r="r" b="b"/>
              <a:pathLst>
                <a:path w="198119" h="197485">
                  <a:moveTo>
                    <a:pt x="0" y="47878"/>
                  </a:moveTo>
                  <a:lnTo>
                    <a:pt x="47891" y="0"/>
                  </a:lnTo>
                  <a:lnTo>
                    <a:pt x="98780" y="50800"/>
                  </a:lnTo>
                  <a:lnTo>
                    <a:pt x="149656" y="0"/>
                  </a:lnTo>
                  <a:lnTo>
                    <a:pt x="197548" y="47878"/>
                  </a:lnTo>
                  <a:lnTo>
                    <a:pt x="146672" y="98678"/>
                  </a:lnTo>
                  <a:lnTo>
                    <a:pt x="197548" y="149605"/>
                  </a:lnTo>
                  <a:lnTo>
                    <a:pt x="149656" y="197485"/>
                  </a:lnTo>
                  <a:lnTo>
                    <a:pt x="98780" y="146558"/>
                  </a:lnTo>
                  <a:lnTo>
                    <a:pt x="47891" y="197485"/>
                  </a:lnTo>
                  <a:lnTo>
                    <a:pt x="0" y="149605"/>
                  </a:lnTo>
                  <a:lnTo>
                    <a:pt x="50876" y="98678"/>
                  </a:lnTo>
                  <a:lnTo>
                    <a:pt x="0" y="47878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18399" y="2642552"/>
              <a:ext cx="226187" cy="226187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60068" y="2627502"/>
              <a:ext cx="198120" cy="198120"/>
            </a:xfrm>
            <a:custGeom>
              <a:avLst/>
              <a:gdLst/>
              <a:ahLst/>
              <a:cxnLst/>
              <a:rect l="l" t="t" r="r" b="b"/>
              <a:pathLst>
                <a:path w="198119" h="198119">
                  <a:moveTo>
                    <a:pt x="0" y="47879"/>
                  </a:moveTo>
                  <a:lnTo>
                    <a:pt x="47891" y="0"/>
                  </a:lnTo>
                  <a:lnTo>
                    <a:pt x="98780" y="50926"/>
                  </a:lnTo>
                  <a:lnTo>
                    <a:pt x="149682" y="0"/>
                  </a:lnTo>
                  <a:lnTo>
                    <a:pt x="197561" y="47879"/>
                  </a:lnTo>
                  <a:lnTo>
                    <a:pt x="146634" y="98806"/>
                  </a:lnTo>
                  <a:lnTo>
                    <a:pt x="197561" y="149606"/>
                  </a:lnTo>
                  <a:lnTo>
                    <a:pt x="149682" y="197612"/>
                  </a:lnTo>
                  <a:lnTo>
                    <a:pt x="98780" y="146685"/>
                  </a:lnTo>
                  <a:lnTo>
                    <a:pt x="47891" y="197612"/>
                  </a:lnTo>
                  <a:lnTo>
                    <a:pt x="0" y="149606"/>
                  </a:lnTo>
                  <a:lnTo>
                    <a:pt x="50876" y="98806"/>
                  </a:lnTo>
                  <a:lnTo>
                    <a:pt x="0" y="47879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5152" y="2723578"/>
              <a:ext cx="226187" cy="22618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3074" y="2351722"/>
              <a:ext cx="226123" cy="22606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37803" y="2682684"/>
              <a:ext cx="226059" cy="22618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39990" y="2747136"/>
              <a:ext cx="605790" cy="393065"/>
            </a:xfrm>
            <a:custGeom>
              <a:avLst/>
              <a:gdLst/>
              <a:ahLst/>
              <a:cxnLst/>
              <a:rect l="l" t="t" r="r" b="b"/>
              <a:pathLst>
                <a:path w="605790" h="393064">
                  <a:moveTo>
                    <a:pt x="0" y="47878"/>
                  </a:moveTo>
                  <a:lnTo>
                    <a:pt x="47904" y="0"/>
                  </a:lnTo>
                  <a:lnTo>
                    <a:pt x="98780" y="50926"/>
                  </a:lnTo>
                  <a:lnTo>
                    <a:pt x="149669" y="0"/>
                  </a:lnTo>
                  <a:lnTo>
                    <a:pt x="197561" y="47878"/>
                  </a:lnTo>
                  <a:lnTo>
                    <a:pt x="146684" y="98805"/>
                  </a:lnTo>
                  <a:lnTo>
                    <a:pt x="197561" y="149733"/>
                  </a:lnTo>
                  <a:lnTo>
                    <a:pt x="149669" y="197612"/>
                  </a:lnTo>
                  <a:lnTo>
                    <a:pt x="98780" y="146685"/>
                  </a:lnTo>
                  <a:lnTo>
                    <a:pt x="47904" y="197612"/>
                  </a:lnTo>
                  <a:lnTo>
                    <a:pt x="0" y="149733"/>
                  </a:lnTo>
                  <a:lnTo>
                    <a:pt x="50888" y="98805"/>
                  </a:lnTo>
                  <a:lnTo>
                    <a:pt x="0" y="47878"/>
                  </a:lnTo>
                  <a:close/>
                </a:path>
                <a:path w="605790" h="393064">
                  <a:moveTo>
                    <a:pt x="407911" y="243077"/>
                  </a:moveTo>
                  <a:lnTo>
                    <a:pt x="455815" y="195199"/>
                  </a:lnTo>
                  <a:lnTo>
                    <a:pt x="506691" y="246125"/>
                  </a:lnTo>
                  <a:lnTo>
                    <a:pt x="557568" y="195199"/>
                  </a:lnTo>
                  <a:lnTo>
                    <a:pt x="605447" y="243077"/>
                  </a:lnTo>
                  <a:lnTo>
                    <a:pt x="554647" y="294004"/>
                  </a:lnTo>
                  <a:lnTo>
                    <a:pt x="605447" y="344804"/>
                  </a:lnTo>
                  <a:lnTo>
                    <a:pt x="557568" y="392811"/>
                  </a:lnTo>
                  <a:lnTo>
                    <a:pt x="506691" y="341884"/>
                  </a:lnTo>
                  <a:lnTo>
                    <a:pt x="455815" y="392811"/>
                  </a:lnTo>
                  <a:lnTo>
                    <a:pt x="407911" y="344804"/>
                  </a:lnTo>
                  <a:lnTo>
                    <a:pt x="458787" y="294004"/>
                  </a:lnTo>
                  <a:lnTo>
                    <a:pt x="407911" y="243077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5478" y="2068131"/>
              <a:ext cx="226123" cy="22618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56194" y="2900235"/>
              <a:ext cx="226187" cy="22606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42620" y="1199007"/>
              <a:ext cx="2145665" cy="2080260"/>
            </a:xfrm>
            <a:custGeom>
              <a:avLst/>
              <a:gdLst/>
              <a:ahLst/>
              <a:cxnLst/>
              <a:rect l="l" t="t" r="r" b="b"/>
              <a:pathLst>
                <a:path w="2145665" h="2080260">
                  <a:moveTo>
                    <a:pt x="0" y="0"/>
                  </a:moveTo>
                  <a:lnTo>
                    <a:pt x="2145055" y="2079752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/>
          <p:nvPr/>
        </p:nvSpPr>
        <p:spPr>
          <a:xfrm>
            <a:off x="7251954" y="689482"/>
            <a:ext cx="2787015" cy="2787015"/>
          </a:xfrm>
          <a:custGeom>
            <a:avLst/>
            <a:gdLst/>
            <a:ahLst/>
            <a:cxnLst/>
            <a:rect l="l" t="t" r="r" b="b"/>
            <a:pathLst>
              <a:path w="2787015" h="2787015">
                <a:moveTo>
                  <a:pt x="2786888" y="2589276"/>
                </a:moveTo>
                <a:lnTo>
                  <a:pt x="2762491" y="2575052"/>
                </a:lnTo>
                <a:lnTo>
                  <a:pt x="2673096" y="2522982"/>
                </a:lnTo>
                <a:lnTo>
                  <a:pt x="2664333" y="2525268"/>
                </a:lnTo>
                <a:lnTo>
                  <a:pt x="2656459" y="2538984"/>
                </a:lnTo>
                <a:lnTo>
                  <a:pt x="2658745" y="2547620"/>
                </a:lnTo>
                <a:lnTo>
                  <a:pt x="2705633" y="2575052"/>
                </a:lnTo>
                <a:lnTo>
                  <a:pt x="198107" y="2575052"/>
                </a:lnTo>
                <a:lnTo>
                  <a:pt x="198056" y="81026"/>
                </a:lnTo>
                <a:lnTo>
                  <a:pt x="221488" y="121158"/>
                </a:lnTo>
                <a:lnTo>
                  <a:pt x="225425" y="128016"/>
                </a:lnTo>
                <a:lnTo>
                  <a:pt x="234188" y="130302"/>
                </a:lnTo>
                <a:lnTo>
                  <a:pt x="241046" y="126365"/>
                </a:lnTo>
                <a:lnTo>
                  <a:pt x="247777" y="122428"/>
                </a:lnTo>
                <a:lnTo>
                  <a:pt x="250063" y="113665"/>
                </a:lnTo>
                <a:lnTo>
                  <a:pt x="246126" y="106807"/>
                </a:lnTo>
                <a:lnTo>
                  <a:pt x="200291" y="28321"/>
                </a:lnTo>
                <a:lnTo>
                  <a:pt x="183769" y="0"/>
                </a:lnTo>
                <a:lnTo>
                  <a:pt x="121412" y="106807"/>
                </a:lnTo>
                <a:lnTo>
                  <a:pt x="117475" y="113665"/>
                </a:lnTo>
                <a:lnTo>
                  <a:pt x="119761" y="122428"/>
                </a:lnTo>
                <a:lnTo>
                  <a:pt x="126619" y="126365"/>
                </a:lnTo>
                <a:lnTo>
                  <a:pt x="133350" y="130302"/>
                </a:lnTo>
                <a:lnTo>
                  <a:pt x="142113" y="128016"/>
                </a:lnTo>
                <a:lnTo>
                  <a:pt x="146177" y="121158"/>
                </a:lnTo>
                <a:lnTo>
                  <a:pt x="169481" y="81127"/>
                </a:lnTo>
                <a:lnTo>
                  <a:pt x="169545" y="28321"/>
                </a:lnTo>
                <a:lnTo>
                  <a:pt x="169545" y="81026"/>
                </a:lnTo>
                <a:lnTo>
                  <a:pt x="169545" y="2575052"/>
                </a:lnTo>
                <a:lnTo>
                  <a:pt x="0" y="2575052"/>
                </a:lnTo>
                <a:lnTo>
                  <a:pt x="0" y="2603627"/>
                </a:lnTo>
                <a:lnTo>
                  <a:pt x="169545" y="2603627"/>
                </a:lnTo>
                <a:lnTo>
                  <a:pt x="169545" y="2786761"/>
                </a:lnTo>
                <a:lnTo>
                  <a:pt x="198120" y="2786761"/>
                </a:lnTo>
                <a:lnTo>
                  <a:pt x="198107" y="2603627"/>
                </a:lnTo>
                <a:lnTo>
                  <a:pt x="2705582" y="2603627"/>
                </a:lnTo>
                <a:lnTo>
                  <a:pt x="2658745" y="2630932"/>
                </a:lnTo>
                <a:lnTo>
                  <a:pt x="2656459" y="2639695"/>
                </a:lnTo>
                <a:lnTo>
                  <a:pt x="2660396" y="2646553"/>
                </a:lnTo>
                <a:lnTo>
                  <a:pt x="2664333" y="2653284"/>
                </a:lnTo>
                <a:lnTo>
                  <a:pt x="2673096" y="2655697"/>
                </a:lnTo>
                <a:lnTo>
                  <a:pt x="2762275" y="2603627"/>
                </a:lnTo>
                <a:lnTo>
                  <a:pt x="2786888" y="2589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499350" y="589026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040746" y="311429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69" name="object 6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7472870" y="755650"/>
            <a:ext cx="2680779" cy="2398585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m 31">
            <a:extLst>
              <a:ext uri="{FF2B5EF4-FFF2-40B4-BE49-F238E27FC236}">
                <a16:creationId xmlns:a16="http://schemas.microsoft.com/office/drawing/2014/main" id="{5EBFE64C-A847-B462-4431-5E9302F6E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970" y="1714260"/>
            <a:ext cx="4906060" cy="342947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m 53">
            <a:extLst>
              <a:ext uri="{FF2B5EF4-FFF2-40B4-BE49-F238E27FC236}">
                <a16:creationId xmlns:a16="http://schemas.microsoft.com/office/drawing/2014/main" id="{0C568BEB-DC65-C3B5-90F3-F24049BD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1033128"/>
            <a:ext cx="6544588" cy="479174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6A9720A4-88DD-9904-E345-6A2B2D5B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918" y="1490392"/>
            <a:ext cx="3858163" cy="387721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7779" y="3216020"/>
            <a:ext cx="199263" cy="2081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5371" y="3207639"/>
            <a:ext cx="182244" cy="221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9546" y="2571623"/>
            <a:ext cx="199389" cy="2081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4976" y="2582291"/>
            <a:ext cx="199262" cy="20815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3821" y="2587370"/>
            <a:ext cx="199389" cy="2081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7439" y="3599179"/>
            <a:ext cx="199262" cy="2081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86017" y="3032760"/>
            <a:ext cx="206502" cy="2081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6445" y="2798698"/>
            <a:ext cx="199262" cy="2081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37809" y="3502025"/>
            <a:ext cx="182244" cy="2216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54446" y="3824604"/>
            <a:ext cx="182244" cy="22148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02807" y="4006722"/>
            <a:ext cx="182244" cy="2214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90665" y="3626103"/>
            <a:ext cx="182245" cy="2214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79261" y="3614546"/>
            <a:ext cx="182245" cy="22148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82817" y="3954017"/>
            <a:ext cx="182245" cy="22161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64479" y="2971800"/>
            <a:ext cx="182245" cy="22148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730240" y="1945335"/>
            <a:ext cx="3352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𝑅</a:t>
            </a:r>
            <a:r>
              <a:rPr sz="2175" spc="-37" baseline="-15325" dirty="0">
                <a:latin typeface="Cambria Math"/>
                <a:cs typeface="Cambria Math"/>
              </a:rPr>
              <a:t>1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63306" y="3972814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20"/>
              <p:cNvSpPr txBox="1"/>
              <p:nvPr/>
            </p:nvSpPr>
            <p:spPr>
              <a:xfrm>
                <a:off x="7132122" y="2959175"/>
                <a:ext cx="914400" cy="836930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pt-BR" sz="2000" spc="-25" dirty="0">
                    <a:latin typeface="Cambria Math"/>
                    <a:cs typeface="Cambria Math"/>
                  </a:rPr>
                  <a:t>𝑅</a:t>
                </a:r>
                <a:r>
                  <a:rPr lang="pt-BR" sz="2175" spc="-37" baseline="-15325" dirty="0">
                    <a:latin typeface="Cambria Math"/>
                    <a:cs typeface="Cambria Math"/>
                  </a:rPr>
                  <a:t>2</a:t>
                </a:r>
                <a:endParaRPr lang="pt-BR" sz="2175" baseline="-15325" dirty="0">
                  <a:latin typeface="Cambria Math"/>
                  <a:cs typeface="Cambria Math"/>
                </a:endParaRPr>
              </a:p>
              <a:p>
                <a:pPr marL="96520">
                  <a:lnSpc>
                    <a:spcPct val="100000"/>
                  </a:lnSpc>
                  <a:spcBef>
                    <a:spcPts val="1825"/>
                  </a:spcBef>
                  <a:tabLst>
                    <a:tab pos="613410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	?</a:t>
                </a:r>
                <a:r>
                  <a:rPr lang="pt-BR" sz="1800" spc="-90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122" y="2959175"/>
                <a:ext cx="914400" cy="836930"/>
              </a:xfrm>
              <a:prstGeom prst="rect">
                <a:avLst/>
              </a:prstGeom>
              <a:blipFill>
                <a:blip r:embed="rId15"/>
                <a:stretch>
                  <a:fillRect l="-12000" t="-7246" r="-10667" b="-144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object 22"/>
              <p:cNvSpPr txBox="1"/>
              <p:nvPr/>
            </p:nvSpPr>
            <p:spPr>
              <a:xfrm>
                <a:off x="6313803" y="1941922"/>
                <a:ext cx="804545" cy="3003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  <a:tabLst>
                    <a:tab pos="528955" algn="l"/>
                  </a:tabLst>
                </a:pP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Cambria Math"/>
                      </a:rPr>
                      <m:t>𝑔</m:t>
                    </m:r>
                    <m:r>
                      <a:rPr lang="pt-BR" sz="1800" b="0" i="1" dirty="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𝒙</m:t>
                    </m:r>
                    <m:r>
                      <a:rPr lang="pt-BR" sz="1800" i="1" spc="-50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r>
                  <a:rPr lang="pt-BR" sz="1800" dirty="0">
                    <a:latin typeface="Cambria Math"/>
                    <a:cs typeface="Cambria Math"/>
                  </a:rPr>
                  <a:t>	?</a:t>
                </a:r>
                <a:r>
                  <a:rPr lang="pt-BR" sz="1800" spc="-90" dirty="0">
                    <a:latin typeface="Cambria Math"/>
                    <a:cs typeface="Cambria Math"/>
                  </a:rPr>
                  <a:t> </a:t>
                </a:r>
                <a:r>
                  <a:rPr lang="pt-BR" sz="1800" spc="-50" dirty="0">
                    <a:latin typeface="Cambria Math"/>
                    <a:cs typeface="Cambria Math"/>
                  </a:rPr>
                  <a:t>0</a:t>
                </a:r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803" y="1941922"/>
                <a:ext cx="804545" cy="300355"/>
              </a:xfrm>
              <a:prstGeom prst="rect">
                <a:avLst/>
              </a:prstGeom>
              <a:blipFill>
                <a:blip r:embed="rId16"/>
                <a:stretch>
                  <a:fillRect l="-9091" t="-24490" r="-15152" b="-408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5251253" y="2527058"/>
          <a:ext cx="1705609" cy="170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227955" y="1965578"/>
            <a:ext cx="2313305" cy="2299970"/>
          </a:xfrm>
          <a:custGeom>
            <a:avLst/>
            <a:gdLst/>
            <a:ahLst/>
            <a:cxnLst/>
            <a:rect l="l" t="t" r="r" b="b"/>
            <a:pathLst>
              <a:path w="2313304" h="2299970">
                <a:moveTo>
                  <a:pt x="2313051" y="2261489"/>
                </a:moveTo>
                <a:lnTo>
                  <a:pt x="2300351" y="2255139"/>
                </a:lnTo>
                <a:lnTo>
                  <a:pt x="2236851" y="2223389"/>
                </a:lnTo>
                <a:lnTo>
                  <a:pt x="2236851" y="2255139"/>
                </a:lnTo>
                <a:lnTo>
                  <a:pt x="44450" y="2255139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lnTo>
                  <a:pt x="38100" y="0"/>
                </a:lnTo>
                <a:lnTo>
                  <a:pt x="0" y="76200"/>
                </a:lnTo>
                <a:lnTo>
                  <a:pt x="31750" y="76200"/>
                </a:lnTo>
                <a:lnTo>
                  <a:pt x="31750" y="2255139"/>
                </a:lnTo>
                <a:lnTo>
                  <a:pt x="24384" y="2255139"/>
                </a:lnTo>
                <a:lnTo>
                  <a:pt x="24384" y="2267839"/>
                </a:lnTo>
                <a:lnTo>
                  <a:pt x="31750" y="2267839"/>
                </a:lnTo>
                <a:lnTo>
                  <a:pt x="31750" y="2276348"/>
                </a:lnTo>
                <a:lnTo>
                  <a:pt x="44450" y="2276348"/>
                </a:lnTo>
                <a:lnTo>
                  <a:pt x="44450" y="2267839"/>
                </a:lnTo>
                <a:lnTo>
                  <a:pt x="2236851" y="2267839"/>
                </a:lnTo>
                <a:lnTo>
                  <a:pt x="2236851" y="2299589"/>
                </a:lnTo>
                <a:lnTo>
                  <a:pt x="2300351" y="2267839"/>
                </a:lnTo>
                <a:lnTo>
                  <a:pt x="2313051" y="2261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26152" y="151002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51958" y="2547492"/>
            <a:ext cx="1704975" cy="1673860"/>
          </a:xfrm>
          <a:custGeom>
            <a:avLst/>
            <a:gdLst/>
            <a:ahLst/>
            <a:cxnLst/>
            <a:rect l="l" t="t" r="r" b="b"/>
            <a:pathLst>
              <a:path w="1704975" h="1673860">
                <a:moveTo>
                  <a:pt x="0" y="0"/>
                </a:moveTo>
                <a:lnTo>
                  <a:pt x="1704847" y="16733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27803" y="410972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27803" y="365226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29327" y="321640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28057" y="280885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7803" y="242697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00446" y="4218889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16878" y="421787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61886" y="421119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06894" y="421119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59141" y="1821179"/>
            <a:ext cx="3204210" cy="328295"/>
            <a:chOff x="7859141" y="1821179"/>
            <a:chExt cx="3204210" cy="328295"/>
          </a:xfrm>
        </p:grpSpPr>
        <p:sp>
          <p:nvSpPr>
            <p:cNvPr id="3" name="object 3"/>
            <p:cNvSpPr/>
            <p:nvPr/>
          </p:nvSpPr>
          <p:spPr>
            <a:xfrm>
              <a:off x="7859141" y="1949322"/>
              <a:ext cx="3204210" cy="76200"/>
            </a:xfrm>
            <a:custGeom>
              <a:avLst/>
              <a:gdLst/>
              <a:ahLst/>
              <a:cxnLst/>
              <a:rect l="l" t="t" r="r" b="b"/>
              <a:pathLst>
                <a:path w="3204209" h="76200">
                  <a:moveTo>
                    <a:pt x="3127755" y="0"/>
                  </a:moveTo>
                  <a:lnTo>
                    <a:pt x="3127755" y="76200"/>
                  </a:lnTo>
                  <a:lnTo>
                    <a:pt x="3184905" y="47625"/>
                  </a:lnTo>
                  <a:lnTo>
                    <a:pt x="3140455" y="47625"/>
                  </a:lnTo>
                  <a:lnTo>
                    <a:pt x="3140455" y="28575"/>
                  </a:lnTo>
                  <a:lnTo>
                    <a:pt x="3184905" y="28575"/>
                  </a:lnTo>
                  <a:lnTo>
                    <a:pt x="3127755" y="0"/>
                  </a:lnTo>
                  <a:close/>
                </a:path>
                <a:path w="3204209" h="76200">
                  <a:moveTo>
                    <a:pt x="3127755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3127755" y="47625"/>
                  </a:lnTo>
                  <a:lnTo>
                    <a:pt x="3127755" y="28575"/>
                  </a:lnTo>
                  <a:close/>
                </a:path>
                <a:path w="3204209" h="76200">
                  <a:moveTo>
                    <a:pt x="3184905" y="28575"/>
                  </a:moveTo>
                  <a:lnTo>
                    <a:pt x="3140455" y="28575"/>
                  </a:lnTo>
                  <a:lnTo>
                    <a:pt x="3140455" y="47625"/>
                  </a:lnTo>
                  <a:lnTo>
                    <a:pt x="3184905" y="47625"/>
                  </a:lnTo>
                  <a:lnTo>
                    <a:pt x="3203955" y="38100"/>
                  </a:lnTo>
                  <a:lnTo>
                    <a:pt x="318490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09762" y="1821179"/>
              <a:ext cx="1836420" cy="328295"/>
            </a:xfrm>
            <a:custGeom>
              <a:avLst/>
              <a:gdLst/>
              <a:ahLst/>
              <a:cxnLst/>
              <a:rect l="l" t="t" r="r" b="b"/>
              <a:pathLst>
                <a:path w="1836420" h="328294">
                  <a:moveTo>
                    <a:pt x="0" y="4318"/>
                  </a:moveTo>
                  <a:lnTo>
                    <a:pt x="0" y="328168"/>
                  </a:lnTo>
                </a:path>
                <a:path w="1836420" h="328294">
                  <a:moveTo>
                    <a:pt x="1836039" y="0"/>
                  </a:moveTo>
                  <a:lnTo>
                    <a:pt x="1836039" y="323850"/>
                  </a:lnTo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427718" y="1821179"/>
              <a:ext cx="0" cy="323850"/>
            </a:xfrm>
            <a:custGeom>
              <a:avLst/>
              <a:gdLst/>
              <a:ahLst/>
              <a:cxnLst/>
              <a:rect l="l" t="t" r="r" b="b"/>
              <a:pathLst>
                <a:path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119231" y="1813001"/>
            <a:ext cx="1473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52026" y="2142490"/>
            <a:ext cx="152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5823" y="214096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66886" y="2140965"/>
            <a:ext cx="2114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45514" y="1423416"/>
            <a:ext cx="3960495" cy="3960495"/>
            <a:chOff x="1245514" y="1423416"/>
            <a:chExt cx="3960495" cy="3960495"/>
          </a:xfrm>
        </p:grpSpPr>
        <p:sp>
          <p:nvSpPr>
            <p:cNvPr id="11" name="object 11"/>
            <p:cNvSpPr/>
            <p:nvPr/>
          </p:nvSpPr>
          <p:spPr>
            <a:xfrm>
              <a:off x="1245514" y="1423415"/>
              <a:ext cx="3960495" cy="3960495"/>
            </a:xfrm>
            <a:custGeom>
              <a:avLst/>
              <a:gdLst/>
              <a:ahLst/>
              <a:cxnLst/>
              <a:rect l="l" t="t" r="r" b="b"/>
              <a:pathLst>
                <a:path w="3960495" h="3960495">
                  <a:moveTo>
                    <a:pt x="3959961" y="2009140"/>
                  </a:moveTo>
                  <a:lnTo>
                    <a:pt x="3931462" y="1994916"/>
                  </a:lnTo>
                  <a:lnTo>
                    <a:pt x="3874236" y="1966341"/>
                  </a:lnTo>
                  <a:lnTo>
                    <a:pt x="3874236" y="1994916"/>
                  </a:lnTo>
                  <a:lnTo>
                    <a:pt x="1961108" y="1994916"/>
                  </a:lnTo>
                  <a:lnTo>
                    <a:pt x="1961108" y="85725"/>
                  </a:lnTo>
                  <a:lnTo>
                    <a:pt x="1989683" y="85725"/>
                  </a:lnTo>
                  <a:lnTo>
                    <a:pt x="1982571" y="71501"/>
                  </a:lnTo>
                  <a:lnTo>
                    <a:pt x="1946884" y="0"/>
                  </a:lnTo>
                  <a:lnTo>
                    <a:pt x="1903958" y="85725"/>
                  </a:lnTo>
                  <a:lnTo>
                    <a:pt x="1932533" y="85725"/>
                  </a:lnTo>
                  <a:lnTo>
                    <a:pt x="1932533" y="1994916"/>
                  </a:lnTo>
                  <a:lnTo>
                    <a:pt x="0" y="1994916"/>
                  </a:lnTo>
                  <a:lnTo>
                    <a:pt x="0" y="2023491"/>
                  </a:lnTo>
                  <a:lnTo>
                    <a:pt x="1932533" y="2023491"/>
                  </a:lnTo>
                  <a:lnTo>
                    <a:pt x="1932533" y="3959987"/>
                  </a:lnTo>
                  <a:lnTo>
                    <a:pt x="1961108" y="3959987"/>
                  </a:lnTo>
                  <a:lnTo>
                    <a:pt x="1961108" y="2023491"/>
                  </a:lnTo>
                  <a:lnTo>
                    <a:pt x="3874236" y="2023491"/>
                  </a:lnTo>
                  <a:lnTo>
                    <a:pt x="3874236" y="2052066"/>
                  </a:lnTo>
                  <a:lnTo>
                    <a:pt x="3931297" y="2023491"/>
                  </a:lnTo>
                  <a:lnTo>
                    <a:pt x="3959961" y="2009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4005" y="2364740"/>
              <a:ext cx="156718" cy="1567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4075" y="2364740"/>
              <a:ext cx="156591" cy="1567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2297" y="4341495"/>
              <a:ext cx="156717" cy="1567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4005" y="4341495"/>
              <a:ext cx="156718" cy="15671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13559" y="2019935"/>
              <a:ext cx="2767330" cy="2834005"/>
            </a:xfrm>
            <a:custGeom>
              <a:avLst/>
              <a:gdLst/>
              <a:ahLst/>
              <a:cxnLst/>
              <a:rect l="l" t="t" r="r" b="b"/>
              <a:pathLst>
                <a:path w="2767329" h="2834004">
                  <a:moveTo>
                    <a:pt x="0" y="1416812"/>
                  </a:moveTo>
                  <a:lnTo>
                    <a:pt x="802" y="1368106"/>
                  </a:lnTo>
                  <a:lnTo>
                    <a:pt x="3191" y="1319812"/>
                  </a:lnTo>
                  <a:lnTo>
                    <a:pt x="7142" y="1271957"/>
                  </a:lnTo>
                  <a:lnTo>
                    <a:pt x="12629" y="1224566"/>
                  </a:lnTo>
                  <a:lnTo>
                    <a:pt x="19625" y="1177667"/>
                  </a:lnTo>
                  <a:lnTo>
                    <a:pt x="28106" y="1131285"/>
                  </a:lnTo>
                  <a:lnTo>
                    <a:pt x="38045" y="1085447"/>
                  </a:lnTo>
                  <a:lnTo>
                    <a:pt x="49417" y="1040179"/>
                  </a:lnTo>
                  <a:lnTo>
                    <a:pt x="62195" y="995509"/>
                  </a:lnTo>
                  <a:lnTo>
                    <a:pt x="76355" y="951461"/>
                  </a:lnTo>
                  <a:lnTo>
                    <a:pt x="91871" y="908062"/>
                  </a:lnTo>
                  <a:lnTo>
                    <a:pt x="108715" y="865340"/>
                  </a:lnTo>
                  <a:lnTo>
                    <a:pt x="126864" y="823319"/>
                  </a:lnTo>
                  <a:lnTo>
                    <a:pt x="146291" y="782028"/>
                  </a:lnTo>
                  <a:lnTo>
                    <a:pt x="166971" y="741491"/>
                  </a:lnTo>
                  <a:lnTo>
                    <a:pt x="188877" y="701736"/>
                  </a:lnTo>
                  <a:lnTo>
                    <a:pt x="211984" y="662788"/>
                  </a:lnTo>
                  <a:lnTo>
                    <a:pt x="236266" y="624675"/>
                  </a:lnTo>
                  <a:lnTo>
                    <a:pt x="261697" y="587422"/>
                  </a:lnTo>
                  <a:lnTo>
                    <a:pt x="288252" y="551056"/>
                  </a:lnTo>
                  <a:lnTo>
                    <a:pt x="315905" y="515603"/>
                  </a:lnTo>
                  <a:lnTo>
                    <a:pt x="344630" y="481090"/>
                  </a:lnTo>
                  <a:lnTo>
                    <a:pt x="374401" y="447543"/>
                  </a:lnTo>
                  <a:lnTo>
                    <a:pt x="405193" y="414988"/>
                  </a:lnTo>
                  <a:lnTo>
                    <a:pt x="436980" y="383452"/>
                  </a:lnTo>
                  <a:lnTo>
                    <a:pt x="469736" y="352961"/>
                  </a:lnTo>
                  <a:lnTo>
                    <a:pt x="503435" y="323542"/>
                  </a:lnTo>
                  <a:lnTo>
                    <a:pt x="538051" y="295221"/>
                  </a:lnTo>
                  <a:lnTo>
                    <a:pt x="573560" y="268024"/>
                  </a:lnTo>
                  <a:lnTo>
                    <a:pt x="609934" y="241978"/>
                  </a:lnTo>
                  <a:lnTo>
                    <a:pt x="647149" y="217109"/>
                  </a:lnTo>
                  <a:lnTo>
                    <a:pt x="685179" y="193444"/>
                  </a:lnTo>
                  <a:lnTo>
                    <a:pt x="723997" y="171008"/>
                  </a:lnTo>
                  <a:lnTo>
                    <a:pt x="763578" y="149829"/>
                  </a:lnTo>
                  <a:lnTo>
                    <a:pt x="803897" y="129932"/>
                  </a:lnTo>
                  <a:lnTo>
                    <a:pt x="844927" y="111345"/>
                  </a:lnTo>
                  <a:lnTo>
                    <a:pt x="886642" y="94093"/>
                  </a:lnTo>
                  <a:lnTo>
                    <a:pt x="929018" y="78202"/>
                  </a:lnTo>
                  <a:lnTo>
                    <a:pt x="972028" y="63700"/>
                  </a:lnTo>
                  <a:lnTo>
                    <a:pt x="1015647" y="50612"/>
                  </a:lnTo>
                  <a:lnTo>
                    <a:pt x="1059848" y="38965"/>
                  </a:lnTo>
                  <a:lnTo>
                    <a:pt x="1104606" y="28786"/>
                  </a:lnTo>
                  <a:lnTo>
                    <a:pt x="1149896" y="20100"/>
                  </a:lnTo>
                  <a:lnTo>
                    <a:pt x="1195691" y="12934"/>
                  </a:lnTo>
                  <a:lnTo>
                    <a:pt x="1241966" y="7315"/>
                  </a:lnTo>
                  <a:lnTo>
                    <a:pt x="1288694" y="3268"/>
                  </a:lnTo>
                  <a:lnTo>
                    <a:pt x="1335851" y="821"/>
                  </a:lnTo>
                  <a:lnTo>
                    <a:pt x="1383410" y="0"/>
                  </a:lnTo>
                  <a:lnTo>
                    <a:pt x="1430978" y="821"/>
                  </a:lnTo>
                  <a:lnTo>
                    <a:pt x="1478142" y="3268"/>
                  </a:lnTo>
                  <a:lnTo>
                    <a:pt x="1524878" y="7315"/>
                  </a:lnTo>
                  <a:lnTo>
                    <a:pt x="1571159" y="12934"/>
                  </a:lnTo>
                  <a:lnTo>
                    <a:pt x="1616961" y="20100"/>
                  </a:lnTo>
                  <a:lnTo>
                    <a:pt x="1662257" y="28786"/>
                  </a:lnTo>
                  <a:lnTo>
                    <a:pt x="1707021" y="38965"/>
                  </a:lnTo>
                  <a:lnTo>
                    <a:pt x="1751228" y="50612"/>
                  </a:lnTo>
                  <a:lnTo>
                    <a:pt x="1794852" y="63700"/>
                  </a:lnTo>
                  <a:lnTo>
                    <a:pt x="1837867" y="78202"/>
                  </a:lnTo>
                  <a:lnTo>
                    <a:pt x="1880248" y="94093"/>
                  </a:lnTo>
                  <a:lnTo>
                    <a:pt x="1921968" y="111345"/>
                  </a:lnTo>
                  <a:lnTo>
                    <a:pt x="1963002" y="129932"/>
                  </a:lnTo>
                  <a:lnTo>
                    <a:pt x="2003325" y="149829"/>
                  </a:lnTo>
                  <a:lnTo>
                    <a:pt x="2042910" y="171008"/>
                  </a:lnTo>
                  <a:lnTo>
                    <a:pt x="2081732" y="193444"/>
                  </a:lnTo>
                  <a:lnTo>
                    <a:pt x="2119765" y="217109"/>
                  </a:lnTo>
                  <a:lnTo>
                    <a:pt x="2156983" y="241978"/>
                  </a:lnTo>
                  <a:lnTo>
                    <a:pt x="2193360" y="268024"/>
                  </a:lnTo>
                  <a:lnTo>
                    <a:pt x="2228871" y="295221"/>
                  </a:lnTo>
                  <a:lnTo>
                    <a:pt x="2263491" y="323542"/>
                  </a:lnTo>
                  <a:lnTo>
                    <a:pt x="2297192" y="352961"/>
                  </a:lnTo>
                  <a:lnTo>
                    <a:pt x="2329950" y="383452"/>
                  </a:lnTo>
                  <a:lnTo>
                    <a:pt x="2361739" y="414988"/>
                  </a:lnTo>
                  <a:lnTo>
                    <a:pt x="2392533" y="447543"/>
                  </a:lnTo>
                  <a:lnTo>
                    <a:pt x="2422306" y="481090"/>
                  </a:lnTo>
                  <a:lnTo>
                    <a:pt x="2451032" y="515603"/>
                  </a:lnTo>
                  <a:lnTo>
                    <a:pt x="2478687" y="551056"/>
                  </a:lnTo>
                  <a:lnTo>
                    <a:pt x="2505243" y="587422"/>
                  </a:lnTo>
                  <a:lnTo>
                    <a:pt x="2530676" y="624675"/>
                  </a:lnTo>
                  <a:lnTo>
                    <a:pt x="2554959" y="662788"/>
                  </a:lnTo>
                  <a:lnTo>
                    <a:pt x="2578067" y="701736"/>
                  </a:lnTo>
                  <a:lnTo>
                    <a:pt x="2599973" y="741491"/>
                  </a:lnTo>
                  <a:lnTo>
                    <a:pt x="2620654" y="782028"/>
                  </a:lnTo>
                  <a:lnTo>
                    <a:pt x="2640081" y="823319"/>
                  </a:lnTo>
                  <a:lnTo>
                    <a:pt x="2658231" y="865340"/>
                  </a:lnTo>
                  <a:lnTo>
                    <a:pt x="2675076" y="908062"/>
                  </a:lnTo>
                  <a:lnTo>
                    <a:pt x="2690592" y="951461"/>
                  </a:lnTo>
                  <a:lnTo>
                    <a:pt x="2704752" y="995509"/>
                  </a:lnTo>
                  <a:lnTo>
                    <a:pt x="2717531" y="1040179"/>
                  </a:lnTo>
                  <a:lnTo>
                    <a:pt x="2728903" y="1085447"/>
                  </a:lnTo>
                  <a:lnTo>
                    <a:pt x="2738842" y="1131285"/>
                  </a:lnTo>
                  <a:lnTo>
                    <a:pt x="2747323" y="1177667"/>
                  </a:lnTo>
                  <a:lnTo>
                    <a:pt x="2754319" y="1224566"/>
                  </a:lnTo>
                  <a:lnTo>
                    <a:pt x="2759806" y="1271957"/>
                  </a:lnTo>
                  <a:lnTo>
                    <a:pt x="2763757" y="1319812"/>
                  </a:lnTo>
                  <a:lnTo>
                    <a:pt x="2766146" y="1368106"/>
                  </a:lnTo>
                  <a:lnTo>
                    <a:pt x="2766949" y="1416812"/>
                  </a:lnTo>
                  <a:lnTo>
                    <a:pt x="2766146" y="1465525"/>
                  </a:lnTo>
                  <a:lnTo>
                    <a:pt x="2763757" y="1513826"/>
                  </a:lnTo>
                  <a:lnTo>
                    <a:pt x="2759806" y="1561689"/>
                  </a:lnTo>
                  <a:lnTo>
                    <a:pt x="2754319" y="1609086"/>
                  </a:lnTo>
                  <a:lnTo>
                    <a:pt x="2747323" y="1655992"/>
                  </a:lnTo>
                  <a:lnTo>
                    <a:pt x="2738842" y="1702380"/>
                  </a:lnTo>
                  <a:lnTo>
                    <a:pt x="2728903" y="1748224"/>
                  </a:lnTo>
                  <a:lnTo>
                    <a:pt x="2717531" y="1793497"/>
                  </a:lnTo>
                  <a:lnTo>
                    <a:pt x="2704752" y="1838173"/>
                  </a:lnTo>
                  <a:lnTo>
                    <a:pt x="2690592" y="1882226"/>
                  </a:lnTo>
                  <a:lnTo>
                    <a:pt x="2675076" y="1925629"/>
                  </a:lnTo>
                  <a:lnTo>
                    <a:pt x="2658231" y="1968357"/>
                  </a:lnTo>
                  <a:lnTo>
                    <a:pt x="2640081" y="2010381"/>
                  </a:lnTo>
                  <a:lnTo>
                    <a:pt x="2620654" y="2051677"/>
                  </a:lnTo>
                  <a:lnTo>
                    <a:pt x="2599973" y="2092218"/>
                  </a:lnTo>
                  <a:lnTo>
                    <a:pt x="2578067" y="2131977"/>
                  </a:lnTo>
                  <a:lnTo>
                    <a:pt x="2554959" y="2170928"/>
                  </a:lnTo>
                  <a:lnTo>
                    <a:pt x="2530676" y="2209044"/>
                  </a:lnTo>
                  <a:lnTo>
                    <a:pt x="2505243" y="2246300"/>
                  </a:lnTo>
                  <a:lnTo>
                    <a:pt x="2478687" y="2282669"/>
                  </a:lnTo>
                  <a:lnTo>
                    <a:pt x="2451032" y="2318125"/>
                  </a:lnTo>
                  <a:lnTo>
                    <a:pt x="2422306" y="2352640"/>
                  </a:lnTo>
                  <a:lnTo>
                    <a:pt x="2392533" y="2386190"/>
                  </a:lnTo>
                  <a:lnTo>
                    <a:pt x="2361739" y="2418746"/>
                  </a:lnTo>
                  <a:lnTo>
                    <a:pt x="2329950" y="2450284"/>
                  </a:lnTo>
                  <a:lnTo>
                    <a:pt x="2297192" y="2480776"/>
                  </a:lnTo>
                  <a:lnTo>
                    <a:pt x="2263491" y="2510197"/>
                  </a:lnTo>
                  <a:lnTo>
                    <a:pt x="2228871" y="2538520"/>
                  </a:lnTo>
                  <a:lnTo>
                    <a:pt x="2193360" y="2565718"/>
                  </a:lnTo>
                  <a:lnTo>
                    <a:pt x="2156983" y="2591765"/>
                  </a:lnTo>
                  <a:lnTo>
                    <a:pt x="2119765" y="2616635"/>
                  </a:lnTo>
                  <a:lnTo>
                    <a:pt x="2081732" y="2640301"/>
                  </a:lnTo>
                  <a:lnTo>
                    <a:pt x="2042910" y="2662738"/>
                  </a:lnTo>
                  <a:lnTo>
                    <a:pt x="2003325" y="2683918"/>
                  </a:lnTo>
                  <a:lnTo>
                    <a:pt x="1963002" y="2703815"/>
                  </a:lnTo>
                  <a:lnTo>
                    <a:pt x="1921968" y="2722403"/>
                  </a:lnTo>
                  <a:lnTo>
                    <a:pt x="1880248" y="2739656"/>
                  </a:lnTo>
                  <a:lnTo>
                    <a:pt x="1837867" y="2755547"/>
                  </a:lnTo>
                  <a:lnTo>
                    <a:pt x="1794852" y="2770049"/>
                  </a:lnTo>
                  <a:lnTo>
                    <a:pt x="1751228" y="2783137"/>
                  </a:lnTo>
                  <a:lnTo>
                    <a:pt x="1707021" y="2794784"/>
                  </a:lnTo>
                  <a:lnTo>
                    <a:pt x="1662257" y="2804964"/>
                  </a:lnTo>
                  <a:lnTo>
                    <a:pt x="1616961" y="2813650"/>
                  </a:lnTo>
                  <a:lnTo>
                    <a:pt x="1571159" y="2820816"/>
                  </a:lnTo>
                  <a:lnTo>
                    <a:pt x="1524878" y="2826435"/>
                  </a:lnTo>
                  <a:lnTo>
                    <a:pt x="1478142" y="2830482"/>
                  </a:lnTo>
                  <a:lnTo>
                    <a:pt x="1430978" y="2832929"/>
                  </a:lnTo>
                  <a:lnTo>
                    <a:pt x="1383410" y="2833751"/>
                  </a:lnTo>
                  <a:lnTo>
                    <a:pt x="1335851" y="2832929"/>
                  </a:lnTo>
                  <a:lnTo>
                    <a:pt x="1288694" y="2830482"/>
                  </a:lnTo>
                  <a:lnTo>
                    <a:pt x="1241966" y="2826435"/>
                  </a:lnTo>
                  <a:lnTo>
                    <a:pt x="1195691" y="2820816"/>
                  </a:lnTo>
                  <a:lnTo>
                    <a:pt x="1149896" y="2813650"/>
                  </a:lnTo>
                  <a:lnTo>
                    <a:pt x="1104606" y="2804964"/>
                  </a:lnTo>
                  <a:lnTo>
                    <a:pt x="1059848" y="2794784"/>
                  </a:lnTo>
                  <a:lnTo>
                    <a:pt x="1015647" y="2783137"/>
                  </a:lnTo>
                  <a:lnTo>
                    <a:pt x="972028" y="2770049"/>
                  </a:lnTo>
                  <a:lnTo>
                    <a:pt x="929018" y="2755547"/>
                  </a:lnTo>
                  <a:lnTo>
                    <a:pt x="886642" y="2739656"/>
                  </a:lnTo>
                  <a:lnTo>
                    <a:pt x="844927" y="2722403"/>
                  </a:lnTo>
                  <a:lnTo>
                    <a:pt x="803897" y="2703815"/>
                  </a:lnTo>
                  <a:lnTo>
                    <a:pt x="763578" y="2683918"/>
                  </a:lnTo>
                  <a:lnTo>
                    <a:pt x="723997" y="2662738"/>
                  </a:lnTo>
                  <a:lnTo>
                    <a:pt x="685179" y="2640301"/>
                  </a:lnTo>
                  <a:lnTo>
                    <a:pt x="647149" y="2616635"/>
                  </a:lnTo>
                  <a:lnTo>
                    <a:pt x="609934" y="2591765"/>
                  </a:lnTo>
                  <a:lnTo>
                    <a:pt x="573560" y="2565718"/>
                  </a:lnTo>
                  <a:lnTo>
                    <a:pt x="538051" y="2538520"/>
                  </a:lnTo>
                  <a:lnTo>
                    <a:pt x="503435" y="2510197"/>
                  </a:lnTo>
                  <a:lnTo>
                    <a:pt x="469736" y="2480776"/>
                  </a:lnTo>
                  <a:lnTo>
                    <a:pt x="436980" y="2450284"/>
                  </a:lnTo>
                  <a:lnTo>
                    <a:pt x="405193" y="2418746"/>
                  </a:lnTo>
                  <a:lnTo>
                    <a:pt x="374401" y="2386190"/>
                  </a:lnTo>
                  <a:lnTo>
                    <a:pt x="344630" y="2352640"/>
                  </a:lnTo>
                  <a:lnTo>
                    <a:pt x="315905" y="2318125"/>
                  </a:lnTo>
                  <a:lnTo>
                    <a:pt x="288252" y="2282669"/>
                  </a:lnTo>
                  <a:lnTo>
                    <a:pt x="261697" y="2246300"/>
                  </a:lnTo>
                  <a:lnTo>
                    <a:pt x="236266" y="2209044"/>
                  </a:lnTo>
                  <a:lnTo>
                    <a:pt x="211984" y="2170928"/>
                  </a:lnTo>
                  <a:lnTo>
                    <a:pt x="188877" y="2131977"/>
                  </a:lnTo>
                  <a:lnTo>
                    <a:pt x="166971" y="2092218"/>
                  </a:lnTo>
                  <a:lnTo>
                    <a:pt x="146291" y="2051677"/>
                  </a:lnTo>
                  <a:lnTo>
                    <a:pt x="126864" y="2010381"/>
                  </a:lnTo>
                  <a:lnTo>
                    <a:pt x="108715" y="1968357"/>
                  </a:lnTo>
                  <a:lnTo>
                    <a:pt x="91871" y="1925629"/>
                  </a:lnTo>
                  <a:lnTo>
                    <a:pt x="76355" y="1882226"/>
                  </a:lnTo>
                  <a:lnTo>
                    <a:pt x="62195" y="1838173"/>
                  </a:lnTo>
                  <a:lnTo>
                    <a:pt x="49417" y="1793497"/>
                  </a:lnTo>
                  <a:lnTo>
                    <a:pt x="38045" y="1748224"/>
                  </a:lnTo>
                  <a:lnTo>
                    <a:pt x="28106" y="1702380"/>
                  </a:lnTo>
                  <a:lnTo>
                    <a:pt x="19625" y="1655992"/>
                  </a:lnTo>
                  <a:lnTo>
                    <a:pt x="12629" y="1609086"/>
                  </a:lnTo>
                  <a:lnTo>
                    <a:pt x="7142" y="1561689"/>
                  </a:lnTo>
                  <a:lnTo>
                    <a:pt x="3191" y="1513826"/>
                  </a:lnTo>
                  <a:lnTo>
                    <a:pt x="802" y="1465525"/>
                  </a:lnTo>
                  <a:lnTo>
                    <a:pt x="0" y="141681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05934" y="3052698"/>
            <a:ext cx="1021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In-</a:t>
            </a:r>
            <a:r>
              <a:rPr sz="1800" spc="-10" dirty="0">
                <a:latin typeface="Calibri"/>
                <a:cs typeface="Calibri"/>
              </a:rPr>
              <a:t>Phase(I)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30526" y="1116584"/>
            <a:ext cx="144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Quadrature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(Q)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52696" y="2053843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2385" y="2053843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01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72385" y="4513834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11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56126" y="4513834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alibri"/>
                <a:cs typeface="Calibri"/>
              </a:rPr>
              <a:t>10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188845" y="2352675"/>
            <a:ext cx="1992630" cy="2070735"/>
            <a:chOff x="2188845" y="2352675"/>
            <a:chExt cx="1992630" cy="2070735"/>
          </a:xfrm>
        </p:grpSpPr>
        <p:sp>
          <p:nvSpPr>
            <p:cNvPr id="24" name="object 24"/>
            <p:cNvSpPr/>
            <p:nvPr/>
          </p:nvSpPr>
          <p:spPr>
            <a:xfrm>
              <a:off x="3072130" y="2450210"/>
              <a:ext cx="219710" cy="1963420"/>
            </a:xfrm>
            <a:custGeom>
              <a:avLst/>
              <a:gdLst/>
              <a:ahLst/>
              <a:cxnLst/>
              <a:rect l="l" t="t" r="r" b="b"/>
              <a:pathLst>
                <a:path w="219710" h="1963420">
                  <a:moveTo>
                    <a:pt x="0" y="0"/>
                  </a:moveTo>
                  <a:lnTo>
                    <a:pt x="216027" y="0"/>
                  </a:lnTo>
                </a:path>
                <a:path w="219710" h="1963420">
                  <a:moveTo>
                    <a:pt x="3428" y="1963420"/>
                  </a:moveTo>
                  <a:lnTo>
                    <a:pt x="219456" y="196342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71950" y="3327146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02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98370" y="3321430"/>
              <a:ext cx="0" cy="216535"/>
            </a:xfrm>
            <a:custGeom>
              <a:avLst/>
              <a:gdLst/>
              <a:ahLst/>
              <a:cxnLst/>
              <a:rect l="l" t="t" r="r" b="b"/>
              <a:pathLst>
                <a:path h="216535">
                  <a:moveTo>
                    <a:pt x="0" y="0"/>
                  </a:moveTo>
                  <a:lnTo>
                    <a:pt x="0" y="21602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1494" y="2352675"/>
              <a:ext cx="213359" cy="17208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358134" y="2325370"/>
            <a:ext cx="4381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2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41978" y="3564128"/>
            <a:ext cx="213360" cy="17208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3928617" y="3536950"/>
            <a:ext cx="4381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2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79063" y="4302252"/>
            <a:ext cx="213360" cy="171958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333115" y="4275201"/>
            <a:ext cx="572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mbria Math"/>
                <a:cs typeface="Cambria Math"/>
              </a:rPr>
              <a:t>−1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9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94508" y="3618738"/>
            <a:ext cx="213360" cy="17208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948433" y="3591814"/>
            <a:ext cx="5727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mbria Math"/>
                <a:cs typeface="Cambria Math"/>
              </a:rPr>
              <a:t>−1</a:t>
            </a:r>
            <a:r>
              <a:rPr sz="2100" baseline="1984" dirty="0">
                <a:latin typeface="Cambria Math"/>
                <a:cs typeface="Cambria Math"/>
              </a:rPr>
              <a:t>Τ</a:t>
            </a:r>
            <a:r>
              <a:rPr sz="2100" spc="179" baseline="1984" dirty="0">
                <a:latin typeface="Cambria Math"/>
                <a:cs typeface="Cambria Math"/>
              </a:rPr>
              <a:t>  </a:t>
            </a:r>
            <a:r>
              <a:rPr sz="1400" spc="-50" dirty="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0411" y="2488310"/>
            <a:ext cx="132715" cy="1899920"/>
          </a:xfrm>
          <a:custGeom>
            <a:avLst/>
            <a:gdLst/>
            <a:ahLst/>
            <a:cxnLst/>
            <a:rect l="l" t="t" r="r" b="b"/>
            <a:pathLst>
              <a:path w="132714" h="1899920">
                <a:moveTo>
                  <a:pt x="66309" y="56691"/>
                </a:moveTo>
                <a:lnTo>
                  <a:pt x="52069" y="81149"/>
                </a:lnTo>
                <a:lnTo>
                  <a:pt x="52069" y="1899665"/>
                </a:lnTo>
                <a:lnTo>
                  <a:pt x="80644" y="1899665"/>
                </a:lnTo>
                <a:lnTo>
                  <a:pt x="80585" y="81149"/>
                </a:lnTo>
                <a:lnTo>
                  <a:pt x="66309" y="56691"/>
                </a:lnTo>
                <a:close/>
              </a:path>
              <a:path w="132714" h="1899920">
                <a:moveTo>
                  <a:pt x="66293" y="0"/>
                </a:moveTo>
                <a:lnTo>
                  <a:pt x="0" y="113664"/>
                </a:lnTo>
                <a:lnTo>
                  <a:pt x="2286" y="122427"/>
                </a:lnTo>
                <a:lnTo>
                  <a:pt x="15875" y="130428"/>
                </a:lnTo>
                <a:lnTo>
                  <a:pt x="24637" y="128142"/>
                </a:lnTo>
                <a:lnTo>
                  <a:pt x="28701" y="121285"/>
                </a:lnTo>
                <a:lnTo>
                  <a:pt x="52010" y="81250"/>
                </a:lnTo>
                <a:lnTo>
                  <a:pt x="52069" y="28321"/>
                </a:lnTo>
                <a:lnTo>
                  <a:pt x="82811" y="28321"/>
                </a:lnTo>
                <a:lnTo>
                  <a:pt x="66293" y="0"/>
                </a:lnTo>
                <a:close/>
              </a:path>
              <a:path w="132714" h="1899920">
                <a:moveTo>
                  <a:pt x="82811" y="28321"/>
                </a:moveTo>
                <a:lnTo>
                  <a:pt x="80644" y="28321"/>
                </a:lnTo>
                <a:lnTo>
                  <a:pt x="80644" y="81250"/>
                </a:lnTo>
                <a:lnTo>
                  <a:pt x="104012" y="121285"/>
                </a:lnTo>
                <a:lnTo>
                  <a:pt x="107950" y="128142"/>
                </a:lnTo>
                <a:lnTo>
                  <a:pt x="116712" y="130428"/>
                </a:lnTo>
                <a:lnTo>
                  <a:pt x="123570" y="126491"/>
                </a:lnTo>
                <a:lnTo>
                  <a:pt x="130301" y="122427"/>
                </a:lnTo>
                <a:lnTo>
                  <a:pt x="132587" y="113664"/>
                </a:lnTo>
                <a:lnTo>
                  <a:pt x="82811" y="28321"/>
                </a:lnTo>
                <a:close/>
              </a:path>
              <a:path w="132714" h="1899920">
                <a:moveTo>
                  <a:pt x="80644" y="35560"/>
                </a:moveTo>
                <a:lnTo>
                  <a:pt x="78612" y="35560"/>
                </a:lnTo>
                <a:lnTo>
                  <a:pt x="66309" y="56691"/>
                </a:lnTo>
                <a:lnTo>
                  <a:pt x="80644" y="81250"/>
                </a:lnTo>
                <a:lnTo>
                  <a:pt x="80644" y="35560"/>
                </a:lnTo>
                <a:close/>
              </a:path>
              <a:path w="132714" h="1899920">
                <a:moveTo>
                  <a:pt x="80644" y="28321"/>
                </a:moveTo>
                <a:lnTo>
                  <a:pt x="52069" y="28321"/>
                </a:lnTo>
                <a:lnTo>
                  <a:pt x="52069" y="81149"/>
                </a:lnTo>
                <a:lnTo>
                  <a:pt x="66309" y="56691"/>
                </a:lnTo>
                <a:lnTo>
                  <a:pt x="53975" y="35560"/>
                </a:lnTo>
                <a:lnTo>
                  <a:pt x="80644" y="35560"/>
                </a:lnTo>
                <a:lnTo>
                  <a:pt x="80644" y="28321"/>
                </a:lnTo>
                <a:close/>
              </a:path>
              <a:path w="132714" h="1899920">
                <a:moveTo>
                  <a:pt x="78612" y="35560"/>
                </a:moveTo>
                <a:lnTo>
                  <a:pt x="53975" y="35560"/>
                </a:lnTo>
                <a:lnTo>
                  <a:pt x="66309" y="56691"/>
                </a:lnTo>
                <a:lnTo>
                  <a:pt x="78612" y="35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94179" y="4187063"/>
            <a:ext cx="2312670" cy="132715"/>
          </a:xfrm>
          <a:custGeom>
            <a:avLst/>
            <a:gdLst/>
            <a:ahLst/>
            <a:cxnLst/>
            <a:rect l="l" t="t" r="r" b="b"/>
            <a:pathLst>
              <a:path w="2312670" h="132714">
                <a:moveTo>
                  <a:pt x="2255516" y="66356"/>
                </a:moveTo>
                <a:lnTo>
                  <a:pt x="2191004" y="104012"/>
                </a:lnTo>
                <a:lnTo>
                  <a:pt x="2184272" y="108076"/>
                </a:lnTo>
                <a:lnTo>
                  <a:pt x="2181986" y="116712"/>
                </a:lnTo>
                <a:lnTo>
                  <a:pt x="2189860" y="130429"/>
                </a:lnTo>
                <a:lnTo>
                  <a:pt x="2198623" y="132714"/>
                </a:lnTo>
                <a:lnTo>
                  <a:pt x="2287925" y="80644"/>
                </a:lnTo>
                <a:lnTo>
                  <a:pt x="2283968" y="80644"/>
                </a:lnTo>
                <a:lnTo>
                  <a:pt x="2283968" y="78739"/>
                </a:lnTo>
                <a:lnTo>
                  <a:pt x="2276729" y="78739"/>
                </a:lnTo>
                <a:lnTo>
                  <a:pt x="2255516" y="66356"/>
                </a:lnTo>
                <a:close/>
              </a:path>
              <a:path w="2312670" h="132714">
                <a:moveTo>
                  <a:pt x="2231044" y="52069"/>
                </a:moveTo>
                <a:lnTo>
                  <a:pt x="0" y="52069"/>
                </a:lnTo>
                <a:lnTo>
                  <a:pt x="0" y="80644"/>
                </a:lnTo>
                <a:lnTo>
                  <a:pt x="2231038" y="80644"/>
                </a:lnTo>
                <a:lnTo>
                  <a:pt x="2255516" y="66356"/>
                </a:lnTo>
                <a:lnTo>
                  <a:pt x="2231044" y="52069"/>
                </a:lnTo>
                <a:close/>
              </a:path>
              <a:path w="2312670" h="132714">
                <a:moveTo>
                  <a:pt x="2287708" y="52069"/>
                </a:moveTo>
                <a:lnTo>
                  <a:pt x="2283968" y="52069"/>
                </a:lnTo>
                <a:lnTo>
                  <a:pt x="2283968" y="80644"/>
                </a:lnTo>
                <a:lnTo>
                  <a:pt x="2287925" y="80644"/>
                </a:lnTo>
                <a:lnTo>
                  <a:pt x="2312288" y="66420"/>
                </a:lnTo>
                <a:lnTo>
                  <a:pt x="2287708" y="52069"/>
                </a:lnTo>
                <a:close/>
              </a:path>
              <a:path w="2312670" h="132714">
                <a:moveTo>
                  <a:pt x="2276729" y="53975"/>
                </a:moveTo>
                <a:lnTo>
                  <a:pt x="2255516" y="66356"/>
                </a:lnTo>
                <a:lnTo>
                  <a:pt x="2276729" y="78739"/>
                </a:lnTo>
                <a:lnTo>
                  <a:pt x="2276729" y="53975"/>
                </a:lnTo>
                <a:close/>
              </a:path>
              <a:path w="2312670" h="132714">
                <a:moveTo>
                  <a:pt x="2283968" y="53975"/>
                </a:moveTo>
                <a:lnTo>
                  <a:pt x="2276729" y="53975"/>
                </a:lnTo>
                <a:lnTo>
                  <a:pt x="2276729" y="78739"/>
                </a:lnTo>
                <a:lnTo>
                  <a:pt x="2283968" y="78739"/>
                </a:lnTo>
                <a:lnTo>
                  <a:pt x="2283968" y="53975"/>
                </a:lnTo>
                <a:close/>
              </a:path>
              <a:path w="2312670" h="132714">
                <a:moveTo>
                  <a:pt x="2198623" y="0"/>
                </a:moveTo>
                <a:lnTo>
                  <a:pt x="2189860" y="2412"/>
                </a:lnTo>
                <a:lnTo>
                  <a:pt x="2185923" y="9143"/>
                </a:lnTo>
                <a:lnTo>
                  <a:pt x="2181986" y="16001"/>
                </a:lnTo>
                <a:lnTo>
                  <a:pt x="2184272" y="24764"/>
                </a:lnTo>
                <a:lnTo>
                  <a:pt x="2255516" y="66356"/>
                </a:lnTo>
                <a:lnTo>
                  <a:pt x="2276729" y="53975"/>
                </a:lnTo>
                <a:lnTo>
                  <a:pt x="2283968" y="53975"/>
                </a:lnTo>
                <a:lnTo>
                  <a:pt x="2283968" y="52069"/>
                </a:lnTo>
                <a:lnTo>
                  <a:pt x="2287708" y="52069"/>
                </a:lnTo>
                <a:lnTo>
                  <a:pt x="21986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00300" y="236385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6721" y="4147820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25011" y="2632836"/>
            <a:ext cx="606425" cy="585470"/>
            <a:chOff x="3525011" y="2632836"/>
            <a:chExt cx="606425" cy="5854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1234" y="2875914"/>
              <a:ext cx="187451" cy="1607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5011" y="3057397"/>
              <a:ext cx="187451" cy="1607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83177" y="2651886"/>
              <a:ext cx="529590" cy="331470"/>
            </a:xfrm>
            <a:custGeom>
              <a:avLst/>
              <a:gdLst/>
              <a:ahLst/>
              <a:cxnLst/>
              <a:rect l="l" t="t" r="r" b="b"/>
              <a:pathLst>
                <a:path w="529589" h="331469">
                  <a:moveTo>
                    <a:pt x="379857" y="155828"/>
                  </a:moveTo>
                  <a:lnTo>
                    <a:pt x="385720" y="131939"/>
                  </a:lnTo>
                  <a:lnTo>
                    <a:pt x="401716" y="112442"/>
                  </a:lnTo>
                  <a:lnTo>
                    <a:pt x="425451" y="99304"/>
                  </a:lnTo>
                  <a:lnTo>
                    <a:pt x="454533" y="94487"/>
                  </a:lnTo>
                  <a:lnTo>
                    <a:pt x="483560" y="99304"/>
                  </a:lnTo>
                  <a:lnTo>
                    <a:pt x="507301" y="112442"/>
                  </a:lnTo>
                  <a:lnTo>
                    <a:pt x="523327" y="131939"/>
                  </a:lnTo>
                  <a:lnTo>
                    <a:pt x="529209" y="155828"/>
                  </a:lnTo>
                  <a:lnTo>
                    <a:pt x="523327" y="179665"/>
                  </a:lnTo>
                  <a:lnTo>
                    <a:pt x="507301" y="199167"/>
                  </a:lnTo>
                  <a:lnTo>
                    <a:pt x="483560" y="212336"/>
                  </a:lnTo>
                  <a:lnTo>
                    <a:pt x="454533" y="217170"/>
                  </a:lnTo>
                  <a:lnTo>
                    <a:pt x="425451" y="212336"/>
                  </a:lnTo>
                  <a:lnTo>
                    <a:pt x="401716" y="199167"/>
                  </a:lnTo>
                  <a:lnTo>
                    <a:pt x="385720" y="179665"/>
                  </a:lnTo>
                  <a:lnTo>
                    <a:pt x="379857" y="155828"/>
                  </a:lnTo>
                  <a:close/>
                </a:path>
                <a:path w="529589" h="331469">
                  <a:moveTo>
                    <a:pt x="0" y="91693"/>
                  </a:moveTo>
                  <a:lnTo>
                    <a:pt x="5863" y="67857"/>
                  </a:lnTo>
                  <a:lnTo>
                    <a:pt x="21859" y="48355"/>
                  </a:lnTo>
                  <a:lnTo>
                    <a:pt x="45594" y="35186"/>
                  </a:lnTo>
                  <a:lnTo>
                    <a:pt x="74675" y="30352"/>
                  </a:lnTo>
                  <a:lnTo>
                    <a:pt x="103757" y="35186"/>
                  </a:lnTo>
                  <a:lnTo>
                    <a:pt x="127492" y="48355"/>
                  </a:lnTo>
                  <a:lnTo>
                    <a:pt x="143488" y="67857"/>
                  </a:lnTo>
                  <a:lnTo>
                    <a:pt x="149351" y="91693"/>
                  </a:lnTo>
                  <a:lnTo>
                    <a:pt x="143488" y="115583"/>
                  </a:lnTo>
                  <a:lnTo>
                    <a:pt x="127492" y="135080"/>
                  </a:lnTo>
                  <a:lnTo>
                    <a:pt x="103757" y="148218"/>
                  </a:lnTo>
                  <a:lnTo>
                    <a:pt x="74675" y="153035"/>
                  </a:lnTo>
                  <a:lnTo>
                    <a:pt x="45594" y="148218"/>
                  </a:lnTo>
                  <a:lnTo>
                    <a:pt x="21859" y="135080"/>
                  </a:lnTo>
                  <a:lnTo>
                    <a:pt x="5863" y="115583"/>
                  </a:lnTo>
                  <a:lnTo>
                    <a:pt x="0" y="91693"/>
                  </a:lnTo>
                  <a:close/>
                </a:path>
                <a:path w="529589" h="331469">
                  <a:moveTo>
                    <a:pt x="193294" y="270001"/>
                  </a:moveTo>
                  <a:lnTo>
                    <a:pt x="199157" y="246112"/>
                  </a:lnTo>
                  <a:lnTo>
                    <a:pt x="215153" y="226615"/>
                  </a:lnTo>
                  <a:lnTo>
                    <a:pt x="238888" y="213477"/>
                  </a:lnTo>
                  <a:lnTo>
                    <a:pt x="267970" y="208661"/>
                  </a:lnTo>
                  <a:lnTo>
                    <a:pt x="297051" y="213477"/>
                  </a:lnTo>
                  <a:lnTo>
                    <a:pt x="320786" y="226615"/>
                  </a:lnTo>
                  <a:lnTo>
                    <a:pt x="336782" y="246112"/>
                  </a:lnTo>
                  <a:lnTo>
                    <a:pt x="342646" y="270001"/>
                  </a:lnTo>
                  <a:lnTo>
                    <a:pt x="336782" y="293891"/>
                  </a:lnTo>
                  <a:lnTo>
                    <a:pt x="320786" y="313388"/>
                  </a:lnTo>
                  <a:lnTo>
                    <a:pt x="297051" y="326526"/>
                  </a:lnTo>
                  <a:lnTo>
                    <a:pt x="267970" y="331342"/>
                  </a:lnTo>
                  <a:lnTo>
                    <a:pt x="238888" y="326526"/>
                  </a:lnTo>
                  <a:lnTo>
                    <a:pt x="215153" y="313388"/>
                  </a:lnTo>
                  <a:lnTo>
                    <a:pt x="199157" y="293891"/>
                  </a:lnTo>
                  <a:lnTo>
                    <a:pt x="193294" y="270001"/>
                  </a:lnTo>
                  <a:close/>
                </a:path>
                <a:path w="529589" h="331469">
                  <a:moveTo>
                    <a:pt x="170307" y="61340"/>
                  </a:moveTo>
                  <a:lnTo>
                    <a:pt x="176170" y="37451"/>
                  </a:lnTo>
                  <a:lnTo>
                    <a:pt x="192166" y="17954"/>
                  </a:lnTo>
                  <a:lnTo>
                    <a:pt x="215901" y="4816"/>
                  </a:lnTo>
                  <a:lnTo>
                    <a:pt x="244983" y="0"/>
                  </a:lnTo>
                  <a:lnTo>
                    <a:pt x="274010" y="4816"/>
                  </a:lnTo>
                  <a:lnTo>
                    <a:pt x="297751" y="17954"/>
                  </a:lnTo>
                  <a:lnTo>
                    <a:pt x="313777" y="37451"/>
                  </a:lnTo>
                  <a:lnTo>
                    <a:pt x="319659" y="61340"/>
                  </a:lnTo>
                  <a:lnTo>
                    <a:pt x="313777" y="85230"/>
                  </a:lnTo>
                  <a:lnTo>
                    <a:pt x="297751" y="104727"/>
                  </a:lnTo>
                  <a:lnTo>
                    <a:pt x="274010" y="117865"/>
                  </a:lnTo>
                  <a:lnTo>
                    <a:pt x="244983" y="122682"/>
                  </a:lnTo>
                  <a:lnTo>
                    <a:pt x="215901" y="117865"/>
                  </a:lnTo>
                  <a:lnTo>
                    <a:pt x="192166" y="104727"/>
                  </a:lnTo>
                  <a:lnTo>
                    <a:pt x="176170" y="85230"/>
                  </a:lnTo>
                  <a:lnTo>
                    <a:pt x="170307" y="613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2097" y="3037712"/>
              <a:ext cx="187451" cy="16078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402141" y="2751264"/>
            <a:ext cx="544195" cy="630555"/>
            <a:chOff x="2402141" y="2751264"/>
            <a:chExt cx="544195" cy="63055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3964" y="2782887"/>
              <a:ext cx="181991" cy="16637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45473" y="2973387"/>
              <a:ext cx="182118" cy="16624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0444" y="2751264"/>
              <a:ext cx="182118" cy="16624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2141" y="3010598"/>
              <a:ext cx="181990" cy="16624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2613" y="3215576"/>
              <a:ext cx="181991" cy="166243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2902457" y="3674236"/>
            <a:ext cx="412115" cy="389255"/>
          </a:xfrm>
          <a:custGeom>
            <a:avLst/>
            <a:gdLst/>
            <a:ahLst/>
            <a:cxnLst/>
            <a:rect l="l" t="t" r="r" b="b"/>
            <a:pathLst>
              <a:path w="412114" h="389254">
                <a:moveTo>
                  <a:pt x="72009" y="143890"/>
                </a:moveTo>
                <a:lnTo>
                  <a:pt x="144018" y="0"/>
                </a:lnTo>
                <a:lnTo>
                  <a:pt x="216027" y="143890"/>
                </a:lnTo>
                <a:lnTo>
                  <a:pt x="72009" y="143890"/>
                </a:lnTo>
                <a:close/>
              </a:path>
              <a:path w="412114" h="389254">
                <a:moveTo>
                  <a:pt x="267589" y="349757"/>
                </a:moveTo>
                <a:lnTo>
                  <a:pt x="339598" y="205867"/>
                </a:lnTo>
                <a:lnTo>
                  <a:pt x="411606" y="349757"/>
                </a:lnTo>
                <a:lnTo>
                  <a:pt x="267589" y="349757"/>
                </a:lnTo>
                <a:close/>
              </a:path>
              <a:path w="412114" h="389254">
                <a:moveTo>
                  <a:pt x="0" y="388746"/>
                </a:moveTo>
                <a:lnTo>
                  <a:pt x="72009" y="244729"/>
                </a:lnTo>
                <a:lnTo>
                  <a:pt x="144018" y="388746"/>
                </a:lnTo>
                <a:lnTo>
                  <a:pt x="0" y="38874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55771" y="3621404"/>
            <a:ext cx="328930" cy="347980"/>
          </a:xfrm>
          <a:custGeom>
            <a:avLst/>
            <a:gdLst/>
            <a:ahLst/>
            <a:cxnLst/>
            <a:rect l="l" t="t" r="r" b="b"/>
            <a:pathLst>
              <a:path w="328929" h="347979">
                <a:moveTo>
                  <a:pt x="0" y="143891"/>
                </a:moveTo>
                <a:lnTo>
                  <a:pt x="72008" y="0"/>
                </a:lnTo>
                <a:lnTo>
                  <a:pt x="144017" y="143891"/>
                </a:lnTo>
                <a:lnTo>
                  <a:pt x="0" y="143891"/>
                </a:lnTo>
                <a:close/>
              </a:path>
              <a:path w="328929" h="347979">
                <a:moveTo>
                  <a:pt x="184912" y="347726"/>
                </a:moveTo>
                <a:lnTo>
                  <a:pt x="256920" y="203835"/>
                </a:lnTo>
                <a:lnTo>
                  <a:pt x="328929" y="347726"/>
                </a:lnTo>
                <a:lnTo>
                  <a:pt x="184912" y="34772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571868" y="4795011"/>
            <a:ext cx="2312670" cy="1899920"/>
            <a:chOff x="6571868" y="4795011"/>
            <a:chExt cx="2312670" cy="1899920"/>
          </a:xfrm>
        </p:grpSpPr>
        <p:sp>
          <p:nvSpPr>
            <p:cNvPr id="20" name="object 20"/>
            <p:cNvSpPr/>
            <p:nvPr/>
          </p:nvSpPr>
          <p:spPr>
            <a:xfrm>
              <a:off x="6571868" y="4795011"/>
              <a:ext cx="2312670" cy="1899920"/>
            </a:xfrm>
            <a:custGeom>
              <a:avLst/>
              <a:gdLst/>
              <a:ahLst/>
              <a:cxnLst/>
              <a:rect l="l" t="t" r="r" b="b"/>
              <a:pathLst>
                <a:path w="2312670" h="1899920">
                  <a:moveTo>
                    <a:pt x="2312289" y="1765160"/>
                  </a:moveTo>
                  <a:lnTo>
                    <a:pt x="2287778" y="1750872"/>
                  </a:lnTo>
                  <a:lnTo>
                    <a:pt x="2198624" y="1698840"/>
                  </a:lnTo>
                  <a:lnTo>
                    <a:pt x="2189861" y="1701139"/>
                  </a:lnTo>
                  <a:lnTo>
                    <a:pt x="2185924" y="1707959"/>
                  </a:lnTo>
                  <a:lnTo>
                    <a:pt x="2181860" y="1714779"/>
                  </a:lnTo>
                  <a:lnTo>
                    <a:pt x="2184146" y="1723517"/>
                  </a:lnTo>
                  <a:lnTo>
                    <a:pt x="2231072" y="1750872"/>
                  </a:lnTo>
                  <a:lnTo>
                    <a:pt x="2255583" y="1765160"/>
                  </a:lnTo>
                  <a:lnTo>
                    <a:pt x="2231072" y="1750872"/>
                  </a:lnTo>
                  <a:lnTo>
                    <a:pt x="166751" y="1750872"/>
                  </a:lnTo>
                  <a:lnTo>
                    <a:pt x="166751" y="81254"/>
                  </a:lnTo>
                  <a:lnTo>
                    <a:pt x="190119" y="121285"/>
                  </a:lnTo>
                  <a:lnTo>
                    <a:pt x="194183" y="128143"/>
                  </a:lnTo>
                  <a:lnTo>
                    <a:pt x="202819" y="130429"/>
                  </a:lnTo>
                  <a:lnTo>
                    <a:pt x="209677" y="126492"/>
                  </a:lnTo>
                  <a:lnTo>
                    <a:pt x="216535" y="122428"/>
                  </a:lnTo>
                  <a:lnTo>
                    <a:pt x="218821" y="113792"/>
                  </a:lnTo>
                  <a:lnTo>
                    <a:pt x="214884" y="106934"/>
                  </a:lnTo>
                  <a:lnTo>
                    <a:pt x="169113" y="28448"/>
                  </a:lnTo>
                  <a:lnTo>
                    <a:pt x="152527" y="0"/>
                  </a:lnTo>
                  <a:lnTo>
                    <a:pt x="90170" y="106934"/>
                  </a:lnTo>
                  <a:lnTo>
                    <a:pt x="86106" y="113792"/>
                  </a:lnTo>
                  <a:lnTo>
                    <a:pt x="88519" y="122428"/>
                  </a:lnTo>
                  <a:lnTo>
                    <a:pt x="95250" y="126492"/>
                  </a:lnTo>
                  <a:lnTo>
                    <a:pt x="102108" y="130429"/>
                  </a:lnTo>
                  <a:lnTo>
                    <a:pt x="110871" y="128143"/>
                  </a:lnTo>
                  <a:lnTo>
                    <a:pt x="114808" y="121285"/>
                  </a:lnTo>
                  <a:lnTo>
                    <a:pt x="138176" y="81254"/>
                  </a:lnTo>
                  <a:lnTo>
                    <a:pt x="138176" y="1750872"/>
                  </a:lnTo>
                  <a:lnTo>
                    <a:pt x="0" y="1750872"/>
                  </a:lnTo>
                  <a:lnTo>
                    <a:pt x="0" y="1779447"/>
                  </a:lnTo>
                  <a:lnTo>
                    <a:pt x="138176" y="1779447"/>
                  </a:lnTo>
                  <a:lnTo>
                    <a:pt x="138176" y="1899742"/>
                  </a:lnTo>
                  <a:lnTo>
                    <a:pt x="166751" y="1899742"/>
                  </a:lnTo>
                  <a:lnTo>
                    <a:pt x="166751" y="1779447"/>
                  </a:lnTo>
                  <a:lnTo>
                    <a:pt x="2231072" y="1779447"/>
                  </a:lnTo>
                  <a:lnTo>
                    <a:pt x="2184146" y="1806803"/>
                  </a:lnTo>
                  <a:lnTo>
                    <a:pt x="2181860" y="1815553"/>
                  </a:lnTo>
                  <a:lnTo>
                    <a:pt x="2185924" y="1822373"/>
                  </a:lnTo>
                  <a:lnTo>
                    <a:pt x="2189861" y="1829181"/>
                  </a:lnTo>
                  <a:lnTo>
                    <a:pt x="2198624" y="1831492"/>
                  </a:lnTo>
                  <a:lnTo>
                    <a:pt x="2287778" y="1779447"/>
                  </a:lnTo>
                  <a:lnTo>
                    <a:pt x="2312289" y="1765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08797" y="5182615"/>
              <a:ext cx="187451" cy="1609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2574" y="5364098"/>
              <a:ext cx="187451" cy="16078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960740" y="4989067"/>
              <a:ext cx="529590" cy="300990"/>
            </a:xfrm>
            <a:custGeom>
              <a:avLst/>
              <a:gdLst/>
              <a:ahLst/>
              <a:cxnLst/>
              <a:rect l="l" t="t" r="r" b="b"/>
              <a:pathLst>
                <a:path w="529590" h="300989">
                  <a:moveTo>
                    <a:pt x="379856" y="125348"/>
                  </a:moveTo>
                  <a:lnTo>
                    <a:pt x="385738" y="101459"/>
                  </a:lnTo>
                  <a:lnTo>
                    <a:pt x="401764" y="81962"/>
                  </a:lnTo>
                  <a:lnTo>
                    <a:pt x="425505" y="68824"/>
                  </a:lnTo>
                  <a:lnTo>
                    <a:pt x="454532" y="64007"/>
                  </a:lnTo>
                  <a:lnTo>
                    <a:pt x="483614" y="68824"/>
                  </a:lnTo>
                  <a:lnTo>
                    <a:pt x="507349" y="81962"/>
                  </a:lnTo>
                  <a:lnTo>
                    <a:pt x="523345" y="101459"/>
                  </a:lnTo>
                  <a:lnTo>
                    <a:pt x="529208" y="125348"/>
                  </a:lnTo>
                  <a:lnTo>
                    <a:pt x="523345" y="149238"/>
                  </a:lnTo>
                  <a:lnTo>
                    <a:pt x="507349" y="168735"/>
                  </a:lnTo>
                  <a:lnTo>
                    <a:pt x="483614" y="181873"/>
                  </a:lnTo>
                  <a:lnTo>
                    <a:pt x="454532" y="186689"/>
                  </a:lnTo>
                  <a:lnTo>
                    <a:pt x="425505" y="181873"/>
                  </a:lnTo>
                  <a:lnTo>
                    <a:pt x="401764" y="168735"/>
                  </a:lnTo>
                  <a:lnTo>
                    <a:pt x="385738" y="149238"/>
                  </a:lnTo>
                  <a:lnTo>
                    <a:pt x="379856" y="125348"/>
                  </a:lnTo>
                  <a:close/>
                </a:path>
                <a:path w="529590" h="300989">
                  <a:moveTo>
                    <a:pt x="0" y="61340"/>
                  </a:moveTo>
                  <a:lnTo>
                    <a:pt x="5881" y="37451"/>
                  </a:lnTo>
                  <a:lnTo>
                    <a:pt x="21907" y="17954"/>
                  </a:lnTo>
                  <a:lnTo>
                    <a:pt x="45648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0"/>
                  </a:lnTo>
                  <a:lnTo>
                    <a:pt x="143488" y="85177"/>
                  </a:lnTo>
                  <a:lnTo>
                    <a:pt x="127492" y="104679"/>
                  </a:lnTo>
                  <a:lnTo>
                    <a:pt x="103757" y="117848"/>
                  </a:lnTo>
                  <a:lnTo>
                    <a:pt x="74675" y="122681"/>
                  </a:lnTo>
                  <a:lnTo>
                    <a:pt x="45648" y="117848"/>
                  </a:lnTo>
                  <a:lnTo>
                    <a:pt x="21907" y="104679"/>
                  </a:lnTo>
                  <a:lnTo>
                    <a:pt x="5881" y="85177"/>
                  </a:lnTo>
                  <a:lnTo>
                    <a:pt x="0" y="61340"/>
                  </a:lnTo>
                  <a:close/>
                </a:path>
                <a:path w="529590" h="300989">
                  <a:moveTo>
                    <a:pt x="193420" y="239648"/>
                  </a:moveTo>
                  <a:lnTo>
                    <a:pt x="199284" y="215739"/>
                  </a:lnTo>
                  <a:lnTo>
                    <a:pt x="215280" y="196199"/>
                  </a:lnTo>
                  <a:lnTo>
                    <a:pt x="239015" y="183016"/>
                  </a:lnTo>
                  <a:lnTo>
                    <a:pt x="268097" y="178180"/>
                  </a:lnTo>
                  <a:lnTo>
                    <a:pt x="297124" y="183016"/>
                  </a:lnTo>
                  <a:lnTo>
                    <a:pt x="320865" y="196199"/>
                  </a:lnTo>
                  <a:lnTo>
                    <a:pt x="336891" y="215739"/>
                  </a:lnTo>
                  <a:lnTo>
                    <a:pt x="342773" y="239648"/>
                  </a:lnTo>
                  <a:lnTo>
                    <a:pt x="336891" y="263485"/>
                  </a:lnTo>
                  <a:lnTo>
                    <a:pt x="320865" y="282987"/>
                  </a:lnTo>
                  <a:lnTo>
                    <a:pt x="297124" y="296156"/>
                  </a:lnTo>
                  <a:lnTo>
                    <a:pt x="268097" y="300989"/>
                  </a:lnTo>
                  <a:lnTo>
                    <a:pt x="239015" y="296156"/>
                  </a:lnTo>
                  <a:lnTo>
                    <a:pt x="215280" y="282987"/>
                  </a:lnTo>
                  <a:lnTo>
                    <a:pt x="199284" y="263485"/>
                  </a:lnTo>
                  <a:lnTo>
                    <a:pt x="193420" y="239648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1527" y="5089715"/>
              <a:ext cx="182117" cy="1662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23163" y="5280088"/>
              <a:ext cx="181991" cy="1663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18134" y="5057965"/>
              <a:ext cx="181991" cy="16637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79704" y="5317299"/>
              <a:ext cx="182117" cy="16624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00176" y="5522277"/>
              <a:ext cx="182117" cy="16629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31047" y="4958587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89">
                  <a:moveTo>
                    <a:pt x="0" y="61341"/>
                  </a:moveTo>
                  <a:lnTo>
                    <a:pt x="5881" y="37504"/>
                  </a:lnTo>
                  <a:lnTo>
                    <a:pt x="21907" y="18002"/>
                  </a:lnTo>
                  <a:lnTo>
                    <a:pt x="45648" y="4833"/>
                  </a:lnTo>
                  <a:lnTo>
                    <a:pt x="74675" y="0"/>
                  </a:lnTo>
                  <a:lnTo>
                    <a:pt x="103757" y="4833"/>
                  </a:lnTo>
                  <a:lnTo>
                    <a:pt x="127492" y="18002"/>
                  </a:lnTo>
                  <a:lnTo>
                    <a:pt x="143488" y="37504"/>
                  </a:lnTo>
                  <a:lnTo>
                    <a:pt x="149351" y="61341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1"/>
                  </a:lnTo>
                  <a:lnTo>
                    <a:pt x="45648" y="117865"/>
                  </a:lnTo>
                  <a:lnTo>
                    <a:pt x="21907" y="104727"/>
                  </a:lnTo>
                  <a:lnTo>
                    <a:pt x="5881" y="85230"/>
                  </a:lnTo>
                  <a:lnTo>
                    <a:pt x="0" y="61341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09787" y="5344413"/>
              <a:ext cx="187451" cy="16078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280020" y="5928080"/>
              <a:ext cx="682625" cy="441959"/>
            </a:xfrm>
            <a:custGeom>
              <a:avLst/>
              <a:gdLst/>
              <a:ahLst/>
              <a:cxnLst/>
              <a:rect l="l" t="t" r="r" b="b"/>
              <a:pathLst>
                <a:path w="682625" h="441960">
                  <a:moveTo>
                    <a:pt x="72008" y="196837"/>
                  </a:moveTo>
                  <a:lnTo>
                    <a:pt x="144018" y="52831"/>
                  </a:lnTo>
                  <a:lnTo>
                    <a:pt x="216026" y="196837"/>
                  </a:lnTo>
                  <a:lnTo>
                    <a:pt x="72008" y="196837"/>
                  </a:lnTo>
                  <a:close/>
                </a:path>
                <a:path w="682625" h="441960">
                  <a:moveTo>
                    <a:pt x="353313" y="143992"/>
                  </a:moveTo>
                  <a:lnTo>
                    <a:pt x="425323" y="0"/>
                  </a:lnTo>
                  <a:lnTo>
                    <a:pt x="497331" y="143992"/>
                  </a:lnTo>
                  <a:lnTo>
                    <a:pt x="353313" y="143992"/>
                  </a:lnTo>
                  <a:close/>
                </a:path>
                <a:path w="682625" h="441960">
                  <a:moveTo>
                    <a:pt x="267715" y="402691"/>
                  </a:moveTo>
                  <a:lnTo>
                    <a:pt x="339725" y="258698"/>
                  </a:lnTo>
                  <a:lnTo>
                    <a:pt x="411733" y="402691"/>
                  </a:lnTo>
                  <a:lnTo>
                    <a:pt x="267715" y="402691"/>
                  </a:lnTo>
                  <a:close/>
                </a:path>
                <a:path w="682625" h="441960">
                  <a:moveTo>
                    <a:pt x="0" y="441617"/>
                  </a:moveTo>
                  <a:lnTo>
                    <a:pt x="72008" y="297624"/>
                  </a:lnTo>
                  <a:lnTo>
                    <a:pt x="144018" y="441617"/>
                  </a:lnTo>
                  <a:lnTo>
                    <a:pt x="0" y="441617"/>
                  </a:lnTo>
                  <a:close/>
                </a:path>
                <a:path w="682625" h="441960">
                  <a:moveTo>
                    <a:pt x="538352" y="347840"/>
                  </a:moveTo>
                  <a:lnTo>
                    <a:pt x="610361" y="203834"/>
                  </a:lnTo>
                  <a:lnTo>
                    <a:pt x="682371" y="347840"/>
                  </a:lnTo>
                  <a:lnTo>
                    <a:pt x="538352" y="347840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34174" y="5484494"/>
              <a:ext cx="2068195" cy="546100"/>
            </a:xfrm>
            <a:custGeom>
              <a:avLst/>
              <a:gdLst/>
              <a:ahLst/>
              <a:cxnLst/>
              <a:rect l="l" t="t" r="r" b="b"/>
              <a:pathLst>
                <a:path w="2068195" h="546100">
                  <a:moveTo>
                    <a:pt x="0" y="545541"/>
                  </a:moveTo>
                  <a:lnTo>
                    <a:pt x="2068068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6543675" y="2592831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046"/>
                </a:moveTo>
                <a:lnTo>
                  <a:pt x="2287892" y="1750822"/>
                </a:lnTo>
                <a:lnTo>
                  <a:pt x="2198624" y="1698752"/>
                </a:lnTo>
                <a:lnTo>
                  <a:pt x="2189861" y="1701038"/>
                </a:lnTo>
                <a:lnTo>
                  <a:pt x="2185797" y="1707896"/>
                </a:lnTo>
                <a:lnTo>
                  <a:pt x="2181860" y="1714627"/>
                </a:lnTo>
                <a:lnTo>
                  <a:pt x="2184146" y="1723390"/>
                </a:lnTo>
                <a:lnTo>
                  <a:pt x="2191004" y="1727454"/>
                </a:lnTo>
                <a:lnTo>
                  <a:pt x="2231123" y="1750822"/>
                </a:lnTo>
                <a:lnTo>
                  <a:pt x="166738" y="1750822"/>
                </a:lnTo>
                <a:lnTo>
                  <a:pt x="166738" y="81254"/>
                </a:lnTo>
                <a:lnTo>
                  <a:pt x="190119" y="121285"/>
                </a:lnTo>
                <a:lnTo>
                  <a:pt x="194183" y="128016"/>
                </a:lnTo>
                <a:lnTo>
                  <a:pt x="202819" y="130302"/>
                </a:lnTo>
                <a:lnTo>
                  <a:pt x="216535" y="122428"/>
                </a:lnTo>
                <a:lnTo>
                  <a:pt x="218821" y="113665"/>
                </a:lnTo>
                <a:lnTo>
                  <a:pt x="214884" y="106807"/>
                </a:lnTo>
                <a:lnTo>
                  <a:pt x="169049" y="28321"/>
                </a:lnTo>
                <a:lnTo>
                  <a:pt x="152527" y="0"/>
                </a:lnTo>
                <a:lnTo>
                  <a:pt x="90170" y="106807"/>
                </a:lnTo>
                <a:lnTo>
                  <a:pt x="86106" y="113665"/>
                </a:lnTo>
                <a:lnTo>
                  <a:pt x="88519" y="122428"/>
                </a:lnTo>
                <a:lnTo>
                  <a:pt x="95250" y="126365"/>
                </a:lnTo>
                <a:lnTo>
                  <a:pt x="102095" y="130302"/>
                </a:lnTo>
                <a:lnTo>
                  <a:pt x="110871" y="128016"/>
                </a:lnTo>
                <a:lnTo>
                  <a:pt x="138163" y="81254"/>
                </a:lnTo>
                <a:lnTo>
                  <a:pt x="138176" y="28321"/>
                </a:lnTo>
                <a:lnTo>
                  <a:pt x="138176" y="81254"/>
                </a:lnTo>
                <a:lnTo>
                  <a:pt x="138176" y="1750822"/>
                </a:lnTo>
                <a:lnTo>
                  <a:pt x="0" y="1750822"/>
                </a:lnTo>
                <a:lnTo>
                  <a:pt x="0" y="1779397"/>
                </a:lnTo>
                <a:lnTo>
                  <a:pt x="138176" y="1779397"/>
                </a:lnTo>
                <a:lnTo>
                  <a:pt x="138176" y="1899666"/>
                </a:lnTo>
                <a:lnTo>
                  <a:pt x="166751" y="1899666"/>
                </a:lnTo>
                <a:lnTo>
                  <a:pt x="166738" y="1779397"/>
                </a:lnTo>
                <a:lnTo>
                  <a:pt x="2231009" y="1779397"/>
                </a:lnTo>
                <a:lnTo>
                  <a:pt x="2184146" y="1806702"/>
                </a:lnTo>
                <a:lnTo>
                  <a:pt x="2181860" y="1815465"/>
                </a:lnTo>
                <a:lnTo>
                  <a:pt x="2185797" y="1822323"/>
                </a:lnTo>
                <a:lnTo>
                  <a:pt x="2189861" y="1829054"/>
                </a:lnTo>
                <a:lnTo>
                  <a:pt x="2198624" y="1831340"/>
                </a:lnTo>
                <a:lnTo>
                  <a:pt x="2287676" y="1779397"/>
                </a:lnTo>
                <a:lnTo>
                  <a:pt x="2312289" y="17650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750431" y="246837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56598" y="425234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751510" y="2711450"/>
            <a:ext cx="1729739" cy="1668780"/>
            <a:chOff x="6751510" y="2711450"/>
            <a:chExt cx="1729739" cy="1668780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0603" y="2980436"/>
              <a:ext cx="187451" cy="16078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4380" y="3161791"/>
              <a:ext cx="187451" cy="16090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932546" y="2786760"/>
              <a:ext cx="529590" cy="300990"/>
            </a:xfrm>
            <a:custGeom>
              <a:avLst/>
              <a:gdLst/>
              <a:ahLst/>
              <a:cxnLst/>
              <a:rect l="l" t="t" r="r" b="b"/>
              <a:pathLst>
                <a:path w="529590" h="300989">
                  <a:moveTo>
                    <a:pt x="379856" y="125349"/>
                  </a:moveTo>
                  <a:lnTo>
                    <a:pt x="385738" y="101459"/>
                  </a:lnTo>
                  <a:lnTo>
                    <a:pt x="401764" y="81962"/>
                  </a:lnTo>
                  <a:lnTo>
                    <a:pt x="425505" y="68824"/>
                  </a:lnTo>
                  <a:lnTo>
                    <a:pt x="454532" y="64008"/>
                  </a:lnTo>
                  <a:lnTo>
                    <a:pt x="483614" y="68824"/>
                  </a:lnTo>
                  <a:lnTo>
                    <a:pt x="507349" y="81962"/>
                  </a:lnTo>
                  <a:lnTo>
                    <a:pt x="523345" y="101459"/>
                  </a:lnTo>
                  <a:lnTo>
                    <a:pt x="529208" y="125349"/>
                  </a:lnTo>
                  <a:lnTo>
                    <a:pt x="523345" y="149238"/>
                  </a:lnTo>
                  <a:lnTo>
                    <a:pt x="507349" y="168735"/>
                  </a:lnTo>
                  <a:lnTo>
                    <a:pt x="483614" y="181873"/>
                  </a:lnTo>
                  <a:lnTo>
                    <a:pt x="454532" y="186689"/>
                  </a:lnTo>
                  <a:lnTo>
                    <a:pt x="425505" y="181873"/>
                  </a:lnTo>
                  <a:lnTo>
                    <a:pt x="401764" y="168735"/>
                  </a:lnTo>
                  <a:lnTo>
                    <a:pt x="385738" y="149238"/>
                  </a:lnTo>
                  <a:lnTo>
                    <a:pt x="379856" y="125349"/>
                  </a:lnTo>
                  <a:close/>
                </a:path>
                <a:path w="529590" h="300989">
                  <a:moveTo>
                    <a:pt x="0" y="61340"/>
                  </a:moveTo>
                  <a:lnTo>
                    <a:pt x="5881" y="37451"/>
                  </a:lnTo>
                  <a:lnTo>
                    <a:pt x="21907" y="17954"/>
                  </a:lnTo>
                  <a:lnTo>
                    <a:pt x="45648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0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1"/>
                  </a:lnTo>
                  <a:lnTo>
                    <a:pt x="45648" y="117865"/>
                  </a:lnTo>
                  <a:lnTo>
                    <a:pt x="21907" y="104727"/>
                  </a:lnTo>
                  <a:lnTo>
                    <a:pt x="5881" y="85230"/>
                  </a:lnTo>
                  <a:lnTo>
                    <a:pt x="0" y="61340"/>
                  </a:lnTo>
                  <a:close/>
                </a:path>
                <a:path w="529590" h="300989">
                  <a:moveTo>
                    <a:pt x="193421" y="239649"/>
                  </a:moveTo>
                  <a:lnTo>
                    <a:pt x="199284" y="215759"/>
                  </a:lnTo>
                  <a:lnTo>
                    <a:pt x="215280" y="196262"/>
                  </a:lnTo>
                  <a:lnTo>
                    <a:pt x="239015" y="183124"/>
                  </a:lnTo>
                  <a:lnTo>
                    <a:pt x="268097" y="178308"/>
                  </a:lnTo>
                  <a:lnTo>
                    <a:pt x="297124" y="183124"/>
                  </a:lnTo>
                  <a:lnTo>
                    <a:pt x="320865" y="196262"/>
                  </a:lnTo>
                  <a:lnTo>
                    <a:pt x="336891" y="215759"/>
                  </a:lnTo>
                  <a:lnTo>
                    <a:pt x="342773" y="239649"/>
                  </a:lnTo>
                  <a:lnTo>
                    <a:pt x="336891" y="263538"/>
                  </a:lnTo>
                  <a:lnTo>
                    <a:pt x="320865" y="283035"/>
                  </a:lnTo>
                  <a:lnTo>
                    <a:pt x="297124" y="296173"/>
                  </a:lnTo>
                  <a:lnTo>
                    <a:pt x="268097" y="300989"/>
                  </a:lnTo>
                  <a:lnTo>
                    <a:pt x="239015" y="296173"/>
                  </a:lnTo>
                  <a:lnTo>
                    <a:pt x="215280" y="283035"/>
                  </a:lnTo>
                  <a:lnTo>
                    <a:pt x="199284" y="263538"/>
                  </a:lnTo>
                  <a:lnTo>
                    <a:pt x="193421" y="239649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13333" y="2887408"/>
              <a:ext cx="182118" cy="16624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94969" y="3077908"/>
              <a:ext cx="181991" cy="16624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89940" y="2855785"/>
              <a:ext cx="181991" cy="16624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51510" y="3114992"/>
              <a:ext cx="182118" cy="16624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71982" y="3319970"/>
              <a:ext cx="182118" cy="16636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102853" y="2756407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89">
                  <a:moveTo>
                    <a:pt x="0" y="61340"/>
                  </a:moveTo>
                  <a:lnTo>
                    <a:pt x="5881" y="37451"/>
                  </a:lnTo>
                  <a:lnTo>
                    <a:pt x="21907" y="17954"/>
                  </a:lnTo>
                  <a:lnTo>
                    <a:pt x="45648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0"/>
                  </a:lnTo>
                  <a:lnTo>
                    <a:pt x="143488" y="85177"/>
                  </a:lnTo>
                  <a:lnTo>
                    <a:pt x="127492" y="104679"/>
                  </a:lnTo>
                  <a:lnTo>
                    <a:pt x="103757" y="117848"/>
                  </a:lnTo>
                  <a:lnTo>
                    <a:pt x="74675" y="122681"/>
                  </a:lnTo>
                  <a:lnTo>
                    <a:pt x="45648" y="117848"/>
                  </a:lnTo>
                  <a:lnTo>
                    <a:pt x="21907" y="104679"/>
                  </a:lnTo>
                  <a:lnTo>
                    <a:pt x="5881" y="85177"/>
                  </a:lnTo>
                  <a:lnTo>
                    <a:pt x="0" y="613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181593" y="3142106"/>
              <a:ext cx="187451" cy="16090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251826" y="3725799"/>
              <a:ext cx="682625" cy="441959"/>
            </a:xfrm>
            <a:custGeom>
              <a:avLst/>
              <a:gdLst/>
              <a:ahLst/>
              <a:cxnLst/>
              <a:rect l="l" t="t" r="r" b="b"/>
              <a:pathLst>
                <a:path w="682625" h="441960">
                  <a:moveTo>
                    <a:pt x="72008" y="196850"/>
                  </a:moveTo>
                  <a:lnTo>
                    <a:pt x="144018" y="52831"/>
                  </a:lnTo>
                  <a:lnTo>
                    <a:pt x="216026" y="196850"/>
                  </a:lnTo>
                  <a:lnTo>
                    <a:pt x="72008" y="196850"/>
                  </a:lnTo>
                  <a:close/>
                </a:path>
                <a:path w="682625" h="441960">
                  <a:moveTo>
                    <a:pt x="353314" y="144018"/>
                  </a:moveTo>
                  <a:lnTo>
                    <a:pt x="425323" y="0"/>
                  </a:lnTo>
                  <a:lnTo>
                    <a:pt x="497331" y="144018"/>
                  </a:lnTo>
                  <a:lnTo>
                    <a:pt x="353314" y="144018"/>
                  </a:lnTo>
                  <a:close/>
                </a:path>
                <a:path w="682625" h="441960">
                  <a:moveTo>
                    <a:pt x="267716" y="402717"/>
                  </a:moveTo>
                  <a:lnTo>
                    <a:pt x="339725" y="258699"/>
                  </a:lnTo>
                  <a:lnTo>
                    <a:pt x="411733" y="402717"/>
                  </a:lnTo>
                  <a:lnTo>
                    <a:pt x="267716" y="402717"/>
                  </a:lnTo>
                  <a:close/>
                </a:path>
                <a:path w="682625" h="441960">
                  <a:moveTo>
                    <a:pt x="0" y="441578"/>
                  </a:moveTo>
                  <a:lnTo>
                    <a:pt x="72008" y="297688"/>
                  </a:lnTo>
                  <a:lnTo>
                    <a:pt x="144018" y="441578"/>
                  </a:lnTo>
                  <a:lnTo>
                    <a:pt x="0" y="441578"/>
                  </a:lnTo>
                  <a:close/>
                </a:path>
                <a:path w="682625" h="441960">
                  <a:moveTo>
                    <a:pt x="538352" y="347852"/>
                  </a:moveTo>
                  <a:lnTo>
                    <a:pt x="610362" y="203834"/>
                  </a:lnTo>
                  <a:lnTo>
                    <a:pt x="682371" y="347852"/>
                  </a:lnTo>
                  <a:lnTo>
                    <a:pt x="538352" y="347852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00848" y="2714625"/>
              <a:ext cx="1100455" cy="1662430"/>
            </a:xfrm>
            <a:custGeom>
              <a:avLst/>
              <a:gdLst/>
              <a:ahLst/>
              <a:cxnLst/>
              <a:rect l="l" t="t" r="r" b="b"/>
              <a:pathLst>
                <a:path w="1100454" h="1662429">
                  <a:moveTo>
                    <a:pt x="0" y="0"/>
                  </a:moveTo>
                  <a:lnTo>
                    <a:pt x="1100201" y="1661922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6543675" y="332879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160"/>
                </a:moveTo>
                <a:lnTo>
                  <a:pt x="2287676" y="1750809"/>
                </a:lnTo>
                <a:lnTo>
                  <a:pt x="2205355" y="1702803"/>
                </a:lnTo>
                <a:lnTo>
                  <a:pt x="2198624" y="1698739"/>
                </a:lnTo>
                <a:lnTo>
                  <a:pt x="2189861" y="1701152"/>
                </a:lnTo>
                <a:lnTo>
                  <a:pt x="2185797" y="1707883"/>
                </a:lnTo>
                <a:lnTo>
                  <a:pt x="2181860" y="1714741"/>
                </a:lnTo>
                <a:lnTo>
                  <a:pt x="2184146" y="1723504"/>
                </a:lnTo>
                <a:lnTo>
                  <a:pt x="2230983" y="1750809"/>
                </a:lnTo>
                <a:lnTo>
                  <a:pt x="166751" y="1750809"/>
                </a:lnTo>
                <a:lnTo>
                  <a:pt x="166751" y="81241"/>
                </a:lnTo>
                <a:lnTo>
                  <a:pt x="190119" y="121272"/>
                </a:lnTo>
                <a:lnTo>
                  <a:pt x="194183" y="128130"/>
                </a:lnTo>
                <a:lnTo>
                  <a:pt x="202819" y="130416"/>
                </a:lnTo>
                <a:lnTo>
                  <a:pt x="209677" y="126479"/>
                </a:lnTo>
                <a:lnTo>
                  <a:pt x="216535" y="122415"/>
                </a:lnTo>
                <a:lnTo>
                  <a:pt x="218821" y="113652"/>
                </a:lnTo>
                <a:lnTo>
                  <a:pt x="169037" y="28308"/>
                </a:lnTo>
                <a:lnTo>
                  <a:pt x="152527" y="0"/>
                </a:lnTo>
                <a:lnTo>
                  <a:pt x="90170" y="106921"/>
                </a:lnTo>
                <a:lnTo>
                  <a:pt x="86106" y="113652"/>
                </a:lnTo>
                <a:lnTo>
                  <a:pt x="88519" y="122415"/>
                </a:lnTo>
                <a:lnTo>
                  <a:pt x="95250" y="126479"/>
                </a:lnTo>
                <a:lnTo>
                  <a:pt x="102095" y="130416"/>
                </a:lnTo>
                <a:lnTo>
                  <a:pt x="110871" y="128130"/>
                </a:lnTo>
                <a:lnTo>
                  <a:pt x="114808" y="121272"/>
                </a:lnTo>
                <a:lnTo>
                  <a:pt x="138176" y="81241"/>
                </a:lnTo>
                <a:lnTo>
                  <a:pt x="138176" y="1750809"/>
                </a:lnTo>
                <a:lnTo>
                  <a:pt x="0" y="1750809"/>
                </a:lnTo>
                <a:lnTo>
                  <a:pt x="0" y="1779384"/>
                </a:lnTo>
                <a:lnTo>
                  <a:pt x="138176" y="1779384"/>
                </a:lnTo>
                <a:lnTo>
                  <a:pt x="138176" y="1899653"/>
                </a:lnTo>
                <a:lnTo>
                  <a:pt x="166751" y="1899653"/>
                </a:lnTo>
                <a:lnTo>
                  <a:pt x="166751" y="1779384"/>
                </a:lnTo>
                <a:lnTo>
                  <a:pt x="2231136" y="1779384"/>
                </a:lnTo>
                <a:lnTo>
                  <a:pt x="2191004" y="1802752"/>
                </a:lnTo>
                <a:lnTo>
                  <a:pt x="2184146" y="1806816"/>
                </a:lnTo>
                <a:lnTo>
                  <a:pt x="2181860" y="1815452"/>
                </a:lnTo>
                <a:lnTo>
                  <a:pt x="2185797" y="1822310"/>
                </a:lnTo>
                <a:lnTo>
                  <a:pt x="2189861" y="1829168"/>
                </a:lnTo>
                <a:lnTo>
                  <a:pt x="2198624" y="1831454"/>
                </a:lnTo>
                <a:lnTo>
                  <a:pt x="2287892" y="1779384"/>
                </a:lnTo>
                <a:lnTo>
                  <a:pt x="2312289" y="17651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750431" y="208026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751510" y="398779"/>
            <a:ext cx="1729739" cy="1660525"/>
            <a:chOff x="6751510" y="398779"/>
            <a:chExt cx="1729739" cy="1660525"/>
          </a:xfrm>
        </p:grpSpPr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880603" y="720470"/>
              <a:ext cx="187451" cy="16078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74380" y="901953"/>
              <a:ext cx="187451" cy="16078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932546" y="526795"/>
              <a:ext cx="529590" cy="300990"/>
            </a:xfrm>
            <a:custGeom>
              <a:avLst/>
              <a:gdLst/>
              <a:ahLst/>
              <a:cxnLst/>
              <a:rect l="l" t="t" r="r" b="b"/>
              <a:pathLst>
                <a:path w="529590" h="300990">
                  <a:moveTo>
                    <a:pt x="379856" y="125475"/>
                  </a:moveTo>
                  <a:lnTo>
                    <a:pt x="385738" y="101586"/>
                  </a:lnTo>
                  <a:lnTo>
                    <a:pt x="401764" y="82089"/>
                  </a:lnTo>
                  <a:lnTo>
                    <a:pt x="425505" y="68951"/>
                  </a:lnTo>
                  <a:lnTo>
                    <a:pt x="454532" y="64134"/>
                  </a:lnTo>
                  <a:lnTo>
                    <a:pt x="483614" y="68951"/>
                  </a:lnTo>
                  <a:lnTo>
                    <a:pt x="507349" y="82089"/>
                  </a:lnTo>
                  <a:lnTo>
                    <a:pt x="523345" y="101586"/>
                  </a:lnTo>
                  <a:lnTo>
                    <a:pt x="529208" y="125475"/>
                  </a:lnTo>
                  <a:lnTo>
                    <a:pt x="523345" y="149312"/>
                  </a:lnTo>
                  <a:lnTo>
                    <a:pt x="507349" y="168814"/>
                  </a:lnTo>
                  <a:lnTo>
                    <a:pt x="483614" y="181983"/>
                  </a:lnTo>
                  <a:lnTo>
                    <a:pt x="454532" y="186816"/>
                  </a:lnTo>
                  <a:lnTo>
                    <a:pt x="425505" y="181983"/>
                  </a:lnTo>
                  <a:lnTo>
                    <a:pt x="401764" y="168814"/>
                  </a:lnTo>
                  <a:lnTo>
                    <a:pt x="385738" y="149312"/>
                  </a:lnTo>
                  <a:lnTo>
                    <a:pt x="379856" y="125475"/>
                  </a:lnTo>
                  <a:close/>
                </a:path>
                <a:path w="529590" h="300990">
                  <a:moveTo>
                    <a:pt x="0" y="61340"/>
                  </a:moveTo>
                  <a:lnTo>
                    <a:pt x="5881" y="37504"/>
                  </a:lnTo>
                  <a:lnTo>
                    <a:pt x="21907" y="18002"/>
                  </a:lnTo>
                  <a:lnTo>
                    <a:pt x="45648" y="4833"/>
                  </a:lnTo>
                  <a:lnTo>
                    <a:pt x="74675" y="0"/>
                  </a:lnTo>
                  <a:lnTo>
                    <a:pt x="103757" y="4833"/>
                  </a:lnTo>
                  <a:lnTo>
                    <a:pt x="127492" y="18002"/>
                  </a:lnTo>
                  <a:lnTo>
                    <a:pt x="143488" y="37504"/>
                  </a:lnTo>
                  <a:lnTo>
                    <a:pt x="149351" y="61340"/>
                  </a:lnTo>
                  <a:lnTo>
                    <a:pt x="143488" y="85250"/>
                  </a:lnTo>
                  <a:lnTo>
                    <a:pt x="127492" y="104790"/>
                  </a:lnTo>
                  <a:lnTo>
                    <a:pt x="103757" y="117973"/>
                  </a:lnTo>
                  <a:lnTo>
                    <a:pt x="74675" y="122808"/>
                  </a:lnTo>
                  <a:lnTo>
                    <a:pt x="45648" y="117973"/>
                  </a:lnTo>
                  <a:lnTo>
                    <a:pt x="21907" y="104790"/>
                  </a:lnTo>
                  <a:lnTo>
                    <a:pt x="5881" y="85250"/>
                  </a:lnTo>
                  <a:lnTo>
                    <a:pt x="0" y="61340"/>
                  </a:lnTo>
                  <a:close/>
                </a:path>
                <a:path w="529590" h="300990">
                  <a:moveTo>
                    <a:pt x="193421" y="239649"/>
                  </a:moveTo>
                  <a:lnTo>
                    <a:pt x="199284" y="215812"/>
                  </a:lnTo>
                  <a:lnTo>
                    <a:pt x="215280" y="196310"/>
                  </a:lnTo>
                  <a:lnTo>
                    <a:pt x="239015" y="183141"/>
                  </a:lnTo>
                  <a:lnTo>
                    <a:pt x="268097" y="178307"/>
                  </a:lnTo>
                  <a:lnTo>
                    <a:pt x="297124" y="183141"/>
                  </a:lnTo>
                  <a:lnTo>
                    <a:pt x="320865" y="196310"/>
                  </a:lnTo>
                  <a:lnTo>
                    <a:pt x="336891" y="215812"/>
                  </a:lnTo>
                  <a:lnTo>
                    <a:pt x="342773" y="239649"/>
                  </a:lnTo>
                  <a:lnTo>
                    <a:pt x="336891" y="263538"/>
                  </a:lnTo>
                  <a:lnTo>
                    <a:pt x="320865" y="283035"/>
                  </a:lnTo>
                  <a:lnTo>
                    <a:pt x="297124" y="296173"/>
                  </a:lnTo>
                  <a:lnTo>
                    <a:pt x="268097" y="300989"/>
                  </a:lnTo>
                  <a:lnTo>
                    <a:pt x="239015" y="296173"/>
                  </a:lnTo>
                  <a:lnTo>
                    <a:pt x="215280" y="283035"/>
                  </a:lnTo>
                  <a:lnTo>
                    <a:pt x="199284" y="263538"/>
                  </a:lnTo>
                  <a:lnTo>
                    <a:pt x="193421" y="239649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113333" y="627443"/>
              <a:ext cx="182118" cy="16637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4969" y="817943"/>
              <a:ext cx="181991" cy="16624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9940" y="595820"/>
              <a:ext cx="181991" cy="16624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751510" y="855154"/>
              <a:ext cx="182118" cy="16624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971982" y="1060132"/>
              <a:ext cx="182118" cy="16624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102853" y="496442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90">
                  <a:moveTo>
                    <a:pt x="0" y="61341"/>
                  </a:moveTo>
                  <a:lnTo>
                    <a:pt x="5881" y="37451"/>
                  </a:lnTo>
                  <a:lnTo>
                    <a:pt x="21907" y="17954"/>
                  </a:lnTo>
                  <a:lnTo>
                    <a:pt x="45648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1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2"/>
                  </a:lnTo>
                  <a:lnTo>
                    <a:pt x="45648" y="117865"/>
                  </a:lnTo>
                  <a:lnTo>
                    <a:pt x="21907" y="104727"/>
                  </a:lnTo>
                  <a:lnTo>
                    <a:pt x="5881" y="85230"/>
                  </a:lnTo>
                  <a:lnTo>
                    <a:pt x="0" y="61341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181593" y="882268"/>
              <a:ext cx="187451" cy="160781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251826" y="1465960"/>
              <a:ext cx="682625" cy="441959"/>
            </a:xfrm>
            <a:custGeom>
              <a:avLst/>
              <a:gdLst/>
              <a:ahLst/>
              <a:cxnLst/>
              <a:rect l="l" t="t" r="r" b="b"/>
              <a:pathLst>
                <a:path w="682625" h="441960">
                  <a:moveTo>
                    <a:pt x="72008" y="196723"/>
                  </a:moveTo>
                  <a:lnTo>
                    <a:pt x="144018" y="52831"/>
                  </a:lnTo>
                  <a:lnTo>
                    <a:pt x="216026" y="196723"/>
                  </a:lnTo>
                  <a:lnTo>
                    <a:pt x="72008" y="196723"/>
                  </a:lnTo>
                  <a:close/>
                </a:path>
                <a:path w="682625" h="441960">
                  <a:moveTo>
                    <a:pt x="353314" y="143890"/>
                  </a:moveTo>
                  <a:lnTo>
                    <a:pt x="425323" y="0"/>
                  </a:lnTo>
                  <a:lnTo>
                    <a:pt x="497331" y="143890"/>
                  </a:lnTo>
                  <a:lnTo>
                    <a:pt x="353314" y="143890"/>
                  </a:lnTo>
                  <a:close/>
                </a:path>
                <a:path w="682625" h="441960">
                  <a:moveTo>
                    <a:pt x="267716" y="402589"/>
                  </a:moveTo>
                  <a:lnTo>
                    <a:pt x="339725" y="258699"/>
                  </a:lnTo>
                  <a:lnTo>
                    <a:pt x="411733" y="402589"/>
                  </a:lnTo>
                  <a:lnTo>
                    <a:pt x="267716" y="402589"/>
                  </a:lnTo>
                  <a:close/>
                </a:path>
                <a:path w="682625" h="441960">
                  <a:moveTo>
                    <a:pt x="0" y="441578"/>
                  </a:moveTo>
                  <a:lnTo>
                    <a:pt x="72008" y="297561"/>
                  </a:lnTo>
                  <a:lnTo>
                    <a:pt x="144018" y="441578"/>
                  </a:lnTo>
                  <a:lnTo>
                    <a:pt x="0" y="441578"/>
                  </a:lnTo>
                  <a:close/>
                </a:path>
                <a:path w="682625" h="441960">
                  <a:moveTo>
                    <a:pt x="538352" y="347725"/>
                  </a:moveTo>
                  <a:lnTo>
                    <a:pt x="610362" y="203835"/>
                  </a:lnTo>
                  <a:lnTo>
                    <a:pt x="682371" y="347725"/>
                  </a:lnTo>
                  <a:lnTo>
                    <a:pt x="538352" y="347725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22820" y="401954"/>
              <a:ext cx="1010285" cy="1654175"/>
            </a:xfrm>
            <a:custGeom>
              <a:avLst/>
              <a:gdLst/>
              <a:ahLst/>
              <a:cxnLst/>
              <a:rect l="l" t="t" r="r" b="b"/>
              <a:pathLst>
                <a:path w="1010284" h="1654175">
                  <a:moveTo>
                    <a:pt x="0" y="1653667"/>
                  </a:moveTo>
                  <a:lnTo>
                    <a:pt x="1009776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8012683" y="1192148"/>
            <a:ext cx="114617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>
              <a:latin typeface="Cambria Math"/>
              <a:cs typeface="Cambria Math"/>
            </a:endParaRPr>
          </a:p>
          <a:p>
            <a:pPr marR="43180" algn="r">
              <a:lnSpc>
                <a:spcPct val="100000"/>
              </a:lnSpc>
              <a:spcBef>
                <a:spcPts val="1789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899536" y="2853054"/>
            <a:ext cx="29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81907" y="2903677"/>
            <a:ext cx="297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522598" y="3507104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28661" y="290829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62571" y="3675126"/>
            <a:ext cx="292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294878" y="3386073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418703" y="3494277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122411" y="6001613"/>
            <a:ext cx="1064260" cy="75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R="43180" algn="r">
              <a:lnSpc>
                <a:spcPct val="100000"/>
              </a:lnSpc>
              <a:spcBef>
                <a:spcPts val="141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65797" y="4671186"/>
            <a:ext cx="979169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  <a:p>
            <a:pPr marR="43180" algn="r">
              <a:lnSpc>
                <a:spcPct val="100000"/>
              </a:lnSpc>
              <a:spcBef>
                <a:spcPts val="1795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object 75"/>
              <p:cNvSpPr txBox="1"/>
              <p:nvPr/>
            </p:nvSpPr>
            <p:spPr>
              <a:xfrm>
                <a:off x="9146158" y="793349"/>
                <a:ext cx="826135" cy="349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1950" i="1" baseline="-14957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sSup>
                        <m:sSupPr>
                          <m:ctrlPr>
                            <a:rPr lang="pt-BR" sz="1800" b="0" i="1" spc="-20" baseline="-14957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950" b="0" i="1" baseline="-14957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950" i="1" spc="187" baseline="-14957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 </m:t>
                              </m:r>
                              <m:r>
                                <a:rPr lang="pt-BR" sz="1800" i="1" spc="-2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75" name="object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58" y="793349"/>
                <a:ext cx="826135" cy="349904"/>
              </a:xfrm>
              <a:prstGeom prst="rect">
                <a:avLst/>
              </a:prstGeom>
              <a:blipFill>
                <a:blip r:embed="rId31"/>
                <a:stretch>
                  <a:fillRect l="-4412" r="-44853" b="-206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object 83"/>
          <p:cNvSpPr/>
          <p:nvPr/>
        </p:nvSpPr>
        <p:spPr>
          <a:xfrm>
            <a:off x="5124703" y="1537842"/>
            <a:ext cx="1246505" cy="1374140"/>
          </a:xfrm>
          <a:custGeom>
            <a:avLst/>
            <a:gdLst/>
            <a:ahLst/>
            <a:cxnLst/>
            <a:rect l="l" t="t" r="r" b="b"/>
            <a:pathLst>
              <a:path w="1246504" h="1374139">
                <a:moveTo>
                  <a:pt x="1192892" y="54359"/>
                </a:moveTo>
                <a:lnTo>
                  <a:pt x="0" y="1369441"/>
                </a:lnTo>
                <a:lnTo>
                  <a:pt x="4699" y="1373759"/>
                </a:lnTo>
                <a:lnTo>
                  <a:pt x="1197617" y="58648"/>
                </a:lnTo>
                <a:lnTo>
                  <a:pt x="1192892" y="54359"/>
                </a:lnTo>
                <a:close/>
              </a:path>
              <a:path w="1246504" h="1374139">
                <a:moveTo>
                  <a:pt x="1233781" y="44958"/>
                </a:moveTo>
                <a:lnTo>
                  <a:pt x="1201420" y="44958"/>
                </a:lnTo>
                <a:lnTo>
                  <a:pt x="1206119" y="49276"/>
                </a:lnTo>
                <a:lnTo>
                  <a:pt x="1197617" y="58648"/>
                </a:lnTo>
                <a:lnTo>
                  <a:pt x="1223391" y="82042"/>
                </a:lnTo>
                <a:lnTo>
                  <a:pt x="1233781" y="44958"/>
                </a:lnTo>
                <a:close/>
              </a:path>
              <a:path w="1246504" h="1374139">
                <a:moveTo>
                  <a:pt x="1201420" y="44958"/>
                </a:moveTo>
                <a:lnTo>
                  <a:pt x="1192892" y="54359"/>
                </a:lnTo>
                <a:lnTo>
                  <a:pt x="1197617" y="58648"/>
                </a:lnTo>
                <a:lnTo>
                  <a:pt x="1206119" y="49276"/>
                </a:lnTo>
                <a:lnTo>
                  <a:pt x="1201420" y="44958"/>
                </a:lnTo>
                <a:close/>
              </a:path>
              <a:path w="1246504" h="1374139">
                <a:moveTo>
                  <a:pt x="1246378" y="0"/>
                </a:moveTo>
                <a:lnTo>
                  <a:pt x="1167003" y="30861"/>
                </a:lnTo>
                <a:lnTo>
                  <a:pt x="1192892" y="54359"/>
                </a:lnTo>
                <a:lnTo>
                  <a:pt x="1201420" y="44958"/>
                </a:lnTo>
                <a:lnTo>
                  <a:pt x="1233781" y="44958"/>
                </a:lnTo>
                <a:lnTo>
                  <a:pt x="124637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124450" y="3463163"/>
            <a:ext cx="1390650" cy="2240915"/>
          </a:xfrm>
          <a:custGeom>
            <a:avLst/>
            <a:gdLst/>
            <a:ahLst/>
            <a:cxnLst/>
            <a:rect l="l" t="t" r="r" b="b"/>
            <a:pathLst>
              <a:path w="1390650" h="2240915">
                <a:moveTo>
                  <a:pt x="1246632" y="2240432"/>
                </a:moveTo>
                <a:lnTo>
                  <a:pt x="1238669" y="2190686"/>
                </a:lnTo>
                <a:lnTo>
                  <a:pt x="1233170" y="2156307"/>
                </a:lnTo>
                <a:lnTo>
                  <a:pt x="1204810" y="2176678"/>
                </a:lnTo>
                <a:lnTo>
                  <a:pt x="5207" y="504190"/>
                </a:lnTo>
                <a:lnTo>
                  <a:pt x="0" y="507873"/>
                </a:lnTo>
                <a:lnTo>
                  <a:pt x="1199616" y="2180399"/>
                </a:lnTo>
                <a:lnTo>
                  <a:pt x="1171321" y="2200719"/>
                </a:lnTo>
                <a:lnTo>
                  <a:pt x="1246632" y="2240432"/>
                </a:lnTo>
                <a:close/>
              </a:path>
              <a:path w="1390650" h="2240915">
                <a:moveTo>
                  <a:pt x="1390142" y="38100"/>
                </a:moveTo>
                <a:lnTo>
                  <a:pt x="1383792" y="34925"/>
                </a:lnTo>
                <a:lnTo>
                  <a:pt x="1313942" y="0"/>
                </a:lnTo>
                <a:lnTo>
                  <a:pt x="1313942" y="34925"/>
                </a:lnTo>
                <a:lnTo>
                  <a:pt x="61976" y="34925"/>
                </a:lnTo>
                <a:lnTo>
                  <a:pt x="61976" y="41275"/>
                </a:lnTo>
                <a:lnTo>
                  <a:pt x="1313942" y="41275"/>
                </a:lnTo>
                <a:lnTo>
                  <a:pt x="1313942" y="76200"/>
                </a:lnTo>
                <a:lnTo>
                  <a:pt x="1383792" y="41275"/>
                </a:lnTo>
                <a:lnTo>
                  <a:pt x="1390142" y="38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object 75">
                <a:extLst>
                  <a:ext uri="{FF2B5EF4-FFF2-40B4-BE49-F238E27FC236}">
                    <a16:creationId xmlns:a16="http://schemas.microsoft.com/office/drawing/2014/main" id="{F25B4872-02BF-8D6E-C04D-E0ED3D53D9A8}"/>
                  </a:ext>
                </a:extLst>
              </p:cNvPr>
              <p:cNvSpPr txBox="1"/>
              <p:nvPr/>
            </p:nvSpPr>
            <p:spPr>
              <a:xfrm>
                <a:off x="9146158" y="3135926"/>
                <a:ext cx="826135" cy="349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1950" i="1" baseline="-14957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sSup>
                        <m:sSupPr>
                          <m:ctrlPr>
                            <a:rPr lang="pt-BR" sz="1800" b="0" i="1" spc="-20" baseline="-14957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950" b="0" i="1" baseline="-14957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950" i="1" spc="187" baseline="-14957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 </m:t>
                              </m:r>
                              <m:r>
                                <a:rPr lang="pt-BR" sz="1800" i="1" spc="-2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2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85" name="object 75">
                <a:extLst>
                  <a:ext uri="{FF2B5EF4-FFF2-40B4-BE49-F238E27FC236}">
                    <a16:creationId xmlns:a16="http://schemas.microsoft.com/office/drawing/2014/main" id="{F25B4872-02BF-8D6E-C04D-E0ED3D53D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58" y="3135926"/>
                <a:ext cx="826135" cy="349904"/>
              </a:xfrm>
              <a:prstGeom prst="rect">
                <a:avLst/>
              </a:prstGeom>
              <a:blipFill>
                <a:blip r:embed="rId32"/>
                <a:stretch>
                  <a:fillRect l="-4412" r="-44853" b="-224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object 75">
                <a:extLst>
                  <a:ext uri="{FF2B5EF4-FFF2-40B4-BE49-F238E27FC236}">
                    <a16:creationId xmlns:a16="http://schemas.microsoft.com/office/drawing/2014/main" id="{96BF0A23-5295-3150-F728-5E02AEE5E968}"/>
                  </a:ext>
                </a:extLst>
              </p:cNvPr>
              <p:cNvSpPr txBox="1"/>
              <p:nvPr/>
            </p:nvSpPr>
            <p:spPr>
              <a:xfrm>
                <a:off x="9146158" y="5562600"/>
                <a:ext cx="826135" cy="349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1950" i="1" baseline="-14957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sSup>
                        <m:sSupPr>
                          <m:ctrlPr>
                            <a:rPr lang="pt-BR" sz="1800" b="0" i="1" spc="-20" baseline="-14957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950" b="0" i="1" baseline="-14957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950" i="1" spc="187" baseline="-14957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 </m:t>
                              </m:r>
                              <m:r>
                                <a:rPr lang="pt-BR" sz="1800" i="1" spc="-2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3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86" name="object 75">
                <a:extLst>
                  <a:ext uri="{FF2B5EF4-FFF2-40B4-BE49-F238E27FC236}">
                    <a16:creationId xmlns:a16="http://schemas.microsoft.com/office/drawing/2014/main" id="{96BF0A23-5295-3150-F728-5E02AEE5E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58" y="5562600"/>
                <a:ext cx="826135" cy="349904"/>
              </a:xfrm>
              <a:prstGeom prst="rect">
                <a:avLst/>
              </a:prstGeom>
              <a:blipFill>
                <a:blip r:embed="rId33"/>
                <a:stretch>
                  <a:fillRect l="-4412" r="-44853" b="-228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94179" y="2488310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173"/>
                </a:moveTo>
                <a:lnTo>
                  <a:pt x="2287701" y="1750822"/>
                </a:lnTo>
                <a:lnTo>
                  <a:pt x="2198624" y="1698752"/>
                </a:lnTo>
                <a:lnTo>
                  <a:pt x="2189861" y="1701165"/>
                </a:lnTo>
                <a:lnTo>
                  <a:pt x="2185924" y="1707896"/>
                </a:lnTo>
                <a:lnTo>
                  <a:pt x="2181987" y="1714754"/>
                </a:lnTo>
                <a:lnTo>
                  <a:pt x="2184273" y="1723517"/>
                </a:lnTo>
                <a:lnTo>
                  <a:pt x="2231034" y="1750822"/>
                </a:lnTo>
                <a:lnTo>
                  <a:pt x="166865" y="1750822"/>
                </a:lnTo>
                <a:lnTo>
                  <a:pt x="166814" y="81153"/>
                </a:lnTo>
                <a:lnTo>
                  <a:pt x="190246" y="121285"/>
                </a:lnTo>
                <a:lnTo>
                  <a:pt x="194183" y="128143"/>
                </a:lnTo>
                <a:lnTo>
                  <a:pt x="202946" y="130429"/>
                </a:lnTo>
                <a:lnTo>
                  <a:pt x="209804" y="126492"/>
                </a:lnTo>
                <a:lnTo>
                  <a:pt x="216535" y="122428"/>
                </a:lnTo>
                <a:lnTo>
                  <a:pt x="218821" y="113665"/>
                </a:lnTo>
                <a:lnTo>
                  <a:pt x="169037" y="28321"/>
                </a:lnTo>
                <a:lnTo>
                  <a:pt x="152527" y="0"/>
                </a:lnTo>
                <a:lnTo>
                  <a:pt x="86233" y="113665"/>
                </a:lnTo>
                <a:lnTo>
                  <a:pt x="88519" y="122428"/>
                </a:lnTo>
                <a:lnTo>
                  <a:pt x="102108" y="130429"/>
                </a:lnTo>
                <a:lnTo>
                  <a:pt x="110871" y="128143"/>
                </a:lnTo>
                <a:lnTo>
                  <a:pt x="114935" y="121285"/>
                </a:lnTo>
                <a:lnTo>
                  <a:pt x="138239" y="81254"/>
                </a:lnTo>
                <a:lnTo>
                  <a:pt x="138303" y="28321"/>
                </a:lnTo>
                <a:lnTo>
                  <a:pt x="138303" y="81153"/>
                </a:lnTo>
                <a:lnTo>
                  <a:pt x="138303" y="1750822"/>
                </a:lnTo>
                <a:lnTo>
                  <a:pt x="0" y="1750822"/>
                </a:lnTo>
                <a:lnTo>
                  <a:pt x="0" y="1779397"/>
                </a:lnTo>
                <a:lnTo>
                  <a:pt x="138303" y="1779397"/>
                </a:lnTo>
                <a:lnTo>
                  <a:pt x="138303" y="1899666"/>
                </a:lnTo>
                <a:lnTo>
                  <a:pt x="166878" y="1899666"/>
                </a:lnTo>
                <a:lnTo>
                  <a:pt x="166865" y="1779397"/>
                </a:lnTo>
                <a:lnTo>
                  <a:pt x="2231021" y="1779397"/>
                </a:lnTo>
                <a:lnTo>
                  <a:pt x="2191004" y="1802765"/>
                </a:lnTo>
                <a:lnTo>
                  <a:pt x="2184273" y="1806829"/>
                </a:lnTo>
                <a:lnTo>
                  <a:pt x="2181987" y="1815465"/>
                </a:lnTo>
                <a:lnTo>
                  <a:pt x="2189861" y="1829181"/>
                </a:lnTo>
                <a:lnTo>
                  <a:pt x="2198624" y="1831467"/>
                </a:lnTo>
                <a:lnTo>
                  <a:pt x="2287917" y="1779397"/>
                </a:lnTo>
                <a:lnTo>
                  <a:pt x="2312289" y="1765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00300" y="236385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6721" y="4147820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02141" y="2632836"/>
            <a:ext cx="1729739" cy="1449705"/>
            <a:chOff x="2402141" y="2632836"/>
            <a:chExt cx="1729739" cy="14497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1235" y="2875914"/>
              <a:ext cx="187451" cy="1607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5012" y="3057397"/>
              <a:ext cx="187451" cy="16078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83178" y="2682239"/>
              <a:ext cx="529590" cy="300990"/>
            </a:xfrm>
            <a:custGeom>
              <a:avLst/>
              <a:gdLst/>
              <a:ahLst/>
              <a:cxnLst/>
              <a:rect l="l" t="t" r="r" b="b"/>
              <a:pathLst>
                <a:path w="529589" h="300989">
                  <a:moveTo>
                    <a:pt x="379857" y="125475"/>
                  </a:moveTo>
                  <a:lnTo>
                    <a:pt x="385720" y="101586"/>
                  </a:lnTo>
                  <a:lnTo>
                    <a:pt x="401716" y="82089"/>
                  </a:lnTo>
                  <a:lnTo>
                    <a:pt x="425451" y="68951"/>
                  </a:lnTo>
                  <a:lnTo>
                    <a:pt x="454533" y="64135"/>
                  </a:lnTo>
                  <a:lnTo>
                    <a:pt x="483560" y="68951"/>
                  </a:lnTo>
                  <a:lnTo>
                    <a:pt x="507301" y="82089"/>
                  </a:lnTo>
                  <a:lnTo>
                    <a:pt x="523327" y="101586"/>
                  </a:lnTo>
                  <a:lnTo>
                    <a:pt x="529209" y="125475"/>
                  </a:lnTo>
                  <a:lnTo>
                    <a:pt x="523327" y="149312"/>
                  </a:lnTo>
                  <a:lnTo>
                    <a:pt x="507301" y="168814"/>
                  </a:lnTo>
                  <a:lnTo>
                    <a:pt x="483560" y="181983"/>
                  </a:lnTo>
                  <a:lnTo>
                    <a:pt x="454533" y="186817"/>
                  </a:lnTo>
                  <a:lnTo>
                    <a:pt x="425451" y="181983"/>
                  </a:lnTo>
                  <a:lnTo>
                    <a:pt x="401716" y="168814"/>
                  </a:lnTo>
                  <a:lnTo>
                    <a:pt x="385720" y="149312"/>
                  </a:lnTo>
                  <a:lnTo>
                    <a:pt x="379857" y="125475"/>
                  </a:lnTo>
                  <a:close/>
                </a:path>
                <a:path w="529589" h="300989">
                  <a:moveTo>
                    <a:pt x="0" y="61340"/>
                  </a:moveTo>
                  <a:lnTo>
                    <a:pt x="5863" y="37504"/>
                  </a:lnTo>
                  <a:lnTo>
                    <a:pt x="21859" y="18002"/>
                  </a:lnTo>
                  <a:lnTo>
                    <a:pt x="45594" y="4833"/>
                  </a:lnTo>
                  <a:lnTo>
                    <a:pt x="74675" y="0"/>
                  </a:lnTo>
                  <a:lnTo>
                    <a:pt x="103757" y="4833"/>
                  </a:lnTo>
                  <a:lnTo>
                    <a:pt x="127492" y="18002"/>
                  </a:lnTo>
                  <a:lnTo>
                    <a:pt x="143488" y="37504"/>
                  </a:lnTo>
                  <a:lnTo>
                    <a:pt x="149351" y="61340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2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0"/>
                  </a:lnTo>
                  <a:close/>
                </a:path>
                <a:path w="529589" h="300989">
                  <a:moveTo>
                    <a:pt x="193294" y="239649"/>
                  </a:moveTo>
                  <a:lnTo>
                    <a:pt x="199157" y="215759"/>
                  </a:lnTo>
                  <a:lnTo>
                    <a:pt x="215153" y="196262"/>
                  </a:lnTo>
                  <a:lnTo>
                    <a:pt x="238888" y="183124"/>
                  </a:lnTo>
                  <a:lnTo>
                    <a:pt x="267970" y="178308"/>
                  </a:lnTo>
                  <a:lnTo>
                    <a:pt x="297051" y="183124"/>
                  </a:lnTo>
                  <a:lnTo>
                    <a:pt x="320786" y="196262"/>
                  </a:lnTo>
                  <a:lnTo>
                    <a:pt x="336782" y="215759"/>
                  </a:lnTo>
                  <a:lnTo>
                    <a:pt x="342646" y="239649"/>
                  </a:lnTo>
                  <a:lnTo>
                    <a:pt x="336782" y="263538"/>
                  </a:lnTo>
                  <a:lnTo>
                    <a:pt x="320786" y="283035"/>
                  </a:lnTo>
                  <a:lnTo>
                    <a:pt x="297051" y="296173"/>
                  </a:lnTo>
                  <a:lnTo>
                    <a:pt x="267970" y="300989"/>
                  </a:lnTo>
                  <a:lnTo>
                    <a:pt x="238888" y="296173"/>
                  </a:lnTo>
                  <a:lnTo>
                    <a:pt x="215153" y="283035"/>
                  </a:lnTo>
                  <a:lnTo>
                    <a:pt x="199157" y="263538"/>
                  </a:lnTo>
                  <a:lnTo>
                    <a:pt x="193294" y="239649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3964" y="2782887"/>
              <a:ext cx="181991" cy="166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5473" y="2973387"/>
              <a:ext cx="182118" cy="1662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0444" y="2751264"/>
              <a:ext cx="182118" cy="1662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2141" y="3010598"/>
              <a:ext cx="181990" cy="1662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22613" y="3215576"/>
              <a:ext cx="181991" cy="1662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53485" y="2651886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60" h="123189">
                  <a:moveTo>
                    <a:pt x="0" y="61340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5" y="0"/>
                  </a:lnTo>
                  <a:lnTo>
                    <a:pt x="103703" y="4816"/>
                  </a:lnTo>
                  <a:lnTo>
                    <a:pt x="127444" y="17954"/>
                  </a:lnTo>
                  <a:lnTo>
                    <a:pt x="143470" y="37451"/>
                  </a:lnTo>
                  <a:lnTo>
                    <a:pt x="149351" y="61340"/>
                  </a:lnTo>
                  <a:lnTo>
                    <a:pt x="143470" y="85230"/>
                  </a:lnTo>
                  <a:lnTo>
                    <a:pt x="127444" y="104727"/>
                  </a:lnTo>
                  <a:lnTo>
                    <a:pt x="103703" y="117865"/>
                  </a:lnTo>
                  <a:lnTo>
                    <a:pt x="74675" y="122682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2098" y="3037712"/>
              <a:ext cx="187451" cy="1607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02458" y="3621404"/>
              <a:ext cx="682625" cy="441959"/>
            </a:xfrm>
            <a:custGeom>
              <a:avLst/>
              <a:gdLst/>
              <a:ahLst/>
              <a:cxnLst/>
              <a:rect l="l" t="t" r="r" b="b"/>
              <a:pathLst>
                <a:path w="682625" h="441960">
                  <a:moveTo>
                    <a:pt x="72009" y="196723"/>
                  </a:moveTo>
                  <a:lnTo>
                    <a:pt x="144018" y="52832"/>
                  </a:lnTo>
                  <a:lnTo>
                    <a:pt x="216027" y="196723"/>
                  </a:lnTo>
                  <a:lnTo>
                    <a:pt x="72009" y="196723"/>
                  </a:lnTo>
                  <a:close/>
                </a:path>
                <a:path w="682625" h="441960">
                  <a:moveTo>
                    <a:pt x="353314" y="143891"/>
                  </a:moveTo>
                  <a:lnTo>
                    <a:pt x="425322" y="0"/>
                  </a:lnTo>
                  <a:lnTo>
                    <a:pt x="497331" y="143891"/>
                  </a:lnTo>
                  <a:lnTo>
                    <a:pt x="353314" y="143891"/>
                  </a:lnTo>
                  <a:close/>
                </a:path>
                <a:path w="682625" h="441960">
                  <a:moveTo>
                    <a:pt x="267589" y="402590"/>
                  </a:moveTo>
                  <a:lnTo>
                    <a:pt x="339598" y="258699"/>
                  </a:lnTo>
                  <a:lnTo>
                    <a:pt x="411606" y="402590"/>
                  </a:lnTo>
                  <a:lnTo>
                    <a:pt x="267589" y="402590"/>
                  </a:lnTo>
                  <a:close/>
                </a:path>
                <a:path w="682625" h="441960">
                  <a:moveTo>
                    <a:pt x="0" y="441579"/>
                  </a:moveTo>
                  <a:lnTo>
                    <a:pt x="72009" y="297561"/>
                  </a:lnTo>
                  <a:lnTo>
                    <a:pt x="144018" y="441579"/>
                  </a:lnTo>
                  <a:lnTo>
                    <a:pt x="0" y="441579"/>
                  </a:lnTo>
                  <a:close/>
                </a:path>
                <a:path w="682625" h="441960">
                  <a:moveTo>
                    <a:pt x="538226" y="347726"/>
                  </a:moveTo>
                  <a:lnTo>
                    <a:pt x="610234" y="203835"/>
                  </a:lnTo>
                  <a:lnTo>
                    <a:pt x="682244" y="347726"/>
                  </a:lnTo>
                  <a:lnTo>
                    <a:pt x="538226" y="347726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99536" y="2853054"/>
            <a:ext cx="29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81907" y="2903677"/>
            <a:ext cx="297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22598" y="3507104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3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88734" y="4825872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185"/>
                </a:moveTo>
                <a:lnTo>
                  <a:pt x="2287778" y="1750898"/>
                </a:lnTo>
                <a:lnTo>
                  <a:pt x="2198497" y="1698853"/>
                </a:lnTo>
                <a:lnTo>
                  <a:pt x="2189861" y="1701165"/>
                </a:lnTo>
                <a:lnTo>
                  <a:pt x="2185797" y="1707972"/>
                </a:lnTo>
                <a:lnTo>
                  <a:pt x="2181860" y="1714792"/>
                </a:lnTo>
                <a:lnTo>
                  <a:pt x="2184146" y="1723542"/>
                </a:lnTo>
                <a:lnTo>
                  <a:pt x="2231059" y="1750898"/>
                </a:lnTo>
                <a:lnTo>
                  <a:pt x="166751" y="1750898"/>
                </a:lnTo>
                <a:lnTo>
                  <a:pt x="166751" y="81254"/>
                </a:lnTo>
                <a:lnTo>
                  <a:pt x="190119" y="121285"/>
                </a:lnTo>
                <a:lnTo>
                  <a:pt x="194056" y="128143"/>
                </a:lnTo>
                <a:lnTo>
                  <a:pt x="202819" y="130429"/>
                </a:lnTo>
                <a:lnTo>
                  <a:pt x="209677" y="126492"/>
                </a:lnTo>
                <a:lnTo>
                  <a:pt x="216408" y="122555"/>
                </a:lnTo>
                <a:lnTo>
                  <a:pt x="218821" y="113792"/>
                </a:lnTo>
                <a:lnTo>
                  <a:pt x="214757" y="106934"/>
                </a:lnTo>
                <a:lnTo>
                  <a:pt x="168986" y="28448"/>
                </a:lnTo>
                <a:lnTo>
                  <a:pt x="152400" y="0"/>
                </a:lnTo>
                <a:lnTo>
                  <a:pt x="90043" y="106934"/>
                </a:lnTo>
                <a:lnTo>
                  <a:pt x="86106" y="113792"/>
                </a:lnTo>
                <a:lnTo>
                  <a:pt x="88392" y="122555"/>
                </a:lnTo>
                <a:lnTo>
                  <a:pt x="102108" y="130429"/>
                </a:lnTo>
                <a:lnTo>
                  <a:pt x="110744" y="128143"/>
                </a:lnTo>
                <a:lnTo>
                  <a:pt x="114808" y="121285"/>
                </a:lnTo>
                <a:lnTo>
                  <a:pt x="138176" y="81254"/>
                </a:lnTo>
                <a:lnTo>
                  <a:pt x="138176" y="1750898"/>
                </a:lnTo>
                <a:lnTo>
                  <a:pt x="0" y="1750898"/>
                </a:lnTo>
                <a:lnTo>
                  <a:pt x="0" y="1779473"/>
                </a:lnTo>
                <a:lnTo>
                  <a:pt x="138176" y="1779473"/>
                </a:lnTo>
                <a:lnTo>
                  <a:pt x="138176" y="1899754"/>
                </a:lnTo>
                <a:lnTo>
                  <a:pt x="166751" y="1899754"/>
                </a:lnTo>
                <a:lnTo>
                  <a:pt x="166751" y="1779473"/>
                </a:lnTo>
                <a:lnTo>
                  <a:pt x="2231047" y="1779473"/>
                </a:lnTo>
                <a:lnTo>
                  <a:pt x="2255570" y="1765185"/>
                </a:lnTo>
                <a:lnTo>
                  <a:pt x="2184146" y="1806829"/>
                </a:lnTo>
                <a:lnTo>
                  <a:pt x="2181860" y="1815566"/>
                </a:lnTo>
                <a:lnTo>
                  <a:pt x="2185797" y="1822386"/>
                </a:lnTo>
                <a:lnTo>
                  <a:pt x="2189861" y="1829206"/>
                </a:lnTo>
                <a:lnTo>
                  <a:pt x="2198497" y="1831505"/>
                </a:lnTo>
                <a:lnTo>
                  <a:pt x="2287778" y="1779473"/>
                </a:lnTo>
                <a:lnTo>
                  <a:pt x="2312289" y="17651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95490" y="470192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96569" y="4930140"/>
            <a:ext cx="1202055" cy="1621790"/>
            <a:chOff x="7096569" y="4930140"/>
            <a:chExt cx="1202055" cy="162179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58392" y="5120576"/>
              <a:ext cx="181991" cy="16624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0028" y="5311076"/>
              <a:ext cx="181990" cy="16624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34999" y="5088826"/>
              <a:ext cx="181991" cy="1663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96569" y="5348160"/>
              <a:ext cx="182118" cy="16624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17041" y="5553138"/>
              <a:ext cx="182118" cy="16631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96885" y="5958954"/>
              <a:ext cx="682625" cy="441959"/>
            </a:xfrm>
            <a:custGeom>
              <a:avLst/>
              <a:gdLst/>
              <a:ahLst/>
              <a:cxnLst/>
              <a:rect l="l" t="t" r="r" b="b"/>
              <a:pathLst>
                <a:path w="682625" h="441960">
                  <a:moveTo>
                    <a:pt x="72009" y="196837"/>
                  </a:moveTo>
                  <a:lnTo>
                    <a:pt x="144018" y="52844"/>
                  </a:lnTo>
                  <a:lnTo>
                    <a:pt x="216027" y="196837"/>
                  </a:lnTo>
                  <a:lnTo>
                    <a:pt x="72009" y="196837"/>
                  </a:lnTo>
                  <a:close/>
                </a:path>
                <a:path w="682625" h="441960">
                  <a:moveTo>
                    <a:pt x="353314" y="144005"/>
                  </a:moveTo>
                  <a:lnTo>
                    <a:pt x="425323" y="0"/>
                  </a:lnTo>
                  <a:lnTo>
                    <a:pt x="497332" y="144005"/>
                  </a:lnTo>
                  <a:lnTo>
                    <a:pt x="353314" y="144005"/>
                  </a:lnTo>
                  <a:close/>
                </a:path>
                <a:path w="682625" h="441960">
                  <a:moveTo>
                    <a:pt x="267589" y="402704"/>
                  </a:moveTo>
                  <a:lnTo>
                    <a:pt x="339598" y="258698"/>
                  </a:lnTo>
                  <a:lnTo>
                    <a:pt x="411607" y="402704"/>
                  </a:lnTo>
                  <a:lnTo>
                    <a:pt x="267589" y="402704"/>
                  </a:lnTo>
                  <a:close/>
                </a:path>
                <a:path w="682625" h="441960">
                  <a:moveTo>
                    <a:pt x="0" y="441629"/>
                  </a:moveTo>
                  <a:lnTo>
                    <a:pt x="72009" y="297624"/>
                  </a:lnTo>
                  <a:lnTo>
                    <a:pt x="144018" y="441629"/>
                  </a:lnTo>
                  <a:lnTo>
                    <a:pt x="0" y="441629"/>
                  </a:lnTo>
                  <a:close/>
                </a:path>
                <a:path w="682625" h="441960">
                  <a:moveTo>
                    <a:pt x="538353" y="347852"/>
                  </a:moveTo>
                  <a:lnTo>
                    <a:pt x="610362" y="203847"/>
                  </a:lnTo>
                  <a:lnTo>
                    <a:pt x="682244" y="347852"/>
                  </a:lnTo>
                  <a:lnTo>
                    <a:pt x="538353" y="347852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67879" y="4933315"/>
              <a:ext cx="1070610" cy="1615440"/>
            </a:xfrm>
            <a:custGeom>
              <a:avLst/>
              <a:gdLst/>
              <a:ahLst/>
              <a:cxnLst/>
              <a:rect l="l" t="t" r="r" b="b"/>
              <a:pathLst>
                <a:path w="1070609" h="1615440">
                  <a:moveTo>
                    <a:pt x="0" y="1615325"/>
                  </a:moveTo>
                  <a:lnTo>
                    <a:pt x="1070610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57743" y="5686145"/>
            <a:ext cx="114617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000">
              <a:latin typeface="Cambria Math"/>
              <a:cs typeface="Cambria Math"/>
            </a:endParaRPr>
          </a:p>
          <a:p>
            <a:pPr marR="43180" algn="r">
              <a:lnSpc>
                <a:spcPct val="100000"/>
              </a:lnSpc>
              <a:spcBef>
                <a:spcPts val="1789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73593" y="4784852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60540" y="361949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046"/>
                </a:moveTo>
                <a:lnTo>
                  <a:pt x="2287841" y="1750822"/>
                </a:lnTo>
                <a:lnTo>
                  <a:pt x="2205355" y="1702816"/>
                </a:lnTo>
                <a:lnTo>
                  <a:pt x="2198497" y="1698752"/>
                </a:lnTo>
                <a:lnTo>
                  <a:pt x="2189734" y="1701038"/>
                </a:lnTo>
                <a:lnTo>
                  <a:pt x="2181860" y="1714754"/>
                </a:lnTo>
                <a:lnTo>
                  <a:pt x="2184146" y="1723517"/>
                </a:lnTo>
                <a:lnTo>
                  <a:pt x="2230983" y="1750822"/>
                </a:lnTo>
                <a:lnTo>
                  <a:pt x="166738" y="1750822"/>
                </a:lnTo>
                <a:lnTo>
                  <a:pt x="166687" y="81153"/>
                </a:lnTo>
                <a:lnTo>
                  <a:pt x="194056" y="128016"/>
                </a:lnTo>
                <a:lnTo>
                  <a:pt x="202819" y="130429"/>
                </a:lnTo>
                <a:lnTo>
                  <a:pt x="216408" y="122428"/>
                </a:lnTo>
                <a:lnTo>
                  <a:pt x="218821" y="113665"/>
                </a:lnTo>
                <a:lnTo>
                  <a:pt x="214757" y="106807"/>
                </a:lnTo>
                <a:lnTo>
                  <a:pt x="168922" y="28321"/>
                </a:lnTo>
                <a:lnTo>
                  <a:pt x="152400" y="0"/>
                </a:lnTo>
                <a:lnTo>
                  <a:pt x="90043" y="106807"/>
                </a:lnTo>
                <a:lnTo>
                  <a:pt x="86106" y="113665"/>
                </a:lnTo>
                <a:lnTo>
                  <a:pt x="88392" y="122428"/>
                </a:lnTo>
                <a:lnTo>
                  <a:pt x="95250" y="126365"/>
                </a:lnTo>
                <a:lnTo>
                  <a:pt x="102108" y="130429"/>
                </a:lnTo>
                <a:lnTo>
                  <a:pt x="110744" y="128016"/>
                </a:lnTo>
                <a:lnTo>
                  <a:pt x="114808" y="121285"/>
                </a:lnTo>
                <a:lnTo>
                  <a:pt x="138112" y="81254"/>
                </a:lnTo>
                <a:lnTo>
                  <a:pt x="138176" y="28321"/>
                </a:lnTo>
                <a:lnTo>
                  <a:pt x="138176" y="81153"/>
                </a:lnTo>
                <a:lnTo>
                  <a:pt x="138176" y="1750822"/>
                </a:lnTo>
                <a:lnTo>
                  <a:pt x="0" y="1750822"/>
                </a:lnTo>
                <a:lnTo>
                  <a:pt x="0" y="1779397"/>
                </a:lnTo>
                <a:lnTo>
                  <a:pt x="138176" y="1779397"/>
                </a:lnTo>
                <a:lnTo>
                  <a:pt x="138176" y="1899666"/>
                </a:lnTo>
                <a:lnTo>
                  <a:pt x="166751" y="1899666"/>
                </a:lnTo>
                <a:lnTo>
                  <a:pt x="166738" y="1779397"/>
                </a:lnTo>
                <a:lnTo>
                  <a:pt x="2230983" y="1779397"/>
                </a:lnTo>
                <a:lnTo>
                  <a:pt x="2184146" y="1806702"/>
                </a:lnTo>
                <a:lnTo>
                  <a:pt x="2181860" y="1815465"/>
                </a:lnTo>
                <a:lnTo>
                  <a:pt x="2189734" y="1829181"/>
                </a:lnTo>
                <a:lnTo>
                  <a:pt x="2198497" y="1831467"/>
                </a:lnTo>
                <a:lnTo>
                  <a:pt x="2287676" y="1779397"/>
                </a:lnTo>
                <a:lnTo>
                  <a:pt x="2312289" y="17650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067042" y="236982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73591" y="2020951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068375" y="506476"/>
            <a:ext cx="1729739" cy="1642110"/>
            <a:chOff x="7068375" y="506476"/>
            <a:chExt cx="1729739" cy="1642110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97469" y="749554"/>
              <a:ext cx="187451" cy="16078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91246" y="931037"/>
              <a:ext cx="187451" cy="16078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249412" y="555879"/>
              <a:ext cx="529590" cy="300990"/>
            </a:xfrm>
            <a:custGeom>
              <a:avLst/>
              <a:gdLst/>
              <a:ahLst/>
              <a:cxnLst/>
              <a:rect l="l" t="t" r="r" b="b"/>
              <a:pathLst>
                <a:path w="529590" h="300990">
                  <a:moveTo>
                    <a:pt x="379857" y="125349"/>
                  </a:moveTo>
                  <a:lnTo>
                    <a:pt x="385720" y="101512"/>
                  </a:lnTo>
                  <a:lnTo>
                    <a:pt x="401716" y="82010"/>
                  </a:lnTo>
                  <a:lnTo>
                    <a:pt x="425451" y="68841"/>
                  </a:lnTo>
                  <a:lnTo>
                    <a:pt x="454533" y="64008"/>
                  </a:lnTo>
                  <a:lnTo>
                    <a:pt x="483614" y="68841"/>
                  </a:lnTo>
                  <a:lnTo>
                    <a:pt x="507349" y="82010"/>
                  </a:lnTo>
                  <a:lnTo>
                    <a:pt x="523345" y="101512"/>
                  </a:lnTo>
                  <a:lnTo>
                    <a:pt x="529209" y="125349"/>
                  </a:lnTo>
                  <a:lnTo>
                    <a:pt x="523345" y="149238"/>
                  </a:lnTo>
                  <a:lnTo>
                    <a:pt x="507349" y="168735"/>
                  </a:lnTo>
                  <a:lnTo>
                    <a:pt x="483614" y="181873"/>
                  </a:lnTo>
                  <a:lnTo>
                    <a:pt x="454533" y="186690"/>
                  </a:lnTo>
                  <a:lnTo>
                    <a:pt x="425451" y="181873"/>
                  </a:lnTo>
                  <a:lnTo>
                    <a:pt x="401716" y="168735"/>
                  </a:lnTo>
                  <a:lnTo>
                    <a:pt x="385720" y="149238"/>
                  </a:lnTo>
                  <a:lnTo>
                    <a:pt x="379857" y="125349"/>
                  </a:lnTo>
                  <a:close/>
                </a:path>
                <a:path w="529590" h="300990">
                  <a:moveTo>
                    <a:pt x="0" y="61341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6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2" y="61341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6" y="122682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1"/>
                  </a:lnTo>
                  <a:close/>
                </a:path>
                <a:path w="529590" h="300990">
                  <a:moveTo>
                    <a:pt x="193294" y="239649"/>
                  </a:moveTo>
                  <a:lnTo>
                    <a:pt x="199175" y="215759"/>
                  </a:lnTo>
                  <a:lnTo>
                    <a:pt x="215201" y="196262"/>
                  </a:lnTo>
                  <a:lnTo>
                    <a:pt x="238942" y="183124"/>
                  </a:lnTo>
                  <a:lnTo>
                    <a:pt x="267970" y="178308"/>
                  </a:lnTo>
                  <a:lnTo>
                    <a:pt x="297051" y="183124"/>
                  </a:lnTo>
                  <a:lnTo>
                    <a:pt x="320786" y="196262"/>
                  </a:lnTo>
                  <a:lnTo>
                    <a:pt x="336782" y="215759"/>
                  </a:lnTo>
                  <a:lnTo>
                    <a:pt x="342646" y="239649"/>
                  </a:lnTo>
                  <a:lnTo>
                    <a:pt x="336782" y="263538"/>
                  </a:lnTo>
                  <a:lnTo>
                    <a:pt x="320786" y="283035"/>
                  </a:lnTo>
                  <a:lnTo>
                    <a:pt x="297051" y="296173"/>
                  </a:lnTo>
                  <a:lnTo>
                    <a:pt x="267970" y="300990"/>
                  </a:lnTo>
                  <a:lnTo>
                    <a:pt x="238942" y="296173"/>
                  </a:lnTo>
                  <a:lnTo>
                    <a:pt x="215201" y="283035"/>
                  </a:lnTo>
                  <a:lnTo>
                    <a:pt x="199175" y="263538"/>
                  </a:lnTo>
                  <a:lnTo>
                    <a:pt x="193294" y="239649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30198" y="656526"/>
              <a:ext cx="181991" cy="16624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11834" y="847026"/>
              <a:ext cx="181991" cy="16624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06805" y="624903"/>
              <a:ext cx="181990" cy="1662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68375" y="884110"/>
              <a:ext cx="181990" cy="16636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88847" y="1089215"/>
              <a:ext cx="182118" cy="16624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419719" y="525526"/>
              <a:ext cx="149860" cy="123189"/>
            </a:xfrm>
            <a:custGeom>
              <a:avLst/>
              <a:gdLst/>
              <a:ahLst/>
              <a:cxnLst/>
              <a:rect l="l" t="t" r="r" b="b"/>
              <a:pathLst>
                <a:path w="149859" h="123190">
                  <a:moveTo>
                    <a:pt x="0" y="61340"/>
                  </a:moveTo>
                  <a:lnTo>
                    <a:pt x="5863" y="37451"/>
                  </a:lnTo>
                  <a:lnTo>
                    <a:pt x="21859" y="17954"/>
                  </a:lnTo>
                  <a:lnTo>
                    <a:pt x="45594" y="4816"/>
                  </a:lnTo>
                  <a:lnTo>
                    <a:pt x="74675" y="0"/>
                  </a:lnTo>
                  <a:lnTo>
                    <a:pt x="103757" y="4816"/>
                  </a:lnTo>
                  <a:lnTo>
                    <a:pt x="127492" y="17954"/>
                  </a:lnTo>
                  <a:lnTo>
                    <a:pt x="143488" y="37451"/>
                  </a:lnTo>
                  <a:lnTo>
                    <a:pt x="149351" y="61340"/>
                  </a:lnTo>
                  <a:lnTo>
                    <a:pt x="143488" y="85230"/>
                  </a:lnTo>
                  <a:lnTo>
                    <a:pt x="127492" y="104727"/>
                  </a:lnTo>
                  <a:lnTo>
                    <a:pt x="103757" y="117865"/>
                  </a:lnTo>
                  <a:lnTo>
                    <a:pt x="74675" y="122682"/>
                  </a:lnTo>
                  <a:lnTo>
                    <a:pt x="45594" y="117865"/>
                  </a:lnTo>
                  <a:lnTo>
                    <a:pt x="21859" y="104727"/>
                  </a:lnTo>
                  <a:lnTo>
                    <a:pt x="5863" y="85230"/>
                  </a:lnTo>
                  <a:lnTo>
                    <a:pt x="0" y="613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98332" y="911352"/>
              <a:ext cx="187451" cy="16078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864856" y="574167"/>
              <a:ext cx="0" cy="1574800"/>
            </a:xfrm>
            <a:custGeom>
              <a:avLst/>
              <a:gdLst/>
              <a:ahLst/>
              <a:cxnLst/>
              <a:rect l="l" t="t" r="r" b="b"/>
              <a:pathLst>
                <a:path h="1574800">
                  <a:moveTo>
                    <a:pt x="0" y="0"/>
                  </a:moveTo>
                  <a:lnTo>
                    <a:pt x="0" y="1574292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179564" y="1443304"/>
            <a:ext cx="292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611869" y="1154684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𝐶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35314" y="1262888"/>
            <a:ext cx="12255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4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888734" y="2564256"/>
            <a:ext cx="2312670" cy="1899920"/>
          </a:xfrm>
          <a:custGeom>
            <a:avLst/>
            <a:gdLst/>
            <a:ahLst/>
            <a:cxnLst/>
            <a:rect l="l" t="t" r="r" b="b"/>
            <a:pathLst>
              <a:path w="2312670" h="1899920">
                <a:moveTo>
                  <a:pt x="2312289" y="1765046"/>
                </a:moveTo>
                <a:lnTo>
                  <a:pt x="2287892" y="1750822"/>
                </a:lnTo>
                <a:lnTo>
                  <a:pt x="2198497" y="1698752"/>
                </a:lnTo>
                <a:lnTo>
                  <a:pt x="2189861" y="1701038"/>
                </a:lnTo>
                <a:lnTo>
                  <a:pt x="2185797" y="1707896"/>
                </a:lnTo>
                <a:lnTo>
                  <a:pt x="2181860" y="1714627"/>
                </a:lnTo>
                <a:lnTo>
                  <a:pt x="2184146" y="1723390"/>
                </a:lnTo>
                <a:lnTo>
                  <a:pt x="2191004" y="1727454"/>
                </a:lnTo>
                <a:lnTo>
                  <a:pt x="2231123" y="1750822"/>
                </a:lnTo>
                <a:lnTo>
                  <a:pt x="166751" y="1750822"/>
                </a:lnTo>
                <a:lnTo>
                  <a:pt x="166751" y="81254"/>
                </a:lnTo>
                <a:lnTo>
                  <a:pt x="194056" y="128016"/>
                </a:lnTo>
                <a:lnTo>
                  <a:pt x="202819" y="130302"/>
                </a:lnTo>
                <a:lnTo>
                  <a:pt x="209677" y="126365"/>
                </a:lnTo>
                <a:lnTo>
                  <a:pt x="216408" y="122428"/>
                </a:lnTo>
                <a:lnTo>
                  <a:pt x="218821" y="113665"/>
                </a:lnTo>
                <a:lnTo>
                  <a:pt x="214757" y="106807"/>
                </a:lnTo>
                <a:lnTo>
                  <a:pt x="168922" y="28321"/>
                </a:lnTo>
                <a:lnTo>
                  <a:pt x="152400" y="0"/>
                </a:lnTo>
                <a:lnTo>
                  <a:pt x="90043" y="106807"/>
                </a:lnTo>
                <a:lnTo>
                  <a:pt x="86106" y="113665"/>
                </a:lnTo>
                <a:lnTo>
                  <a:pt x="88392" y="122428"/>
                </a:lnTo>
                <a:lnTo>
                  <a:pt x="102108" y="130302"/>
                </a:lnTo>
                <a:lnTo>
                  <a:pt x="110744" y="128016"/>
                </a:lnTo>
                <a:lnTo>
                  <a:pt x="114808" y="121285"/>
                </a:lnTo>
                <a:lnTo>
                  <a:pt x="138176" y="81254"/>
                </a:lnTo>
                <a:lnTo>
                  <a:pt x="138176" y="1750822"/>
                </a:lnTo>
                <a:lnTo>
                  <a:pt x="0" y="1750822"/>
                </a:lnTo>
                <a:lnTo>
                  <a:pt x="0" y="1779397"/>
                </a:lnTo>
                <a:lnTo>
                  <a:pt x="138176" y="1779397"/>
                </a:lnTo>
                <a:lnTo>
                  <a:pt x="138176" y="1899666"/>
                </a:lnTo>
                <a:lnTo>
                  <a:pt x="166751" y="1899666"/>
                </a:lnTo>
                <a:lnTo>
                  <a:pt x="166751" y="1779397"/>
                </a:lnTo>
                <a:lnTo>
                  <a:pt x="2231009" y="1779397"/>
                </a:lnTo>
                <a:lnTo>
                  <a:pt x="2184146" y="1806702"/>
                </a:lnTo>
                <a:lnTo>
                  <a:pt x="2181860" y="1815465"/>
                </a:lnTo>
                <a:lnTo>
                  <a:pt x="2185797" y="1822323"/>
                </a:lnTo>
                <a:lnTo>
                  <a:pt x="2189861" y="1829054"/>
                </a:lnTo>
                <a:lnTo>
                  <a:pt x="2198497" y="1831340"/>
                </a:lnTo>
                <a:lnTo>
                  <a:pt x="2287676" y="1779397"/>
                </a:lnTo>
                <a:lnTo>
                  <a:pt x="2312289" y="17650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095490" y="2439670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201657" y="4223766"/>
            <a:ext cx="28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012940" y="2708782"/>
            <a:ext cx="2160270" cy="1449070"/>
            <a:chOff x="7012940" y="2708782"/>
            <a:chExt cx="2160270" cy="1449070"/>
          </a:xfrm>
        </p:grpSpPr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25663" y="2951860"/>
              <a:ext cx="187451" cy="16078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19440" y="3133216"/>
              <a:ext cx="187451" cy="16090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277606" y="2727832"/>
              <a:ext cx="529590" cy="331470"/>
            </a:xfrm>
            <a:custGeom>
              <a:avLst/>
              <a:gdLst/>
              <a:ahLst/>
              <a:cxnLst/>
              <a:rect l="l" t="t" r="r" b="b"/>
              <a:pathLst>
                <a:path w="529590" h="331469">
                  <a:moveTo>
                    <a:pt x="379857" y="155701"/>
                  </a:moveTo>
                  <a:lnTo>
                    <a:pt x="385720" y="131812"/>
                  </a:lnTo>
                  <a:lnTo>
                    <a:pt x="401716" y="112315"/>
                  </a:lnTo>
                  <a:lnTo>
                    <a:pt x="425451" y="99177"/>
                  </a:lnTo>
                  <a:lnTo>
                    <a:pt x="454533" y="94361"/>
                  </a:lnTo>
                  <a:lnTo>
                    <a:pt x="483614" y="99177"/>
                  </a:lnTo>
                  <a:lnTo>
                    <a:pt x="507349" y="112315"/>
                  </a:lnTo>
                  <a:lnTo>
                    <a:pt x="523345" y="131812"/>
                  </a:lnTo>
                  <a:lnTo>
                    <a:pt x="529209" y="155701"/>
                  </a:lnTo>
                  <a:lnTo>
                    <a:pt x="523345" y="179591"/>
                  </a:lnTo>
                  <a:lnTo>
                    <a:pt x="507349" y="199088"/>
                  </a:lnTo>
                  <a:lnTo>
                    <a:pt x="483614" y="212226"/>
                  </a:lnTo>
                  <a:lnTo>
                    <a:pt x="454533" y="217042"/>
                  </a:lnTo>
                  <a:lnTo>
                    <a:pt x="425451" y="212226"/>
                  </a:lnTo>
                  <a:lnTo>
                    <a:pt x="401716" y="199088"/>
                  </a:lnTo>
                  <a:lnTo>
                    <a:pt x="385720" y="179591"/>
                  </a:lnTo>
                  <a:lnTo>
                    <a:pt x="379857" y="155701"/>
                  </a:lnTo>
                  <a:close/>
                </a:path>
                <a:path w="529590" h="331469">
                  <a:moveTo>
                    <a:pt x="0" y="91693"/>
                  </a:moveTo>
                  <a:lnTo>
                    <a:pt x="5863" y="67804"/>
                  </a:lnTo>
                  <a:lnTo>
                    <a:pt x="21859" y="48307"/>
                  </a:lnTo>
                  <a:lnTo>
                    <a:pt x="45594" y="35169"/>
                  </a:lnTo>
                  <a:lnTo>
                    <a:pt x="74675" y="30352"/>
                  </a:lnTo>
                  <a:lnTo>
                    <a:pt x="103757" y="35169"/>
                  </a:lnTo>
                  <a:lnTo>
                    <a:pt x="127492" y="48307"/>
                  </a:lnTo>
                  <a:lnTo>
                    <a:pt x="143488" y="67804"/>
                  </a:lnTo>
                  <a:lnTo>
                    <a:pt x="149351" y="91693"/>
                  </a:lnTo>
                  <a:lnTo>
                    <a:pt x="143488" y="115583"/>
                  </a:lnTo>
                  <a:lnTo>
                    <a:pt x="127492" y="135080"/>
                  </a:lnTo>
                  <a:lnTo>
                    <a:pt x="103757" y="148218"/>
                  </a:lnTo>
                  <a:lnTo>
                    <a:pt x="74675" y="153034"/>
                  </a:lnTo>
                  <a:lnTo>
                    <a:pt x="45594" y="148218"/>
                  </a:lnTo>
                  <a:lnTo>
                    <a:pt x="21859" y="135080"/>
                  </a:lnTo>
                  <a:lnTo>
                    <a:pt x="5863" y="115583"/>
                  </a:lnTo>
                  <a:lnTo>
                    <a:pt x="0" y="91693"/>
                  </a:lnTo>
                  <a:close/>
                </a:path>
                <a:path w="529590" h="331469">
                  <a:moveTo>
                    <a:pt x="193294" y="270001"/>
                  </a:moveTo>
                  <a:lnTo>
                    <a:pt x="199175" y="246112"/>
                  </a:lnTo>
                  <a:lnTo>
                    <a:pt x="215201" y="226615"/>
                  </a:lnTo>
                  <a:lnTo>
                    <a:pt x="238942" y="213477"/>
                  </a:lnTo>
                  <a:lnTo>
                    <a:pt x="267970" y="208661"/>
                  </a:lnTo>
                  <a:lnTo>
                    <a:pt x="297051" y="213477"/>
                  </a:lnTo>
                  <a:lnTo>
                    <a:pt x="320786" y="226615"/>
                  </a:lnTo>
                  <a:lnTo>
                    <a:pt x="336782" y="246112"/>
                  </a:lnTo>
                  <a:lnTo>
                    <a:pt x="342646" y="270001"/>
                  </a:lnTo>
                  <a:lnTo>
                    <a:pt x="336782" y="293891"/>
                  </a:lnTo>
                  <a:lnTo>
                    <a:pt x="320786" y="313388"/>
                  </a:lnTo>
                  <a:lnTo>
                    <a:pt x="297051" y="326526"/>
                  </a:lnTo>
                  <a:lnTo>
                    <a:pt x="267970" y="331342"/>
                  </a:lnTo>
                  <a:lnTo>
                    <a:pt x="238942" y="326526"/>
                  </a:lnTo>
                  <a:lnTo>
                    <a:pt x="215201" y="313388"/>
                  </a:lnTo>
                  <a:lnTo>
                    <a:pt x="199175" y="293891"/>
                  </a:lnTo>
                  <a:lnTo>
                    <a:pt x="193294" y="270001"/>
                  </a:lnTo>
                  <a:close/>
                </a:path>
                <a:path w="529590" h="331469">
                  <a:moveTo>
                    <a:pt x="170307" y="61340"/>
                  </a:moveTo>
                  <a:lnTo>
                    <a:pt x="176170" y="37451"/>
                  </a:lnTo>
                  <a:lnTo>
                    <a:pt x="192166" y="17954"/>
                  </a:lnTo>
                  <a:lnTo>
                    <a:pt x="215901" y="4816"/>
                  </a:lnTo>
                  <a:lnTo>
                    <a:pt x="244983" y="0"/>
                  </a:lnTo>
                  <a:lnTo>
                    <a:pt x="274064" y="4816"/>
                  </a:lnTo>
                  <a:lnTo>
                    <a:pt x="297799" y="17954"/>
                  </a:lnTo>
                  <a:lnTo>
                    <a:pt x="313795" y="37451"/>
                  </a:lnTo>
                  <a:lnTo>
                    <a:pt x="319659" y="61340"/>
                  </a:lnTo>
                  <a:lnTo>
                    <a:pt x="313795" y="85177"/>
                  </a:lnTo>
                  <a:lnTo>
                    <a:pt x="297799" y="104679"/>
                  </a:lnTo>
                  <a:lnTo>
                    <a:pt x="274064" y="117848"/>
                  </a:lnTo>
                  <a:lnTo>
                    <a:pt x="244983" y="122681"/>
                  </a:lnTo>
                  <a:lnTo>
                    <a:pt x="215901" y="117848"/>
                  </a:lnTo>
                  <a:lnTo>
                    <a:pt x="192166" y="104679"/>
                  </a:lnTo>
                  <a:lnTo>
                    <a:pt x="176170" y="85177"/>
                  </a:lnTo>
                  <a:lnTo>
                    <a:pt x="170307" y="61340"/>
                  </a:lnTo>
                  <a:close/>
                </a:path>
              </a:pathLst>
            </a:custGeom>
            <a:ln w="381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526526" y="3113531"/>
              <a:ext cx="187451" cy="160781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596886" y="3697223"/>
              <a:ext cx="682625" cy="441959"/>
            </a:xfrm>
            <a:custGeom>
              <a:avLst/>
              <a:gdLst/>
              <a:ahLst/>
              <a:cxnLst/>
              <a:rect l="l" t="t" r="r" b="b"/>
              <a:pathLst>
                <a:path w="682625" h="441960">
                  <a:moveTo>
                    <a:pt x="72009" y="196850"/>
                  </a:moveTo>
                  <a:lnTo>
                    <a:pt x="144018" y="52831"/>
                  </a:lnTo>
                  <a:lnTo>
                    <a:pt x="216027" y="196850"/>
                  </a:lnTo>
                  <a:lnTo>
                    <a:pt x="72009" y="196850"/>
                  </a:lnTo>
                  <a:close/>
                </a:path>
                <a:path w="682625" h="441960">
                  <a:moveTo>
                    <a:pt x="353314" y="144018"/>
                  </a:moveTo>
                  <a:lnTo>
                    <a:pt x="425323" y="0"/>
                  </a:lnTo>
                  <a:lnTo>
                    <a:pt x="497332" y="144018"/>
                  </a:lnTo>
                  <a:lnTo>
                    <a:pt x="353314" y="144018"/>
                  </a:lnTo>
                  <a:close/>
                </a:path>
                <a:path w="682625" h="441960">
                  <a:moveTo>
                    <a:pt x="267589" y="402717"/>
                  </a:moveTo>
                  <a:lnTo>
                    <a:pt x="339598" y="258699"/>
                  </a:lnTo>
                  <a:lnTo>
                    <a:pt x="411607" y="402717"/>
                  </a:lnTo>
                  <a:lnTo>
                    <a:pt x="267589" y="402717"/>
                  </a:lnTo>
                  <a:close/>
                </a:path>
                <a:path w="682625" h="441960">
                  <a:moveTo>
                    <a:pt x="0" y="441578"/>
                  </a:moveTo>
                  <a:lnTo>
                    <a:pt x="72009" y="297688"/>
                  </a:lnTo>
                  <a:lnTo>
                    <a:pt x="144018" y="441578"/>
                  </a:lnTo>
                  <a:lnTo>
                    <a:pt x="0" y="441578"/>
                  </a:lnTo>
                  <a:close/>
                </a:path>
                <a:path w="682625" h="441960">
                  <a:moveTo>
                    <a:pt x="538353" y="347852"/>
                  </a:moveTo>
                  <a:lnTo>
                    <a:pt x="610362" y="203834"/>
                  </a:lnTo>
                  <a:lnTo>
                    <a:pt x="682244" y="347852"/>
                  </a:lnTo>
                  <a:lnTo>
                    <a:pt x="538353" y="347852"/>
                  </a:lnTo>
                  <a:close/>
                </a:path>
              </a:pathLst>
            </a:custGeom>
            <a:ln w="3810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12940" y="3501262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761" y="0"/>
                  </a:lnTo>
                </a:path>
              </a:pathLst>
            </a:custGeom>
            <a:ln w="635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452104" y="3769817"/>
            <a:ext cx="297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56906" y="2942031"/>
            <a:ext cx="292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𝐶</a:t>
            </a:r>
            <a:r>
              <a:rPr sz="1950" spc="-37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5124703" y="1537842"/>
            <a:ext cx="1246505" cy="1374140"/>
          </a:xfrm>
          <a:custGeom>
            <a:avLst/>
            <a:gdLst/>
            <a:ahLst/>
            <a:cxnLst/>
            <a:rect l="l" t="t" r="r" b="b"/>
            <a:pathLst>
              <a:path w="1246504" h="1374139">
                <a:moveTo>
                  <a:pt x="1192892" y="54359"/>
                </a:moveTo>
                <a:lnTo>
                  <a:pt x="0" y="1369441"/>
                </a:lnTo>
                <a:lnTo>
                  <a:pt x="4699" y="1373759"/>
                </a:lnTo>
                <a:lnTo>
                  <a:pt x="1197617" y="58648"/>
                </a:lnTo>
                <a:lnTo>
                  <a:pt x="1192892" y="54359"/>
                </a:lnTo>
                <a:close/>
              </a:path>
              <a:path w="1246504" h="1374139">
                <a:moveTo>
                  <a:pt x="1233781" y="44958"/>
                </a:moveTo>
                <a:lnTo>
                  <a:pt x="1201420" y="44958"/>
                </a:lnTo>
                <a:lnTo>
                  <a:pt x="1206119" y="49276"/>
                </a:lnTo>
                <a:lnTo>
                  <a:pt x="1197617" y="58648"/>
                </a:lnTo>
                <a:lnTo>
                  <a:pt x="1223391" y="82042"/>
                </a:lnTo>
                <a:lnTo>
                  <a:pt x="1233781" y="44958"/>
                </a:lnTo>
                <a:close/>
              </a:path>
              <a:path w="1246504" h="1374139">
                <a:moveTo>
                  <a:pt x="1201420" y="44958"/>
                </a:moveTo>
                <a:lnTo>
                  <a:pt x="1192892" y="54359"/>
                </a:lnTo>
                <a:lnTo>
                  <a:pt x="1197617" y="58648"/>
                </a:lnTo>
                <a:lnTo>
                  <a:pt x="1206119" y="49276"/>
                </a:lnTo>
                <a:lnTo>
                  <a:pt x="1201420" y="44958"/>
                </a:lnTo>
                <a:close/>
              </a:path>
              <a:path w="1246504" h="1374139">
                <a:moveTo>
                  <a:pt x="1246378" y="0"/>
                </a:moveTo>
                <a:lnTo>
                  <a:pt x="1167003" y="30861"/>
                </a:lnTo>
                <a:lnTo>
                  <a:pt x="1192892" y="54359"/>
                </a:lnTo>
                <a:lnTo>
                  <a:pt x="1201420" y="44958"/>
                </a:lnTo>
                <a:lnTo>
                  <a:pt x="1233781" y="44958"/>
                </a:lnTo>
                <a:lnTo>
                  <a:pt x="124637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186426" y="3463163"/>
            <a:ext cx="1328420" cy="76200"/>
          </a:xfrm>
          <a:custGeom>
            <a:avLst/>
            <a:gdLst/>
            <a:ahLst/>
            <a:cxnLst/>
            <a:rect l="l" t="t" r="r" b="b"/>
            <a:pathLst>
              <a:path w="1328420" h="76200">
                <a:moveTo>
                  <a:pt x="1251965" y="0"/>
                </a:moveTo>
                <a:lnTo>
                  <a:pt x="1251965" y="76200"/>
                </a:lnTo>
                <a:lnTo>
                  <a:pt x="1321816" y="41275"/>
                </a:lnTo>
                <a:lnTo>
                  <a:pt x="1264665" y="41275"/>
                </a:lnTo>
                <a:lnTo>
                  <a:pt x="1264665" y="34925"/>
                </a:lnTo>
                <a:lnTo>
                  <a:pt x="1321816" y="34925"/>
                </a:lnTo>
                <a:lnTo>
                  <a:pt x="1251965" y="0"/>
                </a:lnTo>
                <a:close/>
              </a:path>
              <a:path w="1328420" h="76200">
                <a:moveTo>
                  <a:pt x="1251965" y="34925"/>
                </a:moveTo>
                <a:lnTo>
                  <a:pt x="0" y="34925"/>
                </a:lnTo>
                <a:lnTo>
                  <a:pt x="0" y="41275"/>
                </a:lnTo>
                <a:lnTo>
                  <a:pt x="1251965" y="41275"/>
                </a:lnTo>
                <a:lnTo>
                  <a:pt x="1251965" y="34925"/>
                </a:lnTo>
                <a:close/>
              </a:path>
              <a:path w="1328420" h="76200">
                <a:moveTo>
                  <a:pt x="1321816" y="34925"/>
                </a:moveTo>
                <a:lnTo>
                  <a:pt x="1264665" y="34925"/>
                </a:lnTo>
                <a:lnTo>
                  <a:pt x="1264665" y="41275"/>
                </a:lnTo>
                <a:lnTo>
                  <a:pt x="1321816" y="41275"/>
                </a:lnTo>
                <a:lnTo>
                  <a:pt x="1328166" y="38100"/>
                </a:lnTo>
                <a:lnTo>
                  <a:pt x="1321816" y="3492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124450" y="3967353"/>
            <a:ext cx="1247140" cy="1736725"/>
          </a:xfrm>
          <a:custGeom>
            <a:avLst/>
            <a:gdLst/>
            <a:ahLst/>
            <a:cxnLst/>
            <a:rect l="l" t="t" r="r" b="b"/>
            <a:pathLst>
              <a:path w="1247139" h="1736725">
                <a:moveTo>
                  <a:pt x="1199626" y="1676204"/>
                </a:moveTo>
                <a:lnTo>
                  <a:pt x="1171321" y="1696529"/>
                </a:lnTo>
                <a:lnTo>
                  <a:pt x="1246632" y="1736242"/>
                </a:lnTo>
                <a:lnTo>
                  <a:pt x="1238671" y="1686496"/>
                </a:lnTo>
                <a:lnTo>
                  <a:pt x="1207008" y="1686496"/>
                </a:lnTo>
                <a:lnTo>
                  <a:pt x="1199626" y="1676204"/>
                </a:lnTo>
                <a:close/>
              </a:path>
              <a:path w="1247139" h="1736725">
                <a:moveTo>
                  <a:pt x="1204818" y="1672475"/>
                </a:moveTo>
                <a:lnTo>
                  <a:pt x="1199626" y="1676204"/>
                </a:lnTo>
                <a:lnTo>
                  <a:pt x="1207008" y="1686496"/>
                </a:lnTo>
                <a:lnTo>
                  <a:pt x="1212214" y="1682788"/>
                </a:lnTo>
                <a:lnTo>
                  <a:pt x="1204818" y="1672475"/>
                </a:lnTo>
                <a:close/>
              </a:path>
              <a:path w="1247139" h="1736725">
                <a:moveTo>
                  <a:pt x="1233170" y="1652117"/>
                </a:moveTo>
                <a:lnTo>
                  <a:pt x="1204818" y="1672475"/>
                </a:lnTo>
                <a:lnTo>
                  <a:pt x="1212214" y="1682788"/>
                </a:lnTo>
                <a:lnTo>
                  <a:pt x="1207008" y="1686496"/>
                </a:lnTo>
                <a:lnTo>
                  <a:pt x="1238671" y="1686496"/>
                </a:lnTo>
                <a:lnTo>
                  <a:pt x="1233170" y="1652117"/>
                </a:lnTo>
                <a:close/>
              </a:path>
              <a:path w="1247139" h="1736725">
                <a:moveTo>
                  <a:pt x="5207" y="0"/>
                </a:moveTo>
                <a:lnTo>
                  <a:pt x="0" y="3683"/>
                </a:lnTo>
                <a:lnTo>
                  <a:pt x="1199626" y="1676204"/>
                </a:lnTo>
                <a:lnTo>
                  <a:pt x="1204818" y="1672475"/>
                </a:lnTo>
                <a:lnTo>
                  <a:pt x="520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object 75">
                <a:extLst>
                  <a:ext uri="{FF2B5EF4-FFF2-40B4-BE49-F238E27FC236}">
                    <a16:creationId xmlns:a16="http://schemas.microsoft.com/office/drawing/2014/main" id="{E545D4FF-4077-D4F1-13A0-383279C1F380}"/>
                  </a:ext>
                </a:extLst>
              </p:cNvPr>
              <p:cNvSpPr txBox="1"/>
              <p:nvPr/>
            </p:nvSpPr>
            <p:spPr>
              <a:xfrm>
                <a:off x="9146158" y="793349"/>
                <a:ext cx="826135" cy="349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1950" i="1" baseline="-14957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sSup>
                        <m:sSupPr>
                          <m:ctrlPr>
                            <a:rPr lang="pt-BR" sz="1800" b="0" i="1" spc="-20" baseline="-14957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950" b="0" i="1" baseline="-14957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950" i="1" spc="187" baseline="-14957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 </m:t>
                              </m:r>
                              <m:r>
                                <a:rPr lang="pt-BR" sz="1800" i="1" spc="-2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1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74" name="object 75">
                <a:extLst>
                  <a:ext uri="{FF2B5EF4-FFF2-40B4-BE49-F238E27FC236}">
                    <a16:creationId xmlns:a16="http://schemas.microsoft.com/office/drawing/2014/main" id="{E545D4FF-4077-D4F1-13A0-383279C1F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58" y="793349"/>
                <a:ext cx="826135" cy="349904"/>
              </a:xfrm>
              <a:prstGeom prst="rect">
                <a:avLst/>
              </a:prstGeom>
              <a:blipFill>
                <a:blip r:embed="rId22"/>
                <a:stretch>
                  <a:fillRect l="-4412" r="-44853" b="-206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object 75">
                <a:extLst>
                  <a:ext uri="{FF2B5EF4-FFF2-40B4-BE49-F238E27FC236}">
                    <a16:creationId xmlns:a16="http://schemas.microsoft.com/office/drawing/2014/main" id="{E0BD9FB7-F362-4CD0-288B-701DB761D716}"/>
                  </a:ext>
                </a:extLst>
              </p:cNvPr>
              <p:cNvSpPr txBox="1"/>
              <p:nvPr/>
            </p:nvSpPr>
            <p:spPr>
              <a:xfrm>
                <a:off x="9146158" y="3135926"/>
                <a:ext cx="826135" cy="349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1950" i="1" baseline="-14957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sSup>
                        <m:sSupPr>
                          <m:ctrlPr>
                            <a:rPr lang="pt-BR" sz="1800" b="0" i="1" spc="-20" baseline="-14957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950" b="0" i="1" baseline="-14957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950" i="1" spc="187" baseline="-14957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 </m:t>
                              </m:r>
                              <m:r>
                                <a:rPr lang="pt-BR" sz="1800" i="1" spc="-2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2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75" name="object 75">
                <a:extLst>
                  <a:ext uri="{FF2B5EF4-FFF2-40B4-BE49-F238E27FC236}">
                    <a16:creationId xmlns:a16="http://schemas.microsoft.com/office/drawing/2014/main" id="{E0BD9FB7-F362-4CD0-288B-701DB761D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58" y="3135926"/>
                <a:ext cx="826135" cy="349904"/>
              </a:xfrm>
              <a:prstGeom prst="rect">
                <a:avLst/>
              </a:prstGeom>
              <a:blipFill>
                <a:blip r:embed="rId23"/>
                <a:stretch>
                  <a:fillRect l="-4412" r="-44853" b="-224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object 75">
                <a:extLst>
                  <a:ext uri="{FF2B5EF4-FFF2-40B4-BE49-F238E27FC236}">
                    <a16:creationId xmlns:a16="http://schemas.microsoft.com/office/drawing/2014/main" id="{AEC2DDDA-972A-F451-0740-5E9D1D2EB3D1}"/>
                  </a:ext>
                </a:extLst>
              </p:cNvPr>
              <p:cNvSpPr txBox="1"/>
              <p:nvPr/>
            </p:nvSpPr>
            <p:spPr>
              <a:xfrm>
                <a:off x="9146158" y="5562600"/>
                <a:ext cx="826135" cy="349904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i="1" dirty="0" smtClean="0">
                          <a:latin typeface="Cambria Math" panose="02040503050406030204" pitchFamily="18" charset="0"/>
                          <a:cs typeface="Cambria Math"/>
                        </a:rPr>
                        <m:t>h</m:t>
                      </m:r>
                      <m:r>
                        <a:rPr lang="pt-BR" sz="1950" i="1" baseline="-14957" dirty="0">
                          <a:latin typeface="Cambria Math" panose="02040503050406030204" pitchFamily="18" charset="0"/>
                          <a:cs typeface="Cambria Math"/>
                        </a:rPr>
                        <m:t>𝒂</m:t>
                      </m:r>
                      <m:sSup>
                        <m:sSupPr>
                          <m:ctrlPr>
                            <a:rPr lang="pt-BR" sz="1800" b="0" i="1" spc="-20" baseline="-14957" dirty="0" smtClean="0"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1950" b="0" i="1" baseline="-14957" dirty="0" smtClean="0"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pt-BR" sz="1950" i="1" spc="187" baseline="-14957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 </m:t>
                              </m:r>
                              <m:r>
                                <a:rPr lang="pt-BR" sz="1800" i="1" spc="-20" dirty="0">
                                  <a:latin typeface="Cambria Math" panose="02040503050406030204" pitchFamily="18" charset="0"/>
                                  <a:cs typeface="Cambria Math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 spc="-20" dirty="0">
                                      <a:latin typeface="Cambria Math" panose="02040503050406030204" pitchFamily="18" charset="0"/>
                                      <a:cs typeface="Cambria Math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(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3</m:t>
                          </m:r>
                          <m:r>
                            <a:rPr lang="pt-BR" sz="1800" b="0" i="1" spc="-20" dirty="0" smtClean="0">
                              <a:latin typeface="Cambria Math" panose="02040503050406030204" pitchFamily="18" charset="0"/>
                              <a:cs typeface="Cambria Math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sz="1800" dirty="0">
                  <a:latin typeface="Cambria Math"/>
                  <a:cs typeface="Cambria Math"/>
                </a:endParaRPr>
              </a:p>
            </p:txBody>
          </p:sp>
        </mc:Choice>
        <mc:Fallback>
          <p:sp>
            <p:nvSpPr>
              <p:cNvPr id="76" name="object 75">
                <a:extLst>
                  <a:ext uri="{FF2B5EF4-FFF2-40B4-BE49-F238E27FC236}">
                    <a16:creationId xmlns:a16="http://schemas.microsoft.com/office/drawing/2014/main" id="{AEC2DDDA-972A-F451-0740-5E9D1D2EB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158" y="5562600"/>
                <a:ext cx="826135" cy="349904"/>
              </a:xfrm>
              <a:prstGeom prst="rect">
                <a:avLst/>
              </a:prstGeom>
              <a:blipFill>
                <a:blip r:embed="rId24"/>
                <a:stretch>
                  <a:fillRect l="-4412" r="-44853" b="-228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m 76">
            <a:extLst>
              <a:ext uri="{FF2B5EF4-FFF2-40B4-BE49-F238E27FC236}">
                <a16:creationId xmlns:a16="http://schemas.microsoft.com/office/drawing/2014/main" id="{4647F5CD-E13E-4A55-1767-4BA4DE19B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975970"/>
            <a:ext cx="10993384" cy="490606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m 84">
            <a:extLst>
              <a:ext uri="{FF2B5EF4-FFF2-40B4-BE49-F238E27FC236}">
                <a16:creationId xmlns:a16="http://schemas.microsoft.com/office/drawing/2014/main" id="{C63D04C4-5638-A499-76F4-035755F3A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880707"/>
            <a:ext cx="10012172" cy="50965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2335</TotalTime>
  <Words>15513</Words>
  <Application>Microsoft Office PowerPoint</Application>
  <PresentationFormat>Widescreen</PresentationFormat>
  <Paragraphs>1503</Paragraphs>
  <Slides>115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115</vt:i4>
      </vt:variant>
    </vt:vector>
  </HeadingPairs>
  <TitlesOfParts>
    <vt:vector size="124" baseType="lpstr">
      <vt:lpstr>Aptos</vt:lpstr>
      <vt:lpstr>Arial</vt:lpstr>
      <vt:lpstr>Calibri</vt:lpstr>
      <vt:lpstr>Calibri Light</vt:lpstr>
      <vt:lpstr>Cambria Math</vt:lpstr>
      <vt:lpstr>Courier New</vt:lpstr>
      <vt:lpstr>Times New Roman</vt:lpstr>
      <vt:lpstr>Wingdings</vt:lpstr>
      <vt:lpstr>Office Theme</vt:lpstr>
      <vt:lpstr>TP555 - Inteligência Artificial e Machine Learning: Classificação</vt:lpstr>
      <vt:lpstr>Tópicos abordados</vt:lpstr>
      <vt:lpstr>Classificação</vt:lpstr>
      <vt:lpstr>Tarefas de classificação</vt:lpstr>
      <vt:lpstr>Tarefas de classificação</vt:lpstr>
      <vt:lpstr>Tarefas de classificação</vt:lpstr>
      <vt:lpstr>Definição do problema de classificação</vt:lpstr>
      <vt:lpstr>Representação da saída desejada</vt:lpstr>
      <vt:lpstr>Representação da saída desejada</vt:lpstr>
      <vt:lpstr>Representação da saída desejada</vt:lpstr>
      <vt:lpstr>Fronteiras de decisão de um classificador</vt:lpstr>
      <vt:lpstr>Fronteiras de decisão de um classificador</vt:lpstr>
      <vt:lpstr>Fronteiras de decisão de um classificador</vt:lpstr>
      <vt:lpstr>Funções discriminantes</vt:lpstr>
      <vt:lpstr>Funções discriminantes</vt:lpstr>
      <vt:lpstr>Exemplo: Encontrando os pesos da função discriminante, 𝑔(𝒙), visualmente</vt:lpstr>
      <vt:lpstr>Exemplo: Encontrando os pesos da função discriminante, 𝑔(𝒙), visualmente</vt:lpstr>
      <vt:lpstr>Exemplo: Encontrando os pesos da função discriminante, 𝑔(𝒙), visualmente</vt:lpstr>
      <vt:lpstr>Exemplo: Encontrando os pesos da função discriminante, 𝑔(𝒙), visualmente</vt:lpstr>
      <vt:lpstr>Exemplo: Encontrando os pesos da função discriminante, 𝑔(𝒙), visualmente</vt:lpstr>
      <vt:lpstr>Teoria Bayesiana de decisão</vt:lpstr>
      <vt:lpstr>Teoria Bayesiana de decisão</vt:lpstr>
      <vt:lpstr>Teoria Bayesiana de decisão</vt:lpstr>
      <vt:lpstr>Como calculamos 𝑃(𝐶𝑞|𝒙) ?</vt:lpstr>
      <vt:lpstr>Teoria Bayesiana de decisão</vt:lpstr>
      <vt:lpstr>Máxima probabilidade a posteriori (MAP)</vt:lpstr>
      <vt:lpstr>Máxima verossimilhança (ML)</vt:lpstr>
      <vt:lpstr>Exemplo: diagnóstico de doenças</vt:lpstr>
      <vt:lpstr>Exemplo: diagnóstico de doenças (solução)</vt:lpstr>
      <vt:lpstr>Classificador naïve Bayes</vt:lpstr>
      <vt:lpstr>Classificador naïve Bayes</vt:lpstr>
      <vt:lpstr>Classificador naïve Bayes</vt:lpstr>
      <vt:lpstr>Apresentação do PowerPoint</vt:lpstr>
      <vt:lpstr>Tipos de classificadores naïve Bayes</vt:lpstr>
      <vt:lpstr>Classificador naïve Bayes Gaussiano</vt:lpstr>
      <vt:lpstr>Classificador naïve Bayes Gaussiano</vt:lpstr>
      <vt:lpstr>Exemplo: Probabilidade da prática de esportes</vt:lpstr>
      <vt:lpstr>Exemplo: Probabilidade da prática de esportes</vt:lpstr>
      <vt:lpstr>Exemplo: Detecção de símbolos BPSK em canais AWGN</vt:lpstr>
      <vt:lpstr>Exemplo: Detecção de símbolos BPSK em AWGN</vt:lpstr>
      <vt:lpstr>Exemplo: Detecção BPSK com Scikit-Learn</vt:lpstr>
      <vt:lpstr>Classificador naïve Bayes Multinomial</vt:lpstr>
      <vt:lpstr>Exemplo: classificador multinomial com Scikit-Learn</vt:lpstr>
      <vt:lpstr>Classificador naïve Bayes Bernoulli</vt:lpstr>
      <vt:lpstr>Classificador naïve Bayes Bernoulli</vt:lpstr>
      <vt:lpstr>Naïve Bayes Bernoulli vs. Multinomial</vt:lpstr>
      <vt:lpstr>Naïve Bayes Bernoulli vs. Multinomial</vt:lpstr>
      <vt:lpstr>Exemplo: Classificador Bernoulli com Scikit-Learn</vt:lpstr>
      <vt:lpstr>Classificação linear</vt:lpstr>
      <vt:lpstr>Classificação linear</vt:lpstr>
      <vt:lpstr>Classificação não-linear</vt:lpstr>
      <vt:lpstr>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limiar de decisão rígido</vt:lpstr>
      <vt:lpstr>Classificação com função de limiar logístico</vt:lpstr>
      <vt:lpstr>Regressão logística</vt:lpstr>
      <vt:lpstr>Regressão logística</vt:lpstr>
      <vt:lpstr>Propriedades da regressão logística</vt:lpstr>
      <vt:lpstr>Propriedades da regressão logística</vt:lpstr>
      <vt:lpstr>Função de erro</vt:lpstr>
      <vt:lpstr>Função de erro</vt:lpstr>
      <vt:lpstr>Função de erro</vt:lpstr>
      <vt:lpstr>Função de erro</vt:lpstr>
      <vt:lpstr>Processo de treinamento</vt:lpstr>
      <vt:lpstr>Processo de treinamento</vt:lpstr>
      <vt:lpstr>Processo de treinamento</vt:lpstr>
      <vt:lpstr>Processo de treinamento</vt:lpstr>
      <vt:lpstr>Apresentação do PowerPoint</vt:lpstr>
      <vt:lpstr>Exemplo: Regressão Logistica com SciKit-Learn</vt:lpstr>
      <vt:lpstr>Casos multi-classe</vt:lpstr>
      <vt:lpstr>Um-Contra-o-Resto</vt:lpstr>
      <vt:lpstr>Um-Contra-o-Resto</vt:lpstr>
      <vt:lpstr>Um-Contra-Um</vt:lpstr>
      <vt:lpstr>Um-Contra-Um</vt:lpstr>
      <vt:lpstr>Regressão Softmax</vt:lpstr>
      <vt:lpstr>Regressão Softmax</vt:lpstr>
      <vt:lpstr>Regressão Softmax</vt:lpstr>
      <vt:lpstr>Regressão Softmax</vt:lpstr>
      <vt:lpstr>Regressão Softmax</vt:lpstr>
      <vt:lpstr>Regressão Softmax: Observações</vt:lpstr>
      <vt:lpstr>Regressão Softmax</vt:lpstr>
      <vt:lpstr>Exemplo: Regressão softmax com SciKit-Learn</vt:lpstr>
      <vt:lpstr>Métricas para avaliação de classificadores</vt:lpstr>
      <vt:lpstr>Métricas para avaliação de classificadores</vt:lpstr>
      <vt:lpstr>Métricas para avaliação de classificadores</vt:lpstr>
      <vt:lpstr>Métricas para avaliação de classificadores</vt:lpstr>
      <vt:lpstr>Métricas para avaliação de classificadores</vt:lpstr>
      <vt:lpstr>Métricas para avaliação de classificadores</vt:lpstr>
      <vt:lpstr>Observações importantes quanto à matriz de confusão</vt:lpstr>
      <vt:lpstr>Observações importantes quanto à matriz de confusão</vt:lpstr>
      <vt:lpstr>Observações importantes quanto à matriz de</vt:lpstr>
      <vt:lpstr>Métricas para avaliação de classificadores</vt:lpstr>
      <vt:lpstr>Métricas para avaliação de classificadores</vt:lpstr>
      <vt:lpstr>Métricas para avaliação de classificadores</vt:lpstr>
      <vt:lpstr>Métricas para avaliação de classificadores</vt:lpstr>
      <vt:lpstr>Métricas para avaliação de classificadores</vt:lpstr>
      <vt:lpstr>Exemplo: Métricas de classificação com SciKit-Learn</vt:lpstr>
      <vt:lpstr>Tarefas e Avisos</vt:lpstr>
      <vt:lpstr>Obrigado!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13</cp:revision>
  <dcterms:created xsi:type="dcterms:W3CDTF">2025-01-24T02:23:05Z</dcterms:created>
  <dcterms:modified xsi:type="dcterms:W3CDTF">2025-01-27T17:12:35Z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2025-01-24T00:00:00Z</vt:filetime>
  </property>
  <property fmtid="{D5CDD505-2E9C-101B-9397-08002B2CF9AE}" pid="5" name="Producer">
    <vt:lpwstr>Microsoft® PowerPoint® LTSC</vt:lpwstr>
  </property>
</Properties>
</file>